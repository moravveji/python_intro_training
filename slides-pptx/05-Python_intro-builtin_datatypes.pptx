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9" r:id="rId3"/>
    <p:sldId id="357" r:id="rId4"/>
    <p:sldId id="422" r:id="rId5"/>
    <p:sldId id="452" r:id="rId6"/>
    <p:sldId id="460" r:id="rId7"/>
    <p:sldId id="313" r:id="rId8"/>
    <p:sldId id="314" r:id="rId9"/>
    <p:sldId id="315" r:id="rId10"/>
    <p:sldId id="318" r:id="rId11"/>
    <p:sldId id="456" r:id="rId12"/>
    <p:sldId id="390" r:id="rId13"/>
    <p:sldId id="459" r:id="rId14"/>
    <p:sldId id="391" r:id="rId15"/>
    <p:sldId id="455" r:id="rId16"/>
    <p:sldId id="458" r:id="rId17"/>
    <p:sldId id="453" r:id="rId18"/>
    <p:sldId id="320" r:id="rId19"/>
    <p:sldId id="442" r:id="rId20"/>
    <p:sldId id="317" r:id="rId21"/>
    <p:sldId id="319" r:id="rId22"/>
    <p:sldId id="454" r:id="rId2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0166E9F-00A3-48C1-BDF5-E5144822804C}">
          <p14:sldIdLst>
            <p14:sldId id="256"/>
            <p14:sldId id="259"/>
            <p14:sldId id="357"/>
            <p14:sldId id="422"/>
          </p14:sldIdLst>
        </p14:section>
        <p14:section name="BasicDataTypes" id="{2102A733-6F1A-4A29-AF0F-EBC928872753}">
          <p14:sldIdLst>
            <p14:sldId id="452"/>
            <p14:sldId id="460"/>
            <p14:sldId id="313"/>
            <p14:sldId id="314"/>
            <p14:sldId id="315"/>
            <p14:sldId id="318"/>
            <p14:sldId id="456"/>
            <p14:sldId id="390"/>
            <p14:sldId id="459"/>
            <p14:sldId id="391"/>
            <p14:sldId id="455"/>
            <p14:sldId id="458"/>
            <p14:sldId id="453"/>
            <p14:sldId id="320"/>
            <p14:sldId id="442"/>
            <p14:sldId id="317"/>
            <p14:sldId id="319"/>
            <p14:sldId id="4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95B265-BC73-4CCF-B8C1-7107294670EA}" v="22" dt="2025-10-10T19:39:41.8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16" autoAdjust="0"/>
    <p:restoredTop sz="91767" autoAdjust="0"/>
  </p:normalViewPr>
  <p:slideViewPr>
    <p:cSldViewPr snapToGrid="0" showGuides="1">
      <p:cViewPr varScale="1">
        <p:scale>
          <a:sx n="87" d="100"/>
          <a:sy n="87" d="100"/>
        </p:scale>
        <p:origin x="101" y="77"/>
      </p:cViewPr>
      <p:guideLst>
        <p:guide orient="horz" pos="2160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2618"/>
    </p:cViewPr>
  </p:sorter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k Van Puyvelde" userId="ba4190df-4674-45fe-be59-1502c3515486" providerId="ADAL" clId="{258E9A8F-DB03-4361-8EC4-20694CDF0FFB}"/>
    <pc:docChg chg="custSel modSld">
      <pc:chgData name="Frank Van Puyvelde" userId="ba4190df-4674-45fe-be59-1502c3515486" providerId="ADAL" clId="{258E9A8F-DB03-4361-8EC4-20694CDF0FFB}" dt="2024-02-08T12:14:55.999" v="15" actId="20577"/>
      <pc:docMkLst>
        <pc:docMk/>
      </pc:docMkLst>
      <pc:sldChg chg="modSp mod">
        <pc:chgData name="Frank Van Puyvelde" userId="ba4190df-4674-45fe-be59-1502c3515486" providerId="ADAL" clId="{258E9A8F-DB03-4361-8EC4-20694CDF0FFB}" dt="2024-02-08T12:14:31.669" v="14" actId="20577"/>
        <pc:sldMkLst>
          <pc:docMk/>
          <pc:sldMk cId="956188888" sldId="314"/>
        </pc:sldMkLst>
      </pc:sldChg>
      <pc:sldChg chg="modSp mod">
        <pc:chgData name="Frank Van Puyvelde" userId="ba4190df-4674-45fe-be59-1502c3515486" providerId="ADAL" clId="{258E9A8F-DB03-4361-8EC4-20694CDF0FFB}" dt="2024-02-08T12:14:55.999" v="15" actId="20577"/>
        <pc:sldMkLst>
          <pc:docMk/>
          <pc:sldMk cId="2796170465" sldId="455"/>
        </pc:sldMkLst>
      </pc:sldChg>
    </pc:docChg>
  </pc:docChgLst>
  <pc:docChgLst>
    <pc:chgData name="Frank Van Puyvelde" userId="ba4190df-4674-45fe-be59-1502c3515486" providerId="ADAL" clId="{0FE4053E-4EC9-4187-88F3-F2C84F0E49BA}"/>
    <pc:docChg chg="undo custSel addSld delSld modSld sldOrd modSection">
      <pc:chgData name="Frank Van Puyvelde" userId="ba4190df-4674-45fe-be59-1502c3515486" providerId="ADAL" clId="{0FE4053E-4EC9-4187-88F3-F2C84F0E49BA}" dt="2023-09-01T15:04:34.247" v="996" actId="6549"/>
      <pc:docMkLst>
        <pc:docMk/>
      </pc:docMkLst>
      <pc:sldChg chg="delSp mod delAnim">
        <pc:chgData name="Frank Van Puyvelde" userId="ba4190df-4674-45fe-be59-1502c3515486" providerId="ADAL" clId="{0FE4053E-4EC9-4187-88F3-F2C84F0E49BA}" dt="2023-09-01T12:53:43.016" v="0" actId="478"/>
        <pc:sldMkLst>
          <pc:docMk/>
          <pc:sldMk cId="3619848797" sldId="256"/>
        </pc:sldMkLst>
      </pc:sldChg>
      <pc:sldChg chg="delSp modSp mod delAnim">
        <pc:chgData name="Frank Van Puyvelde" userId="ba4190df-4674-45fe-be59-1502c3515486" providerId="ADAL" clId="{0FE4053E-4EC9-4187-88F3-F2C84F0E49BA}" dt="2023-09-01T13:26:44.808" v="312" actId="6549"/>
        <pc:sldMkLst>
          <pc:docMk/>
          <pc:sldMk cId="3700607111" sldId="286"/>
        </pc:sldMkLst>
      </pc:sldChg>
      <pc:sldChg chg="delSp mod delAnim">
        <pc:chgData name="Frank Van Puyvelde" userId="ba4190df-4674-45fe-be59-1502c3515486" providerId="ADAL" clId="{0FE4053E-4EC9-4187-88F3-F2C84F0E49BA}" dt="2023-09-01T12:53:53.712" v="5" actId="478"/>
        <pc:sldMkLst>
          <pc:docMk/>
          <pc:sldMk cId="3650949823" sldId="313"/>
        </pc:sldMkLst>
      </pc:sldChg>
      <pc:sldChg chg="delSp mod delAnim">
        <pc:chgData name="Frank Van Puyvelde" userId="ba4190df-4674-45fe-be59-1502c3515486" providerId="ADAL" clId="{0FE4053E-4EC9-4187-88F3-F2C84F0E49BA}" dt="2023-09-01T12:53:54.975" v="6" actId="478"/>
        <pc:sldMkLst>
          <pc:docMk/>
          <pc:sldMk cId="956188888" sldId="314"/>
        </pc:sldMkLst>
      </pc:sldChg>
      <pc:sldChg chg="delSp mod delAnim">
        <pc:chgData name="Frank Van Puyvelde" userId="ba4190df-4674-45fe-be59-1502c3515486" providerId="ADAL" clId="{0FE4053E-4EC9-4187-88F3-F2C84F0E49BA}" dt="2023-09-01T12:53:56.224" v="7" actId="478"/>
        <pc:sldMkLst>
          <pc:docMk/>
          <pc:sldMk cId="3563275714" sldId="315"/>
        </pc:sldMkLst>
      </pc:sldChg>
      <pc:sldChg chg="delSp modSp mod delAnim">
        <pc:chgData name="Frank Van Puyvelde" userId="ba4190df-4674-45fe-be59-1502c3515486" providerId="ADAL" clId="{0FE4053E-4EC9-4187-88F3-F2C84F0E49BA}" dt="2023-09-01T15:04:34.247" v="996" actId="6549"/>
        <pc:sldMkLst>
          <pc:docMk/>
          <pc:sldMk cId="863500734" sldId="317"/>
        </pc:sldMkLst>
      </pc:sldChg>
      <pc:sldChg chg="delSp modSp mod delAnim">
        <pc:chgData name="Frank Van Puyvelde" userId="ba4190df-4674-45fe-be59-1502c3515486" providerId="ADAL" clId="{0FE4053E-4EC9-4187-88F3-F2C84F0E49BA}" dt="2023-09-01T13:29:47.711" v="317" actId="27636"/>
        <pc:sldMkLst>
          <pc:docMk/>
          <pc:sldMk cId="3880207217" sldId="318"/>
        </pc:sldMkLst>
      </pc:sldChg>
      <pc:sldChg chg="add">
        <pc:chgData name="Frank Van Puyvelde" userId="ba4190df-4674-45fe-be59-1502c3515486" providerId="ADAL" clId="{0FE4053E-4EC9-4187-88F3-F2C84F0E49BA}" dt="2023-09-01T13:25:58.526" v="293"/>
        <pc:sldMkLst>
          <pc:docMk/>
          <pc:sldMk cId="710548089" sldId="319"/>
        </pc:sldMkLst>
      </pc:sldChg>
      <pc:sldChg chg="delSp del mod delAnim">
        <pc:chgData name="Frank Van Puyvelde" userId="ba4190df-4674-45fe-be59-1502c3515486" providerId="ADAL" clId="{0FE4053E-4EC9-4187-88F3-F2C84F0E49BA}" dt="2023-09-01T13:25:51.255" v="292" actId="2696"/>
        <pc:sldMkLst>
          <pc:docMk/>
          <pc:sldMk cId="3927318963" sldId="319"/>
        </pc:sldMkLst>
      </pc:sldChg>
      <pc:sldChg chg="delSp del mod delAnim">
        <pc:chgData name="Frank Van Puyvelde" userId="ba4190df-4674-45fe-be59-1502c3515486" providerId="ADAL" clId="{0FE4053E-4EC9-4187-88F3-F2C84F0E49BA}" dt="2023-09-01T13:57:21.274" v="567" actId="2696"/>
        <pc:sldMkLst>
          <pc:docMk/>
          <pc:sldMk cId="4223259032" sldId="333"/>
        </pc:sldMkLst>
      </pc:sldChg>
      <pc:sldChg chg="delSp modSp mod delAnim">
        <pc:chgData name="Frank Van Puyvelde" userId="ba4190df-4674-45fe-be59-1502c3515486" providerId="ADAL" clId="{0FE4053E-4EC9-4187-88F3-F2C84F0E49BA}" dt="2023-09-01T13:57:29.522" v="569" actId="15"/>
        <pc:sldMkLst>
          <pc:docMk/>
          <pc:sldMk cId="134779472" sldId="390"/>
        </pc:sldMkLst>
      </pc:sldChg>
      <pc:sldChg chg="delSp mod delAnim">
        <pc:chgData name="Frank Van Puyvelde" userId="ba4190df-4674-45fe-be59-1502c3515486" providerId="ADAL" clId="{0FE4053E-4EC9-4187-88F3-F2C84F0E49BA}" dt="2023-09-01T12:54:02.539" v="12" actId="478"/>
        <pc:sldMkLst>
          <pc:docMk/>
          <pc:sldMk cId="1340877513" sldId="391"/>
        </pc:sldMkLst>
      </pc:sldChg>
      <pc:sldChg chg="del">
        <pc:chgData name="Frank Van Puyvelde" userId="ba4190df-4674-45fe-be59-1502c3515486" providerId="ADAL" clId="{0FE4053E-4EC9-4187-88F3-F2C84F0E49BA}" dt="2023-09-01T13:36:22.008" v="322" actId="2696"/>
        <pc:sldMkLst>
          <pc:docMk/>
          <pc:sldMk cId="3401647352" sldId="392"/>
        </pc:sldMkLst>
      </pc:sldChg>
      <pc:sldChg chg="delSp mod delAnim">
        <pc:chgData name="Frank Van Puyvelde" userId="ba4190df-4674-45fe-be59-1502c3515486" providerId="ADAL" clId="{0FE4053E-4EC9-4187-88F3-F2C84F0E49BA}" dt="2023-09-01T12:53:48.814" v="1" actId="478"/>
        <pc:sldMkLst>
          <pc:docMk/>
          <pc:sldMk cId="4024688066" sldId="422"/>
        </pc:sldMkLst>
      </pc:sldChg>
      <pc:sldChg chg="delSp mod delAnim">
        <pc:chgData name="Frank Van Puyvelde" userId="ba4190df-4674-45fe-be59-1502c3515486" providerId="ADAL" clId="{0FE4053E-4EC9-4187-88F3-F2C84F0E49BA}" dt="2023-09-01T12:54:07.711" v="13" actId="478"/>
        <pc:sldMkLst>
          <pc:docMk/>
          <pc:sldMk cId="1468473658" sldId="442"/>
        </pc:sldMkLst>
      </pc:sldChg>
      <pc:sldChg chg="delSp mod delAnim">
        <pc:chgData name="Frank Van Puyvelde" userId="ba4190df-4674-45fe-be59-1502c3515486" providerId="ADAL" clId="{0FE4053E-4EC9-4187-88F3-F2C84F0E49BA}" dt="2023-09-01T12:53:50.223" v="2" actId="478"/>
        <pc:sldMkLst>
          <pc:docMk/>
          <pc:sldMk cId="2077647311" sldId="452"/>
        </pc:sldMkLst>
      </pc:sldChg>
      <pc:sldChg chg="modSp mod">
        <pc:chgData name="Frank Van Puyvelde" userId="ba4190df-4674-45fe-be59-1502c3515486" providerId="ADAL" clId="{0FE4053E-4EC9-4187-88F3-F2C84F0E49BA}" dt="2023-09-01T13:47:42.621" v="399" actId="20577"/>
        <pc:sldMkLst>
          <pc:docMk/>
          <pc:sldMk cId="3851471709" sldId="453"/>
        </pc:sldMkLst>
      </pc:sldChg>
      <pc:sldChg chg="modSp add mod">
        <pc:chgData name="Frank Van Puyvelde" userId="ba4190df-4674-45fe-be59-1502c3515486" providerId="ADAL" clId="{0FE4053E-4EC9-4187-88F3-F2C84F0E49BA}" dt="2023-09-01T13:38:38.360" v="369" actId="20577"/>
        <pc:sldMkLst>
          <pc:docMk/>
          <pc:sldMk cId="120193151" sldId="454"/>
        </pc:sldMkLst>
      </pc:sldChg>
      <pc:sldChg chg="addSp delSp modSp new del mod">
        <pc:chgData name="Frank Van Puyvelde" userId="ba4190df-4674-45fe-be59-1502c3515486" providerId="ADAL" clId="{0FE4053E-4EC9-4187-88F3-F2C84F0E49BA}" dt="2023-09-01T13:25:51.255" v="292" actId="2696"/>
        <pc:sldMkLst>
          <pc:docMk/>
          <pc:sldMk cId="1561737049" sldId="454"/>
        </pc:sldMkLst>
      </pc:sldChg>
      <pc:sldChg chg="modSp new mod ord">
        <pc:chgData name="Frank Van Puyvelde" userId="ba4190df-4674-45fe-be59-1502c3515486" providerId="ADAL" clId="{0FE4053E-4EC9-4187-88F3-F2C84F0E49BA}" dt="2023-09-01T15:03:55.958" v="959" actId="114"/>
        <pc:sldMkLst>
          <pc:docMk/>
          <pc:sldMk cId="2796170465" sldId="455"/>
        </pc:sldMkLst>
      </pc:sldChg>
      <pc:sldChg chg="modSp new mod">
        <pc:chgData name="Frank Van Puyvelde" userId="ba4190df-4674-45fe-be59-1502c3515486" providerId="ADAL" clId="{0FE4053E-4EC9-4187-88F3-F2C84F0E49BA}" dt="2023-09-01T13:52:21.003" v="566" actId="12"/>
        <pc:sldMkLst>
          <pc:docMk/>
          <pc:sldMk cId="2174593376" sldId="456"/>
        </pc:sldMkLst>
      </pc:sldChg>
      <pc:sldChg chg="modSp new del mod">
        <pc:chgData name="Frank Van Puyvelde" userId="ba4190df-4674-45fe-be59-1502c3515486" providerId="ADAL" clId="{0FE4053E-4EC9-4187-88F3-F2C84F0E49BA}" dt="2023-09-01T15:01:15.427" v="938" actId="47"/>
        <pc:sldMkLst>
          <pc:docMk/>
          <pc:sldMk cId="2680501693" sldId="457"/>
        </pc:sldMkLst>
      </pc:sldChg>
      <pc:sldChg chg="addSp delSp modSp new mod">
        <pc:chgData name="Frank Van Puyvelde" userId="ba4190df-4674-45fe-be59-1502c3515486" providerId="ADAL" clId="{0FE4053E-4EC9-4187-88F3-F2C84F0E49BA}" dt="2023-09-01T14:58:54.065" v="930" actId="1076"/>
        <pc:sldMkLst>
          <pc:docMk/>
          <pc:sldMk cId="913145327" sldId="458"/>
        </pc:sldMkLst>
      </pc:sldChg>
    </pc:docChg>
  </pc:docChgLst>
  <pc:docChgLst>
    <pc:chgData name="Frank Van Puyvelde" userId="ba4190df-4674-45fe-be59-1502c3515486" providerId="ADAL" clId="{B1924F0E-1ECF-452D-9225-C6D0DB1FAF3C}"/>
    <pc:docChg chg="addSld delSld modSld modSection">
      <pc:chgData name="Frank Van Puyvelde" userId="ba4190df-4674-45fe-be59-1502c3515486" providerId="ADAL" clId="{B1924F0E-1ECF-452D-9225-C6D0DB1FAF3C}" dt="2025-01-03T10:31:23.766" v="34" actId="47"/>
      <pc:docMkLst>
        <pc:docMk/>
      </pc:docMkLst>
      <pc:sldChg chg="modSp mod">
        <pc:chgData name="Frank Van Puyvelde" userId="ba4190df-4674-45fe-be59-1502c3515486" providerId="ADAL" clId="{B1924F0E-1ECF-452D-9225-C6D0DB1FAF3C}" dt="2025-01-03T10:29:52.419" v="9" actId="20577"/>
        <pc:sldMkLst>
          <pc:docMk/>
          <pc:sldMk cId="3619848797" sldId="256"/>
        </pc:sldMkLst>
      </pc:sldChg>
      <pc:sldChg chg="del">
        <pc:chgData name="Frank Van Puyvelde" userId="ba4190df-4674-45fe-be59-1502c3515486" providerId="ADAL" clId="{B1924F0E-1ECF-452D-9225-C6D0DB1FAF3C}" dt="2025-01-03T10:31:23.766" v="34" actId="47"/>
        <pc:sldMkLst>
          <pc:docMk/>
          <pc:sldMk cId="3700607111" sldId="286"/>
        </pc:sldMkLst>
      </pc:sldChg>
      <pc:sldChg chg="modSp mod">
        <pc:chgData name="Frank Van Puyvelde" userId="ba4190df-4674-45fe-be59-1502c3515486" providerId="ADAL" clId="{B1924F0E-1ECF-452D-9225-C6D0DB1FAF3C}" dt="2025-01-03T10:30:01.236" v="19" actId="20577"/>
        <pc:sldMkLst>
          <pc:docMk/>
          <pc:sldMk cId="2077647311" sldId="452"/>
        </pc:sldMkLst>
      </pc:sldChg>
      <pc:sldChg chg="addSp modSp new mod">
        <pc:chgData name="Frank Van Puyvelde" userId="ba4190df-4674-45fe-be59-1502c3515486" providerId="ADAL" clId="{B1924F0E-1ECF-452D-9225-C6D0DB1FAF3C}" dt="2025-01-03T10:31:19.469" v="33" actId="20577"/>
        <pc:sldMkLst>
          <pc:docMk/>
          <pc:sldMk cId="2114649343" sldId="460"/>
        </pc:sldMkLst>
      </pc:sldChg>
    </pc:docChg>
  </pc:docChgLst>
  <pc:docChgLst>
    <pc:chgData name="Frank Van Puyvelde" userId="ba4190df-4674-45fe-be59-1502c3515486" providerId="ADAL" clId="{0236B120-AC14-4AEC-BA5C-9EACBEC4EAB9}"/>
    <pc:docChg chg="custSel addSld delSld modSld sldOrd modSection">
      <pc:chgData name="Frank Van Puyvelde" userId="ba4190df-4674-45fe-be59-1502c3515486" providerId="ADAL" clId="{0236B120-AC14-4AEC-BA5C-9EACBEC4EAB9}" dt="2022-11-03T14:44:30.403" v="74"/>
      <pc:docMkLst>
        <pc:docMk/>
      </pc:docMkLst>
      <pc:sldChg chg="modSp mod">
        <pc:chgData name="Frank Van Puyvelde" userId="ba4190df-4674-45fe-be59-1502c3515486" providerId="ADAL" clId="{0236B120-AC14-4AEC-BA5C-9EACBEC4EAB9}" dt="2022-11-03T14:37:11.241" v="8" actId="6549"/>
        <pc:sldMkLst>
          <pc:docMk/>
          <pc:sldMk cId="3927318963" sldId="319"/>
        </pc:sldMkLst>
      </pc:sldChg>
      <pc:sldChg chg="del">
        <pc:chgData name="Frank Van Puyvelde" userId="ba4190df-4674-45fe-be59-1502c3515486" providerId="ADAL" clId="{0236B120-AC14-4AEC-BA5C-9EACBEC4EAB9}" dt="2022-11-03T14:26:56.030" v="0" actId="2696"/>
        <pc:sldMkLst>
          <pc:docMk/>
          <pc:sldMk cId="2255290832" sldId="332"/>
        </pc:sldMkLst>
      </pc:sldChg>
      <pc:sldChg chg="mod ord modShow">
        <pc:chgData name="Frank Van Puyvelde" userId="ba4190df-4674-45fe-be59-1502c3515486" providerId="ADAL" clId="{0236B120-AC14-4AEC-BA5C-9EACBEC4EAB9}" dt="2022-11-03T14:44:30.403" v="74"/>
        <pc:sldMkLst>
          <pc:docMk/>
          <pc:sldMk cId="1468473658" sldId="442"/>
        </pc:sldMkLst>
      </pc:sldChg>
      <pc:sldChg chg="addSp delSp modSp new mod ord">
        <pc:chgData name="Frank Van Puyvelde" userId="ba4190df-4674-45fe-be59-1502c3515486" providerId="ADAL" clId="{0236B120-AC14-4AEC-BA5C-9EACBEC4EAB9}" dt="2022-11-03T14:43:47.838" v="71"/>
        <pc:sldMkLst>
          <pc:docMk/>
          <pc:sldMk cId="3851471709" sldId="453"/>
        </pc:sldMkLst>
      </pc:sldChg>
    </pc:docChg>
  </pc:docChgLst>
  <pc:docChgLst>
    <pc:chgData name="Ehsan Moravveji" userId="21e7e8ea3c9f37f0" providerId="LiveId" clId="{2A95B265-BC73-4CCF-B8C1-7107294670EA}"/>
    <pc:docChg chg="custSel modSld">
      <pc:chgData name="Ehsan Moravveji" userId="21e7e8ea3c9f37f0" providerId="LiveId" clId="{2A95B265-BC73-4CCF-B8C1-7107294670EA}" dt="2025-10-10T19:40:23.603" v="222" actId="20577"/>
      <pc:docMkLst>
        <pc:docMk/>
      </pc:docMkLst>
      <pc:sldChg chg="modSp">
        <pc:chgData name="Ehsan Moravveji" userId="21e7e8ea3c9f37f0" providerId="LiveId" clId="{2A95B265-BC73-4CCF-B8C1-7107294670EA}" dt="2025-10-10T18:32:15.580" v="83"/>
        <pc:sldMkLst>
          <pc:docMk/>
          <pc:sldMk cId="956188888" sldId="314"/>
        </pc:sldMkLst>
        <pc:spChg chg="mod">
          <ac:chgData name="Ehsan Moravveji" userId="21e7e8ea3c9f37f0" providerId="LiveId" clId="{2A95B265-BC73-4CCF-B8C1-7107294670EA}" dt="2025-10-10T18:32:15.580" v="83"/>
          <ac:spMkLst>
            <pc:docMk/>
            <pc:sldMk cId="956188888" sldId="314"/>
            <ac:spMk id="3" creationId="{00000000-0000-0000-0000-000000000000}"/>
          </ac:spMkLst>
        </pc:spChg>
      </pc:sldChg>
      <pc:sldChg chg="modSp">
        <pc:chgData name="Ehsan Moravveji" userId="21e7e8ea3c9f37f0" providerId="LiveId" clId="{2A95B265-BC73-4CCF-B8C1-7107294670EA}" dt="2025-10-10T18:32:02.515" v="80"/>
        <pc:sldMkLst>
          <pc:docMk/>
          <pc:sldMk cId="3563275714" sldId="315"/>
        </pc:sldMkLst>
        <pc:spChg chg="mod">
          <ac:chgData name="Ehsan Moravveji" userId="21e7e8ea3c9f37f0" providerId="LiveId" clId="{2A95B265-BC73-4CCF-B8C1-7107294670EA}" dt="2025-10-10T18:32:02.515" v="80"/>
          <ac:spMkLst>
            <pc:docMk/>
            <pc:sldMk cId="3563275714" sldId="315"/>
            <ac:spMk id="3" creationId="{00000000-0000-0000-0000-000000000000}"/>
          </ac:spMkLst>
        </pc:spChg>
      </pc:sldChg>
      <pc:sldChg chg="modSp mod">
        <pc:chgData name="Ehsan Moravveji" userId="21e7e8ea3c9f37f0" providerId="LiveId" clId="{2A95B265-BC73-4CCF-B8C1-7107294670EA}" dt="2025-10-10T19:32:57.958" v="149"/>
        <pc:sldMkLst>
          <pc:docMk/>
          <pc:sldMk cId="863500734" sldId="317"/>
        </pc:sldMkLst>
        <pc:spChg chg="mod">
          <ac:chgData name="Ehsan Moravveji" userId="21e7e8ea3c9f37f0" providerId="LiveId" clId="{2A95B265-BC73-4CCF-B8C1-7107294670EA}" dt="2025-10-10T19:32:57.958" v="149"/>
          <ac:spMkLst>
            <pc:docMk/>
            <pc:sldMk cId="863500734" sldId="317"/>
            <ac:spMk id="3" creationId="{00000000-0000-0000-0000-000000000000}"/>
          </ac:spMkLst>
        </pc:spChg>
      </pc:sldChg>
      <pc:sldChg chg="modSp mod">
        <pc:chgData name="Ehsan Moravveji" userId="21e7e8ea3c9f37f0" providerId="LiveId" clId="{2A95B265-BC73-4CCF-B8C1-7107294670EA}" dt="2025-10-10T18:31:43.121" v="76"/>
        <pc:sldMkLst>
          <pc:docMk/>
          <pc:sldMk cId="3880207217" sldId="318"/>
        </pc:sldMkLst>
        <pc:spChg chg="mod">
          <ac:chgData name="Ehsan Moravveji" userId="21e7e8ea3c9f37f0" providerId="LiveId" clId="{2A95B265-BC73-4CCF-B8C1-7107294670EA}" dt="2025-10-10T18:31:43.121" v="76"/>
          <ac:spMkLst>
            <pc:docMk/>
            <pc:sldMk cId="3880207217" sldId="318"/>
            <ac:spMk id="3" creationId="{00000000-0000-0000-0000-000000000000}"/>
          </ac:spMkLst>
        </pc:spChg>
      </pc:sldChg>
      <pc:sldChg chg="modSp mod">
        <pc:chgData name="Ehsan Moravveji" userId="21e7e8ea3c9f37f0" providerId="LiveId" clId="{2A95B265-BC73-4CCF-B8C1-7107294670EA}" dt="2025-10-10T19:34:21.045" v="159" actId="20577"/>
        <pc:sldMkLst>
          <pc:docMk/>
          <pc:sldMk cId="710548089" sldId="319"/>
        </pc:sldMkLst>
        <pc:spChg chg="mod">
          <ac:chgData name="Ehsan Moravveji" userId="21e7e8ea3c9f37f0" providerId="LiveId" clId="{2A95B265-BC73-4CCF-B8C1-7107294670EA}" dt="2025-10-10T19:34:21.045" v="159" actId="20577"/>
          <ac:spMkLst>
            <pc:docMk/>
            <pc:sldMk cId="710548089" sldId="319"/>
            <ac:spMk id="3" creationId="{00000000-0000-0000-0000-000000000000}"/>
          </ac:spMkLst>
        </pc:spChg>
      </pc:sldChg>
      <pc:sldChg chg="modSp mod">
        <pc:chgData name="Ehsan Moravveji" userId="21e7e8ea3c9f37f0" providerId="LiveId" clId="{2A95B265-BC73-4CCF-B8C1-7107294670EA}" dt="2025-10-10T18:33:06.671" v="90" actId="20577"/>
        <pc:sldMkLst>
          <pc:docMk/>
          <pc:sldMk cId="134779472" sldId="390"/>
        </pc:sldMkLst>
        <pc:spChg chg="mod">
          <ac:chgData name="Ehsan Moravveji" userId="21e7e8ea3c9f37f0" providerId="LiveId" clId="{2A95B265-BC73-4CCF-B8C1-7107294670EA}" dt="2025-10-10T18:33:06.671" v="90" actId="20577"/>
          <ac:spMkLst>
            <pc:docMk/>
            <pc:sldMk cId="134779472" sldId="390"/>
            <ac:spMk id="3" creationId="{00000000-0000-0000-0000-000000000000}"/>
          </ac:spMkLst>
        </pc:spChg>
      </pc:sldChg>
      <pc:sldChg chg="mod modShow">
        <pc:chgData name="Ehsan Moravveji" userId="21e7e8ea3c9f37f0" providerId="LiveId" clId="{2A95B265-BC73-4CCF-B8C1-7107294670EA}" dt="2025-10-10T17:56:47.782" v="0" actId="729"/>
        <pc:sldMkLst>
          <pc:docMk/>
          <pc:sldMk cId="4024688066" sldId="422"/>
        </pc:sldMkLst>
      </pc:sldChg>
      <pc:sldChg chg="modSp mod">
        <pc:chgData name="Ehsan Moravveji" userId="21e7e8ea3c9f37f0" providerId="LiveId" clId="{2A95B265-BC73-4CCF-B8C1-7107294670EA}" dt="2025-10-10T19:40:23.603" v="222" actId="20577"/>
        <pc:sldMkLst>
          <pc:docMk/>
          <pc:sldMk cId="3851471709" sldId="453"/>
        </pc:sldMkLst>
        <pc:spChg chg="mod">
          <ac:chgData name="Ehsan Moravveji" userId="21e7e8ea3c9f37f0" providerId="LiveId" clId="{2A95B265-BC73-4CCF-B8C1-7107294670EA}" dt="2025-10-10T19:40:23.603" v="222" actId="20577"/>
          <ac:spMkLst>
            <pc:docMk/>
            <pc:sldMk cId="3851471709" sldId="453"/>
            <ac:spMk id="3" creationId="{7D2A59F1-5CF0-4F50-AF43-2602773930DC}"/>
          </ac:spMkLst>
        </pc:spChg>
      </pc:sldChg>
      <pc:sldChg chg="modSp mod">
        <pc:chgData name="Ehsan Moravveji" userId="21e7e8ea3c9f37f0" providerId="LiveId" clId="{2A95B265-BC73-4CCF-B8C1-7107294670EA}" dt="2025-10-10T18:31:17.906" v="67" actId="20577"/>
        <pc:sldMkLst>
          <pc:docMk/>
          <pc:sldMk cId="2174593376" sldId="456"/>
        </pc:sldMkLst>
        <pc:spChg chg="mod">
          <ac:chgData name="Ehsan Moravveji" userId="21e7e8ea3c9f37f0" providerId="LiveId" clId="{2A95B265-BC73-4CCF-B8C1-7107294670EA}" dt="2025-10-10T18:31:17.906" v="67" actId="20577"/>
          <ac:spMkLst>
            <pc:docMk/>
            <pc:sldMk cId="2174593376" sldId="456"/>
            <ac:spMk id="3" creationId="{AC169C64-1E34-C7A6-D0FB-99BF3231F6BC}"/>
          </ac:spMkLst>
        </pc:spChg>
      </pc:sldChg>
      <pc:sldChg chg="modSp mod">
        <pc:chgData name="Ehsan Moravveji" userId="21e7e8ea3c9f37f0" providerId="LiveId" clId="{2A95B265-BC73-4CCF-B8C1-7107294670EA}" dt="2025-10-10T19:13:08.581" v="109" actId="20577"/>
        <pc:sldMkLst>
          <pc:docMk/>
          <pc:sldMk cId="913145327" sldId="458"/>
        </pc:sldMkLst>
        <pc:graphicFrameChg chg="modGraphic">
          <ac:chgData name="Ehsan Moravveji" userId="21e7e8ea3c9f37f0" providerId="LiveId" clId="{2A95B265-BC73-4CCF-B8C1-7107294670EA}" dt="2025-10-10T19:13:08.581" v="109" actId="20577"/>
          <ac:graphicFrameMkLst>
            <pc:docMk/>
            <pc:sldMk cId="913145327" sldId="458"/>
            <ac:graphicFrameMk id="4" creationId="{147AE311-2E36-46A2-DA9B-07DCEC710B72}"/>
          </ac:graphicFrameMkLst>
        </pc:graphicFrameChg>
      </pc:sldChg>
      <pc:sldChg chg="modSp mod">
        <pc:chgData name="Ehsan Moravveji" userId="21e7e8ea3c9f37f0" providerId="LiveId" clId="{2A95B265-BC73-4CCF-B8C1-7107294670EA}" dt="2025-10-10T18:38:56.597" v="101" actId="20577"/>
        <pc:sldMkLst>
          <pc:docMk/>
          <pc:sldMk cId="1540948237" sldId="459"/>
        </pc:sldMkLst>
        <pc:spChg chg="mod">
          <ac:chgData name="Ehsan Moravveji" userId="21e7e8ea3c9f37f0" providerId="LiveId" clId="{2A95B265-BC73-4CCF-B8C1-7107294670EA}" dt="2025-10-10T18:38:56.597" v="101" actId="20577"/>
          <ac:spMkLst>
            <pc:docMk/>
            <pc:sldMk cId="1540948237" sldId="459"/>
            <ac:spMk id="3" creationId="{DD71C84C-5334-321E-D0BA-1F66A9B9D2D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9635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75BC9-5AAE-4E1F-9FAE-BC04149B1DB3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0F272-7F92-4FF0-959A-28E623229BE1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1353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40F272-7F92-4FF0-959A-28E623229BE1}" type="slidenum">
              <a:rPr lang="nl-BE" smtClean="0"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2954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51317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4574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321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542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8836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37128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0003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81819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63940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44971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56513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4C14B-8B81-49E7-9BC7-8AE29B5E2ADB}" type="datetimeFigureOut">
              <a:rPr lang="nl-BE" smtClean="0"/>
              <a:t>2/10/2026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0C1B6-92E4-4DE3-9E6A-1F6BB5BBD198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40304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reilly.com/programming/free/files/a-whirlwind-tour-of-python.pdf" TargetMode="External"/><Relationship Id="rId2" Type="http://schemas.openxmlformats.org/officeDocument/2006/relationships/hyperlink" Target="https://github.com/gjbex/training-material/tree/master/Pyth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abienmaussion.info/scientific_programming/html/00-Introduction.html" TargetMode="External"/><Relationship Id="rId5" Type="http://schemas.openxmlformats.org/officeDocument/2006/relationships/hyperlink" Target="http://www.cs.cornell.edu/courses/cs1110/2018sp/" TargetMode="External"/><Relationship Id="rId4" Type="http://schemas.openxmlformats.org/officeDocument/2006/relationships/hyperlink" Target="https://arcs.virginia.edu/python-quickstart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arrt/msan501" TargetMode="External"/><Relationship Id="rId3" Type="http://schemas.openxmlformats.org/officeDocument/2006/relationships/hyperlink" Target="http://troll.cs.ua.edu/ACP-PY/index.html" TargetMode="External"/><Relationship Id="rId7" Type="http://schemas.openxmlformats.org/officeDocument/2006/relationships/hyperlink" Target="https://www2.cs.duke.edu/courses/spring18/compsci101/index.php" TargetMode="External"/><Relationship Id="rId2" Type="http://schemas.openxmlformats.org/officeDocument/2006/relationships/hyperlink" Target="https://www.math.ubc.ca/~pwalls/math-pyth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nh.cs.luc.edu/python/hands-on/3.1/handsonHtml/index.html" TargetMode="External"/><Relationship Id="rId5" Type="http://schemas.openxmlformats.org/officeDocument/2006/relationships/hyperlink" Target="http://pages.physics.cornell.edu/~myers/teaching/ComputationalMethods/GettingStarted.html" TargetMode="External"/><Relationship Id="rId4" Type="http://schemas.openxmlformats.org/officeDocument/2006/relationships/hyperlink" Target="https://data-flair.training/blogs/python-lambda-expressions/" TargetMode="External"/><Relationship Id="rId9" Type="http://schemas.openxmlformats.org/officeDocument/2006/relationships/hyperlink" Target="https://docs.python-guide.org/intro/learning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tutorial/floatingpoint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realpython.com/python-string-formattin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cheatsheet.org/cheatsheet/string-formatting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</a:t>
            </a:r>
            <a:endParaRPr lang="nl-B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quickstart</a:t>
            </a:r>
            <a:r>
              <a:rPr lang="en-US" dirty="0"/>
              <a:t> into the key concepts of programming</a:t>
            </a:r>
          </a:p>
          <a:p>
            <a:r>
              <a:rPr lang="nl-BE" dirty="0"/>
              <a:t>Built-in </a:t>
            </a:r>
            <a:r>
              <a:rPr lang="nl-BE" dirty="0" err="1"/>
              <a:t>atomic</a:t>
            </a:r>
            <a:r>
              <a:rPr lang="nl-BE" dirty="0"/>
              <a:t>/</a:t>
            </a:r>
            <a:r>
              <a:rPr lang="nl-BE" dirty="0" err="1"/>
              <a:t>primitive</a:t>
            </a:r>
            <a:r>
              <a:rPr lang="nl-BE" dirty="0"/>
              <a:t> </a:t>
            </a:r>
            <a:r>
              <a:rPr lang="en-US" dirty="0"/>
              <a:t>data types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619848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26"/>
    </mc:Choice>
    <mc:Fallback xmlns="">
      <p:transition spd="slow" advTm="192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>
                <a:hlinkClick r:id="rId2"/>
              </a:rPr>
              <a:t>https://github.com/gjbex/training-material/tree/master/Python</a:t>
            </a:r>
            <a:endParaRPr lang="en-US" i="1" dirty="0"/>
          </a:p>
          <a:p>
            <a:r>
              <a:rPr lang="en-US" i="1" dirty="0"/>
              <a:t>Whirlwind Tour of Python </a:t>
            </a:r>
            <a:r>
              <a:rPr lang="en-US" dirty="0"/>
              <a:t>by Jake </a:t>
            </a:r>
            <a:r>
              <a:rPr lang="en-US" dirty="0" err="1"/>
              <a:t>VanderPlas</a:t>
            </a:r>
            <a:r>
              <a:rPr lang="en-US" dirty="0"/>
              <a:t> (O’Reilly). </a:t>
            </a:r>
            <a:br>
              <a:rPr lang="en-US" dirty="0"/>
            </a:br>
            <a:r>
              <a:rPr lang="en-US" dirty="0"/>
              <a:t>Copyright </a:t>
            </a:r>
            <a:r>
              <a:rPr lang="es-ES" dirty="0"/>
              <a:t>2016 </a:t>
            </a:r>
            <a:r>
              <a:rPr lang="es-ES" dirty="0" err="1"/>
              <a:t>O’Reilly</a:t>
            </a:r>
            <a:r>
              <a:rPr lang="es-ES" dirty="0"/>
              <a:t> Media, Inc., 978-1-491-96465-1.</a:t>
            </a:r>
            <a:br>
              <a:rPr lang="es-ES" dirty="0"/>
            </a:br>
            <a:r>
              <a:rPr lang="es-ES" dirty="0">
                <a:hlinkClick r:id="rId3"/>
              </a:rPr>
              <a:t>https://www.oreilly.com/programming/free/files/a-whirlwind-tour-of-python.pdf</a:t>
            </a:r>
            <a:r>
              <a:rPr lang="es-ES" dirty="0"/>
              <a:t> </a:t>
            </a:r>
          </a:p>
          <a:p>
            <a:r>
              <a:rPr lang="es-ES" dirty="0" err="1"/>
              <a:t>University</a:t>
            </a:r>
            <a:r>
              <a:rPr lang="es-ES" dirty="0"/>
              <a:t> of Virginia, </a:t>
            </a:r>
            <a:r>
              <a:rPr lang="es-ES" dirty="0" err="1"/>
              <a:t>Advanced</a:t>
            </a:r>
            <a:r>
              <a:rPr lang="es-ES" dirty="0"/>
              <a:t> </a:t>
            </a:r>
            <a:r>
              <a:rPr lang="es-ES" dirty="0" err="1"/>
              <a:t>Research</a:t>
            </a:r>
            <a:r>
              <a:rPr lang="es-ES" dirty="0"/>
              <a:t> Computing </a:t>
            </a:r>
            <a:r>
              <a:rPr lang="es-ES" dirty="0" err="1"/>
              <a:t>Services</a:t>
            </a:r>
            <a:r>
              <a:rPr lang="es-ES" dirty="0"/>
              <a:t>, Python </a:t>
            </a:r>
            <a:r>
              <a:rPr lang="es-ES" dirty="0" err="1"/>
              <a:t>Quickstart</a:t>
            </a:r>
            <a:br>
              <a:rPr lang="es-ES" dirty="0"/>
            </a:br>
            <a:r>
              <a:rPr lang="es-ES" dirty="0">
                <a:hlinkClick r:id="rId4"/>
              </a:rPr>
              <a:t>https://arcs.virginia.edu/python-quickstart</a:t>
            </a:r>
            <a:r>
              <a:rPr lang="es-ES" dirty="0"/>
              <a:t> </a:t>
            </a:r>
          </a:p>
          <a:p>
            <a:r>
              <a:rPr lang="es-ES" dirty="0">
                <a:hlinkClick r:id="rId5"/>
              </a:rPr>
              <a:t>http://www.cs.cornell.edu/courses/cs1110/2018sp/</a:t>
            </a:r>
            <a:r>
              <a:rPr lang="es-ES" dirty="0"/>
              <a:t> </a:t>
            </a:r>
          </a:p>
          <a:p>
            <a:r>
              <a:rPr lang="es-ES" dirty="0">
                <a:hlinkClick r:id="rId6"/>
              </a:rPr>
              <a:t>https://fabienmaussion.info/scientific_programming/html/00-Introduction.html</a:t>
            </a:r>
            <a:r>
              <a:rPr lang="es-ES" dirty="0"/>
              <a:t> 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58258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 also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nl-BE" dirty="0">
                <a:hlinkClick r:id="rId2"/>
              </a:rPr>
              <a:t>https://www.math.ubc.ca/~pwalls/math-python/</a:t>
            </a:r>
            <a:endParaRPr lang="nl-BE" dirty="0"/>
          </a:p>
          <a:p>
            <a:r>
              <a:rPr lang="nl-BE" dirty="0">
                <a:hlinkClick r:id="rId3"/>
              </a:rPr>
              <a:t>http://troll.cs.ua.edu/ACP-PY/index.html</a:t>
            </a:r>
            <a:endParaRPr lang="nl-BE" dirty="0"/>
          </a:p>
          <a:p>
            <a:r>
              <a:rPr lang="nl-BE" dirty="0">
                <a:hlinkClick r:id="rId4"/>
              </a:rPr>
              <a:t>https://data-flair.training/blogs/python-lambda-expressions/</a:t>
            </a:r>
            <a:r>
              <a:rPr lang="nl-BE" dirty="0"/>
              <a:t> </a:t>
            </a:r>
          </a:p>
          <a:p>
            <a:r>
              <a:rPr lang="nl-BE" dirty="0">
                <a:hlinkClick r:id="rId5"/>
              </a:rPr>
              <a:t>http://pages.physics.cornell.edu/~myers/teaching/ComputationalMethods/GettingStarted.html</a:t>
            </a:r>
            <a:endParaRPr lang="nl-BE" dirty="0"/>
          </a:p>
          <a:p>
            <a:r>
              <a:rPr lang="nl-BE" dirty="0">
                <a:hlinkClick r:id="rId6"/>
              </a:rPr>
              <a:t>https://anh.cs.luc.edu/python/hands-on/3.1/handsonHtml/index.html</a:t>
            </a:r>
            <a:r>
              <a:rPr lang="nl-BE" dirty="0"/>
              <a:t> </a:t>
            </a:r>
          </a:p>
          <a:p>
            <a:r>
              <a:rPr lang="nl-BE" dirty="0">
                <a:hlinkClick r:id="rId7"/>
              </a:rPr>
              <a:t>https://www2.cs.duke.edu/courses/spring18/compsci101/index.php</a:t>
            </a:r>
            <a:r>
              <a:rPr lang="nl-BE" dirty="0"/>
              <a:t> </a:t>
            </a:r>
          </a:p>
          <a:p>
            <a:r>
              <a:rPr lang="nl-BE" dirty="0">
                <a:hlinkClick r:id="rId8"/>
              </a:rPr>
              <a:t>https://github.com/parrt/msan501</a:t>
            </a:r>
            <a:r>
              <a:rPr lang="nl-BE" dirty="0"/>
              <a:t> </a:t>
            </a:r>
          </a:p>
          <a:p>
            <a:r>
              <a:rPr lang="nl-BE" dirty="0">
                <a:hlinkClick r:id="rId9"/>
              </a:rPr>
              <a:t>https://docs.python-guide.org/intro/learning/</a:t>
            </a:r>
            <a:r>
              <a:rPr lang="nl-BE" dirty="0"/>
              <a:t> 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849695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0342" r="10940"/>
          <a:stretch/>
        </p:blipFill>
        <p:spPr>
          <a:xfrm>
            <a:off x="2469663" y="2000250"/>
            <a:ext cx="7197969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 in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Variables (</a:t>
            </a:r>
            <a:r>
              <a:rPr lang="en-US" i="1" dirty="0"/>
              <a:t>integers, strings, dates, etc.)</a:t>
            </a:r>
          </a:p>
          <a:p>
            <a:r>
              <a:rPr lang="en-US" dirty="0"/>
              <a:t>Flow control (</a:t>
            </a:r>
            <a:r>
              <a:rPr lang="en-US" i="1" dirty="0"/>
              <a:t>if then, loop, etc.</a:t>
            </a:r>
            <a:r>
              <a:rPr lang="en-US" dirty="0"/>
              <a:t>)</a:t>
            </a:r>
          </a:p>
          <a:p>
            <a:r>
              <a:rPr lang="en-US" dirty="0"/>
              <a:t>Functions (</a:t>
            </a:r>
            <a:r>
              <a:rPr lang="en-US" i="1" dirty="0"/>
              <a:t>list of steps the code will follow</a:t>
            </a:r>
            <a:r>
              <a:rPr lang="en-US" dirty="0"/>
              <a:t>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68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806"/>
    </mc:Choice>
    <mc:Fallback xmlns="">
      <p:transition spd="slow" advTm="2880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Built-in </a:t>
            </a:r>
            <a:r>
              <a:rPr lang="nl-BE" dirty="0" err="1"/>
              <a:t>atomic</a:t>
            </a:r>
            <a:r>
              <a:rPr lang="nl-BE" dirty="0"/>
              <a:t>/</a:t>
            </a:r>
            <a:r>
              <a:rPr lang="nl-BE" dirty="0" err="1"/>
              <a:t>primitive</a:t>
            </a:r>
            <a:r>
              <a:rPr lang="nl-BE" dirty="0"/>
              <a:t> </a:t>
            </a:r>
            <a:r>
              <a:rPr lang="en-US" dirty="0"/>
              <a:t>data types</a:t>
            </a:r>
            <a:endParaRPr lang="nl-BE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basic_datatypes.ipynb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07764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66"/>
    </mc:Choice>
    <mc:Fallback xmlns="">
      <p:transition spd="slow" advTm="1776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BBE53-AFF5-24E4-DCCF-64307897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6CFE8-78C0-7696-4827-DD2961A47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are the most basic (and most frequently used) data types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7FB3EBB-685B-8158-C251-3898D943C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075782"/>
              </p:ext>
            </p:extLst>
          </p:nvPr>
        </p:nvGraphicFramePr>
        <p:xfrm>
          <a:off x="1995488" y="2499043"/>
          <a:ext cx="8127999" cy="3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018">
                  <a:extLst>
                    <a:ext uri="{9D8B030D-6E8A-4147-A177-3AD203B41FA5}">
                      <a16:colId xmlns:a16="http://schemas.microsoft.com/office/drawing/2014/main" val="2817711746"/>
                    </a:ext>
                  </a:extLst>
                </a:gridCol>
                <a:gridCol w="3014353">
                  <a:extLst>
                    <a:ext uri="{9D8B030D-6E8A-4147-A177-3AD203B41FA5}">
                      <a16:colId xmlns:a16="http://schemas.microsoft.com/office/drawing/2014/main" val="4043711193"/>
                    </a:ext>
                  </a:extLst>
                </a:gridCol>
                <a:gridCol w="3432628">
                  <a:extLst>
                    <a:ext uri="{9D8B030D-6E8A-4147-A177-3AD203B41FA5}">
                      <a16:colId xmlns:a16="http://schemas.microsoft.com/office/drawing/2014/main" val="10750759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6561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int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1800" b="0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x = 1</a:t>
                      </a:r>
                    </a:p>
                    <a:p>
                      <a:r>
                        <a:rPr lang="nl-BE" sz="1800" b="0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type(x)</a:t>
                      </a:r>
                    </a:p>
                    <a:p>
                      <a:r>
                        <a:rPr lang="nl-BE" sz="1800" b="0" i="0" u="none" strike="noStrike" kern="1200" baseline="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int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Integers (i.e., whole numbers)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703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1.0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Floating-point numbers (i.e., real numbers)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894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complex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1 + 2j 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 numbers (i.e., numbers with a real and imaginary part)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787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bool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True 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Boolean: True/False 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9540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str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'</a:t>
                      </a:r>
                      <a:r>
                        <a:rPr lang="en-US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abc</a:t>
                      </a:r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' 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String: characters or text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252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NoneType</a:t>
                      </a:r>
                      <a:endParaRPr lang="nl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= None</a:t>
                      </a:r>
                      <a:endParaRPr lang="nl-BE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Special object indicating nulls</a:t>
                      </a:r>
                      <a:endParaRPr lang="nl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7541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649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basic numerical type. </a:t>
            </a:r>
          </a:p>
          <a:p>
            <a:r>
              <a:rPr lang="en-US" dirty="0"/>
              <a:t>Any number without a decimal point is an integer.</a:t>
            </a:r>
          </a:p>
          <a:p>
            <a:r>
              <a:rPr lang="en-US" dirty="0"/>
              <a:t>Note: </a:t>
            </a:r>
            <a:r>
              <a:rPr lang="nl-BE" dirty="0"/>
              <a:t>Python integers are </a:t>
            </a:r>
            <a:r>
              <a:rPr lang="nl-BE" dirty="0" err="1"/>
              <a:t>variable-precision</a:t>
            </a:r>
            <a:r>
              <a:rPr lang="nl-BE" dirty="0"/>
              <a:t>, </a:t>
            </a:r>
            <a:r>
              <a:rPr lang="nl-BE" dirty="0" err="1"/>
              <a:t>not</a:t>
            </a:r>
            <a:r>
              <a:rPr lang="nl-BE" dirty="0"/>
              <a:t> </a:t>
            </a:r>
            <a:r>
              <a:rPr lang="nl-BE" dirty="0" err="1"/>
              <a:t>limited</a:t>
            </a:r>
            <a:r>
              <a:rPr lang="nl-BE" dirty="0"/>
              <a:t> as in C, </a:t>
            </a:r>
            <a:r>
              <a:rPr lang="nl-BE" dirty="0" err="1"/>
              <a:t>Matlab</a:t>
            </a:r>
            <a:r>
              <a:rPr lang="nl-BE" dirty="0"/>
              <a:t> </a:t>
            </a:r>
            <a:r>
              <a:rPr lang="nl-BE" dirty="0" err="1"/>
              <a:t>to</a:t>
            </a:r>
            <a:r>
              <a:rPr lang="nl-BE" dirty="0"/>
              <a:t> 4 or 8 bytes.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2**200 # is possible</a:t>
            </a:r>
          </a:p>
          <a:p>
            <a:pPr marL="0" indent="0">
              <a:buNone/>
            </a:pPr>
            <a:endParaRPr lang="nl-BE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49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7910"/>
    </mc:Choice>
    <mc:Fallback xmlns="">
      <p:transition spd="slow" advTm="8791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Float point number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3515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floating-point type can store fractional numbers. </a:t>
            </a:r>
          </a:p>
          <a:p>
            <a:r>
              <a:rPr lang="en-US" dirty="0"/>
              <a:t>standard decimal notation, or in exponential notation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x = 0.000005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y = 5e-6</a:t>
            </a:r>
          </a:p>
          <a:p>
            <a:r>
              <a:rPr lang="en-US" dirty="0"/>
              <a:t>Note: limited precision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0.1 + 0.2 == 0.3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r>
              <a:rPr lang="en-US" i="1" dirty="0"/>
              <a:t>Tip: never </a:t>
            </a:r>
            <a:r>
              <a:rPr lang="en-US" dirty="0"/>
              <a:t>rely on exact equality tests with floating-point </a:t>
            </a:r>
            <a:r>
              <a:rPr lang="nl-BE" dirty="0" err="1"/>
              <a:t>values</a:t>
            </a:r>
            <a:r>
              <a:rPr lang="nl-BE" dirty="0"/>
              <a:t>.</a:t>
            </a:r>
          </a:p>
          <a:p>
            <a:r>
              <a:rPr lang="nl-BE" dirty="0">
                <a:cs typeface="Courier New" panose="02070309020205020404" pitchFamily="49" charset="0"/>
              </a:rPr>
              <a:t>Check: </a:t>
            </a:r>
            <a:r>
              <a:rPr lang="nl-BE" dirty="0">
                <a:cs typeface="Courier New" panose="02070309020205020404" pitchFamily="49" charset="0"/>
                <a:hlinkClick r:id="rId2"/>
              </a:rPr>
              <a:t>https://docs.python.org/3/tutorial/floatingpoint.html</a:t>
            </a:r>
            <a:r>
              <a:rPr lang="nl-BE" dirty="0">
                <a:cs typeface="Courier New" panose="02070309020205020404" pitchFamily="49" charset="0"/>
              </a:rPr>
              <a:t> </a:t>
            </a:r>
            <a:endParaRPr lang="en-US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188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448"/>
    </mc:Choice>
    <mc:Fallback xmlns="">
      <p:transition spd="slow" advTm="104448"/>
    </mc:Fallback>
  </mc:AlternateContent>
  <p:extLst>
    <p:ext uri="{3A86A75C-4F4B-4683-9AE1-C65F6400EC91}">
      <p14:laserTraceLst xmlns:p14="http://schemas.microsoft.com/office/powerpoint/2010/main">
        <p14:tracePtLst>
          <p14:tracePt t="23395" x="2070100" y="2844800"/>
          <p14:tracePt t="23397" x="2063750" y="2844800"/>
          <p14:tracePt t="23401" x="2051050" y="2838450"/>
          <p14:tracePt t="23425" x="2044700" y="2838450"/>
          <p14:tracePt t="23441" x="2038350" y="2832100"/>
          <p14:tracePt t="23457" x="2025650" y="2832100"/>
          <p14:tracePt t="23474" x="2012950" y="2832100"/>
          <p14:tracePt t="23491" x="1993900" y="2832100"/>
          <p14:tracePt t="23496" x="1981200" y="2832100"/>
          <p14:tracePt t="23507" x="1974850" y="2832100"/>
          <p14:tracePt t="23524" x="1930400" y="2832100"/>
          <p14:tracePt t="23527" x="1917700" y="2832100"/>
          <p14:tracePt t="23540" x="1892300" y="2832100"/>
          <p14:tracePt t="23557" x="1847850" y="2832100"/>
          <p14:tracePt t="23560" x="1835150" y="2832100"/>
          <p14:tracePt t="23574" x="1809750" y="2838450"/>
          <p14:tracePt t="23591" x="1778000" y="2838450"/>
          <p14:tracePt t="23607" x="1771650" y="2838450"/>
          <p14:tracePt t="23624" x="1746250" y="2844800"/>
          <p14:tracePt t="23626" x="1739900" y="2844800"/>
          <p14:tracePt t="23641" x="1720850" y="2851150"/>
          <p14:tracePt t="23657" x="1695450" y="2851150"/>
          <p14:tracePt t="23674" x="1670050" y="2863850"/>
          <p14:tracePt t="23691" x="1638300" y="2876550"/>
          <p14:tracePt t="23707" x="1612900" y="2889250"/>
          <p14:tracePt t="23724" x="1600200" y="2901950"/>
          <p14:tracePt t="23741" x="1587500" y="2914650"/>
          <p14:tracePt t="23757" x="1581150" y="2921000"/>
          <p14:tracePt t="23762" x="1574800" y="2927350"/>
          <p14:tracePt t="23774" x="1574800" y="2933700"/>
          <p14:tracePt t="23790" x="1562100" y="2959100"/>
          <p14:tracePt t="23794" x="1555750" y="2965450"/>
          <p14:tracePt t="23807" x="1555750" y="2971800"/>
          <p14:tracePt t="23824" x="1549400" y="2997200"/>
          <p14:tracePt t="23828" x="1543050" y="3022600"/>
          <p14:tracePt t="23841" x="1543050" y="3041650"/>
          <p14:tracePt t="23858" x="1543050" y="3054350"/>
          <p14:tracePt t="23874" x="1543050" y="3060700"/>
          <p14:tracePt t="23891" x="1543050" y="3067050"/>
          <p14:tracePt t="23907" x="1543050" y="3079750"/>
          <p14:tracePt t="23924" x="1543050" y="3086100"/>
          <p14:tracePt t="23940" x="1549400" y="3092450"/>
          <p14:tracePt t="23957" x="1555750" y="3098800"/>
          <p14:tracePt t="23974" x="1562100" y="3111500"/>
          <p14:tracePt t="23991" x="1574800" y="3124200"/>
          <p14:tracePt t="24007" x="1581150" y="3136900"/>
          <p14:tracePt t="24024" x="1593850" y="3149600"/>
          <p14:tracePt t="24028" x="1600200" y="3149600"/>
          <p14:tracePt t="24041" x="1606550" y="3155950"/>
          <p14:tracePt t="24057" x="1619250" y="3168650"/>
          <p14:tracePt t="24061" x="1619250" y="3181350"/>
          <p14:tracePt t="24074" x="1631950" y="3187700"/>
          <p14:tracePt t="24091" x="1657350" y="3213100"/>
          <p14:tracePt t="24107" x="1676400" y="3238500"/>
          <p14:tracePt t="24124" x="1701800" y="3257550"/>
          <p14:tracePt t="24141" x="1720850" y="3276600"/>
          <p14:tracePt t="24157" x="1733550" y="3295650"/>
          <p14:tracePt t="24174" x="1746250" y="3308350"/>
          <p14:tracePt t="24191" x="1758950" y="3308350"/>
          <p14:tracePt t="24208" x="1771650" y="3314700"/>
          <p14:tracePt t="24224" x="1778000" y="3327400"/>
          <p14:tracePt t="24241" x="1797050" y="3327400"/>
          <p14:tracePt t="24257" x="1809750" y="3333750"/>
          <p14:tracePt t="24263" x="1822450" y="3333750"/>
          <p14:tracePt t="24279" x="1828800" y="3340100"/>
          <p14:tracePt t="24291" x="1841500" y="3340100"/>
          <p14:tracePt t="24307" x="1860550" y="3340100"/>
          <p14:tracePt t="24311" x="1866900" y="3340100"/>
          <p14:tracePt t="24324" x="1879600" y="3340100"/>
          <p14:tracePt t="24341" x="1892300" y="3340100"/>
          <p14:tracePt t="24357" x="1917700" y="3346450"/>
          <p14:tracePt t="24374" x="1936750" y="3346450"/>
          <p14:tracePt t="24391" x="1943100" y="3346450"/>
          <p14:tracePt t="24407" x="1968500" y="3352800"/>
          <p14:tracePt t="24424" x="1987550" y="3352800"/>
          <p14:tracePt t="24441" x="2000250" y="3352800"/>
          <p14:tracePt t="24457" x="2019300" y="3352800"/>
          <p14:tracePt t="24473" x="2025650" y="3352800"/>
          <p14:tracePt t="24490" x="2057400" y="3352800"/>
          <p14:tracePt t="24507" x="2089150" y="3352800"/>
          <p14:tracePt t="24524" x="2108200" y="3352800"/>
          <p14:tracePt t="24529" x="2127250" y="3352800"/>
          <p14:tracePt t="24541" x="2146300" y="3352800"/>
          <p14:tracePt t="24557" x="2190750" y="3352800"/>
          <p14:tracePt t="24561" x="2216150" y="3352800"/>
          <p14:tracePt t="24574" x="2235200" y="3352800"/>
          <p14:tracePt t="24591" x="2298700" y="3352800"/>
          <p14:tracePt t="24608" x="2336800" y="3352800"/>
          <p14:tracePt t="24624" x="2355850" y="3352800"/>
          <p14:tracePt t="24641" x="2393950" y="3352800"/>
          <p14:tracePt t="24657" x="2438400" y="3352800"/>
          <p14:tracePt t="24674" x="2489200" y="3352800"/>
          <p14:tracePt t="24691" x="2546350" y="3352800"/>
          <p14:tracePt t="24707" x="2609850" y="3352800"/>
          <p14:tracePt t="24724" x="2667000" y="3352800"/>
          <p14:tracePt t="24732" x="2705100" y="3352800"/>
          <p14:tracePt t="24741" x="2736850" y="3352800"/>
          <p14:tracePt t="24757" x="2800350" y="3352800"/>
          <p14:tracePt t="24762" x="2863850" y="3352800"/>
          <p14:tracePt t="24774" x="2895600" y="3352800"/>
          <p14:tracePt t="24791" x="2946400" y="3352800"/>
          <p14:tracePt t="24794" x="2971800" y="3352800"/>
          <p14:tracePt t="24807" x="3003550" y="3352800"/>
          <p14:tracePt t="24824" x="3067050" y="3352800"/>
          <p14:tracePt t="24827" x="3098800" y="3352800"/>
          <p14:tracePt t="24842" x="3162300" y="3352800"/>
          <p14:tracePt t="24858" x="3219450" y="3352800"/>
          <p14:tracePt t="24874" x="3276600" y="3352800"/>
          <p14:tracePt t="24891" x="3327400" y="3346450"/>
          <p14:tracePt t="24907" x="3371850" y="3346450"/>
          <p14:tracePt t="24924" x="3409950" y="3340100"/>
          <p14:tracePt t="24941" x="3441700" y="3333750"/>
          <p14:tracePt t="24957" x="3460750" y="3333750"/>
          <p14:tracePt t="24975" x="3479800" y="3333750"/>
          <p14:tracePt t="24991" x="3492500" y="3333750"/>
          <p14:tracePt t="25008" x="3505200" y="3327400"/>
          <p14:tracePt t="25024" x="3524250" y="3321050"/>
          <p14:tracePt t="25041" x="3530600" y="3321050"/>
          <p14:tracePt t="25043" x="3543300" y="3308350"/>
          <p14:tracePt t="25057" x="3556000" y="3308350"/>
          <p14:tracePt t="25074" x="3587750" y="3295650"/>
          <p14:tracePt t="25076" x="3600450" y="3289300"/>
          <p14:tracePt t="25091" x="3638550" y="3276600"/>
          <p14:tracePt t="25107" x="3663950" y="3263900"/>
          <p14:tracePt t="25124" x="3683000" y="3251200"/>
          <p14:tracePt t="25141" x="3702050" y="3244850"/>
          <p14:tracePt t="25157" x="3721100" y="3219450"/>
          <p14:tracePt t="25175" x="3740150" y="3206750"/>
          <p14:tracePt t="25180" x="3746500" y="3206750"/>
          <p14:tracePt t="25191" x="3752850" y="3194050"/>
          <p14:tracePt t="25207" x="3759200" y="3187700"/>
          <p14:tracePt t="25224" x="3765550" y="3175000"/>
          <p14:tracePt t="25241" x="3765550" y="3168650"/>
          <p14:tracePt t="25257" x="3771900" y="3162300"/>
          <p14:tracePt t="25274" x="3771900" y="3149600"/>
          <p14:tracePt t="25280" x="3771900" y="3143250"/>
          <p14:tracePt t="25287" x="3771900" y="3124200"/>
          <p14:tracePt t="25307" x="3771900" y="3105150"/>
          <p14:tracePt t="25312" x="3771900" y="3098800"/>
          <p14:tracePt t="25324" x="3765550" y="3086100"/>
          <p14:tracePt t="25342" x="3746500" y="3048000"/>
          <p14:tracePt t="25357" x="3727450" y="3016250"/>
          <p14:tracePt t="25374" x="3708400" y="2997200"/>
          <p14:tracePt t="25391" x="3670300" y="2959100"/>
          <p14:tracePt t="25407" x="3619500" y="2927350"/>
          <p14:tracePt t="25427" x="3587750" y="2908300"/>
          <p14:tracePt t="25441" x="3498850" y="2870200"/>
          <p14:tracePt t="25458" x="3390900" y="2832100"/>
          <p14:tracePt t="25475" x="3308350" y="2813050"/>
          <p14:tracePt t="25481" x="3263900" y="2813050"/>
          <p14:tracePt t="25490" x="3155950" y="2794000"/>
          <p14:tracePt t="25507" x="3073400" y="2787650"/>
          <p14:tracePt t="25524" x="2921000" y="2787650"/>
          <p14:tracePt t="25540" x="2825750" y="2787650"/>
          <p14:tracePt t="25543" x="2781300" y="2787650"/>
          <p14:tracePt t="25557" x="2736850" y="2787650"/>
          <p14:tracePt t="25574" x="2590800" y="2787650"/>
          <p14:tracePt t="25576" x="2552700" y="2787650"/>
          <p14:tracePt t="25591" x="2470150" y="2787650"/>
          <p14:tracePt t="25607" x="2387600" y="2794000"/>
          <p14:tracePt t="25624" x="2241550" y="2794000"/>
          <p14:tracePt t="25640" x="2146300" y="2800350"/>
          <p14:tracePt t="25657" x="2070100" y="2806700"/>
          <p14:tracePt t="25674" x="1974850" y="2813050"/>
          <p14:tracePt t="25690" x="1930400" y="2819400"/>
          <p14:tracePt t="25707" x="1905000" y="2825750"/>
          <p14:tracePt t="25724" x="1898650" y="2832100"/>
          <p14:tracePt t="25757" x="1885950" y="2838450"/>
          <p14:tracePt t="25774" x="1879600" y="2851150"/>
          <p14:tracePt t="25790" x="1860550" y="2863850"/>
          <p14:tracePt t="25807" x="1854200" y="2876550"/>
          <p14:tracePt t="25810" x="1854200" y="2882900"/>
          <p14:tracePt t="25824" x="1847850" y="2889250"/>
          <p14:tracePt t="25841" x="1841500" y="2895600"/>
          <p14:tracePt t="25873" x="1841500" y="2901950"/>
          <p14:tracePt t="25890" x="1841500" y="2908300"/>
          <p14:tracePt t="25901" x="1841500" y="2914650"/>
          <p14:tracePt t="25914" x="1841500" y="2921000"/>
          <p14:tracePt t="25937" x="1841500" y="2927350"/>
          <p14:tracePt t="26020" x="1841500" y="2933700"/>
          <p14:tracePt t="26028" x="1841500" y="2940050"/>
          <p14:tracePt t="26052" x="1841500" y="2946400"/>
          <p14:tracePt t="26059" x="1841500" y="2952750"/>
          <p14:tracePt t="26069" x="1841500" y="2965450"/>
          <p14:tracePt t="26083" x="1841500" y="2984500"/>
          <p14:tracePt t="26093" x="1841500" y="2990850"/>
          <p14:tracePt t="26107" x="1847850" y="3016250"/>
          <p14:tracePt t="26124" x="1847850" y="3048000"/>
          <p14:tracePt t="26141" x="1854200" y="3073400"/>
          <p14:tracePt t="26157" x="1860550" y="3086100"/>
          <p14:tracePt t="26174" x="1873250" y="3105150"/>
          <p14:tracePt t="26190" x="1879600" y="3124200"/>
          <p14:tracePt t="26207" x="1892300" y="3136900"/>
          <p14:tracePt t="26211" x="1905000" y="3143250"/>
          <p14:tracePt t="26224" x="1905000" y="3149600"/>
          <p14:tracePt t="26240" x="1917700" y="3155950"/>
          <p14:tracePt t="26257" x="1936750" y="3168650"/>
          <p14:tracePt t="26274" x="1943100" y="3168650"/>
          <p14:tracePt t="26280" x="1949450" y="3175000"/>
          <p14:tracePt t="26291" x="1962150" y="3187700"/>
          <p14:tracePt t="26307" x="1968500" y="3187700"/>
          <p14:tracePt t="26311" x="1981200" y="3194050"/>
          <p14:tracePt t="26324" x="1987550" y="3194050"/>
          <p14:tracePt t="26341" x="2032000" y="3219450"/>
          <p14:tracePt t="26357" x="2051050" y="3232150"/>
          <p14:tracePt t="26374" x="2076450" y="3238500"/>
          <p14:tracePt t="26391" x="2108200" y="3251200"/>
          <p14:tracePt t="26407" x="2127250" y="3257550"/>
          <p14:tracePt t="26424" x="2139950" y="3263900"/>
          <p14:tracePt t="26441" x="2146300" y="3263900"/>
          <p14:tracePt t="26447" x="2152650" y="3263900"/>
          <p14:tracePt t="26457" x="2152650" y="3270250"/>
          <p14:tracePt t="26474" x="2159000" y="3270250"/>
          <p14:tracePt t="26491" x="2165350" y="3276600"/>
          <p14:tracePt t="26507" x="2178050" y="3276600"/>
          <p14:tracePt t="26513" x="2184400" y="3276600"/>
          <p14:tracePt t="26517" x="2184400" y="3282950"/>
          <p14:tracePt t="26914" x="2190750" y="3282950"/>
          <p14:tracePt t="26923" x="2197100" y="3282950"/>
          <p14:tracePt t="26941" x="2209800" y="3282950"/>
          <p14:tracePt t="26957" x="2235200" y="3282950"/>
          <p14:tracePt t="26962" x="2247900" y="3282950"/>
          <p14:tracePt t="26975" x="2266950" y="3282950"/>
          <p14:tracePt t="26991" x="2298700" y="3276600"/>
          <p14:tracePt t="26994" x="2311400" y="3270250"/>
          <p14:tracePt t="27007" x="2324100" y="3263900"/>
          <p14:tracePt t="27024" x="2336800" y="3263900"/>
          <p14:tracePt t="27026" x="2343150" y="3263900"/>
          <p14:tracePt t="27148" x="2349500" y="3263900"/>
          <p14:tracePt t="27165" x="2362200" y="3263900"/>
          <p14:tracePt t="27172" x="2368550" y="3263900"/>
          <p14:tracePt t="27181" x="2381250" y="3263900"/>
          <p14:tracePt t="27191" x="2393950" y="3270250"/>
          <p14:tracePt t="27207" x="2413000" y="3270250"/>
          <p14:tracePt t="27224" x="2425700" y="3276600"/>
          <p14:tracePt t="27241" x="2438400" y="3276600"/>
          <p14:tracePt t="27257" x="2444750" y="3276600"/>
          <p14:tracePt t="27285" x="2451100" y="3276600"/>
          <p14:tracePt t="27375" x="2457450" y="3276600"/>
          <p14:tracePt t="27390" x="2463800" y="3276600"/>
          <p14:tracePt t="27407" x="2470150" y="3276600"/>
          <p14:tracePt t="27424" x="2476500" y="3276600"/>
          <p14:tracePt t="27441" x="2489200" y="3276600"/>
          <p14:tracePt t="27457" x="2501900" y="3276600"/>
          <p14:tracePt t="27474" x="2514600" y="3276600"/>
          <p14:tracePt t="27491" x="2520950" y="3276600"/>
          <p14:tracePt t="27558" x="2527300" y="3276600"/>
          <p14:tracePt t="27574" x="2533650" y="3276600"/>
          <p14:tracePt t="27588" x="2540000" y="3276600"/>
          <p14:tracePt t="27593" x="2552700" y="3276600"/>
          <p14:tracePt t="27608" x="2584450" y="3276600"/>
          <p14:tracePt t="27624" x="2622550" y="3282950"/>
          <p14:tracePt t="27641" x="2654300" y="3289300"/>
          <p14:tracePt t="27657" x="2679700" y="3295650"/>
          <p14:tracePt t="27666" x="2686050" y="3295650"/>
          <p14:tracePt t="27674" x="2698750" y="3295650"/>
          <p14:tracePt t="27690" x="2705100" y="3295650"/>
          <p14:tracePt t="27962" x="2711450" y="3295650"/>
          <p14:tracePt t="27971" x="2717800" y="3295650"/>
          <p14:tracePt t="27981" x="2724150" y="3295650"/>
          <p14:tracePt t="27991" x="2743200" y="3295650"/>
          <p14:tracePt t="28008" x="2774950" y="3302000"/>
          <p14:tracePt t="28013" x="2794000" y="3302000"/>
          <p14:tracePt t="28024" x="2813050" y="3308350"/>
          <p14:tracePt t="28042" x="2870200" y="3308350"/>
          <p14:tracePt t="28057" x="2889250" y="3314700"/>
          <p14:tracePt t="28074" x="2914650" y="3314700"/>
          <p14:tracePt t="28091" x="2927350" y="3314700"/>
          <p14:tracePt t="28107" x="2933700" y="3314700"/>
          <p14:tracePt t="28510" x="2940050" y="3314700"/>
          <p14:tracePt t="28519" x="2946400" y="3314700"/>
          <p14:tracePt t="28527" x="2952750" y="3314700"/>
          <p14:tracePt t="28541" x="2978150" y="3314700"/>
          <p14:tracePt t="28557" x="3003550" y="3314700"/>
          <p14:tracePt t="28574" x="3028950" y="3321050"/>
          <p14:tracePt t="28591" x="3060700" y="3321050"/>
          <p14:tracePt t="28607" x="3073400" y="3321050"/>
          <p14:tracePt t="28624" x="3086100" y="3321050"/>
          <p14:tracePt t="28641" x="3098800" y="3321050"/>
          <p14:tracePt t="28657" x="3105150" y="3321050"/>
          <p14:tracePt t="28674" x="3111500" y="3321050"/>
          <p14:tracePt t="28954" x="3117850" y="3321050"/>
          <p14:tracePt t="28970" x="3130550" y="3321050"/>
          <p14:tracePt t="28978" x="3149600" y="3321050"/>
          <p14:tracePt t="28991" x="3162300" y="3314700"/>
          <p14:tracePt t="29007" x="3206750" y="3314700"/>
          <p14:tracePt t="29010" x="3225800" y="3314700"/>
          <p14:tracePt t="29025" x="3244850" y="3314700"/>
          <p14:tracePt t="29042" x="3263900" y="3314700"/>
          <p14:tracePt t="29090" x="3263900" y="3308350"/>
          <p14:tracePt t="30929" x="3263900" y="3314700"/>
          <p14:tracePt t="30937" x="3257550" y="3314700"/>
          <p14:tracePt t="30944" x="3251200" y="3321050"/>
          <p14:tracePt t="30957" x="3238500" y="3321050"/>
          <p14:tracePt t="30974" x="3225800" y="3333750"/>
          <p14:tracePt t="30979" x="3213100" y="3340100"/>
          <p14:tracePt t="30986" x="3213100" y="3346450"/>
          <p14:tracePt t="30993" x="3206750" y="3346450"/>
          <p14:tracePt t="31007" x="3194050" y="3352800"/>
          <p14:tracePt t="31024" x="3187700" y="3359150"/>
          <p14:tracePt t="31041" x="3175000" y="3359150"/>
          <p14:tracePt t="31058" x="3155950" y="3365500"/>
          <p14:tracePt t="31075" x="3143250" y="3371850"/>
          <p14:tracePt t="31091" x="3124200" y="3378200"/>
          <p14:tracePt t="31107" x="3086100" y="3384550"/>
          <p14:tracePt t="31124" x="3054350" y="3390900"/>
          <p14:tracePt t="31140" x="3016250" y="3397250"/>
          <p14:tracePt t="31157" x="2971800" y="3397250"/>
          <p14:tracePt t="31174" x="2940050" y="3397250"/>
          <p14:tracePt t="31190" x="2895600" y="3397250"/>
          <p14:tracePt t="31193" x="2876550" y="3397250"/>
          <p14:tracePt t="31207" x="2870200" y="3397250"/>
          <p14:tracePt t="31224" x="2832100" y="3390900"/>
          <p14:tracePt t="31227" x="2825750" y="3390900"/>
          <p14:tracePt t="31242" x="2806700" y="3390900"/>
          <p14:tracePt t="31257" x="2794000" y="3390900"/>
          <p14:tracePt t="31274" x="2781300" y="3390900"/>
          <p14:tracePt t="31291" x="2762250" y="3390900"/>
          <p14:tracePt t="31307" x="2730500" y="3390900"/>
          <p14:tracePt t="31324" x="2698750" y="3384550"/>
          <p14:tracePt t="31341" x="2667000" y="3384550"/>
          <p14:tracePt t="31358" x="2628900" y="3378200"/>
          <p14:tracePt t="31374" x="2603500" y="3371850"/>
          <p14:tracePt t="31391" x="2565400" y="3371850"/>
          <p14:tracePt t="31408" x="2540000" y="3371850"/>
          <p14:tracePt t="31424" x="2527300" y="3365500"/>
          <p14:tracePt t="31428" x="2520950" y="3365500"/>
          <p14:tracePt t="31441" x="2508250" y="3359150"/>
          <p14:tracePt t="31457" x="2501900" y="3359150"/>
          <p14:tracePt t="31461" x="2489200" y="3359150"/>
          <p14:tracePt t="31474" x="2463800" y="3359150"/>
          <p14:tracePt t="31491" x="2432050" y="3352800"/>
          <p14:tracePt t="31509" x="2362200" y="3352800"/>
          <p14:tracePt t="31524" x="2317750" y="3346450"/>
          <p14:tracePt t="31542" x="2279650" y="3346450"/>
          <p14:tracePt t="31558" x="2228850" y="3340100"/>
          <p14:tracePt t="31576" x="2197100" y="3340100"/>
          <p14:tracePt t="31591" x="2165350" y="3340100"/>
          <p14:tracePt t="31609" x="2127250" y="3340100"/>
          <p14:tracePt t="31614" x="2114550" y="3340100"/>
          <p14:tracePt t="31624" x="2095500" y="3333750"/>
          <p14:tracePt t="31641" x="2070100" y="3333750"/>
          <p14:tracePt t="31658" x="2032000" y="3333750"/>
          <p14:tracePt t="31675" x="2019300" y="3333750"/>
          <p14:tracePt t="31677" x="2012950" y="3327400"/>
          <p14:tracePt t="31695" x="2006600" y="3327400"/>
          <p14:tracePt t="31711" x="2000250" y="3327400"/>
          <p14:tracePt t="31724" x="1993900" y="3327400"/>
          <p14:tracePt t="31741" x="1968500" y="3327400"/>
          <p14:tracePt t="31757" x="1943100" y="3327400"/>
          <p14:tracePt t="31774" x="1917700" y="3333750"/>
          <p14:tracePt t="31791" x="1885950" y="3333750"/>
          <p14:tracePt t="31807" x="1860550" y="3340100"/>
          <p14:tracePt t="31824" x="1841500" y="3346450"/>
          <p14:tracePt t="31842" x="1835150" y="3346450"/>
          <p14:tracePt t="31857" x="1822450" y="3346450"/>
          <p14:tracePt t="31874" x="1816100" y="3352800"/>
          <p14:tracePt t="31895" x="1809750" y="3359150"/>
          <p14:tracePt t="31897" x="1803400" y="3359150"/>
          <p14:tracePt t="31907" x="1803400" y="3365500"/>
          <p14:tracePt t="31924" x="1797050" y="3365500"/>
          <p14:tracePt t="31941" x="1790700" y="3371850"/>
          <p14:tracePt t="31958" x="1784350" y="3378200"/>
          <p14:tracePt t="31974" x="1771650" y="3390900"/>
          <p14:tracePt t="31978" x="1771650" y="3397250"/>
          <p14:tracePt t="31993" x="1758950" y="3403600"/>
          <p14:tracePt t="32008" x="1752600" y="3416300"/>
          <p14:tracePt t="32024" x="1752600" y="3429000"/>
          <p14:tracePt t="32057" x="1746250" y="3435350"/>
          <p14:tracePt t="32091" x="1746250" y="3454400"/>
          <p14:tracePt t="32107" x="1739900" y="3460750"/>
          <p14:tracePt t="32124" x="1739900" y="3492500"/>
          <p14:tracePt t="32141" x="1739900" y="3511550"/>
          <p14:tracePt t="32158" x="1739900" y="3530600"/>
          <p14:tracePt t="32174" x="1733550" y="3549650"/>
          <p14:tracePt t="32178" x="1733550" y="3556000"/>
          <p14:tracePt t="32191" x="1733550" y="3562350"/>
          <p14:tracePt t="32208" x="1733550" y="3568700"/>
          <p14:tracePt t="32211" x="1733550" y="3575050"/>
          <p14:tracePt t="32226" x="1733550" y="3581400"/>
          <p14:tracePt t="32243" x="1733550" y="3587750"/>
          <p14:tracePt t="32258" x="1739900" y="3606800"/>
          <p14:tracePt t="32274" x="1746250" y="3619500"/>
          <p14:tracePt t="32282" x="1752600" y="3632200"/>
          <p14:tracePt t="32291" x="1758950" y="3644900"/>
          <p14:tracePt t="32308" x="1771650" y="3663950"/>
          <p14:tracePt t="32324" x="1790700" y="3676650"/>
          <p14:tracePt t="32341" x="1803400" y="3695700"/>
          <p14:tracePt t="32346" x="1816100" y="3708400"/>
          <p14:tracePt t="32358" x="1816100" y="3714750"/>
          <p14:tracePt t="32374" x="1835150" y="3727450"/>
          <p14:tracePt t="32391" x="1860550" y="3746500"/>
          <p14:tracePt t="32408" x="1885950" y="3759200"/>
          <p14:tracePt t="32412" x="1898650" y="3765550"/>
          <p14:tracePt t="32424" x="1911350" y="3771900"/>
          <p14:tracePt t="32441" x="1930400" y="3778250"/>
          <p14:tracePt t="32446" x="1949450" y="3784600"/>
          <p14:tracePt t="32457" x="1955800" y="3790950"/>
          <p14:tracePt t="32474" x="1981200" y="3790950"/>
          <p14:tracePt t="32477" x="1987550" y="3790950"/>
          <p14:tracePt t="32492" x="2000250" y="3797300"/>
          <p14:tracePt t="32508" x="2038350" y="3803650"/>
          <p14:tracePt t="32524" x="2063750" y="3810000"/>
          <p14:tracePt t="32541" x="2101850" y="3810000"/>
          <p14:tracePt t="32558" x="2159000" y="3816350"/>
          <p14:tracePt t="32574" x="2216150" y="3816350"/>
          <p14:tracePt t="32591" x="2298700" y="3816350"/>
          <p14:tracePt t="32607" x="2387600" y="3816350"/>
          <p14:tracePt t="32612" x="2406650" y="3816350"/>
          <p14:tracePt t="32624" x="2457450" y="3816350"/>
          <p14:tracePt t="32641" x="2514600" y="3816350"/>
          <p14:tracePt t="32658" x="2590800" y="3816350"/>
          <p14:tracePt t="32674" x="2622550" y="3816350"/>
          <p14:tracePt t="32678" x="2635250" y="3816350"/>
          <p14:tracePt t="32691" x="2654300" y="3816350"/>
          <p14:tracePt t="32707" x="2686050" y="3816350"/>
          <p14:tracePt t="32712" x="2692400" y="3816350"/>
          <p14:tracePt t="32724" x="2717800" y="3816350"/>
          <p14:tracePt t="32742" x="2762250" y="3816350"/>
          <p14:tracePt t="32758" x="2806700" y="3816350"/>
          <p14:tracePt t="32774" x="2851150" y="3810000"/>
          <p14:tracePt t="32791" x="2863850" y="3803650"/>
          <p14:tracePt t="32808" x="2882900" y="3797300"/>
          <p14:tracePt t="32824" x="2895600" y="3790950"/>
          <p14:tracePt t="32841" x="2895600" y="3784600"/>
          <p14:tracePt t="32858" x="2901950" y="3778250"/>
          <p14:tracePt t="32874" x="2901950" y="3765550"/>
          <p14:tracePt t="32878" x="2908300" y="3765550"/>
          <p14:tracePt t="32894" x="2908300" y="3759200"/>
          <p14:tracePt t="32907" x="2908300" y="3752850"/>
          <p14:tracePt t="32924" x="2908300" y="3740150"/>
          <p14:tracePt t="32941" x="2908300" y="3727450"/>
          <p14:tracePt t="32944" x="2908300" y="3721100"/>
          <p14:tracePt t="32957" x="2908300" y="3714750"/>
          <p14:tracePt t="32974" x="2908300" y="3702050"/>
          <p14:tracePt t="32977" x="2908300" y="3695700"/>
          <p14:tracePt t="32992" x="2908300" y="3683000"/>
          <p14:tracePt t="33008" x="2901950" y="3663950"/>
          <p14:tracePt t="33024" x="2901950" y="3651250"/>
          <p14:tracePt t="33041" x="2895600" y="3625850"/>
          <p14:tracePt t="33058" x="2895600" y="3606800"/>
          <p14:tracePt t="33075" x="2882900" y="3587750"/>
          <p14:tracePt t="33091" x="2882900" y="3575050"/>
          <p14:tracePt t="33108" x="2863850" y="3556000"/>
          <p14:tracePt t="33112" x="2857500" y="3536950"/>
          <p14:tracePt t="33126" x="2844800" y="3536950"/>
          <p14:tracePt t="33129" x="2832100" y="3517900"/>
          <p14:tracePt t="33141" x="2819400" y="3511550"/>
          <p14:tracePt t="33159" x="2787650" y="3492500"/>
          <p14:tracePt t="33163" x="2774950" y="3486150"/>
          <p14:tracePt t="33174" x="2768600" y="3479800"/>
          <p14:tracePt t="33192" x="2717800" y="3454400"/>
          <p14:tracePt t="33197" x="2705100" y="3448050"/>
          <p14:tracePt t="33208" x="2692400" y="3441700"/>
          <p14:tracePt t="33227" x="2628900" y="3429000"/>
          <p14:tracePt t="33242" x="2584450" y="3422650"/>
          <p14:tracePt t="33259" x="2565400" y="3416300"/>
          <p14:tracePt t="33274" x="2508250" y="3409950"/>
          <p14:tracePt t="33292" x="2482850" y="3409950"/>
          <p14:tracePt t="33308" x="2451100" y="3403600"/>
          <p14:tracePt t="33325" x="2400300" y="3397250"/>
          <p14:tracePt t="33341" x="2374900" y="3397250"/>
          <p14:tracePt t="33358" x="2343150" y="3390900"/>
          <p14:tracePt t="33361" x="2324100" y="3390900"/>
          <p14:tracePt t="33374" x="2298700" y="3384550"/>
          <p14:tracePt t="33391" x="2235200" y="3378200"/>
          <p14:tracePt t="33394" x="2216150" y="3378200"/>
          <p14:tracePt t="33407" x="2197100" y="3378200"/>
          <p14:tracePt t="33424" x="2152650" y="3378200"/>
          <p14:tracePt t="33428" x="2133600" y="3378200"/>
          <p14:tracePt t="33441" x="2114550" y="3378200"/>
          <p14:tracePt t="33457" x="2076450" y="3378200"/>
          <p14:tracePt t="33460" x="2057400" y="3378200"/>
          <p14:tracePt t="33474" x="2044700" y="3378200"/>
          <p14:tracePt t="33491" x="2012950" y="3378200"/>
          <p14:tracePt t="33508" x="1993900" y="3384550"/>
          <p14:tracePt t="33524" x="1981200" y="3390900"/>
          <p14:tracePt t="33541" x="1968500" y="3397250"/>
          <p14:tracePt t="33557" x="1949450" y="3403600"/>
          <p14:tracePt t="33564" x="1943100" y="3403600"/>
          <p14:tracePt t="33574" x="1930400" y="3416300"/>
          <p14:tracePt t="33591" x="1911350" y="3422650"/>
          <p14:tracePt t="33608" x="1885950" y="3441700"/>
          <p14:tracePt t="33624" x="1873250" y="3448050"/>
          <p14:tracePt t="33627" x="1866900" y="3448050"/>
          <p14:tracePt t="33641" x="1860550" y="3454400"/>
          <p14:tracePt t="33658" x="1847850" y="3467100"/>
          <p14:tracePt t="33661" x="1847850" y="3473450"/>
          <p14:tracePt t="33677" x="1841500" y="3479800"/>
          <p14:tracePt t="33695" x="1841500" y="3486150"/>
          <p14:tracePt t="33707" x="1841500" y="3492500"/>
          <p14:tracePt t="33724" x="1835150" y="3505200"/>
          <p14:tracePt t="33728" x="1835150" y="3511550"/>
          <p14:tracePt t="33742" x="1828800" y="3530600"/>
          <p14:tracePt t="33757" x="1828800" y="3543300"/>
          <p14:tracePt t="33774" x="1828800" y="3575050"/>
          <p14:tracePt t="33791" x="1835150" y="3594100"/>
          <p14:tracePt t="33807" x="1847850" y="3632200"/>
          <p14:tracePt t="33824" x="1860550" y="3657600"/>
          <p14:tracePt t="33841" x="1879600" y="3670300"/>
          <p14:tracePt t="33858" x="1885950" y="3683000"/>
          <p14:tracePt t="33861" x="1905000" y="3695700"/>
          <p14:tracePt t="33874" x="1911350" y="3708400"/>
          <p14:tracePt t="33891" x="1936750" y="3714750"/>
          <p14:tracePt t="33895" x="1955800" y="3721100"/>
          <p14:tracePt t="33907" x="2006600" y="3740150"/>
          <p14:tracePt t="33924" x="2095500" y="3752850"/>
          <p14:tracePt t="33927" x="2152650" y="3759200"/>
          <p14:tracePt t="33941" x="2273300" y="3765550"/>
          <p14:tracePt t="33957" x="2343150" y="3765550"/>
          <p14:tracePt t="33962" x="2406650" y="3771900"/>
          <p14:tracePt t="33974" x="2470150" y="3771900"/>
          <p14:tracePt t="33992" x="2597150" y="3778250"/>
          <p14:tracePt t="34007" x="2667000" y="3784600"/>
          <p14:tracePt t="34024" x="2743200" y="3790950"/>
          <p14:tracePt t="34041" x="2781300" y="3790950"/>
          <p14:tracePt t="34058" x="2819400" y="3790950"/>
          <p14:tracePt t="34074" x="2870200" y="3790950"/>
          <p14:tracePt t="34091" x="2914650" y="3790950"/>
          <p14:tracePt t="34108" x="2946400" y="3790950"/>
          <p14:tracePt t="34124" x="2978150" y="3790950"/>
          <p14:tracePt t="34141" x="2990850" y="3790950"/>
          <p14:tracePt t="34158" x="2997200" y="3790950"/>
          <p14:tracePt t="34161" x="3009900" y="3797300"/>
          <p14:tracePt t="34187" x="3016250" y="3797300"/>
          <p14:tracePt t="34217" x="3022600" y="3797300"/>
          <p14:tracePt t="35275" x="3022600" y="3790950"/>
          <p14:tracePt t="35557" x="3028950" y="3790950"/>
          <p14:tracePt t="35588" x="3028950" y="3784600"/>
          <p14:tracePt t="35604" x="3035300" y="3784600"/>
          <p14:tracePt t="35613" x="3035300" y="3778250"/>
          <p14:tracePt t="35630" x="3035300" y="3771900"/>
          <p14:tracePt t="35645" x="3035300" y="3765550"/>
          <p14:tracePt t="35647" x="0" y="0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Complex </a:t>
            </a:r>
            <a:r>
              <a:rPr lang="nl-BE" dirty="0" err="1"/>
              <a:t>Numbers</a:t>
            </a:r>
            <a:r>
              <a:rPr lang="nl-BE" dirty="0"/>
              <a:t>: </a:t>
            </a:r>
            <a:r>
              <a:rPr lang="nl-BE" b="1" dirty="0"/>
              <a:t>j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cs typeface="Courier New" panose="02070309020205020404" pitchFamily="49" charset="0"/>
              </a:rPr>
              <a:t>• A complex number consists of 2 doubles: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complex(1, 2)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c1 = 3 + 5.3j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c1.imag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5.3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c1.real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3.0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c2 = 3.3 + a*1j</a:t>
            </a:r>
          </a:p>
          <a:p>
            <a:r>
              <a:rPr lang="en-US" dirty="0">
                <a:cs typeface="Courier New" panose="02070309020205020404" pitchFamily="49" charset="0"/>
              </a:rPr>
              <a:t>It accepts either J or j but the numerical value of the imaginary part must immediately precede it. </a:t>
            </a:r>
            <a:r>
              <a:rPr lang="en-US" dirty="0"/>
              <a:t>If the imaginary part is a variable as in these examples, the 1 must be present.</a:t>
            </a:r>
          </a:p>
          <a:p>
            <a:pPr marL="0" indent="0">
              <a:buNone/>
            </a:pP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275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082"/>
    </mc:Choice>
    <mc:Fallback xmlns="">
      <p:transition spd="slow" advTm="96082"/>
    </mc:Fallback>
  </mc:AlternateContent>
  <p:extLst>
    <p:ext uri="{3A86A75C-4F4B-4683-9AE1-C65F6400EC91}">
      <p14:laserTraceLst xmlns:p14="http://schemas.microsoft.com/office/powerpoint/2010/main">
        <p14:tracePtLst>
          <p14:tracePt t="16366" x="2006600" y="2921000"/>
          <p14:tracePt t="16880" x="2012950" y="2921000"/>
          <p14:tracePt t="16960" x="2019300" y="2921000"/>
          <p14:tracePt t="16976" x="2019300" y="2927350"/>
          <p14:tracePt t="16986" x="2025650" y="2927350"/>
          <p14:tracePt t="16994" x="2025650" y="2933700"/>
          <p14:tracePt t="17011" x="2038350" y="2940050"/>
          <p14:tracePt t="17030" x="2044700" y="2952750"/>
          <p14:tracePt t="17034" x="2044700" y="2959100"/>
          <p14:tracePt t="17044" x="2051050" y="2959100"/>
          <p14:tracePt t="17061" x="2057400" y="2959100"/>
          <p14:tracePt t="17078" x="2057400" y="2965450"/>
          <p14:tracePt t="17588" x="2063750" y="2965450"/>
          <p14:tracePt t="17611" x="2070100" y="2965450"/>
          <p14:tracePt t="17628" x="2076450" y="2965450"/>
          <p14:tracePt t="17644" x="2082800" y="2965450"/>
          <p14:tracePt t="17661" x="2095500" y="2971800"/>
          <p14:tracePt t="17678" x="2114550" y="2971800"/>
          <p14:tracePt t="17694" x="2146300" y="2971800"/>
          <p14:tracePt t="17711" x="2197100" y="2984500"/>
          <p14:tracePt t="17728" x="2235200" y="2990850"/>
          <p14:tracePt t="17744" x="2266950" y="2997200"/>
          <p14:tracePt t="17761" x="2311400" y="3003550"/>
          <p14:tracePt t="17766" x="2324100" y="3009900"/>
          <p14:tracePt t="17778" x="2336800" y="3009900"/>
          <p14:tracePt t="17794" x="2374900" y="3022600"/>
          <p14:tracePt t="17797" x="2393950" y="3028950"/>
          <p14:tracePt t="17811" x="2406650" y="3028950"/>
          <p14:tracePt t="17828" x="2419350" y="3035300"/>
          <p14:tracePt t="17831" x="2425700" y="3035300"/>
          <p14:tracePt t="17855" x="2432050" y="3035300"/>
          <p14:tracePt t="17888" x="2438400" y="3035300"/>
          <p14:tracePt t="17911" x="2444750" y="3035300"/>
          <p14:tracePt t="17929" x="2451100" y="3035300"/>
          <p14:tracePt t="17937" x="2457450" y="3041650"/>
          <p14:tracePt t="17945" x="2470150" y="3041650"/>
          <p14:tracePt t="17961" x="2501900" y="3041650"/>
          <p14:tracePt t="17978" x="2540000" y="3041650"/>
          <p14:tracePt t="17995" x="2590800" y="3041650"/>
          <p14:tracePt t="17999" x="2609850" y="3041650"/>
          <p14:tracePt t="18011" x="2641600" y="3041650"/>
          <p14:tracePt t="18028" x="2698750" y="3041650"/>
          <p14:tracePt t="18033" x="2705100" y="3041650"/>
          <p14:tracePt t="18044" x="2717800" y="3041650"/>
          <p14:tracePt t="18061" x="2749550" y="3041650"/>
          <p14:tracePt t="18063" x="2755900" y="3041650"/>
          <p14:tracePt t="18078" x="2768600" y="3041650"/>
          <p14:tracePt t="18095" x="2781300" y="3041650"/>
          <p14:tracePt t="18111" x="2787650" y="3041650"/>
          <p14:tracePt t="18144" x="2794000" y="3041650"/>
          <p14:tracePt t="18178" x="2806700" y="3041650"/>
          <p14:tracePt t="18194" x="2813050" y="3041650"/>
          <p14:tracePt t="18211" x="2832100" y="3041650"/>
          <p14:tracePt t="18228" x="2844800" y="3041650"/>
          <p14:tracePt t="18244" x="2851150" y="3041650"/>
          <p14:tracePt t="18261" x="2882900" y="3035300"/>
          <p14:tracePt t="18268" x="2889250" y="3035300"/>
          <p14:tracePt t="18278" x="2895600" y="3035300"/>
          <p14:tracePt t="18295" x="2914650" y="3035300"/>
          <p14:tracePt t="18311" x="2927350" y="3035300"/>
          <p14:tracePt t="18328" x="2940050" y="3035300"/>
          <p14:tracePt t="18331" x="2959100" y="3035300"/>
          <p14:tracePt t="18344" x="2971800" y="3035300"/>
          <p14:tracePt t="18361" x="3016250" y="3035300"/>
          <p14:tracePt t="18378" x="3048000" y="3035300"/>
          <p14:tracePt t="18394" x="3092450" y="3035300"/>
          <p14:tracePt t="18411" x="3143250" y="3035300"/>
          <p14:tracePt t="18428" x="3206750" y="3035300"/>
          <p14:tracePt t="18444" x="3251200" y="3035300"/>
          <p14:tracePt t="18461" x="3289300" y="3028950"/>
          <p14:tracePt t="18470" x="3302000" y="3028950"/>
          <p14:tracePt t="18477" x="3321050" y="3022600"/>
          <p14:tracePt t="18495" x="3340100" y="3022600"/>
          <p14:tracePt t="18511" x="3346450" y="3016250"/>
          <p14:tracePt t="18528" x="3352800" y="3016250"/>
          <p14:tracePt t="18532" x="3352800" y="3009900"/>
          <p14:tracePt t="18546" x="3359150" y="3009900"/>
          <p14:tracePt t="18565" x="3365500" y="3003550"/>
          <p14:tracePt t="18581" x="3371850" y="2997200"/>
          <p14:tracePt t="18596" x="3390900" y="2978150"/>
          <p14:tracePt t="18612" x="3397250" y="2965450"/>
          <p14:tracePt t="18628" x="3416300" y="2933700"/>
          <p14:tracePt t="18645" x="3429000" y="2895600"/>
          <p14:tracePt t="18661" x="3435350" y="2876550"/>
          <p14:tracePt t="18678" x="3441700" y="2844800"/>
          <p14:tracePt t="18694" x="3448050" y="2825750"/>
          <p14:tracePt t="18712" x="3448050" y="2794000"/>
          <p14:tracePt t="18716" x="3448050" y="2781300"/>
          <p14:tracePt t="18728" x="3441700" y="2768600"/>
          <p14:tracePt t="18745" x="3409950" y="2724150"/>
          <p14:tracePt t="18761" x="3384550" y="2692400"/>
          <p14:tracePt t="18778" x="3346450" y="2660650"/>
          <p14:tracePt t="18782" x="3302000" y="2616200"/>
          <p14:tracePt t="18794" x="3282950" y="2603500"/>
          <p14:tracePt t="18811" x="3244850" y="2578100"/>
          <p14:tracePt t="18815" x="3232150" y="2565400"/>
          <p14:tracePt t="18827" x="3213100" y="2552700"/>
          <p14:tracePt t="18845" x="3155950" y="2508250"/>
          <p14:tracePt t="18862" x="3117850" y="2495550"/>
          <p14:tracePt t="18878" x="3092450" y="2489200"/>
          <p14:tracePt t="18895" x="3041650" y="2476500"/>
          <p14:tracePt t="18911" x="2997200" y="2476500"/>
          <p14:tracePt t="18928" x="2921000" y="2476500"/>
          <p14:tracePt t="18944" x="2876550" y="2482850"/>
          <p14:tracePt t="18961" x="2800350" y="2501900"/>
          <p14:tracePt t="18978" x="2768600" y="2520950"/>
          <p14:tracePt t="18995" x="2736850" y="2540000"/>
          <p14:tracePt t="19011" x="2717800" y="2552700"/>
          <p14:tracePt t="19028" x="2705100" y="2578100"/>
          <p14:tracePt t="19045" x="2692400" y="2603500"/>
          <p14:tracePt t="19048" x="2686050" y="2622550"/>
          <p14:tracePt t="19061" x="2686050" y="2679700"/>
          <p14:tracePt t="19078" x="2686050" y="2736850"/>
          <p14:tracePt t="19082" x="2686050" y="2781300"/>
          <p14:tracePt t="19095" x="2698750" y="2825750"/>
          <p14:tracePt t="19111" x="2749550" y="2933700"/>
          <p14:tracePt t="19128" x="2774950" y="2978150"/>
          <p14:tracePt t="19144" x="2806700" y="3009900"/>
          <p14:tracePt t="19161" x="2838450" y="3041650"/>
          <p14:tracePt t="19178" x="2876550" y="3073400"/>
          <p14:tracePt t="19194" x="2946400" y="3117850"/>
          <p14:tracePt t="19211" x="3028950" y="3149600"/>
          <p14:tracePt t="19217" x="3111500" y="3168650"/>
          <p14:tracePt t="19223" x="3155950" y="3181350"/>
          <p14:tracePt t="19244" x="3238500" y="3194050"/>
          <p14:tracePt t="19247" x="3289300" y="3194050"/>
          <p14:tracePt t="19261" x="3327400" y="3194050"/>
          <p14:tracePt t="19278" x="3378200" y="3194050"/>
          <p14:tracePt t="19283" x="3384550" y="3194050"/>
          <p14:tracePt t="19294" x="3397250" y="3194050"/>
          <p14:tracePt t="19311" x="3409950" y="3187700"/>
          <p14:tracePt t="19314" x="3416300" y="3187700"/>
          <p14:tracePt t="19328" x="3416300" y="3175000"/>
          <p14:tracePt t="19345" x="3429000" y="3168650"/>
          <p14:tracePt t="19361" x="3435350" y="3155950"/>
          <p14:tracePt t="19378" x="3448050" y="3149600"/>
          <p14:tracePt t="19395" x="3454400" y="3143250"/>
          <p14:tracePt t="19411" x="3460750" y="3136900"/>
          <p14:tracePt t="19428" x="3467100" y="3136900"/>
          <p14:tracePt t="19444" x="3473450" y="3130550"/>
          <p14:tracePt t="19596" x="3473450" y="3124200"/>
          <p14:tracePt t="19628" x="3473450" y="3117850"/>
          <p14:tracePt t="19653" x="3473450" y="3111500"/>
          <p14:tracePt t="19661" x="3467100" y="3111500"/>
          <p14:tracePt t="19678" x="3460750" y="3105150"/>
          <p14:tracePt t="19704" x="3460750" y="3098800"/>
          <p14:tracePt t="19830" x="3460750" y="3092450"/>
          <p14:tracePt t="19895" x="3460750" y="3086100"/>
          <p14:tracePt t="19903" x="3460750" y="3079750"/>
          <p14:tracePt t="19937" x="3460750" y="3073400"/>
          <p14:tracePt t="19942" x="3467100" y="3073400"/>
          <p14:tracePt t="19968" x="3467100" y="3067050"/>
          <p14:tracePt t="20248" x="3467100" y="3060700"/>
          <p14:tracePt t="20257" x="3467100" y="3054350"/>
          <p14:tracePt t="20273" x="3473450" y="3048000"/>
          <p14:tracePt t="20281" x="3473450" y="3041650"/>
          <p14:tracePt t="20295" x="3473450" y="3035300"/>
          <p14:tracePt t="20298" x="3473450" y="3022600"/>
          <p14:tracePt t="20315" x="3473450" y="3009900"/>
          <p14:tracePt t="20328" x="3473450" y="3003550"/>
          <p14:tracePt t="20345" x="3473450" y="2997200"/>
          <p14:tracePt t="20434" x="3473450" y="2990850"/>
          <p14:tracePt t="20451" x="3473450" y="2984500"/>
          <p14:tracePt t="20461" x="3473450" y="2978150"/>
          <p14:tracePt t="20467" x="3473450" y="2971800"/>
          <p14:tracePt t="20478" x="3479800" y="2959100"/>
          <p14:tracePt t="20494" x="3486150" y="2946400"/>
          <p14:tracePt t="20499" x="3486150" y="2927350"/>
          <p14:tracePt t="20511" x="3492500" y="2921000"/>
          <p14:tracePt t="20528" x="3492500" y="2908300"/>
          <p14:tracePt t="20545" x="3492500" y="2901950"/>
          <p14:tracePt t="20577" x="3492500" y="2895600"/>
          <p14:tracePt t="20605" x="3492500" y="2889250"/>
          <p14:tracePt t="20621" x="3492500" y="2882900"/>
          <p14:tracePt t="20638" x="3492500" y="2870200"/>
          <p14:tracePt t="20645" x="3492500" y="2863850"/>
          <p14:tracePt t="20661" x="3492500" y="2844800"/>
          <p14:tracePt t="20678" x="3492500" y="2813050"/>
          <p14:tracePt t="20694" x="3492500" y="2781300"/>
          <p14:tracePt t="20700" x="3492500" y="2762250"/>
          <p14:tracePt t="20711" x="3492500" y="2755900"/>
          <p14:tracePt t="20728" x="3486150" y="2711450"/>
          <p14:tracePt t="20732" x="3486150" y="2698750"/>
          <p14:tracePt t="20744" x="3479800" y="2679700"/>
          <p14:tracePt t="20761" x="3473450" y="2660650"/>
          <p14:tracePt t="20764" x="3460750" y="2635250"/>
          <p14:tracePt t="20778" x="3454400" y="2628900"/>
          <p14:tracePt t="20795" x="3448050" y="2616200"/>
          <p14:tracePt t="20846" x="3441700" y="2616200"/>
          <p14:tracePt t="20864" x="3435350" y="2616200"/>
          <p14:tracePt t="20880" x="3429000" y="2616200"/>
          <p14:tracePt t="20888" x="3422650" y="2616200"/>
          <p14:tracePt t="20894" x="3416300" y="2616200"/>
          <p14:tracePt t="20912" x="3397250" y="2622550"/>
          <p14:tracePt t="20928" x="3384550" y="2622550"/>
          <p14:tracePt t="20934" x="3371850" y="2628900"/>
          <p14:tracePt t="20944" x="3365500" y="2635250"/>
          <p14:tracePt t="20961" x="3346450" y="2641600"/>
          <p14:tracePt t="20966" x="3340100" y="2647950"/>
          <p14:tracePt t="20978" x="3327400" y="2660650"/>
          <p14:tracePt t="20995" x="3308350" y="2686050"/>
          <p14:tracePt t="20999" x="3302000" y="2698750"/>
          <p14:tracePt t="21011" x="3295650" y="2711450"/>
          <p14:tracePt t="21028" x="3276600" y="2749550"/>
          <p14:tracePt t="21031" x="3270250" y="2774950"/>
          <p14:tracePt t="21046" x="3263900" y="2825750"/>
          <p14:tracePt t="21061" x="3257550" y="2870200"/>
          <p14:tracePt t="21078" x="3257550" y="2901950"/>
          <p14:tracePt t="21094" x="3257550" y="2927350"/>
          <p14:tracePt t="21111" x="3263900" y="2946400"/>
          <p14:tracePt t="21128" x="3270250" y="2946400"/>
          <p14:tracePt t="21144" x="3276600" y="2959100"/>
          <p14:tracePt t="21161" x="3289300" y="2965450"/>
          <p14:tracePt t="21178" x="3308350" y="2971800"/>
          <p14:tracePt t="21194" x="3340100" y="2984500"/>
          <p14:tracePt t="21200" x="3359150" y="2997200"/>
          <p14:tracePt t="21211" x="3378200" y="3003550"/>
          <p14:tracePt t="21228" x="3403600" y="3009900"/>
          <p14:tracePt t="21231" x="3416300" y="3009900"/>
          <p14:tracePt t="21244" x="3429000" y="3016250"/>
          <p14:tracePt t="21261" x="3448050" y="3016250"/>
          <p14:tracePt t="21266" x="3467100" y="3016250"/>
          <p14:tracePt t="21278" x="3473450" y="3016250"/>
          <p14:tracePt t="21295" x="3498850" y="3009900"/>
          <p14:tracePt t="21311" x="3517900" y="2997200"/>
          <p14:tracePt t="21328" x="3543300" y="2978150"/>
          <p14:tracePt t="21344" x="3568700" y="2940050"/>
          <p14:tracePt t="21361" x="3587750" y="2914650"/>
          <p14:tracePt t="21378" x="3606800" y="2870200"/>
          <p14:tracePt t="21394" x="3619500" y="2844800"/>
          <p14:tracePt t="21411" x="3625850" y="2819400"/>
          <p14:tracePt t="21428" x="3625850" y="2794000"/>
          <p14:tracePt t="21444" x="3619500" y="2774950"/>
          <p14:tracePt t="21462" x="3594100" y="2743200"/>
          <p14:tracePt t="21466" x="3568700" y="2724150"/>
          <p14:tracePt t="21478" x="3562350" y="2724150"/>
          <p14:tracePt t="21495" x="3498850" y="2686050"/>
          <p14:tracePt t="21498" x="3486150" y="2679700"/>
          <p14:tracePt t="21511" x="3441700" y="2673350"/>
          <p14:tracePt t="21528" x="3384550" y="2660650"/>
          <p14:tracePt t="21530" x="3352800" y="2654300"/>
          <p14:tracePt t="21545" x="3314700" y="2647950"/>
          <p14:tracePt t="21561" x="3302000" y="2647950"/>
          <p14:tracePt t="21578" x="3295650" y="2647950"/>
          <p14:tracePt t="21611" x="3289300" y="2647950"/>
          <p14:tracePt t="21644" x="3282950" y="2647950"/>
          <p14:tracePt t="21661" x="3276600" y="2647950"/>
          <p14:tracePt t="21678" x="3263900" y="2660650"/>
          <p14:tracePt t="21694" x="3251200" y="2679700"/>
          <p14:tracePt t="21700" x="3244850" y="2686050"/>
          <p14:tracePt t="21711" x="3238500" y="2692400"/>
          <p14:tracePt t="21727" x="3232150" y="2724150"/>
          <p14:tracePt t="21731" x="3232150" y="2736850"/>
          <p14:tracePt t="21749" x="3232150" y="2749550"/>
          <p14:tracePt t="21761" x="3232150" y="2762250"/>
          <p14:tracePt t="21778" x="3232150" y="2774950"/>
          <p14:tracePt t="21782" x="3244850" y="2787650"/>
          <p14:tracePt t="21794" x="3251200" y="2794000"/>
          <p14:tracePt t="21813" x="3276600" y="2813050"/>
          <p14:tracePt t="21828" x="3295650" y="2819400"/>
          <p14:tracePt t="21845" x="3302000" y="2825750"/>
          <p14:tracePt t="21861" x="3308350" y="2825750"/>
          <p14:tracePt t="21880" x="3314700" y="2825750"/>
          <p14:tracePt t="21894" x="3327400" y="2825750"/>
          <p14:tracePt t="21927" x="3333750" y="2832100"/>
          <p14:tracePt t="21945" x="3340100" y="2832100"/>
          <p14:tracePt t="21974" x="3346450" y="2832100"/>
          <p14:tracePt t="21991" x="3352800" y="2832100"/>
          <p14:tracePt t="22143" x="3352800" y="2838450"/>
          <p14:tracePt t="22772" x="3346450" y="2838450"/>
          <p14:tracePt t="22789" x="3340100" y="2832100"/>
          <p14:tracePt t="22797" x="3321050" y="2832100"/>
          <p14:tracePt t="22806" x="3308350" y="2832100"/>
          <p14:tracePt t="22814" x="3295650" y="2825750"/>
          <p14:tracePt t="22828" x="3257550" y="2819400"/>
          <p14:tracePt t="22844" x="3206750" y="2813050"/>
          <p14:tracePt t="22861" x="3168650" y="2800350"/>
          <p14:tracePt t="22878" x="3149600" y="2794000"/>
          <p14:tracePt t="22888" x="3136900" y="2794000"/>
          <p14:tracePt t="22894" x="3130550" y="2787650"/>
          <p14:tracePt t="22911" x="3117850" y="2781300"/>
          <p14:tracePt t="22915" x="3111500" y="2781300"/>
          <p14:tracePt t="22928" x="3098800" y="2768600"/>
          <p14:tracePt t="22944" x="3067050" y="2755900"/>
          <p14:tracePt t="22949" x="3048000" y="2749550"/>
          <p14:tracePt t="22961" x="3028950" y="2743200"/>
          <p14:tracePt t="22978" x="2971800" y="2717800"/>
          <p14:tracePt t="22982" x="2940050" y="2705100"/>
          <p14:tracePt t="22992" x="2914650" y="2698750"/>
          <p14:tracePt t="23002" x="2882900" y="2692400"/>
          <p14:tracePt t="23012" x="2857500" y="2686050"/>
          <p14:tracePt t="23027" x="2832100" y="2679700"/>
          <p14:tracePt t="23030" x="2819400" y="2673350"/>
          <p14:tracePt t="23044" x="2800350" y="2673350"/>
          <p14:tracePt t="23061" x="2787650" y="2673350"/>
          <p14:tracePt t="23078" x="2781300" y="2673350"/>
          <p14:tracePt t="23094" x="2774950" y="2679700"/>
          <p14:tracePt t="23111" x="2768600" y="2692400"/>
          <p14:tracePt t="23128" x="2755900" y="2705100"/>
          <p14:tracePt t="23144" x="2743200" y="2730500"/>
          <p14:tracePt t="23161" x="2724150" y="2749550"/>
          <p14:tracePt t="23178" x="2711450" y="2768600"/>
          <p14:tracePt t="23183" x="2705100" y="2781300"/>
          <p14:tracePt t="23195" x="2698750" y="2787650"/>
          <p14:tracePt t="23211" x="2686050" y="2806700"/>
          <p14:tracePt t="23214" x="2679700" y="2813050"/>
          <p14:tracePt t="23231" x="2673350" y="2825750"/>
          <p14:tracePt t="23244" x="2673350" y="2832100"/>
          <p14:tracePt t="23261" x="2667000" y="2844800"/>
          <p14:tracePt t="23278" x="2667000" y="2857500"/>
          <p14:tracePt t="23281" x="2667000" y="2876550"/>
          <p14:tracePt t="23295" x="2667000" y="2889250"/>
          <p14:tracePt t="23311" x="2667000" y="2914650"/>
          <p14:tracePt t="23328" x="2679700" y="2959100"/>
          <p14:tracePt t="23344" x="2692400" y="2984500"/>
          <p14:tracePt t="23361" x="2724150" y="3022600"/>
          <p14:tracePt t="23378" x="2749550" y="3041650"/>
          <p14:tracePt t="23394" x="2774950" y="3060700"/>
          <p14:tracePt t="23411" x="2838450" y="3079750"/>
          <p14:tracePt t="23416" x="2857500" y="3092450"/>
          <p14:tracePt t="23428" x="2876550" y="3098800"/>
          <p14:tracePt t="23445" x="2933700" y="3105150"/>
          <p14:tracePt t="23448" x="2971800" y="3117850"/>
          <p14:tracePt t="23461" x="2997200" y="3124200"/>
          <p14:tracePt t="23478" x="3111500" y="3143250"/>
          <p14:tracePt t="23481" x="3143250" y="3143250"/>
          <p14:tracePt t="23495" x="3194050" y="3149600"/>
          <p14:tracePt t="23511" x="3213100" y="3149600"/>
          <p14:tracePt t="23515" x="3232150" y="3149600"/>
          <p14:tracePt t="23528" x="3251200" y="3149600"/>
          <p14:tracePt t="23545" x="3289300" y="3149600"/>
          <p14:tracePt t="23563" x="3314700" y="3149600"/>
          <p14:tracePt t="23578" x="3340100" y="3130550"/>
          <p14:tracePt t="23595" x="3365500" y="3124200"/>
          <p14:tracePt t="23611" x="3384550" y="3111500"/>
          <p14:tracePt t="23628" x="3409950" y="3098800"/>
          <p14:tracePt t="23644" x="3429000" y="3086100"/>
          <p14:tracePt t="23663" x="3435350" y="3079750"/>
          <p14:tracePt t="23665" x="3448050" y="3073400"/>
          <p14:tracePt t="23678" x="3454400" y="3073400"/>
          <p14:tracePt t="23695" x="3467100" y="3060700"/>
          <p14:tracePt t="23711" x="3479800" y="3048000"/>
          <p14:tracePt t="23717" x="3492500" y="3035300"/>
          <p14:tracePt t="23728" x="3505200" y="3028950"/>
          <p14:tracePt t="23732" x="3511550" y="3016250"/>
          <p14:tracePt t="23744" x="3524250" y="2997200"/>
          <p14:tracePt t="23761" x="3556000" y="2952750"/>
          <p14:tracePt t="23778" x="3562350" y="2933700"/>
          <p14:tracePt t="23795" x="3568700" y="2901950"/>
          <p14:tracePt t="23811" x="3575050" y="2857500"/>
          <p14:tracePt t="23828" x="3575050" y="2825750"/>
          <p14:tracePt t="23844" x="3556000" y="2794000"/>
          <p14:tracePt t="23861" x="3524250" y="2762250"/>
          <p14:tracePt t="23878" x="3492500" y="2730500"/>
          <p14:tracePt t="23895" x="3448050" y="2698750"/>
          <p14:tracePt t="23911" x="3403600" y="2667000"/>
          <p14:tracePt t="23916" x="3378200" y="2654300"/>
          <p14:tracePt t="23928" x="3359150" y="2647950"/>
          <p14:tracePt t="23932" x="3333750" y="2628900"/>
          <p14:tracePt t="23944" x="3314700" y="2622550"/>
          <p14:tracePt t="23961" x="3257550" y="2597150"/>
          <p14:tracePt t="23964" x="3244850" y="2590800"/>
          <p14:tracePt t="23978" x="3213100" y="2584450"/>
          <p14:tracePt t="23995" x="3124200" y="2559050"/>
          <p14:tracePt t="24011" x="3079750" y="2552700"/>
          <p14:tracePt t="24028" x="3041650" y="2552700"/>
          <p14:tracePt t="24033" x="3016250" y="2552700"/>
          <p14:tracePt t="24045" x="2990850" y="2552700"/>
          <p14:tracePt t="24061" x="2965450" y="2552700"/>
          <p14:tracePt t="24078" x="2952750" y="2552700"/>
          <p14:tracePt t="24094" x="2940050" y="2559050"/>
          <p14:tracePt t="24111" x="2927350" y="2565400"/>
          <p14:tracePt t="24128" x="2914650" y="2578100"/>
          <p14:tracePt t="24144" x="2901950" y="2590800"/>
          <p14:tracePt t="24161" x="2889250" y="2597150"/>
          <p14:tracePt t="24166" x="2882900" y="2603500"/>
          <p14:tracePt t="24178" x="2876550" y="2616200"/>
          <p14:tracePt t="24194" x="2863850" y="2628900"/>
          <p14:tracePt t="24197" x="2857500" y="2641600"/>
          <p14:tracePt t="24211" x="2851150" y="2647950"/>
          <p14:tracePt t="24228" x="2844800" y="2667000"/>
          <p14:tracePt t="24231" x="2838450" y="2667000"/>
          <p14:tracePt t="24245" x="2832100" y="2686050"/>
          <p14:tracePt t="24261" x="2825750" y="2698750"/>
          <p14:tracePt t="24278" x="2819400" y="2711450"/>
          <p14:tracePt t="24295" x="2813050" y="2724150"/>
          <p14:tracePt t="24311" x="2813050" y="2743200"/>
          <p14:tracePt t="24328" x="2806700" y="2755900"/>
          <p14:tracePt t="24344" x="2800350" y="2774950"/>
          <p14:tracePt t="24361" x="2800350" y="2794000"/>
          <p14:tracePt t="24378" x="2800350" y="2813050"/>
          <p14:tracePt t="24395" x="2800350" y="2832100"/>
          <p14:tracePt t="24400" x="2800350" y="2844800"/>
          <p14:tracePt t="24411" x="2800350" y="2851150"/>
          <p14:tracePt t="24428" x="2806700" y="2870200"/>
          <p14:tracePt t="24432" x="2806700" y="2876550"/>
          <p14:tracePt t="24449" x="2819400" y="2889250"/>
          <p14:tracePt t="24461" x="2825750" y="2895600"/>
          <p14:tracePt t="24478" x="2838450" y="2914650"/>
          <p14:tracePt t="24481" x="2863850" y="2940050"/>
          <p14:tracePt t="24494" x="2882900" y="2952750"/>
          <p14:tracePt t="24511" x="2933700" y="2997200"/>
          <p14:tracePt t="24528" x="3009900" y="3054350"/>
          <p14:tracePt t="24544" x="3060700" y="3086100"/>
          <p14:tracePt t="24561" x="3105150" y="3117850"/>
          <p14:tracePt t="24578" x="3143250" y="3136900"/>
          <p14:tracePt t="24594" x="3200400" y="3155950"/>
          <p14:tracePt t="24612" x="3232150" y="3162300"/>
          <p14:tracePt t="24628" x="3257550" y="3168650"/>
          <p14:tracePt t="24644" x="3282950" y="3168650"/>
          <p14:tracePt t="24661" x="3308350" y="3168650"/>
          <p14:tracePt t="24666" x="3321050" y="3175000"/>
          <p14:tracePt t="24678" x="3333750" y="3175000"/>
          <p14:tracePt t="24695" x="3352800" y="3175000"/>
          <p14:tracePt t="24699" x="3359150" y="3175000"/>
          <p14:tracePt t="24711" x="3365500" y="3175000"/>
          <p14:tracePt t="24728" x="3378200" y="3175000"/>
          <p14:tracePt t="24731" x="3384550" y="3175000"/>
          <p14:tracePt t="24771" x="3390900" y="3175000"/>
          <p14:tracePt t="24818" x="3390900" y="3168650"/>
          <p14:tracePt t="26552" x="3397250" y="3168650"/>
          <p14:tracePt t="29713" x="3390900" y="3162300"/>
          <p14:tracePt t="29721" x="3384550" y="3162300"/>
          <p14:tracePt t="29728" x="3378200" y="3162300"/>
          <p14:tracePt t="29745" x="3371850" y="3162300"/>
          <p14:tracePt t="29761" x="3365500" y="3155950"/>
          <p14:tracePt t="29778" x="3352800" y="3155950"/>
          <p14:tracePt t="29795" x="3333750" y="3143250"/>
          <p14:tracePt t="29811" x="3308350" y="3130550"/>
          <p14:tracePt t="29816" x="3295650" y="3124200"/>
          <p14:tracePt t="29828" x="3282950" y="3111500"/>
          <p14:tracePt t="29844" x="3244850" y="3092450"/>
          <p14:tracePt t="29849" x="3219450" y="3067050"/>
          <p14:tracePt t="29861" x="3194050" y="3054350"/>
          <p14:tracePt t="29878" x="3143250" y="3016250"/>
          <p14:tracePt t="29882" x="3111500" y="2990850"/>
          <p14:tracePt t="29894" x="3086100" y="2971800"/>
          <p14:tracePt t="29911" x="3028950" y="2914650"/>
          <p14:tracePt t="29914" x="2997200" y="2882900"/>
          <p14:tracePt t="29928" x="2971800" y="2857500"/>
          <p14:tracePt t="29945" x="2933700" y="2800350"/>
          <p14:tracePt t="29962" x="2914650" y="2781300"/>
          <p14:tracePt t="29978" x="2908300" y="2768600"/>
          <p14:tracePt t="29995" x="2901950" y="2755900"/>
          <p14:tracePt t="30011" x="2889250" y="2743200"/>
          <p14:tracePt t="30028" x="2876550" y="2711450"/>
          <p14:tracePt t="30045" x="2851150" y="2679700"/>
          <p14:tracePt t="30051" x="2838450" y="2673350"/>
          <p14:tracePt t="30062" x="2819400" y="2647950"/>
          <p14:tracePt t="30078" x="2774950" y="2609850"/>
          <p14:tracePt t="30082" x="2762250" y="2603500"/>
          <p14:tracePt t="30095" x="2736850" y="2578100"/>
          <p14:tracePt t="30100" x="2717800" y="2571750"/>
          <p14:tracePt t="30111" x="2711450" y="2559050"/>
          <p14:tracePt t="30130" x="2654300" y="2514600"/>
          <p14:tracePt t="30144" x="2641600" y="2508250"/>
          <p14:tracePt t="30162" x="2622550" y="2482850"/>
          <p14:tracePt t="30165" x="2609850" y="2482850"/>
          <p14:tracePt t="30178" x="2603500" y="2470150"/>
          <p14:tracePt t="30196" x="2559050" y="2438400"/>
          <p14:tracePt t="30211" x="2527300" y="2413000"/>
          <p14:tracePt t="30228" x="2508250" y="2400300"/>
          <p14:tracePt t="30245" x="2476500" y="2381250"/>
          <p14:tracePt t="30262" x="2463800" y="2374900"/>
          <p14:tracePt t="30278" x="2438400" y="2355850"/>
          <p14:tracePt t="30295" x="2419350" y="2343150"/>
          <p14:tracePt t="30311" x="2400300" y="2330450"/>
          <p14:tracePt t="30328" x="2381250" y="2324100"/>
          <p14:tracePt t="30332" x="2368550" y="2317750"/>
          <p14:tracePt t="30348" x="2362200" y="2317750"/>
          <p14:tracePt t="30361" x="2349500" y="2311400"/>
          <p14:tracePt t="30365" x="2343150" y="2305050"/>
          <p14:tracePt t="30378" x="2330450" y="2305050"/>
          <p14:tracePt t="30395" x="2292350" y="2286000"/>
          <p14:tracePt t="30411" x="2279650" y="2286000"/>
          <p14:tracePt t="30428" x="2254250" y="2266950"/>
          <p14:tracePt t="30432" x="2241550" y="2266950"/>
          <p14:tracePt t="30445" x="2228850" y="2260600"/>
          <p14:tracePt t="30462" x="2178050" y="2247900"/>
          <p14:tracePt t="30478" x="2146300" y="2228850"/>
          <p14:tracePt t="30495" x="2089150" y="2222500"/>
          <p14:tracePt t="30511" x="2025650" y="2216150"/>
          <p14:tracePt t="30528" x="1955800" y="2203450"/>
          <p14:tracePt t="30545" x="1892300" y="2197100"/>
          <p14:tracePt t="30561" x="1822450" y="2190750"/>
          <p14:tracePt t="30566" x="1790700" y="2184400"/>
          <p14:tracePt t="30578" x="1765300" y="2184400"/>
          <p14:tracePt t="30595" x="1695450" y="2178050"/>
          <p14:tracePt t="30598" x="1682750" y="2171700"/>
          <p14:tracePt t="30611" x="1663700" y="2171700"/>
          <p14:tracePt t="30628" x="1644650" y="2171700"/>
          <p14:tracePt t="30631" x="1619250" y="2171700"/>
          <p14:tracePt t="30645" x="1606550" y="2171700"/>
          <p14:tracePt t="30662" x="1581150" y="2165350"/>
          <p14:tracePt t="30678" x="1562100" y="2159000"/>
          <p14:tracePt t="30696" x="1530350" y="2152650"/>
          <p14:tracePt t="30712" x="1473200" y="2152650"/>
          <p14:tracePt t="30728" x="1447800" y="2152650"/>
          <p14:tracePt t="30745" x="1416050" y="2152650"/>
          <p14:tracePt t="30761" x="1384300" y="2152650"/>
          <p14:tracePt t="30778" x="1339850" y="2146300"/>
          <p14:tracePt t="30795" x="1295400" y="2146300"/>
          <p14:tracePt t="30811" x="1250950" y="2146300"/>
          <p14:tracePt t="30828" x="1212850" y="2146300"/>
          <p14:tracePt t="30833" x="1193800" y="2146300"/>
          <p14:tracePt t="30845" x="1181100" y="2146300"/>
          <p14:tracePt t="30861" x="1143000" y="2146300"/>
          <p14:tracePt t="30864" x="1136650" y="2146300"/>
          <p14:tracePt t="30878" x="1123950" y="2152650"/>
          <p14:tracePt t="30884" x="1117600" y="2152650"/>
          <p14:tracePt t="30895" x="1098550" y="2159000"/>
          <p14:tracePt t="30912" x="1079500" y="2165350"/>
          <p14:tracePt t="30928" x="1066800" y="2171700"/>
          <p14:tracePt t="30933" x="1060450" y="2171700"/>
          <p14:tracePt t="30946" x="1041400" y="2190750"/>
          <p14:tracePt t="30962" x="1022350" y="2197100"/>
          <p14:tracePt t="30978" x="1003300" y="2216150"/>
          <p14:tracePt t="30995" x="990600" y="2222500"/>
          <p14:tracePt t="31011" x="971550" y="2235200"/>
          <p14:tracePt t="31028" x="958850" y="2247900"/>
          <p14:tracePt t="31045" x="946150" y="2260600"/>
          <p14:tracePt t="31061" x="933450" y="2273300"/>
          <p14:tracePt t="31078" x="933450" y="2279650"/>
          <p14:tracePt t="31095" x="933450" y="2286000"/>
          <p14:tracePt t="31098" x="927100" y="2292350"/>
          <p14:tracePt t="31128" x="927100" y="2298700"/>
          <p14:tracePt t="31131" x="927100" y="2311400"/>
          <p14:tracePt t="31145" x="927100" y="2317750"/>
          <p14:tracePt t="31162" x="927100" y="2355850"/>
          <p14:tracePt t="31180" x="933450" y="2368550"/>
          <p14:tracePt t="31195" x="939800" y="2400300"/>
          <p14:tracePt t="31212" x="952500" y="2425700"/>
          <p14:tracePt t="31228" x="952500" y="2432050"/>
          <p14:tracePt t="31245" x="965200" y="2444750"/>
          <p14:tracePt t="31261" x="977900" y="2457450"/>
          <p14:tracePt t="31278" x="984250" y="2463800"/>
          <p14:tracePt t="31295" x="996950" y="2470150"/>
          <p14:tracePt t="31312" x="1003300" y="2476500"/>
          <p14:tracePt t="31328" x="1028700" y="2489200"/>
          <p14:tracePt t="31334" x="1035050" y="2495550"/>
          <p14:tracePt t="31345" x="1047750" y="2501900"/>
          <p14:tracePt t="31361" x="1066800" y="2514600"/>
          <p14:tracePt t="31365" x="1079500" y="2520950"/>
          <p14:tracePt t="31378" x="1098550" y="2533650"/>
          <p14:tracePt t="31396" x="1136650" y="2552700"/>
          <p14:tracePt t="31412" x="1174750" y="2571750"/>
          <p14:tracePt t="31428" x="1193800" y="2571750"/>
          <p14:tracePt t="31445" x="1231900" y="2584450"/>
          <p14:tracePt t="31461" x="1250950" y="2590800"/>
          <p14:tracePt t="31478" x="1289050" y="2597150"/>
          <p14:tracePt t="31495" x="1314450" y="2603500"/>
          <p14:tracePt t="31511" x="1346200" y="2609850"/>
          <p14:tracePt t="31528" x="1371600" y="2616200"/>
          <p14:tracePt t="31545" x="1403350" y="2628900"/>
          <p14:tracePt t="31561" x="1447800" y="2641600"/>
          <p14:tracePt t="31566" x="1473200" y="2647950"/>
          <p14:tracePt t="31595" x="1530350" y="2654300"/>
          <p14:tracePt t="31600" x="1555750" y="2660650"/>
          <p14:tracePt t="31616" x="1587500" y="2667000"/>
          <p14:tracePt t="31628" x="1612900" y="2667000"/>
          <p14:tracePt t="31646" x="1682750" y="2679700"/>
          <p14:tracePt t="31662" x="1720850" y="2679700"/>
          <p14:tracePt t="31681" x="1797050" y="2692400"/>
          <p14:tracePt t="31695" x="1828800" y="2692400"/>
          <p14:tracePt t="31712" x="1905000" y="2705100"/>
          <p14:tracePt t="31728" x="1930400" y="2711450"/>
          <p14:tracePt t="31746" x="1974850" y="2717800"/>
          <p14:tracePt t="31761" x="2006600" y="2717800"/>
          <p14:tracePt t="31780" x="2019300" y="2717800"/>
          <p14:tracePt t="31784" x="2032000" y="2717800"/>
          <p14:tracePt t="31795" x="2044700" y="2717800"/>
          <p14:tracePt t="31813" x="2063750" y="2717800"/>
          <p14:tracePt t="31818" x="2076450" y="2717800"/>
          <p14:tracePt t="31828" x="2082800" y="2717800"/>
          <p14:tracePt t="31845" x="2108200" y="2717800"/>
          <p14:tracePt t="31848" x="2114550" y="2717800"/>
          <p14:tracePt t="31861" x="2120900" y="2717800"/>
          <p14:tracePt t="31878" x="2133600" y="2717800"/>
          <p14:tracePt t="31881" x="2139950" y="2717800"/>
          <p14:tracePt t="31897" x="2146300" y="2717800"/>
          <p14:tracePt t="31915" x="2152650" y="2717800"/>
          <p14:tracePt t="31928" x="2159000" y="2717800"/>
          <p14:tracePt t="31945" x="2165350" y="2717800"/>
          <p14:tracePt t="31978" x="2165350" y="2711450"/>
          <p14:tracePt t="31987" x="2171700" y="2711450"/>
          <p14:tracePt t="31995" x="2171700" y="2705100"/>
          <p14:tracePt t="32011" x="2178050" y="2705100"/>
          <p14:tracePt t="32028" x="2184400" y="2698750"/>
          <p14:tracePt t="32045" x="2184400" y="2679700"/>
          <p14:tracePt t="32061" x="2190750" y="2667000"/>
          <p14:tracePt t="32078" x="2203450" y="2654300"/>
          <p14:tracePt t="32081" x="2203450" y="2647950"/>
          <p14:tracePt t="32095" x="2209800" y="2635250"/>
          <p14:tracePt t="32111" x="2216150" y="2622550"/>
          <p14:tracePt t="32138" x="2222500" y="2622550"/>
          <p14:tracePt t="32171" x="2222500" y="2616200"/>
          <p14:tracePt t="32178" x="2228850" y="2616200"/>
          <p14:tracePt t="32195" x="2228850" y="2603500"/>
          <p14:tracePt t="32211" x="2241550" y="2590800"/>
          <p14:tracePt t="32228" x="2260600" y="2578100"/>
          <p14:tracePt t="32245" x="2266950" y="2559050"/>
          <p14:tracePt t="32261" x="2266950" y="2546350"/>
          <p14:tracePt t="32278" x="2273300" y="2540000"/>
          <p14:tracePt t="32295" x="2273300" y="2533650"/>
          <p14:tracePt t="32311" x="2273300" y="2527300"/>
          <p14:tracePt t="32327" x="2273300" y="2520950"/>
          <p14:tracePt t="32344" x="2273300" y="2514600"/>
          <p14:tracePt t="32361" x="2273300" y="2508250"/>
          <p14:tracePt t="32378" x="2273300" y="2495550"/>
          <p14:tracePt t="32394" x="2273300" y="2482850"/>
          <p14:tracePt t="32411" x="2266950" y="2470150"/>
          <p14:tracePt t="32428" x="2254250" y="2457450"/>
          <p14:tracePt t="32445" x="2247900" y="2451100"/>
          <p14:tracePt t="32461" x="2241550" y="2444750"/>
          <p14:tracePt t="32495" x="2235200" y="2438400"/>
          <p14:tracePt t="32517" x="2228850" y="2438400"/>
          <p14:tracePt t="32535" x="2222500" y="2438400"/>
          <p14:tracePt t="32551" x="2216150" y="2438400"/>
          <p14:tracePt t="32562" x="2209800" y="2438400"/>
          <p14:tracePt t="32578" x="2190750" y="2444750"/>
          <p14:tracePt t="32595" x="2184400" y="2444750"/>
          <p14:tracePt t="32611" x="2184400" y="2451100"/>
          <p14:tracePt t="32727" x="2184400" y="2457450"/>
          <p14:tracePt t="32737" x="2184400" y="2463800"/>
          <p14:tracePt t="32745" x="2190750" y="2470150"/>
          <p14:tracePt t="32761" x="2209800" y="2489200"/>
          <p14:tracePt t="32778" x="2228850" y="2514600"/>
          <p14:tracePt t="32795" x="2292350" y="2552700"/>
          <p14:tracePt t="32811" x="2343150" y="2584450"/>
          <p14:tracePt t="32816" x="2362200" y="2590800"/>
          <p14:tracePt t="32829" x="2374900" y="2603500"/>
          <p14:tracePt t="32845" x="2432050" y="2616200"/>
          <p14:tracePt t="32851" x="2444750" y="2622550"/>
          <p14:tracePt t="32856" x="2470150" y="2635250"/>
          <p14:tracePt t="32878" x="2489200" y="2635250"/>
          <p14:tracePt t="32895" x="2501900" y="2635250"/>
          <p14:tracePt t="32912" x="2508250" y="2641600"/>
          <p14:tracePt t="33623" x="2514600" y="2641600"/>
          <p14:tracePt t="33654" x="2520950" y="2641600"/>
          <p14:tracePt t="33734" x="2527300" y="2641600"/>
          <p14:tracePt t="33743" x="2527300" y="2635250"/>
          <p14:tracePt t="33760" x="2533650" y="2628900"/>
          <p14:tracePt t="33784" x="2540000" y="2622550"/>
          <p14:tracePt t="33795" x="2546350" y="2622550"/>
          <p14:tracePt t="33800" x="2546350" y="2616200"/>
          <p14:tracePt t="33811" x="2552700" y="2616200"/>
          <p14:tracePt t="33828" x="2559050" y="2609850"/>
          <p14:tracePt t="33833" x="2559050" y="2603500"/>
          <p14:tracePt t="33848" x="2565400" y="2603500"/>
          <p14:tracePt t="33861" x="2565400" y="2597150"/>
          <p14:tracePt t="33883" x="2571750" y="2597150"/>
          <p14:tracePt t="33895" x="2571750" y="2590800"/>
          <p14:tracePt t="33898" x="2578100" y="2590800"/>
          <p14:tracePt t="34202" x="2578100" y="2584450"/>
          <p14:tracePt t="34219" x="2584450" y="2578100"/>
          <p14:tracePt t="34396" x="2584450" y="2571750"/>
          <p14:tracePt t="34413" x="2590800" y="2565400"/>
          <p14:tracePt t="34429" x="2590800" y="2559050"/>
          <p14:tracePt t="34439" x="2597150" y="2559050"/>
          <p14:tracePt t="34445" x="2597150" y="2552700"/>
          <p14:tracePt t="34461" x="2603500" y="2552700"/>
          <p14:tracePt t="34478" x="2603500" y="2546350"/>
          <p14:tracePt t="35234" x="2603500" y="2540000"/>
          <p14:tracePt t="35267" x="2603500" y="2533650"/>
          <p14:tracePt t="35277" x="2609850" y="2533650"/>
          <p14:tracePt t="39330" x="2609850" y="2540000"/>
          <p14:tracePt t="39354" x="2616200" y="2540000"/>
          <p14:tracePt t="39361" x="2616200" y="2546350"/>
          <p14:tracePt t="39378" x="2622550" y="2552700"/>
          <p14:tracePt t="39395" x="2628900" y="2565400"/>
          <p14:tracePt t="39412" x="2641600" y="2571750"/>
          <p14:tracePt t="39428" x="2647950" y="2578100"/>
          <p14:tracePt t="39445" x="2667000" y="2590800"/>
          <p14:tracePt t="39450" x="2673350" y="2603500"/>
          <p14:tracePt t="39462" x="2686050" y="2603500"/>
          <p14:tracePt t="39478" x="2705100" y="2622550"/>
          <p14:tracePt t="39482" x="2724150" y="2635250"/>
          <p14:tracePt t="39495" x="2736850" y="2635250"/>
          <p14:tracePt t="39512" x="2762250" y="2654300"/>
          <p14:tracePt t="39516" x="2774950" y="2660650"/>
          <p14:tracePt t="39528" x="2781300" y="2667000"/>
          <p14:tracePt t="39546" x="2813050" y="2686050"/>
          <p14:tracePt t="39564" x="2825750" y="2686050"/>
          <p14:tracePt t="39578" x="2844800" y="2698750"/>
          <p14:tracePt t="39595" x="2889250" y="2717800"/>
          <p14:tracePt t="39611" x="2921000" y="2724150"/>
          <p14:tracePt t="39628" x="2971800" y="2724150"/>
          <p14:tracePt t="39645" x="3028950" y="2730500"/>
          <p14:tracePt t="39662" x="3086100" y="2730500"/>
          <p14:tracePt t="39678" x="3130550" y="2724150"/>
          <p14:tracePt t="39695" x="3162300" y="2711450"/>
          <p14:tracePt t="39711" x="3175000" y="2705100"/>
          <p14:tracePt t="39715" x="3175000" y="2698750"/>
          <p14:tracePt t="39781" x="3181350" y="2692400"/>
          <p14:tracePt t="39799" x="3181350" y="2686050"/>
          <p14:tracePt t="39806" x="3181350" y="2679700"/>
          <p14:tracePt t="39813" x="3181350" y="2673350"/>
          <p14:tracePt t="39828" x="3187700" y="2660650"/>
          <p14:tracePt t="39845" x="3187700" y="2641600"/>
          <p14:tracePt t="39861" x="3187700" y="2628900"/>
          <p14:tracePt t="39878" x="3187700" y="2622550"/>
          <p14:tracePt t="39895" x="3187700" y="2616200"/>
          <p14:tracePt t="39991" x="3187700" y="2609850"/>
          <p14:tracePt t="40015" x="3187700" y="2603500"/>
          <p14:tracePt t="40031" x="3187700" y="2597150"/>
          <p14:tracePt t="40047" x="3187700" y="2590800"/>
          <p14:tracePt t="40057" x="3194050" y="2584450"/>
          <p14:tracePt t="40071" x="3194050" y="2578100"/>
          <p14:tracePt t="41504" x="3194050" y="2584450"/>
          <p14:tracePt t="42303" x="3194050" y="2590800"/>
          <p14:tracePt t="42311" x="3187700" y="2590800"/>
          <p14:tracePt t="42328" x="3175000" y="2603500"/>
          <p14:tracePt t="42345" x="3149600" y="2622550"/>
          <p14:tracePt t="42362" x="3124200" y="2647950"/>
          <p14:tracePt t="42378" x="3111500" y="2660650"/>
          <p14:tracePt t="42394" x="3092450" y="2679700"/>
          <p14:tracePt t="42411" x="3073400" y="2698750"/>
          <p14:tracePt t="42428" x="3048000" y="2717800"/>
          <p14:tracePt t="42444" x="3028950" y="2736850"/>
          <p14:tracePt t="42461" x="3003550" y="2762250"/>
          <p14:tracePt t="42478" x="2965450" y="2800350"/>
          <p14:tracePt t="42483" x="2946400" y="2819400"/>
          <p14:tracePt t="42495" x="2927350" y="2838450"/>
          <p14:tracePt t="42512" x="2844800" y="2914650"/>
          <p14:tracePt t="42528" x="2794000" y="2971800"/>
          <p14:tracePt t="42545" x="2743200" y="3016250"/>
          <p14:tracePt t="42562" x="2705100" y="3048000"/>
          <p14:tracePt t="42578" x="2667000" y="3079750"/>
          <p14:tracePt t="42595" x="2635250" y="3111500"/>
          <p14:tracePt t="42611" x="2616200" y="3124200"/>
          <p14:tracePt t="42628" x="2603500" y="3136900"/>
          <p14:tracePt t="42645" x="2590800" y="3143250"/>
          <p14:tracePt t="42651" x="2584450" y="3143250"/>
          <p14:tracePt t="42661" x="2584450" y="3149600"/>
          <p14:tracePt t="42678" x="2578100" y="3155950"/>
          <p14:tracePt t="42682" x="2571750" y="3155950"/>
          <p14:tracePt t="42695" x="2565400" y="3162300"/>
          <p14:tracePt t="42712" x="2552700" y="3162300"/>
          <p14:tracePt t="42715" x="2552700" y="3168650"/>
          <p14:tracePt t="42762" x="2546350" y="3168650"/>
          <p14:tracePt t="42788" x="2540000" y="3168650"/>
          <p14:tracePt t="42803" x="2533650" y="3175000"/>
          <p14:tracePt t="42819" x="2520950" y="3181350"/>
          <p14:tracePt t="42826" x="2508250" y="3181350"/>
          <p14:tracePt t="42836" x="2501900" y="3187700"/>
          <p14:tracePt t="42845" x="2489200" y="3194050"/>
          <p14:tracePt t="42862" x="2482850" y="3200400"/>
          <p14:tracePt t="42878" x="2476500" y="3200400"/>
          <p14:tracePt t="42989" x="2470150" y="3200400"/>
          <p14:tracePt t="42999" x="2463800" y="3200400"/>
          <p14:tracePt t="43013" x="2457450" y="3194050"/>
          <p14:tracePt t="43022" x="2457450" y="3187700"/>
          <p14:tracePt t="43030" x="2451100" y="3187700"/>
          <p14:tracePt t="43045" x="2438400" y="3181350"/>
          <p14:tracePt t="43062" x="2432050" y="3175000"/>
          <p14:tracePt t="43078" x="2425700" y="3162300"/>
          <p14:tracePt t="43095" x="2419350" y="3155950"/>
          <p14:tracePt t="43112" x="2413000" y="3149600"/>
          <p14:tracePt t="43116" x="2400300" y="3149600"/>
          <p14:tracePt t="43128" x="2393950" y="3143250"/>
          <p14:tracePt t="43145" x="2381250" y="3136900"/>
          <p14:tracePt t="43162" x="2362200" y="3130550"/>
          <p14:tracePt t="43178" x="2349500" y="3124200"/>
          <p14:tracePt t="43182" x="2343150" y="3124200"/>
          <p14:tracePt t="43195" x="2343150" y="3117850"/>
          <p14:tracePt t="43212" x="2324100" y="3111500"/>
          <p14:tracePt t="43229" x="2311400" y="3105150"/>
          <p14:tracePt t="43245" x="2286000" y="3098800"/>
          <p14:tracePt t="43263" x="2247900" y="3079750"/>
          <p14:tracePt t="43278" x="2222500" y="3073400"/>
          <p14:tracePt t="43295" x="2197100" y="3060700"/>
          <p14:tracePt t="43312" x="2178050" y="3054350"/>
          <p14:tracePt t="43329" x="2152650" y="3048000"/>
          <p14:tracePt t="43345" x="2139950" y="3041650"/>
          <p14:tracePt t="43362" x="2120900" y="3035300"/>
          <p14:tracePt t="43367" x="2114550" y="3035300"/>
          <p14:tracePt t="43378" x="2101850" y="3028950"/>
          <p14:tracePt t="43396" x="2076450" y="3022600"/>
          <p14:tracePt t="43398" x="2070100" y="3022600"/>
          <p14:tracePt t="43412" x="2044700" y="3016250"/>
          <p14:tracePt t="43428" x="2025650" y="3009900"/>
          <p14:tracePt t="43432" x="2012950" y="3009900"/>
          <p14:tracePt t="43447" x="1987550" y="3003550"/>
          <p14:tracePt t="43461" x="1955800" y="2997200"/>
          <p14:tracePt t="43464" x="1943100" y="2997200"/>
          <p14:tracePt t="43478" x="1936750" y="2997200"/>
          <p14:tracePt t="43495" x="1892300" y="2990850"/>
          <p14:tracePt t="43498" x="1873250" y="2984500"/>
          <p14:tracePt t="43512" x="1847850" y="2978150"/>
          <p14:tracePt t="43528" x="1816100" y="2978150"/>
          <p14:tracePt t="43545" x="1746250" y="2971800"/>
          <p14:tracePt t="43562" x="1714500" y="2965450"/>
          <p14:tracePt t="43578" x="1676400" y="2959100"/>
          <p14:tracePt t="43595" x="1651000" y="2959100"/>
          <p14:tracePt t="43612" x="1625600" y="2959100"/>
          <p14:tracePt t="43628" x="1593850" y="2959100"/>
          <p14:tracePt t="43645" x="1574800" y="2959100"/>
          <p14:tracePt t="43650" x="1568450" y="2959100"/>
          <p14:tracePt t="43662" x="1555750" y="2959100"/>
          <p14:tracePt t="43666" x="1543050" y="2959100"/>
          <p14:tracePt t="43678" x="1530350" y="2959100"/>
          <p14:tracePt t="43695" x="1504950" y="2959100"/>
          <p14:tracePt t="43698" x="1492250" y="2959100"/>
          <p14:tracePt t="43712" x="1479550" y="2959100"/>
          <p14:tracePt t="43728" x="1447800" y="2959100"/>
          <p14:tracePt t="43733" x="1435100" y="2959100"/>
          <p14:tracePt t="43745" x="1416050" y="2959100"/>
          <p14:tracePt t="43762" x="1397000" y="2959100"/>
          <p14:tracePt t="43778" x="1384300" y="2959100"/>
          <p14:tracePt t="43843" x="1377950" y="2959100"/>
          <p14:tracePt t="43868" x="1371600" y="2959100"/>
          <p14:tracePt t="43875" x="1365250" y="2965450"/>
          <p14:tracePt t="43884" x="1358900" y="2965450"/>
          <p14:tracePt t="43898" x="1352550" y="2971800"/>
          <p14:tracePt t="43915" x="1346200" y="2978150"/>
          <p14:tracePt t="43928" x="1339850" y="2978150"/>
          <p14:tracePt t="43945" x="1333500" y="2984500"/>
          <p14:tracePt t="43962" x="1333500" y="2990850"/>
          <p14:tracePt t="43998" x="1327150" y="3003550"/>
          <p14:tracePt t="44006" x="1320800" y="3009900"/>
          <p14:tracePt t="44015" x="1320800" y="3016250"/>
          <p14:tracePt t="44029" x="1320800" y="3028950"/>
          <p14:tracePt t="44045" x="1314450" y="3041650"/>
          <p14:tracePt t="44062" x="1314450" y="3048000"/>
          <p14:tracePt t="44078" x="1314450" y="3054350"/>
          <p14:tracePt t="44191" x="1314450" y="3060700"/>
          <p14:tracePt t="44199" x="1314450" y="3067050"/>
          <p14:tracePt t="44206" x="1314450" y="3073400"/>
          <p14:tracePt t="44224" x="1314450" y="3086100"/>
          <p14:tracePt t="44239" x="1314450" y="3092450"/>
          <p14:tracePt t="44247" x="1314450" y="3098800"/>
          <p14:tracePt t="44262" x="1314450" y="3111500"/>
          <p14:tracePt t="44278" x="1314450" y="3117850"/>
          <p14:tracePt t="44295" x="1314450" y="3124200"/>
          <p14:tracePt t="44311" x="1314450" y="3130550"/>
          <p14:tracePt t="44328" x="1314450" y="3136900"/>
          <p14:tracePt t="44345" x="1314450" y="3143250"/>
          <p14:tracePt t="44362" x="1314450" y="3155950"/>
          <p14:tracePt t="44385" x="1314450" y="3162300"/>
          <p14:tracePt t="44399" x="1308100" y="3162300"/>
          <p14:tracePt t="44412" x="1308100" y="3168650"/>
          <p14:tracePt t="44428" x="1308100" y="3175000"/>
          <p14:tracePt t="44480" x="1308100" y="3181350"/>
          <p14:tracePt t="44516" x="1308100" y="3187700"/>
          <p14:tracePt t="44529" x="1301750" y="3187700"/>
          <p14:tracePt t="44545" x="1301750" y="3200400"/>
          <p14:tracePt t="44562" x="1295400" y="3206750"/>
          <p14:tracePt t="44578" x="1295400" y="3213100"/>
          <p14:tracePt t="44595" x="1289050" y="3213100"/>
          <p14:tracePt t="44611" x="1289050" y="3225800"/>
          <p14:tracePt t="44628" x="1282700" y="3232150"/>
          <p14:tracePt t="44645" x="1282700" y="3238500"/>
          <p14:tracePt t="44662" x="1276350" y="3251200"/>
          <p14:tracePt t="44678" x="1276350" y="3257550"/>
          <p14:tracePt t="44695" x="1270000" y="3270250"/>
          <p14:tracePt t="44712" x="1270000" y="3276600"/>
          <p14:tracePt t="44728" x="1270000" y="3282950"/>
          <p14:tracePt t="44749" x="1270000" y="3289300"/>
          <p14:tracePt t="44763" x="1270000" y="3302000"/>
          <p14:tracePt t="44779" x="1270000" y="3308350"/>
          <p14:tracePt t="44795" x="1270000" y="3321050"/>
          <p14:tracePt t="44812" x="1270000" y="3327400"/>
          <p14:tracePt t="44829" x="1276350" y="3333750"/>
          <p14:tracePt t="44845" x="1276350" y="3340100"/>
          <p14:tracePt t="44862" x="1282700" y="3340100"/>
          <p14:tracePt t="44879" x="1282700" y="3346450"/>
          <p14:tracePt t="44882" x="1289050" y="3346450"/>
          <p14:tracePt t="44895" x="1289050" y="3352800"/>
          <p14:tracePt t="44914" x="1308100" y="3365500"/>
          <p14:tracePt t="44930" x="1314450" y="3365500"/>
          <p14:tracePt t="44946" x="1320800" y="3371850"/>
          <p14:tracePt t="44962" x="1327150" y="3371850"/>
          <p14:tracePt t="44980" x="1333500" y="3378200"/>
          <p14:tracePt t="44995" x="1346200" y="3384550"/>
          <p14:tracePt t="45012" x="1352550" y="3384550"/>
          <p14:tracePt t="45028" x="1365250" y="3390900"/>
          <p14:tracePt t="45045" x="1371600" y="3390900"/>
          <p14:tracePt t="45062" x="1377950" y="3390900"/>
          <p14:tracePt t="45078" x="1390650" y="3390900"/>
          <p14:tracePt t="45095" x="1403350" y="3390900"/>
          <p14:tracePt t="45112" x="1422400" y="3390900"/>
          <p14:tracePt t="45116" x="1441450" y="3390900"/>
          <p14:tracePt t="45128" x="1454150" y="3390900"/>
          <p14:tracePt t="45145" x="1473200" y="3390900"/>
          <p14:tracePt t="45148" x="1485900" y="3390900"/>
          <p14:tracePt t="45162" x="1498600" y="3390900"/>
          <p14:tracePt t="45178" x="1517650" y="3384550"/>
          <p14:tracePt t="45181" x="1530350" y="3384550"/>
          <p14:tracePt t="45195" x="1543050" y="3384550"/>
          <p14:tracePt t="45212" x="1568450" y="3378200"/>
          <p14:tracePt t="45229" x="1574800" y="3378200"/>
          <p14:tracePt t="45245" x="1587500" y="3371850"/>
          <p14:tracePt t="45269" x="1593850" y="3365500"/>
          <p14:tracePt t="45285" x="1600200" y="3365500"/>
          <p14:tracePt t="45296" x="1600200" y="3359150"/>
          <p14:tracePt t="45312" x="1600200" y="3352800"/>
          <p14:tracePt t="45352" x="1600200" y="3346450"/>
          <p14:tracePt t="45379" x="1600200" y="3340100"/>
          <p14:tracePt t="45398" x="1600200" y="3333750"/>
          <p14:tracePt t="45411" x="1600200" y="3327400"/>
          <p14:tracePt t="45416" x="1600200" y="3314700"/>
          <p14:tracePt t="45428" x="1600200" y="3308350"/>
          <p14:tracePt t="45445" x="1600200" y="3282950"/>
          <p14:tracePt t="45462" x="1600200" y="3270250"/>
          <p14:tracePt t="45478" x="1600200" y="3251200"/>
          <p14:tracePt t="45495" x="1600200" y="3244850"/>
          <p14:tracePt t="45512" x="1600200" y="3232150"/>
          <p14:tracePt t="45528" x="1593850" y="3225800"/>
          <p14:tracePt t="45545" x="1593850" y="3213100"/>
          <p14:tracePt t="45562" x="1593850" y="3206750"/>
          <p14:tracePt t="45578" x="1587500" y="3200400"/>
          <p14:tracePt t="45595" x="1587500" y="3187700"/>
          <p14:tracePt t="45612" x="1581150" y="3187700"/>
          <p14:tracePt t="45628" x="1574800" y="3181350"/>
          <p14:tracePt t="45645" x="1568450" y="3175000"/>
          <p14:tracePt t="45648" x="1568450" y="3168650"/>
          <p14:tracePt t="45662" x="1562100" y="3168650"/>
          <p14:tracePt t="45678" x="1555750" y="3162300"/>
          <p14:tracePt t="45682" x="1543050" y="3162300"/>
          <p14:tracePt t="45696" x="1530350" y="3155950"/>
          <p14:tracePt t="45712" x="1517650" y="3149600"/>
          <p14:tracePt t="45728" x="1498600" y="3149600"/>
          <p14:tracePt t="45745" x="1479550" y="3143250"/>
          <p14:tracePt t="45762" x="1466850" y="3143250"/>
          <p14:tracePt t="45778" x="1454150" y="3136900"/>
          <p14:tracePt t="45785" x="1447800" y="3136900"/>
          <p14:tracePt t="45812" x="1441450" y="3136900"/>
          <p14:tracePt t="45828" x="1435100" y="3136900"/>
          <p14:tracePt t="45845" x="1428750" y="3136900"/>
          <p14:tracePt t="45862" x="1416050" y="3136900"/>
          <p14:tracePt t="45878" x="1403350" y="3136900"/>
          <p14:tracePt t="45883" x="1397000" y="3143250"/>
          <p14:tracePt t="45895" x="1390650" y="3143250"/>
          <p14:tracePt t="45912" x="1371600" y="3155950"/>
          <p14:tracePt t="45914" x="1358900" y="3162300"/>
          <p14:tracePt t="45928" x="1358900" y="3168650"/>
          <p14:tracePt t="45946" x="1352550" y="3175000"/>
          <p14:tracePt t="45962" x="1346200" y="3175000"/>
          <p14:tracePt t="45995" x="1346200" y="3181350"/>
          <p14:tracePt t="46012" x="1346200" y="3187700"/>
          <p14:tracePt t="46028" x="1339850" y="3194050"/>
          <p14:tracePt t="46045" x="1333500" y="3206750"/>
          <p14:tracePt t="46062" x="1320800" y="3225800"/>
          <p14:tracePt t="46078" x="1314450" y="3244850"/>
          <p14:tracePt t="46095" x="1314450" y="3257550"/>
          <p14:tracePt t="46112" x="1308100" y="3263900"/>
          <p14:tracePt t="46116" x="1301750" y="3263900"/>
          <p14:tracePt t="46129" x="1301750" y="3270250"/>
          <p14:tracePt t="46145" x="1301750" y="3276600"/>
          <p14:tracePt t="46164" x="1301750" y="3282950"/>
          <p14:tracePt t="46178" x="1301750" y="3289300"/>
          <p14:tracePt t="46198" x="1301750" y="3295650"/>
          <p14:tracePt t="46214" x="1301750" y="3308350"/>
          <p14:tracePt t="46229" x="1301750" y="3314700"/>
          <p14:tracePt t="46245" x="1301750" y="3327400"/>
          <p14:tracePt t="46262" x="1308100" y="3340100"/>
          <p14:tracePt t="46278" x="1314450" y="3346450"/>
          <p14:tracePt t="46295" x="1327150" y="3352800"/>
          <p14:tracePt t="46312" x="1333500" y="3365500"/>
          <p14:tracePt t="46317" x="1339850" y="3365500"/>
          <p14:tracePt t="46328" x="1346200" y="3365500"/>
          <p14:tracePt t="46345" x="1352550" y="3371850"/>
          <p14:tracePt t="46362" x="1358900" y="3371850"/>
          <p14:tracePt t="46378" x="1365250" y="3378200"/>
          <p14:tracePt t="46382" x="1371600" y="3384550"/>
          <p14:tracePt t="46395" x="1377950" y="3384550"/>
          <p14:tracePt t="46412" x="1390650" y="3384550"/>
          <p14:tracePt t="46416" x="1390650" y="3390900"/>
          <p14:tracePt t="46428" x="1397000" y="3390900"/>
          <p14:tracePt t="46446" x="1416050" y="3397250"/>
          <p14:tracePt t="46463" x="1428750" y="3403600"/>
          <p14:tracePt t="46478" x="1441450" y="3403600"/>
          <p14:tracePt t="46498" x="1466850" y="3409950"/>
          <p14:tracePt t="46512" x="1479550" y="3416300"/>
          <p14:tracePt t="46530" x="1498600" y="3416300"/>
          <p14:tracePt t="46545" x="1524000" y="3416300"/>
          <p14:tracePt t="46563" x="1543050" y="3416300"/>
          <p14:tracePt t="46568" x="1549400" y="3422650"/>
          <p14:tracePt t="46578" x="1562100" y="3422650"/>
          <p14:tracePt t="46598" x="1587500" y="3422650"/>
          <p14:tracePt t="46612" x="1593850" y="3422650"/>
          <p14:tracePt t="46630" x="1606550" y="3422650"/>
          <p14:tracePt t="48231" x="1612900" y="3422650"/>
          <p14:tracePt t="48341" x="1619250" y="3422650"/>
          <p14:tracePt t="49131" x="1619250" y="3429000"/>
          <p14:tracePt t="49171" x="1612900" y="3429000"/>
          <p14:tracePt t="49195" x="1612900" y="3435350"/>
          <p14:tracePt t="49204" x="1606550" y="3435350"/>
          <p14:tracePt t="49227" x="1600200" y="3435350"/>
          <p14:tracePt t="49341" x="1593850" y="3435350"/>
          <p14:tracePt t="49365" x="1587500" y="3435350"/>
          <p14:tracePt t="49372" x="1587500" y="3441700"/>
          <p14:tracePt t="49389" x="1581150" y="3441700"/>
          <p14:tracePt t="49412" x="1574800" y="3441700"/>
          <p14:tracePt t="49421" x="1568450" y="3441700"/>
          <p14:tracePt t="49437" x="1562100" y="3441700"/>
          <p14:tracePt t="49470" x="1555750" y="3441700"/>
          <p14:tracePt t="49639" x="1555750" y="3435350"/>
          <p14:tracePt t="49662" x="1555750" y="3429000"/>
          <p14:tracePt t="49695" x="1555750" y="3422650"/>
          <p14:tracePt t="49751" x="1555750" y="3416300"/>
          <p14:tracePt t="49768" x="1555750" y="3409950"/>
          <p14:tracePt t="49785" x="1555750" y="3403600"/>
          <p14:tracePt t="49791" x="1555750" y="3397250"/>
          <p14:tracePt t="49808" x="1555750" y="3390900"/>
          <p14:tracePt t="49825" x="1555750" y="3384550"/>
          <p14:tracePt t="49832" x="1562100" y="3384550"/>
          <p14:tracePt t="49845" x="1562100" y="3378200"/>
          <p14:tracePt t="49862" x="1562100" y="3371850"/>
          <p14:tracePt t="49864" x="1562100" y="3365500"/>
          <p14:tracePt t="49878" x="1562100" y="3359150"/>
          <p14:tracePt t="49896" x="1562100" y="3346450"/>
          <p14:tracePt t="49913" x="1562100" y="3340100"/>
          <p14:tracePt t="49931" x="1562100" y="3327400"/>
          <p14:tracePt t="49945" x="1562100" y="3321050"/>
          <p14:tracePt t="49962" x="1562100" y="3302000"/>
          <p14:tracePt t="49979" x="1555750" y="3282950"/>
          <p14:tracePt t="49995" x="1555750" y="3270250"/>
          <p14:tracePt t="50012" x="1549400" y="3257550"/>
          <p14:tracePt t="50028" x="1536700" y="3244850"/>
          <p14:tracePt t="50045" x="1530350" y="3238500"/>
          <p14:tracePt t="50062" x="1530350" y="3232150"/>
          <p14:tracePt t="50067" x="1524000" y="3232150"/>
          <p14:tracePt t="50078" x="1517650" y="3232150"/>
          <p14:tracePt t="50095" x="1511300" y="3225800"/>
          <p14:tracePt t="50112" x="1504950" y="3219450"/>
          <p14:tracePt t="50129" x="1492250" y="3213100"/>
          <p14:tracePt t="50132" x="1492250" y="3206750"/>
          <p14:tracePt t="50145" x="1479550" y="3206750"/>
          <p14:tracePt t="50162" x="1473200" y="3200400"/>
          <p14:tracePt t="50178" x="1460500" y="3194050"/>
          <p14:tracePt t="50195" x="1454150" y="3194050"/>
          <p14:tracePt t="50212" x="1447800" y="3194050"/>
          <p14:tracePt t="50228" x="1441450" y="3194050"/>
          <p14:tracePt t="50245" x="1428750" y="3194050"/>
          <p14:tracePt t="50262" x="1416050" y="3200400"/>
          <p14:tracePt t="50279" x="1409700" y="3200400"/>
          <p14:tracePt t="50295" x="1403350" y="3200400"/>
          <p14:tracePt t="50299" x="1397000" y="3206750"/>
          <p14:tracePt t="50312" x="1390650" y="3206750"/>
          <p14:tracePt t="50328" x="1377950" y="3213100"/>
          <p14:tracePt t="50346" x="1358900" y="3219450"/>
          <p14:tracePt t="50362" x="1346200" y="3225800"/>
          <p14:tracePt t="50365" x="1333500" y="3244850"/>
          <p14:tracePt t="50380" x="1320800" y="3251200"/>
          <p14:tracePt t="50395" x="1314450" y="3257550"/>
          <p14:tracePt t="50398" x="1301750" y="3270250"/>
          <p14:tracePt t="50414" x="1295400" y="3276600"/>
          <p14:tracePt t="50428" x="1295400" y="3282950"/>
          <p14:tracePt t="50493" x="1295400" y="3289300"/>
          <p14:tracePt t="50508" x="1295400" y="3295650"/>
          <p14:tracePt t="50517" x="1295400" y="3308350"/>
          <p14:tracePt t="50529" x="1301750" y="3314700"/>
          <p14:tracePt t="50545" x="1314450" y="3333750"/>
          <p14:tracePt t="50549" x="1327150" y="3340100"/>
          <p14:tracePt t="50562" x="1339850" y="3352800"/>
          <p14:tracePt t="50578" x="1371600" y="3371850"/>
          <p14:tracePt t="50595" x="1403350" y="3390900"/>
          <p14:tracePt t="50600" x="1422400" y="3403600"/>
          <p14:tracePt t="50612" x="1447800" y="3409950"/>
          <p14:tracePt t="50629" x="1517650" y="3429000"/>
          <p14:tracePt t="50633" x="1536700" y="3435350"/>
          <p14:tracePt t="50646" x="1581150" y="3435350"/>
          <p14:tracePt t="50662" x="1619250" y="3441700"/>
          <p14:tracePt t="50678" x="1663700" y="3441700"/>
          <p14:tracePt t="50695" x="1695450" y="3441700"/>
          <p14:tracePt t="50712" x="1720850" y="3441700"/>
          <p14:tracePt t="50729" x="1733550" y="3441700"/>
          <p14:tracePt t="50745" x="1739900" y="3441700"/>
          <p14:tracePt t="50778" x="1746250" y="3441700"/>
          <p14:tracePt t="51097" x="1746250" y="3435350"/>
          <p14:tracePt t="51114" x="1746250" y="3429000"/>
          <p14:tracePt t="51129" x="1739900" y="3429000"/>
          <p14:tracePt t="51145" x="1733550" y="3422650"/>
          <p14:tracePt t="51162" x="1727200" y="3416300"/>
          <p14:tracePt t="51178" x="1720850" y="3416300"/>
          <p14:tracePt t="51195" x="1714500" y="3409950"/>
          <p14:tracePt t="51212" x="1701800" y="3403600"/>
          <p14:tracePt t="51228" x="1695450" y="3403600"/>
          <p14:tracePt t="51245" x="1689100" y="3403600"/>
          <p14:tracePt t="51262" x="1676400" y="3397250"/>
          <p14:tracePt t="51278" x="1670050" y="3397250"/>
          <p14:tracePt t="51295" x="1663700" y="3397250"/>
          <p14:tracePt t="51299" x="1657350" y="3397250"/>
          <p14:tracePt t="51312" x="1651000" y="3397250"/>
          <p14:tracePt t="51328" x="1644650" y="3397250"/>
          <p14:tracePt t="51332" x="1644650" y="3390900"/>
          <p14:tracePt t="51509" x="1644650" y="3397250"/>
          <p14:tracePt t="51517" x="1657350" y="3397250"/>
          <p14:tracePt t="51525" x="1676400" y="3409950"/>
          <p14:tracePt t="51533" x="1682750" y="3416300"/>
          <p14:tracePt t="51545" x="1708150" y="3416300"/>
          <p14:tracePt t="51550" x="1733550" y="3422650"/>
          <p14:tracePt t="51562" x="1752600" y="3429000"/>
          <p14:tracePt t="51578" x="1828800" y="3441700"/>
          <p14:tracePt t="51581" x="1866900" y="3448050"/>
          <p14:tracePt t="51595" x="1898650" y="3448050"/>
          <p14:tracePt t="51613" x="2025650" y="3460750"/>
          <p14:tracePt t="51629" x="2082800" y="3460750"/>
          <p14:tracePt t="51648" x="2120900" y="3460750"/>
          <p14:tracePt t="51662" x="2146300" y="3460750"/>
          <p14:tracePt t="51679" x="2159000" y="3460750"/>
          <p14:tracePt t="51696" x="2165350" y="3460750"/>
          <p14:tracePt t="51712" x="2171700" y="3454400"/>
          <p14:tracePt t="51728" x="2178050" y="3448050"/>
          <p14:tracePt t="51745" x="2190750" y="3429000"/>
          <p14:tracePt t="51762" x="2203450" y="3403600"/>
          <p14:tracePt t="51778" x="2222500" y="3359150"/>
          <p14:tracePt t="51782" x="2222500" y="3346450"/>
          <p14:tracePt t="51795" x="2235200" y="3321050"/>
          <p14:tracePt t="51812" x="2241550" y="3270250"/>
          <p14:tracePt t="51815" x="2241550" y="3257550"/>
          <p14:tracePt t="51829" x="2247900" y="3244850"/>
          <p14:tracePt t="51845" x="2247900" y="3206750"/>
          <p14:tracePt t="51849" x="2247900" y="3181350"/>
          <p14:tracePt t="51862" x="2247900" y="3162300"/>
          <p14:tracePt t="51879" x="2247900" y="3143250"/>
          <p14:tracePt t="51895" x="2241550" y="3124200"/>
          <p14:tracePt t="51912" x="2241550" y="3117850"/>
          <p14:tracePt t="51929" x="2222500" y="3105150"/>
          <p14:tracePt t="51945" x="2209800" y="3105150"/>
          <p14:tracePt t="51962" x="2171700" y="3086100"/>
          <p14:tracePt t="51979" x="2133600" y="3073400"/>
          <p14:tracePt t="51995" x="2070100" y="3054350"/>
          <p14:tracePt t="52012" x="2025650" y="3041650"/>
          <p14:tracePt t="52029" x="1987550" y="3028950"/>
          <p14:tracePt t="52045" x="1911350" y="3016250"/>
          <p14:tracePt t="52051" x="1892300" y="3009900"/>
          <p14:tracePt t="52062" x="1866900" y="3009900"/>
          <p14:tracePt t="52079" x="1822450" y="3009900"/>
          <p14:tracePt t="52082" x="1797050" y="3009900"/>
          <p14:tracePt t="52095" x="1771650" y="3009900"/>
          <p14:tracePt t="52112" x="1663700" y="3028950"/>
          <p14:tracePt t="52129" x="1625600" y="3048000"/>
          <p14:tracePt t="52145" x="1606550" y="3048000"/>
          <p14:tracePt t="52151" x="1593850" y="3054350"/>
          <p14:tracePt t="52155" x="1587500" y="3067050"/>
          <p14:tracePt t="52162" x="1581150" y="3067050"/>
          <p14:tracePt t="52179" x="1581150" y="3073400"/>
          <p14:tracePt t="52195" x="1574800" y="3073400"/>
          <p14:tracePt t="52212" x="1568450" y="3086100"/>
          <p14:tracePt t="52228" x="1568450" y="3098800"/>
          <p14:tracePt t="52245" x="1568450" y="3124200"/>
          <p14:tracePt t="52261" x="1568450" y="3149600"/>
          <p14:tracePt t="52278" x="1568450" y="3187700"/>
          <p14:tracePt t="52285" x="1581150" y="3213100"/>
          <p14:tracePt t="52295" x="1593850" y="3238500"/>
          <p14:tracePt t="52312" x="1625600" y="3276600"/>
          <p14:tracePt t="52316" x="1663700" y="3308350"/>
          <p14:tracePt t="52328" x="1670050" y="3321050"/>
          <p14:tracePt t="52346" x="1778000" y="3378200"/>
          <p14:tracePt t="52362" x="1854200" y="3403600"/>
          <p14:tracePt t="52378" x="1905000" y="3409950"/>
          <p14:tracePt t="52395" x="1974850" y="3422650"/>
          <p14:tracePt t="52412" x="2044700" y="3429000"/>
          <p14:tracePt t="52429" x="2089150" y="3435350"/>
          <p14:tracePt t="52445" x="2133600" y="3435350"/>
          <p14:tracePt t="52462" x="2159000" y="3435350"/>
          <p14:tracePt t="52478" x="2190750" y="3435350"/>
          <p14:tracePt t="52495" x="2209800" y="3429000"/>
          <p14:tracePt t="52512" x="2228850" y="3422650"/>
          <p14:tracePt t="52528" x="2235200" y="3416300"/>
          <p14:tracePt t="52545" x="2247900" y="3409950"/>
          <p14:tracePt t="53363" x="2247900" y="3416300"/>
          <p14:tracePt t="53371" x="2247900" y="3422650"/>
          <p14:tracePt t="53379" x="2247900" y="3441700"/>
          <p14:tracePt t="53395" x="2235200" y="3460750"/>
          <p14:tracePt t="53412" x="2228850" y="3492500"/>
          <p14:tracePt t="53429" x="2222500" y="3511550"/>
          <p14:tracePt t="53445" x="2209800" y="3543300"/>
          <p14:tracePt t="53462" x="2197100" y="3568700"/>
          <p14:tracePt t="53479" x="2178050" y="3613150"/>
          <p14:tracePt t="53495" x="2152650" y="3651250"/>
          <p14:tracePt t="53501" x="2139950" y="3683000"/>
          <p14:tracePt t="53512" x="2108200" y="3727450"/>
          <p14:tracePt t="53529" x="2082800" y="3797300"/>
          <p14:tracePt t="53536" x="2070100" y="3829050"/>
          <p14:tracePt t="53545" x="2057400" y="3867150"/>
          <p14:tracePt t="53562" x="2025650" y="3943350"/>
          <p14:tracePt t="53565" x="2019300" y="3968750"/>
          <p14:tracePt t="53579" x="2012950" y="3975100"/>
          <p14:tracePt t="53595" x="2000250" y="4019550"/>
          <p14:tracePt t="53598" x="1993900" y="4025900"/>
          <p14:tracePt t="53612" x="1993900" y="4032250"/>
          <p14:tracePt t="53629" x="1993900" y="4038600"/>
          <p14:tracePt t="53701" x="1987550" y="4038600"/>
          <p14:tracePt t="53710" x="1987550" y="4032250"/>
          <p14:tracePt t="53718" x="1981200" y="4013200"/>
          <p14:tracePt t="53728" x="1974850" y="4000500"/>
          <p14:tracePt t="53745" x="1955800" y="3981450"/>
          <p14:tracePt t="53762" x="1936750" y="3962400"/>
          <p14:tracePt t="53765" x="1930400" y="3956050"/>
          <p14:tracePt t="53778" x="1924050" y="3949700"/>
          <p14:tracePt t="53795" x="1905000" y="3943350"/>
          <p14:tracePt t="53799" x="1898650" y="3943350"/>
          <p14:tracePt t="53812" x="1885950" y="3937000"/>
          <p14:tracePt t="53829" x="1873250" y="3937000"/>
          <p14:tracePt t="53831" x="1860550" y="3930650"/>
          <p14:tracePt t="53846" x="1835150" y="3924300"/>
          <p14:tracePt t="53862" x="1816100" y="3917950"/>
          <p14:tracePt t="53882" x="1784350" y="3905250"/>
          <p14:tracePt t="53895" x="1746250" y="3898900"/>
          <p14:tracePt t="53912" x="1708150" y="3886200"/>
          <p14:tracePt t="53929" x="1676400" y="3879850"/>
          <p14:tracePt t="53935" x="1657350" y="3879850"/>
          <p14:tracePt t="53945" x="1644650" y="3879850"/>
          <p14:tracePt t="53962" x="1631950" y="3879850"/>
          <p14:tracePt t="53979" x="1612900" y="3879850"/>
          <p14:tracePt t="53995" x="1606550" y="3879850"/>
          <p14:tracePt t="54001" x="1600200" y="3879850"/>
          <p14:tracePt t="54012" x="1593850" y="3879850"/>
          <p14:tracePt t="54028" x="1581150" y="3886200"/>
          <p14:tracePt t="54032" x="1568450" y="3892550"/>
          <p14:tracePt t="54045" x="1568450" y="3898900"/>
          <p14:tracePt t="54062" x="1555750" y="3917950"/>
          <p14:tracePt t="54065" x="1549400" y="3930650"/>
          <p14:tracePt t="54078" x="1549400" y="3937000"/>
          <p14:tracePt t="54096" x="1549400" y="3962400"/>
          <p14:tracePt t="54112" x="1549400" y="3994150"/>
          <p14:tracePt t="54129" x="1555750" y="4025900"/>
          <p14:tracePt t="54145" x="1574800" y="4064000"/>
          <p14:tracePt t="54162" x="1593850" y="4083050"/>
          <p14:tracePt t="54179" x="1612900" y="4121150"/>
          <p14:tracePt t="54195" x="1619250" y="4133850"/>
          <p14:tracePt t="54201" x="1631950" y="4146550"/>
          <p14:tracePt t="54212" x="1638300" y="4146550"/>
          <p14:tracePt t="54228" x="1657350" y="4159250"/>
          <p14:tracePt t="54233" x="1670050" y="4171950"/>
          <p14:tracePt t="54245" x="1695450" y="4184650"/>
          <p14:tracePt t="54262" x="1720850" y="4203700"/>
          <p14:tracePt t="54266" x="1733550" y="4210050"/>
          <p14:tracePt t="54279" x="1746250" y="4216400"/>
          <p14:tracePt t="54295" x="1784350" y="4235450"/>
          <p14:tracePt t="54298" x="1797050" y="4241800"/>
          <p14:tracePt t="54312" x="1803400" y="4241800"/>
          <p14:tracePt t="54328" x="1828800" y="4254500"/>
          <p14:tracePt t="54332" x="1835150" y="4254500"/>
          <p14:tracePt t="54346" x="1892300" y="4260850"/>
          <p14:tracePt t="54362" x="1930400" y="4260850"/>
          <p14:tracePt t="54379" x="2006600" y="4248150"/>
          <p14:tracePt t="54395" x="2089150" y="4222750"/>
          <p14:tracePt t="54412" x="2120900" y="4210050"/>
          <p14:tracePt t="54429" x="2165350" y="4184650"/>
          <p14:tracePt t="54445" x="2184400" y="4165600"/>
          <p14:tracePt t="54462" x="2197100" y="4159250"/>
          <p14:tracePt t="54478" x="2203450" y="4146550"/>
          <p14:tracePt t="54495" x="2203450" y="4140200"/>
          <p14:tracePt t="54500" x="2209800" y="4127500"/>
          <p14:tracePt t="54512" x="2216150" y="4121150"/>
          <p14:tracePt t="54529" x="2222500" y="4095750"/>
          <p14:tracePt t="54532" x="2222500" y="4083050"/>
          <p14:tracePt t="54546" x="2222500" y="4070350"/>
          <p14:tracePt t="54562" x="2222500" y="4057650"/>
          <p14:tracePt t="54566" x="2222500" y="4038600"/>
          <p14:tracePt t="54578" x="2222500" y="4032250"/>
          <p14:tracePt t="54596" x="2216150" y="4000500"/>
          <p14:tracePt t="54612" x="2178050" y="3962400"/>
          <p14:tracePt t="54629" x="2146300" y="3930650"/>
          <p14:tracePt t="54645" x="2108200" y="3898900"/>
          <p14:tracePt t="54662" x="2051050" y="3873500"/>
          <p14:tracePt t="54679" x="2019300" y="3860800"/>
          <p14:tracePt t="54696" x="1981200" y="3854450"/>
          <p14:tracePt t="54700" x="1968500" y="3854450"/>
          <p14:tracePt t="54713" x="1943100" y="3854450"/>
          <p14:tracePt t="54717" x="1936750" y="3854450"/>
          <p14:tracePt t="54729" x="1917700" y="3854450"/>
          <p14:tracePt t="54745" x="1905000" y="3854450"/>
          <p14:tracePt t="54762" x="1879600" y="3854450"/>
          <p14:tracePt t="54766" x="1866900" y="3854450"/>
          <p14:tracePt t="54779" x="1860550" y="3860800"/>
          <p14:tracePt t="54782" x="1854200" y="3860800"/>
          <p14:tracePt t="54795" x="1841500" y="3873500"/>
          <p14:tracePt t="54814" x="1822450" y="3898900"/>
          <p14:tracePt t="54829" x="1809750" y="3905250"/>
          <p14:tracePt t="54846" x="1790700" y="3943350"/>
          <p14:tracePt t="54862" x="1790700" y="3956050"/>
          <p14:tracePt t="54881" x="1790700" y="3975100"/>
          <p14:tracePt t="54895" x="1790700" y="3987800"/>
          <p14:tracePt t="54912" x="1790700" y="4000500"/>
          <p14:tracePt t="54928" x="1790700" y="4006850"/>
          <p14:tracePt t="54945" x="1803400" y="4019550"/>
          <p14:tracePt t="54962" x="1822450" y="4032250"/>
          <p14:tracePt t="54979" x="1835150" y="4038600"/>
          <p14:tracePt t="54996" x="1854200" y="4051300"/>
          <p14:tracePt t="55012" x="1885950" y="4057650"/>
          <p14:tracePt t="55015" x="1898650" y="4057650"/>
          <p14:tracePt t="55029" x="1924050" y="4064000"/>
          <p14:tracePt t="55046" x="1974850" y="4070350"/>
          <p14:tracePt t="55049" x="2000250" y="4070350"/>
          <p14:tracePt t="55062" x="2063750" y="4070350"/>
          <p14:tracePt t="55078" x="2133600" y="4076700"/>
          <p14:tracePt t="55096" x="2165350" y="4076700"/>
          <p14:tracePt t="55112" x="2254250" y="4076700"/>
          <p14:tracePt t="55129" x="2305050" y="4076700"/>
          <p14:tracePt t="55145" x="2355850" y="4076700"/>
          <p14:tracePt t="55162" x="2393950" y="4076700"/>
          <p14:tracePt t="55179" x="2425700" y="4076700"/>
          <p14:tracePt t="55196" x="2444750" y="4076700"/>
          <p14:tracePt t="55212" x="2451100" y="4076700"/>
          <p14:tracePt t="55216" x="2457450" y="4076700"/>
          <p14:tracePt t="55229" x="2463800" y="4076700"/>
          <p14:tracePt t="55262" x="2470150" y="4076700"/>
          <p14:tracePt t="55295" x="2476500" y="4076700"/>
          <p14:tracePt t="55312" x="2482850" y="4076700"/>
          <p14:tracePt t="55329" x="2495550" y="4070350"/>
          <p14:tracePt t="55345" x="2501900" y="4070350"/>
          <p14:tracePt t="55531" x="2508250" y="4070350"/>
          <p14:tracePt t="55541" x="2514600" y="4070350"/>
          <p14:tracePt t="55548" x="2520950" y="4070350"/>
          <p14:tracePt t="55564" x="2533650" y="4070350"/>
          <p14:tracePt t="55579" x="2565400" y="4070350"/>
          <p14:tracePt t="55595" x="2609850" y="4064000"/>
          <p14:tracePt t="55612" x="2667000" y="4064000"/>
          <p14:tracePt t="55629" x="2736850" y="4057650"/>
          <p14:tracePt t="55645" x="2863850" y="4057650"/>
          <p14:tracePt t="55662" x="2959100" y="4051300"/>
          <p14:tracePt t="55679" x="3060700" y="4051300"/>
          <p14:tracePt t="55695" x="3117850" y="4051300"/>
          <p14:tracePt t="55712" x="3175000" y="4051300"/>
          <p14:tracePt t="55717" x="3194050" y="4051300"/>
          <p14:tracePt t="55729" x="3206750" y="4051300"/>
          <p14:tracePt t="55745" x="3225800" y="4051300"/>
          <p14:tracePt t="55762" x="3232150" y="4051300"/>
          <p14:tracePt t="55779" x="3238500" y="4051300"/>
          <p14:tracePt t="59006" x="3238500" y="4057650"/>
          <p14:tracePt t="59038" x="3238500" y="4064000"/>
          <p14:tracePt t="59409" x="3238500" y="4070350"/>
          <p14:tracePt t="59643" x="3232150" y="4070350"/>
          <p14:tracePt t="59804" x="3232150" y="4064000"/>
          <p14:tracePt t="59822" x="3232150" y="4051300"/>
          <p14:tracePt t="59836" x="3238500" y="4019550"/>
          <p14:tracePt t="59843" x="3238500" y="4006850"/>
          <p14:tracePt t="59863" x="3244850" y="3975100"/>
          <p14:tracePt t="59883" x="3251200" y="3949700"/>
          <p14:tracePt t="59895" x="3251200" y="3924300"/>
          <p14:tracePt t="59912" x="3251200" y="3917950"/>
          <p14:tracePt t="59929" x="3251200" y="3911600"/>
          <p14:tracePt t="59933" x="3251200" y="3905250"/>
          <p14:tracePt t="59950" x="3251200" y="3898900"/>
          <p14:tracePt t="59981" x="3251200" y="3892550"/>
          <p14:tracePt t="60295" x="3257550" y="3892550"/>
          <p14:tracePt t="60418" x="3257550" y="3898900"/>
          <p14:tracePt t="60562" x="3257550" y="3905250"/>
          <p14:tracePt t="60634" x="3257550" y="3911600"/>
          <p14:tracePt t="60684" x="3257550" y="3917950"/>
          <p14:tracePt t="62246" x="3257550" y="3924300"/>
          <p14:tracePt t="65671" x="3257550" y="3930650"/>
          <p14:tracePt t="65729" x="3257550" y="3937000"/>
          <p14:tracePt t="65745" x="3257550" y="3943350"/>
          <p14:tracePt t="65773" x="3257550" y="3949700"/>
          <p14:tracePt t="65794" x="3263900" y="3949700"/>
          <p14:tracePt t="65802" x="3263900" y="3956050"/>
          <p14:tracePt t="65813" x="3270250" y="3956050"/>
          <p14:tracePt t="65845" x="3270250" y="3962400"/>
          <p14:tracePt t="65871" x="3270250" y="3968750"/>
          <p14:tracePt t="65879" x="3276600" y="3968750"/>
          <p14:tracePt t="65896" x="3282950" y="3975100"/>
          <p14:tracePt t="65912" x="3289300" y="3981450"/>
          <p14:tracePt t="65929" x="3295650" y="3987800"/>
          <p14:tracePt t="65946" x="3302000" y="3994150"/>
          <p14:tracePt t="65963" x="3314700" y="4000500"/>
          <p14:tracePt t="65979" x="3321050" y="4013200"/>
          <p14:tracePt t="65996" x="3327400" y="4019550"/>
          <p14:tracePt t="66012" x="3340100" y="4025900"/>
          <p14:tracePt t="66029" x="3346450" y="4044950"/>
          <p14:tracePt t="66046" x="3359150" y="4064000"/>
          <p14:tracePt t="66062" x="3365500" y="4083050"/>
          <p14:tracePt t="66079" x="3378200" y="4108450"/>
          <p14:tracePt t="66085" x="3384550" y="4133850"/>
          <p14:tracePt t="66096" x="3390900" y="4140200"/>
          <p14:tracePt t="66112" x="3403600" y="4178300"/>
          <p14:tracePt t="66117" x="3403600" y="4191000"/>
          <p14:tracePt t="66129" x="3409950" y="4216400"/>
          <p14:tracePt t="66146" x="3416300" y="4229100"/>
          <p14:tracePt t="66149" x="3422650" y="4241800"/>
          <p14:tracePt t="66162" x="3429000" y="4254500"/>
          <p14:tracePt t="66179" x="3429000" y="4267200"/>
          <p14:tracePt t="66196" x="3435350" y="4273550"/>
          <p14:tracePt t="66212" x="3435350" y="4286250"/>
          <p14:tracePt t="66229" x="3435350" y="4298950"/>
          <p14:tracePt t="66246" x="3435350" y="4337050"/>
          <p14:tracePt t="66251" x="3435350" y="4349750"/>
          <p14:tracePt t="66264" x="3435350" y="4368800"/>
          <p14:tracePt t="66279" x="3435350" y="4406900"/>
          <p14:tracePt t="66298" x="3435350" y="4476750"/>
          <p14:tracePt t="66302" x="3435350" y="4495800"/>
          <p14:tracePt t="66312" x="3435350" y="4514850"/>
          <p14:tracePt t="66330" x="3435350" y="4546600"/>
          <p14:tracePt t="66335" x="3435350" y="4578350"/>
          <p14:tracePt t="66346" x="3441700" y="4591050"/>
          <p14:tracePt t="66364" x="3441700" y="4616450"/>
          <p14:tracePt t="66379" x="3441700" y="4622800"/>
          <p14:tracePt t="66397" x="3448050" y="4641850"/>
          <p14:tracePt t="66413" x="3448050" y="4660900"/>
          <p14:tracePt t="66431" x="3448050" y="4692650"/>
          <p14:tracePt t="66446" x="3448050" y="4711700"/>
          <p14:tracePt t="66462" x="3441700" y="4737100"/>
          <p14:tracePt t="66479" x="3435350" y="4756150"/>
          <p14:tracePt t="66496" x="3429000" y="4775200"/>
          <p14:tracePt t="66512" x="3416300" y="4794250"/>
          <p14:tracePt t="66530" x="3409950" y="4813300"/>
          <p14:tracePt t="66535" x="3403600" y="4813300"/>
          <p14:tracePt t="66545" x="3403600" y="4819650"/>
          <p14:tracePt t="66562" x="3403600" y="4826000"/>
          <p14:tracePt t="66801" x="3403600" y="4819650"/>
          <p14:tracePt t="66811" x="3397250" y="4813300"/>
          <p14:tracePt t="66829" x="3397250" y="4794250"/>
          <p14:tracePt t="66846" x="3397250" y="4787900"/>
          <p14:tracePt t="66862" x="3390900" y="4775200"/>
          <p14:tracePt t="66866" x="3390900" y="4768850"/>
          <p14:tracePt t="66879" x="3384550" y="4762500"/>
          <p14:tracePt t="66885" x="3384550" y="4756150"/>
          <p14:tracePt t="66896" x="3384550" y="4749800"/>
          <p14:tracePt t="66899" x="3378200" y="4743450"/>
          <p14:tracePt t="66913" x="3378200" y="4737100"/>
          <p14:tracePt t="66929" x="3365500" y="4724400"/>
          <p14:tracePt t="66946" x="3359150" y="4718050"/>
          <p14:tracePt t="66962" x="3359150" y="4711700"/>
          <p14:tracePt t="66979" x="3352800" y="4711700"/>
          <p14:tracePt t="66996" x="3340100" y="4705350"/>
          <p14:tracePt t="67012" x="3333750" y="4705350"/>
          <p14:tracePt t="67029" x="3327400" y="4705350"/>
          <p14:tracePt t="67045" x="3314700" y="4705350"/>
          <p14:tracePt t="67062" x="3308350" y="4705350"/>
          <p14:tracePt t="67079" x="3289300" y="4699000"/>
          <p14:tracePt t="67096" x="3276600" y="4699000"/>
          <p14:tracePt t="67101" x="3276600" y="4692650"/>
          <p14:tracePt t="67112" x="3270250" y="4692650"/>
          <p14:tracePt t="67129" x="3257550" y="4692650"/>
          <p14:tracePt t="67132" x="3257550" y="4686300"/>
          <p14:tracePt t="67157" x="3251200" y="4686300"/>
          <p14:tracePt t="67172" x="3244850" y="4686300"/>
          <p14:tracePt t="67190" x="3238500" y="4686300"/>
          <p14:tracePt t="67204" x="3232150" y="4686300"/>
          <p14:tracePt t="67212" x="3225800" y="4686300"/>
          <p14:tracePt t="67229" x="3213100" y="4686300"/>
          <p14:tracePt t="67245" x="3200400" y="4686300"/>
          <p14:tracePt t="67262" x="3194050" y="4686300"/>
          <p14:tracePt t="67268" x="3187700" y="4686300"/>
          <p14:tracePt t="67279" x="3181350" y="4686300"/>
          <p14:tracePt t="67295" x="3175000" y="4686300"/>
          <p14:tracePt t="67318" x="3168650" y="4686300"/>
          <p14:tracePt t="67389" x="3162300" y="4686300"/>
          <p14:tracePt t="67414" x="3155950" y="4686300"/>
          <p14:tracePt t="67430" x="3155950" y="4692650"/>
          <p14:tracePt t="67439" x="3149600" y="4692650"/>
          <p14:tracePt t="67446" x="3149600" y="4699000"/>
          <p14:tracePt t="67462" x="3143250" y="4705350"/>
          <p14:tracePt t="67479" x="3130550" y="4718050"/>
          <p14:tracePt t="67496" x="3124200" y="4730750"/>
          <p14:tracePt t="67512" x="3117850" y="4737100"/>
          <p14:tracePt t="67529" x="3111500" y="4743450"/>
          <p14:tracePt t="67545" x="3111500" y="4749800"/>
          <p14:tracePt t="67600" x="3111500" y="4756150"/>
          <p14:tracePt t="67616" x="3105150" y="4756150"/>
          <p14:tracePt t="67631" x="3105150" y="4762500"/>
          <p14:tracePt t="67640" x="3105150" y="4768850"/>
          <p14:tracePt t="67656" x="3098800" y="4775200"/>
          <p14:tracePt t="67672" x="3098800" y="4781550"/>
          <p14:tracePt t="67680" x="3092450" y="4787900"/>
          <p14:tracePt t="67696" x="3086100" y="4800600"/>
          <p14:tracePt t="67712" x="3086100" y="4806950"/>
          <p14:tracePt t="67729" x="3086100" y="4813300"/>
          <p14:tracePt t="67746" x="3079750" y="4819650"/>
          <p14:tracePt t="67779" x="3079750" y="4826000"/>
          <p14:tracePt t="67824" x="3079750" y="4832350"/>
          <p14:tracePt t="67849" x="3079750" y="4838700"/>
          <p14:tracePt t="67876" x="3079750" y="4845050"/>
          <p14:tracePt t="67906" x="3079750" y="4851400"/>
          <p14:tracePt t="67930" x="3079750" y="4857750"/>
          <p14:tracePt t="67937" x="3079750" y="4864100"/>
          <p14:tracePt t="67954" x="3079750" y="4870450"/>
          <p14:tracePt t="67977" x="3079750" y="4876800"/>
          <p14:tracePt t="68010" x="3079750" y="4883150"/>
          <p14:tracePt t="68034" x="3079750" y="4889500"/>
          <p14:tracePt t="68065" x="3079750" y="4895850"/>
          <p14:tracePt t="68090" x="3079750" y="4902200"/>
          <p14:tracePt t="68105" x="3086100" y="4902200"/>
          <p14:tracePt t="68121" x="3086100" y="4908550"/>
          <p14:tracePt t="68147" x="3092450" y="4908550"/>
          <p14:tracePt t="68155" x="3092450" y="4914900"/>
          <p14:tracePt t="68164" x="3098800" y="4914900"/>
          <p14:tracePt t="68179" x="3098800" y="4921250"/>
          <p14:tracePt t="68220" x="3105150" y="4921250"/>
          <p14:tracePt t="68260" x="3111500" y="4927600"/>
          <p14:tracePt t="68300" x="3117850" y="4927600"/>
          <p14:tracePt t="68331" x="3124200" y="4927600"/>
          <p14:tracePt t="68356" x="3124200" y="4933950"/>
          <p14:tracePt t="68372" x="3130550" y="4933950"/>
          <p14:tracePt t="68397" x="3136900" y="4933950"/>
          <p14:tracePt t="68423" x="3143250" y="4940300"/>
          <p14:tracePt t="68439" x="3149600" y="4940300"/>
          <p14:tracePt t="68446" x="3149600" y="4946650"/>
          <p14:tracePt t="68462" x="3155950" y="4946650"/>
          <p14:tracePt t="68496" x="3162300" y="4946650"/>
          <p14:tracePt t="68576" x="3168650" y="4946650"/>
          <p14:tracePt t="68589" x="3175000" y="4946650"/>
          <p14:tracePt t="68607" x="3181350" y="4946650"/>
          <p14:tracePt t="68630" x="3187700" y="4946650"/>
          <p14:tracePt t="68663" x="3194050" y="4946650"/>
          <p14:tracePt t="68673" x="3200400" y="4946650"/>
          <p14:tracePt t="68704" x="3206750" y="4946650"/>
          <p14:tracePt t="68712" x="3206750" y="4940300"/>
          <p14:tracePt t="68737" x="3213100" y="4940300"/>
          <p14:tracePt t="68752" x="3219450" y="4933950"/>
          <p14:tracePt t="68761" x="3225800" y="4933950"/>
          <p14:tracePt t="68791" x="3232150" y="4933950"/>
          <p14:tracePt t="68817" x="3232150" y="4927600"/>
          <p14:tracePt t="68825" x="3238500" y="4927600"/>
          <p14:tracePt t="68842" x="3244850" y="4927600"/>
          <p14:tracePt t="68848" x="3251200" y="4921250"/>
          <p14:tracePt t="68862" x="3257550" y="4914900"/>
          <p14:tracePt t="68879" x="3263900" y="4908550"/>
          <p14:tracePt t="68896" x="3270250" y="4908550"/>
          <p14:tracePt t="68913" x="3276600" y="4895850"/>
          <p14:tracePt t="68946" x="3282950" y="4889500"/>
          <p14:tracePt t="68978" x="3289300" y="4889500"/>
          <p14:tracePt t="68994" x="3289300" y="4883150"/>
          <p14:tracePt t="69019" x="3289300" y="4876800"/>
          <p14:tracePt t="69029" x="3289300" y="4870450"/>
          <p14:tracePt t="69046" x="3289300" y="4864100"/>
          <p14:tracePt t="69049" x="3289300" y="4857750"/>
          <p14:tracePt t="69062" x="3289300" y="4851400"/>
          <p14:tracePt t="69079" x="3289300" y="4838700"/>
          <p14:tracePt t="69082" x="3295650" y="4826000"/>
          <p14:tracePt t="69096" x="3295650" y="4819650"/>
          <p14:tracePt t="69113" x="3295650" y="4800600"/>
          <p14:tracePt t="69129" x="3295650" y="4787900"/>
          <p14:tracePt t="69146" x="3295650" y="4775200"/>
          <p14:tracePt t="69162" x="3295650" y="4768850"/>
          <p14:tracePt t="69179" x="3295650" y="4762500"/>
          <p14:tracePt t="69197" x="3295650" y="4756150"/>
          <p14:tracePt t="69212" x="3295650" y="4749800"/>
          <p14:tracePt t="69229" x="3289300" y="4743450"/>
          <p14:tracePt t="69246" x="3282950" y="4737100"/>
          <p14:tracePt t="69263" x="3276600" y="4730750"/>
          <p14:tracePt t="69279" x="3276600" y="4724400"/>
          <p14:tracePt t="69296" x="3263900" y="4718050"/>
          <p14:tracePt t="69312" x="3257550" y="4711700"/>
          <p14:tracePt t="69329" x="3251200" y="4705350"/>
          <p14:tracePt t="69346" x="3238500" y="4699000"/>
          <p14:tracePt t="69350" x="3225800" y="4699000"/>
          <p14:tracePt t="69362" x="3219450" y="4692650"/>
          <p14:tracePt t="69379" x="3194050" y="4686300"/>
          <p14:tracePt t="69396" x="3187700" y="4686300"/>
          <p14:tracePt t="69412" x="3162300" y="4686300"/>
          <p14:tracePt t="69429" x="3155950" y="4686300"/>
          <p14:tracePt t="69446" x="3143250" y="4686300"/>
          <p14:tracePt t="69463" x="3136900" y="4686300"/>
          <p14:tracePt t="69479" x="3124200" y="4686300"/>
          <p14:tracePt t="69501" x="3111500" y="4686300"/>
          <p14:tracePt t="69526" x="3105150" y="4686300"/>
          <p14:tracePt t="69551" x="3098800" y="4686300"/>
          <p14:tracePt t="69568" x="3092450" y="4692650"/>
          <p14:tracePt t="69589" x="3086100" y="4699000"/>
          <p14:tracePt t="69599" x="3079750" y="4699000"/>
          <p14:tracePt t="69614" x="3079750" y="4705350"/>
          <p14:tracePt t="69622" x="3073400" y="4705350"/>
          <p14:tracePt t="69639" x="3073400" y="4711700"/>
          <p14:tracePt t="69646" x="3067050" y="4718050"/>
          <p14:tracePt t="69663" x="3060700" y="4724400"/>
          <p14:tracePt t="69686" x="3060700" y="4730750"/>
          <p14:tracePt t="69702" x="3054350" y="4730750"/>
          <p14:tracePt t="69712" x="3054350" y="4737100"/>
          <p14:tracePt t="69729" x="3054350" y="4743450"/>
          <p14:tracePt t="69746" x="3048000" y="4756150"/>
          <p14:tracePt t="69763" x="3048000" y="4768850"/>
          <p14:tracePt t="69768" x="3041650" y="4775200"/>
          <p14:tracePt t="69779" x="3035300" y="4787900"/>
          <p14:tracePt t="69796" x="3028950" y="4806950"/>
          <p14:tracePt t="69799" x="3028950" y="4819650"/>
          <p14:tracePt t="69812" x="3028950" y="4826000"/>
          <p14:tracePt t="69829" x="3022600" y="4845050"/>
          <p14:tracePt t="69846" x="3016250" y="4851400"/>
          <p14:tracePt t="69863" x="3016250" y="4876800"/>
          <p14:tracePt t="69879" x="3016250" y="4889500"/>
          <p14:tracePt t="69896" x="3009900" y="4895850"/>
          <p14:tracePt t="69912" x="3009900" y="4908550"/>
          <p14:tracePt t="69929" x="3009900" y="4914900"/>
          <p14:tracePt t="69946" x="3009900" y="4921250"/>
          <p14:tracePt t="69962" x="3009900" y="4927600"/>
          <p14:tracePt t="69988" x="3009900" y="4933950"/>
          <p14:tracePt t="70003" x="3009900" y="4940300"/>
          <p14:tracePt t="70026" x="3009900" y="4946650"/>
          <p14:tracePt t="70041" x="3016250" y="4953000"/>
          <p14:tracePt t="70065" x="3022600" y="4959350"/>
          <p14:tracePt t="70073" x="3028950" y="4965700"/>
          <p14:tracePt t="70081" x="3035300" y="4965700"/>
          <p14:tracePt t="70096" x="3035300" y="4972050"/>
          <p14:tracePt t="70100" x="3048000" y="4972050"/>
          <p14:tracePt t="70122" x="3054350" y="4978400"/>
          <p14:tracePt t="70131" x="3060700" y="4978400"/>
          <p14:tracePt t="70146" x="3067050" y="4984750"/>
          <p14:tracePt t="70162" x="3073400" y="4984750"/>
          <p14:tracePt t="70179" x="3086100" y="4984750"/>
          <p14:tracePt t="70196" x="3092450" y="4984750"/>
          <p14:tracePt t="70218" x="3098800" y="4984750"/>
          <p14:tracePt t="70235" x="3105150" y="4984750"/>
          <p14:tracePt t="70246" x="3111500" y="4991100"/>
          <p14:tracePt t="70268" x="3117850" y="4991100"/>
          <p14:tracePt t="70284" x="3124200" y="4991100"/>
          <p14:tracePt t="70307" x="3136900" y="4991100"/>
          <p14:tracePt t="70315" x="3143250" y="4991100"/>
          <p14:tracePt t="70329" x="3149600" y="4997450"/>
          <p14:tracePt t="70345" x="3155950" y="4997450"/>
          <p14:tracePt t="70363" x="3175000" y="4997450"/>
          <p14:tracePt t="70381" x="3181350" y="4997450"/>
          <p14:tracePt t="70396" x="3194050" y="4997450"/>
          <p14:tracePt t="70420" x="3200400" y="4997450"/>
          <p14:tracePt t="70443" x="3206750" y="4997450"/>
          <p14:tracePt t="70483" x="3213100" y="4997450"/>
          <p14:tracePt t="70517" x="3219450" y="4997450"/>
          <p14:tracePt t="70541" x="3225800" y="4997450"/>
          <p14:tracePt t="70549" x="3232150" y="4997450"/>
          <p14:tracePt t="70565" x="3238500" y="4997450"/>
          <p14:tracePt t="70581" x="3244850" y="4997450"/>
          <p14:tracePt t="70597" x="3251200" y="4997450"/>
          <p14:tracePt t="70612" x="3257550" y="4997450"/>
          <p14:tracePt t="70622" x="3263900" y="4997450"/>
          <p14:tracePt t="70639" x="3270250" y="4997450"/>
          <p14:tracePt t="70678" x="3276600" y="4997450"/>
          <p14:tracePt t="71226" x="3276600" y="5003800"/>
          <p14:tracePt t="71233" x="3282950" y="5003800"/>
          <p14:tracePt t="71246" x="3282950" y="5010150"/>
          <p14:tracePt t="71262" x="3289300" y="5016500"/>
          <p14:tracePt t="71282" x="3302000" y="5029200"/>
          <p14:tracePt t="71298" x="3314700" y="5035550"/>
          <p14:tracePt t="71318" x="3327400" y="5041900"/>
          <p14:tracePt t="71331" x="3340100" y="5048250"/>
          <p14:tracePt t="71350" x="3365500" y="5054600"/>
          <p14:tracePt t="71363" x="3378200" y="5054600"/>
          <p14:tracePt t="71379" x="3384550" y="5054600"/>
          <p14:tracePt t="71412" x="3390900" y="5054600"/>
          <p14:tracePt t="71467" x="3397250" y="5054600"/>
          <p14:tracePt t="71484" x="3403600" y="5054600"/>
          <p14:tracePt t="71499" x="3409950" y="5054600"/>
          <p14:tracePt t="71508" x="3416300" y="5048250"/>
          <p14:tracePt t="71515" x="3429000" y="5048250"/>
          <p14:tracePt t="71529" x="3435350" y="5041900"/>
          <p14:tracePt t="71545" x="3454400" y="5035550"/>
          <p14:tracePt t="71548" x="3460750" y="5035550"/>
          <p14:tracePt t="71562" x="3492500" y="5029200"/>
          <p14:tracePt t="71579" x="3511550" y="5022850"/>
          <p14:tracePt t="71596" x="3517900" y="5022850"/>
          <p14:tracePt t="71612" x="3543300" y="5022850"/>
          <p14:tracePt t="71629" x="3562350" y="5022850"/>
          <p14:tracePt t="71645" x="3581400" y="5022850"/>
          <p14:tracePt t="71662" x="3606800" y="5022850"/>
          <p14:tracePt t="71679" x="3644900" y="5029200"/>
          <p14:tracePt t="71695" x="3676650" y="5035550"/>
          <p14:tracePt t="71712" x="3689350" y="5035550"/>
          <p14:tracePt t="71729" x="3702050" y="5041900"/>
          <p14:tracePt t="71745" x="3708400" y="5048250"/>
          <p14:tracePt t="71762" x="3714750" y="5048250"/>
          <p14:tracePt t="71779" x="3721100" y="5048250"/>
          <p14:tracePt t="71781" x="3727450" y="5048250"/>
          <p14:tracePt t="71797" x="3733800" y="5048250"/>
          <p14:tracePt t="71813" x="3740150" y="5048250"/>
          <p14:tracePt t="71829" x="3752850" y="5048250"/>
          <p14:tracePt t="71845" x="3759200" y="5048250"/>
          <p14:tracePt t="71848" x="3765550" y="5048250"/>
          <p14:tracePt t="71862" x="3771900" y="5048250"/>
          <p14:tracePt t="71879" x="3790950" y="5048250"/>
          <p14:tracePt t="71895" x="3810000" y="5048250"/>
          <p14:tracePt t="71912" x="3829050" y="5048250"/>
          <p14:tracePt t="71929" x="3848100" y="5048250"/>
          <p14:tracePt t="71945" x="3873500" y="5041900"/>
          <p14:tracePt t="71962" x="3911600" y="5029200"/>
          <p14:tracePt t="71979" x="3949700" y="5016500"/>
          <p14:tracePt t="71983" x="3962400" y="5010150"/>
          <p14:tracePt t="71996" x="3968750" y="5003800"/>
          <p14:tracePt t="72012" x="4000500" y="4991100"/>
          <p14:tracePt t="72014" x="4006850" y="4978400"/>
          <p14:tracePt t="72028" x="4013200" y="4978400"/>
          <p14:tracePt t="72045" x="4025900" y="4965700"/>
          <p14:tracePt t="72062" x="4032250" y="4953000"/>
          <p14:tracePt t="72079" x="4044950" y="4933950"/>
          <p14:tracePt t="72095" x="4044950" y="4914900"/>
          <p14:tracePt t="72112" x="4051300" y="4895850"/>
          <p14:tracePt t="72129" x="4051300" y="4857750"/>
          <p14:tracePt t="72146" x="4051300" y="4826000"/>
          <p14:tracePt t="72162" x="4032250" y="4794250"/>
          <p14:tracePt t="72179" x="4013200" y="4768850"/>
          <p14:tracePt t="72196" x="3981450" y="4743450"/>
          <p14:tracePt t="72213" x="3956050" y="4730750"/>
          <p14:tracePt t="72218" x="3930650" y="4718050"/>
          <p14:tracePt t="72229" x="3917950" y="4718050"/>
          <p14:tracePt t="72246" x="3854450" y="4686300"/>
          <p14:tracePt t="72249" x="3835400" y="4686300"/>
          <p14:tracePt t="72263" x="3810000" y="4673600"/>
          <p14:tracePt t="72279" x="3708400" y="4635500"/>
          <p14:tracePt t="72282" x="3670300" y="4622800"/>
          <p14:tracePt t="72296" x="3556000" y="4578350"/>
          <p14:tracePt t="72313" x="3492500" y="4559300"/>
          <p14:tracePt t="72329" x="3378200" y="4527550"/>
          <p14:tracePt t="72346" x="3314700" y="4521200"/>
          <p14:tracePt t="72362" x="3219450" y="4502150"/>
          <p14:tracePt t="72379" x="3175000" y="4502150"/>
          <p14:tracePt t="72396" x="3111500" y="4495800"/>
          <p14:tracePt t="72412" x="3079750" y="4495800"/>
          <p14:tracePt t="72429" x="3060700" y="4495800"/>
          <p14:tracePt t="72446" x="3048000" y="4495800"/>
          <p14:tracePt t="72463" x="3041650" y="4495800"/>
          <p14:tracePt t="72479" x="3035300" y="4495800"/>
          <p14:tracePt t="72496" x="3022600" y="4502150"/>
          <p14:tracePt t="72513" x="2997200" y="4514850"/>
          <p14:tracePt t="72516" x="2984500" y="4521200"/>
          <p14:tracePt t="72529" x="2971800" y="4527550"/>
          <p14:tracePt t="72546" x="2933700" y="4546600"/>
          <p14:tracePt t="72548" x="2895600" y="4572000"/>
          <p14:tracePt t="72563" x="2876550" y="4584700"/>
          <p14:tracePt t="72579" x="2851150" y="4597400"/>
          <p14:tracePt t="72596" x="2844800" y="4603750"/>
          <p14:tracePt t="72612" x="2832100" y="4616450"/>
          <p14:tracePt t="72629" x="2825750" y="4622800"/>
          <p14:tracePt t="72662" x="2825750" y="4635500"/>
          <p14:tracePt t="72679" x="2819400" y="4654550"/>
          <p14:tracePt t="72696" x="2813050" y="4673600"/>
          <p14:tracePt t="72712" x="2813050" y="4692650"/>
          <p14:tracePt t="72717" x="2813050" y="4718050"/>
          <p14:tracePt t="72729" x="2813050" y="4730750"/>
          <p14:tracePt t="72746" x="2813050" y="4743450"/>
          <p14:tracePt t="72751" x="2813050" y="4749800"/>
          <p14:tracePt t="72762" x="2813050" y="4756150"/>
          <p14:tracePt t="72779" x="2819400" y="4781550"/>
          <p14:tracePt t="72783" x="2819400" y="4787900"/>
          <p14:tracePt t="72796" x="2825750" y="4794250"/>
          <p14:tracePt t="72813" x="2844800" y="4826000"/>
          <p14:tracePt t="72830" x="2851150" y="4838700"/>
          <p14:tracePt t="72846" x="2863850" y="4857750"/>
          <p14:tracePt t="72864" x="2876550" y="4876800"/>
          <p14:tracePt t="72879" x="2889250" y="4895850"/>
          <p14:tracePt t="72898" x="2901950" y="4914900"/>
          <p14:tracePt t="72901" x="2914650" y="4921250"/>
          <p14:tracePt t="72912" x="2914650" y="4927600"/>
          <p14:tracePt t="72930" x="2927350" y="4933950"/>
          <p14:tracePt t="72945" x="2933700" y="4940300"/>
          <p14:tracePt t="72963" x="2946400" y="4946650"/>
          <p14:tracePt t="72979" x="2952750" y="4953000"/>
          <p14:tracePt t="72997" x="2965450" y="4965700"/>
          <p14:tracePt t="73001" x="2965450" y="4972050"/>
          <p14:tracePt t="73012" x="2971800" y="4972050"/>
          <p14:tracePt t="73032" x="2997200" y="4984750"/>
          <p14:tracePt t="73046" x="2997200" y="4991100"/>
          <p14:tracePt t="73063" x="3028950" y="5003800"/>
          <p14:tracePt t="73079" x="3054350" y="5010150"/>
          <p14:tracePt t="73096" x="3079750" y="5022850"/>
          <p14:tracePt t="73112" x="3105150" y="5029200"/>
          <p14:tracePt t="73129" x="3143250" y="5035550"/>
          <p14:tracePt t="73146" x="3181350" y="5041900"/>
          <p14:tracePt t="73162" x="3219450" y="5048250"/>
          <p14:tracePt t="73167" x="3244850" y="5054600"/>
          <p14:tracePt t="73179" x="3251200" y="5054600"/>
          <p14:tracePt t="73196" x="3289300" y="5054600"/>
          <p14:tracePt t="73201" x="3314700" y="5054600"/>
          <p14:tracePt t="73212" x="3321050" y="5054600"/>
          <p14:tracePt t="73229" x="3365500" y="5060950"/>
          <p14:tracePt t="73233" x="3371850" y="5060950"/>
          <p14:tracePt t="73246" x="3384550" y="5060950"/>
          <p14:tracePt t="73262" x="3403600" y="5060950"/>
          <p14:tracePt t="73265" x="3416300" y="5060950"/>
          <p14:tracePt t="73279" x="3422650" y="5060950"/>
          <p14:tracePt t="73296" x="3435350" y="5060950"/>
          <p14:tracePt t="73299" x="3441700" y="5060950"/>
          <p14:tracePt t="73313" x="3454400" y="5060950"/>
          <p14:tracePt t="73329" x="3467100" y="5054600"/>
          <p14:tracePt t="73346" x="3479800" y="5054600"/>
          <p14:tracePt t="73362" x="3505200" y="5054600"/>
          <p14:tracePt t="73379" x="3524250" y="5054600"/>
          <p14:tracePt t="73396" x="3549650" y="5054600"/>
          <p14:tracePt t="73412" x="3587750" y="5054600"/>
          <p14:tracePt t="73429" x="3613150" y="5048250"/>
          <p14:tracePt t="73446" x="3644900" y="5048250"/>
          <p14:tracePt t="73462" x="3676650" y="5041900"/>
          <p14:tracePt t="73468" x="3689350" y="5035550"/>
          <p14:tracePt t="73479" x="3702050" y="5035550"/>
          <p14:tracePt t="73496" x="3714750" y="5035550"/>
          <p14:tracePt t="73502" x="3727450" y="5029200"/>
          <p14:tracePt t="73515" x="3733800" y="5029200"/>
          <p14:tracePt t="73532" x="3740150" y="5022850"/>
          <p14:tracePt t="73546" x="3746500" y="5022850"/>
          <p14:tracePt t="73563" x="3752850" y="5016500"/>
          <p14:tracePt t="73579" x="3759200" y="5016500"/>
          <p14:tracePt t="73596" x="3771900" y="5010150"/>
          <p14:tracePt t="73612" x="3790950" y="5003800"/>
          <p14:tracePt t="73629" x="3810000" y="4991100"/>
          <p14:tracePt t="73646" x="3829050" y="4984750"/>
          <p14:tracePt t="73662" x="3848100" y="4978400"/>
          <p14:tracePt t="73679" x="3867150" y="4965700"/>
          <p14:tracePt t="73696" x="3873500" y="4953000"/>
          <p14:tracePt t="73712" x="3886200" y="4946650"/>
          <p14:tracePt t="73730" x="3886200" y="4927600"/>
          <p14:tracePt t="73734" x="3892550" y="4921250"/>
          <p14:tracePt t="73746" x="3892550" y="4908550"/>
          <p14:tracePt t="73763" x="3892550" y="4902200"/>
          <p14:tracePt t="73765" x="3892550" y="4895850"/>
          <p14:tracePt t="73782" x="3892550" y="4889500"/>
          <p14:tracePt t="73796" x="3892550" y="4883150"/>
          <p14:tracePt t="73813" x="3892550" y="4851400"/>
          <p14:tracePt t="73829" x="3892550" y="4832350"/>
          <p14:tracePt t="73846" x="3892550" y="4813300"/>
          <p14:tracePt t="73862" x="3886200" y="4787900"/>
          <p14:tracePt t="73879" x="3879850" y="4775200"/>
          <p14:tracePt t="73896" x="3873500" y="4749800"/>
          <p14:tracePt t="73912" x="3854450" y="4724400"/>
          <p14:tracePt t="73929" x="3829050" y="4705350"/>
          <p14:tracePt t="73946" x="3797300" y="4686300"/>
          <p14:tracePt t="73962" x="3759200" y="4673600"/>
          <p14:tracePt t="73969" x="3746500" y="4667250"/>
          <p14:tracePt t="73979" x="3727450" y="4667250"/>
          <p14:tracePt t="73996" x="3670300" y="4654550"/>
          <p14:tracePt t="74001" x="3632200" y="4641850"/>
          <p14:tracePt t="74012" x="3600450" y="4635500"/>
          <p14:tracePt t="74029" x="3556000" y="4629150"/>
          <p14:tracePt t="74032" x="3517900" y="4622800"/>
          <p14:tracePt t="74046" x="3479800" y="4616450"/>
          <p14:tracePt t="74063" x="3397250" y="4616450"/>
          <p14:tracePt t="74079" x="3346450" y="4610100"/>
          <p14:tracePt t="74096" x="3289300" y="4610100"/>
          <p14:tracePt t="74112" x="3238500" y="4610100"/>
          <p14:tracePt t="74129" x="3181350" y="4610100"/>
          <p14:tracePt t="74146" x="3130550" y="4622800"/>
          <p14:tracePt t="74162" x="3073400" y="4641850"/>
          <p14:tracePt t="74179" x="3041650" y="4660900"/>
          <p14:tracePt t="74196" x="3009900" y="4673600"/>
          <p14:tracePt t="74201" x="3003550" y="4679950"/>
          <p14:tracePt t="74212" x="2997200" y="4692650"/>
          <p14:tracePt t="74229" x="2978150" y="4718050"/>
          <p14:tracePt t="74233" x="2971800" y="4724400"/>
          <p14:tracePt t="74246" x="2971800" y="4737100"/>
          <p14:tracePt t="74262" x="2965450" y="4749800"/>
          <p14:tracePt t="74279" x="2965450" y="4762500"/>
          <p14:tracePt t="74296" x="2959100" y="4768850"/>
          <p14:tracePt t="74300" x="2959100" y="4781550"/>
          <p14:tracePt t="74313" x="2959100" y="4794250"/>
          <p14:tracePt t="74329" x="2959100" y="4813300"/>
          <p14:tracePt t="74346" x="2965450" y="4845050"/>
          <p14:tracePt t="74362" x="2971800" y="4870450"/>
          <p14:tracePt t="74379" x="2978150" y="4889500"/>
          <p14:tracePt t="74396" x="2990850" y="4927600"/>
          <p14:tracePt t="74412" x="2997200" y="4933950"/>
          <p14:tracePt t="74429" x="3003550" y="4946650"/>
          <p14:tracePt t="74447" x="3003550" y="4953000"/>
          <p14:tracePt t="74451" x="3009900" y="4953000"/>
          <p14:tracePt t="74463" x="3009900" y="4959350"/>
          <p14:tracePt t="74481" x="3016250" y="4965700"/>
          <p14:tracePt t="74496" x="3028950" y="4972050"/>
          <p14:tracePt t="74514" x="3041650" y="4972050"/>
          <p14:tracePt t="74529" x="3048000" y="4978400"/>
          <p14:tracePt t="74549" x="3067050" y="4978400"/>
          <p14:tracePt t="74563" x="3079750" y="4984750"/>
          <p14:tracePt t="74581" x="3086100" y="4984750"/>
          <p14:tracePt t="74652" x="3092450" y="4984750"/>
          <p14:tracePt t="74668" x="3098800" y="4984750"/>
          <p14:tracePt t="74676" x="3105150" y="4984750"/>
          <p14:tracePt t="74684" x="3111500" y="4984750"/>
          <p14:tracePt t="74700" x="3117850" y="4984750"/>
          <p14:tracePt t="74713" x="3124200" y="4984750"/>
          <p14:tracePt t="74717" x="3136900" y="4984750"/>
          <p14:tracePt t="74729" x="3162300" y="4984750"/>
          <p14:tracePt t="74746" x="3175000" y="4984750"/>
          <p14:tracePt t="74749" x="3187700" y="4984750"/>
          <p14:tracePt t="74762" x="3219450" y="4984750"/>
          <p14:tracePt t="74779" x="3244850" y="4991100"/>
          <p14:tracePt t="74782" x="3257550" y="4991100"/>
          <p14:tracePt t="74796" x="3282950" y="4997450"/>
          <p14:tracePt t="74813" x="3314700" y="4997450"/>
          <p14:tracePt t="74829" x="3333750" y="4997450"/>
          <p14:tracePt t="74846" x="3346450" y="4997450"/>
          <p14:tracePt t="74863" x="3359150" y="4997450"/>
          <p14:tracePt t="74879" x="3371850" y="4997450"/>
          <p14:tracePt t="74896" x="3378200" y="4997450"/>
          <p14:tracePt t="74912" x="3390900" y="4991100"/>
          <p14:tracePt t="74929" x="3403600" y="4991100"/>
          <p14:tracePt t="74949" x="3409950" y="4991100"/>
          <p14:tracePt t="75120" x="3409950" y="4984750"/>
          <p14:tracePt t="75949" x="3409950" y="4978400"/>
          <p14:tracePt t="77144" x="3409950" y="4984750"/>
          <p14:tracePt t="77546" x="3409950" y="4991100"/>
          <p14:tracePt t="77563" x="3409950" y="4997450"/>
          <p14:tracePt t="77594" x="3409950" y="5003800"/>
          <p14:tracePt t="77788" x="3409950" y="4997450"/>
          <p14:tracePt t="77974" x="3409950" y="4991100"/>
          <p14:tracePt t="78384" x="3409950" y="4984750"/>
          <p14:tracePt t="78401" x="3409950" y="4972050"/>
          <p14:tracePt t="78415" x="3409950" y="4965700"/>
          <p14:tracePt t="78429" x="3409950" y="4959350"/>
          <p14:tracePt t="78446" x="3409950" y="4946650"/>
          <p14:tracePt t="78463" x="3409950" y="4940300"/>
          <p14:tracePt t="78496" x="3409950" y="4933950"/>
          <p14:tracePt t="79602" x="3409950" y="4940300"/>
          <p14:tracePt t="79626" x="3409950" y="4946650"/>
          <p14:tracePt t="79635" x="3416300" y="4946650"/>
          <p14:tracePt t="79646" x="3416300" y="4953000"/>
          <p14:tracePt t="79691" x="3416300" y="4959350"/>
          <p14:tracePt t="79707" x="3422650" y="4959350"/>
          <p14:tracePt t="79723" x="3429000" y="4959350"/>
          <p14:tracePt t="79730" x="3429000" y="4965700"/>
          <p14:tracePt t="79748" x="3435350" y="4965700"/>
          <p14:tracePt t="79766" x="3448050" y="4972050"/>
          <p14:tracePt t="79779" x="3454400" y="4972050"/>
          <p14:tracePt t="79796" x="3460750" y="4972050"/>
          <p14:tracePt t="79812" x="3467100" y="4978400"/>
          <p14:tracePt t="79829" x="3479800" y="4978400"/>
          <p14:tracePt t="79846" x="3492500" y="4984750"/>
          <p14:tracePt t="79863" x="3517900" y="4984750"/>
          <p14:tracePt t="79879" x="3556000" y="4997450"/>
          <p14:tracePt t="79896" x="3600450" y="5010150"/>
          <p14:tracePt t="79901" x="3619500" y="5010150"/>
          <p14:tracePt t="79912" x="3651250" y="5022850"/>
          <p14:tracePt t="79929" x="3714750" y="5041900"/>
          <p14:tracePt t="79932" x="3733800" y="5048250"/>
          <p14:tracePt t="79946" x="3759200" y="5048250"/>
          <p14:tracePt t="79963" x="3816350" y="5060950"/>
          <p14:tracePt t="79979" x="3841750" y="5067300"/>
          <p14:tracePt t="79996" x="3848100" y="5067300"/>
          <p14:tracePt t="80039" x="3848100" y="5073650"/>
          <p14:tracePt t="80047" x="3854450" y="5073650"/>
          <p14:tracePt t="80066" x="3854450" y="5080000"/>
          <p14:tracePt t="80079" x="3860800" y="5080000"/>
          <p14:tracePt t="80096" x="3886200" y="5086350"/>
          <p14:tracePt t="80113" x="3911600" y="5086350"/>
          <p14:tracePt t="80129" x="3937000" y="5080000"/>
          <p14:tracePt t="80134" x="3949700" y="5080000"/>
          <p14:tracePt t="80146" x="3962400" y="5067300"/>
          <p14:tracePt t="80162" x="3987800" y="5041900"/>
          <p14:tracePt t="80169" x="3994150" y="5041900"/>
          <p14:tracePt t="80173" x="4006850" y="5016500"/>
          <p14:tracePt t="80192" x="4019550" y="4997450"/>
          <p14:tracePt t="80199" x="4019550" y="4991100"/>
          <p14:tracePt t="80213" x="4019550" y="4972050"/>
          <p14:tracePt t="80229" x="4019550" y="4959350"/>
          <p14:tracePt t="80246" x="4000500" y="4914900"/>
          <p14:tracePt t="80263" x="3981450" y="4889500"/>
          <p14:tracePt t="80279" x="3917950" y="4826000"/>
          <p14:tracePt t="80296" x="3860800" y="4781550"/>
          <p14:tracePt t="80312" x="3784600" y="4724400"/>
          <p14:tracePt t="80329" x="3695700" y="4673600"/>
          <p14:tracePt t="80346" x="3625850" y="4635500"/>
          <p14:tracePt t="80363" x="3581400" y="4629150"/>
          <p14:tracePt t="80367" x="3556000" y="4622800"/>
          <p14:tracePt t="80379" x="3530600" y="4622800"/>
          <p14:tracePt t="80396" x="3511550" y="4622800"/>
          <p14:tracePt t="80400" x="3498850" y="4635500"/>
          <p14:tracePt t="80412" x="3479800" y="4660900"/>
          <p14:tracePt t="80429" x="3448050" y="4730750"/>
          <p14:tracePt t="80432" x="3441700" y="4762500"/>
          <p14:tracePt t="80446" x="3435350" y="4813300"/>
          <p14:tracePt t="80463" x="3435350" y="4857750"/>
          <p14:tracePt t="80479" x="3435350" y="4870450"/>
          <p14:tracePt t="80496" x="3435350" y="4876800"/>
          <p14:tracePt t="80578" x="3441700" y="4870450"/>
          <p14:tracePt t="80596" x="3441700" y="4864100"/>
          <p14:tracePt t="80613" x="3448050" y="4851400"/>
          <p14:tracePt t="80629" x="3448050" y="4832350"/>
          <p14:tracePt t="80633" x="3441700" y="4819650"/>
          <p14:tracePt t="80646" x="3435350" y="4806950"/>
          <p14:tracePt t="80663" x="3416300" y="4775200"/>
          <p14:tracePt t="80665" x="3390900" y="4756150"/>
          <p14:tracePt t="80679" x="3365500" y="4730750"/>
          <p14:tracePt t="80697" x="3263900" y="4673600"/>
          <p14:tracePt t="80713" x="3206750" y="4654550"/>
          <p14:tracePt t="80729" x="3155950" y="4648200"/>
          <p14:tracePt t="80746" x="3124200" y="4648200"/>
          <p14:tracePt t="80763" x="3111500" y="4654550"/>
          <p14:tracePt t="80779" x="3079750" y="4667250"/>
          <p14:tracePt t="80796" x="3067050" y="4692650"/>
          <p14:tracePt t="80813" x="3048000" y="4711700"/>
          <p14:tracePt t="80829" x="3035300" y="4718050"/>
          <p14:tracePt t="80846" x="3028950" y="4730750"/>
          <p14:tracePt t="80863" x="3016250" y="4737100"/>
          <p14:tracePt t="80868" x="3009900" y="4743450"/>
          <p14:tracePt t="80887" x="3003550" y="4756150"/>
          <p14:tracePt t="80896" x="3003550" y="4762500"/>
          <p14:tracePt t="80913" x="2990850" y="4781550"/>
          <p14:tracePt t="80929" x="2984500" y="4813300"/>
          <p14:tracePt t="80934" x="2984500" y="4826000"/>
          <p14:tracePt t="80946" x="2984500" y="4838700"/>
          <p14:tracePt t="80963" x="2984500" y="4883150"/>
          <p14:tracePt t="80979" x="2997200" y="4914900"/>
          <p14:tracePt t="80996" x="3009900" y="4927600"/>
          <p14:tracePt t="81012" x="3022600" y="4946650"/>
          <p14:tracePt t="81029" x="3028950" y="4953000"/>
          <p14:tracePt t="81046" x="3041650" y="4959350"/>
          <p14:tracePt t="81063" x="3048000" y="4965700"/>
          <p14:tracePt t="81069" x="3054350" y="4972050"/>
          <p14:tracePt t="81079" x="3060700" y="4972050"/>
          <p14:tracePt t="81096" x="3079750" y="4978400"/>
          <p14:tracePt t="81115" x="3143250" y="4997450"/>
          <p14:tracePt t="81118" x="3155950" y="4997450"/>
          <p14:tracePt t="81129" x="3187700" y="5003800"/>
          <p14:tracePt t="81148" x="3238500" y="5010150"/>
          <p14:tracePt t="81151" x="3257550" y="5016500"/>
          <p14:tracePt t="81163" x="3302000" y="5022850"/>
          <p14:tracePt t="81180" x="3352800" y="5029200"/>
          <p14:tracePt t="81184" x="3365500" y="5029200"/>
          <p14:tracePt t="81196" x="3384550" y="5035550"/>
          <p14:tracePt t="81214" x="3467100" y="5035550"/>
          <p14:tracePt t="81229" x="3498850" y="5035550"/>
          <p14:tracePt t="81247" x="3556000" y="5048250"/>
          <p14:tracePt t="81263" x="3587750" y="5054600"/>
          <p14:tracePt t="81279" x="3657600" y="5067300"/>
          <p14:tracePt t="81296" x="3752850" y="5080000"/>
          <p14:tracePt t="81313" x="3810000" y="5080000"/>
          <p14:tracePt t="81329" x="3892550" y="5092700"/>
          <p14:tracePt t="81346" x="3937000" y="5092700"/>
          <p14:tracePt t="81363" x="3968750" y="5099050"/>
          <p14:tracePt t="81379" x="4013200" y="5099050"/>
          <p14:tracePt t="81386" x="4019550" y="5099050"/>
          <p14:tracePt t="81396" x="4032250" y="5099050"/>
          <p14:tracePt t="81413" x="4044950" y="5099050"/>
          <p14:tracePt t="81415" x="4064000" y="5099050"/>
          <p14:tracePt t="81433" x="4076700" y="5092700"/>
          <p14:tracePt t="81446" x="4083050" y="5086350"/>
          <p14:tracePt t="81450" x="4089400" y="5086350"/>
          <p14:tracePt t="81463" x="4095750" y="5080000"/>
          <p14:tracePt t="81479" x="4108450" y="5067300"/>
          <p14:tracePt t="81496" x="4127500" y="5041900"/>
          <p14:tracePt t="81513" x="4133850" y="5035550"/>
          <p14:tracePt t="81529" x="4140200" y="5022850"/>
          <p14:tracePt t="81546" x="4140200" y="5016500"/>
          <p14:tracePt t="81563" x="4146550" y="5003800"/>
          <p14:tracePt t="81579" x="4159250" y="4991100"/>
          <p14:tracePt t="81583" x="4165600" y="4978400"/>
          <p14:tracePt t="81596" x="4165600" y="4959350"/>
          <p14:tracePt t="81613" x="4171950" y="4940300"/>
          <p14:tracePt t="81617" x="4178300" y="4933950"/>
          <p14:tracePt t="81629" x="4178300" y="4921250"/>
          <p14:tracePt t="81646" x="4171950" y="4895850"/>
          <p14:tracePt t="81649" x="4165600" y="4889500"/>
          <p14:tracePt t="81663" x="4159250" y="4876800"/>
          <p14:tracePt t="81679" x="4133850" y="4864100"/>
          <p14:tracePt t="81682" x="4114800" y="4851400"/>
          <p14:tracePt t="81696" x="4089400" y="4851400"/>
          <p14:tracePt t="81713" x="3987800" y="4819650"/>
          <p14:tracePt t="81729" x="3886200" y="4800600"/>
          <p14:tracePt t="81746" x="3790950" y="4787900"/>
          <p14:tracePt t="81763" x="3638550" y="4768850"/>
          <p14:tracePt t="81779" x="3549650" y="4756150"/>
          <p14:tracePt t="81796" x="3435350" y="4743450"/>
          <p14:tracePt t="81813" x="3371850" y="4730750"/>
          <p14:tracePt t="81829" x="3333750" y="4724400"/>
          <p14:tracePt t="81846" x="3302000" y="4724400"/>
          <p14:tracePt t="81851" x="3289300" y="4724400"/>
          <p14:tracePt t="81863" x="3270250" y="4724400"/>
          <p14:tracePt t="81879" x="3238500" y="4724400"/>
          <p14:tracePt t="81885" x="3219450" y="4724400"/>
          <p14:tracePt t="81896" x="3200400" y="4724400"/>
          <p14:tracePt t="81913" x="3175000" y="4730750"/>
          <p14:tracePt t="81916" x="3162300" y="4730750"/>
          <p14:tracePt t="81929" x="3149600" y="4737100"/>
          <p14:tracePt t="81947" x="3143250" y="4749800"/>
          <p14:tracePt t="81963" x="3136900" y="4749800"/>
          <p14:tracePt t="81979" x="3136900" y="4756150"/>
          <p14:tracePt t="81996" x="3136900" y="4768850"/>
          <p14:tracePt t="82012" x="3130550" y="4775200"/>
          <p14:tracePt t="82029" x="3130550" y="4787900"/>
          <p14:tracePt t="82046" x="3130550" y="4813300"/>
          <p14:tracePt t="82051" x="3130550" y="4826000"/>
          <p14:tracePt t="82080" x="3130550" y="4851400"/>
          <p14:tracePt t="82083" x="3136900" y="4870450"/>
          <p14:tracePt t="82096" x="3136900" y="4876800"/>
          <p14:tracePt t="82113" x="3149600" y="4895850"/>
          <p14:tracePt t="82129" x="3155950" y="4902200"/>
          <p14:tracePt t="82146" x="3168650" y="4908550"/>
          <p14:tracePt t="82152" x="3175000" y="4914900"/>
          <p14:tracePt t="82161" x="3187700" y="4914900"/>
          <p14:tracePt t="82167" x="3213100" y="4927600"/>
          <p14:tracePt t="82177" x="3225800" y="4927600"/>
          <p14:tracePt t="82183" x="3238500" y="4933950"/>
          <p14:tracePt t="82196" x="3257550" y="4933950"/>
          <p14:tracePt t="82213" x="3340100" y="4959350"/>
          <p14:tracePt t="82229" x="3390900" y="4965700"/>
          <p14:tracePt t="82246" x="3467100" y="4978400"/>
          <p14:tracePt t="82263" x="3511550" y="4984750"/>
          <p14:tracePt t="82279" x="3549650" y="4984750"/>
          <p14:tracePt t="82296" x="3606800" y="4991100"/>
          <p14:tracePt t="82313" x="3638550" y="4997450"/>
          <p14:tracePt t="82317" x="3657600" y="5003800"/>
          <p14:tracePt t="82329" x="3676650" y="5003800"/>
          <p14:tracePt t="82346" x="3721100" y="5003800"/>
          <p14:tracePt t="82350" x="3746500" y="5003800"/>
          <p14:tracePt t="82363" x="3771900" y="5003800"/>
          <p14:tracePt t="82379" x="3841750" y="5010150"/>
          <p14:tracePt t="82383" x="3917950" y="5010150"/>
          <p14:tracePt t="82396" x="3956050" y="5010150"/>
          <p14:tracePt t="82413" x="4032250" y="5010150"/>
          <p14:tracePt t="82429" x="4057650" y="5010150"/>
          <p14:tracePt t="82447" x="4127500" y="5010150"/>
          <p14:tracePt t="82463" x="4159250" y="5010150"/>
          <p14:tracePt t="82479" x="4184650" y="5010150"/>
          <p14:tracePt t="82496" x="4197350" y="5010150"/>
          <p14:tracePt t="82850" x="4197350" y="5003800"/>
          <p14:tracePt t="82858" x="4203700" y="5003800"/>
          <p14:tracePt t="82867" x="4203700" y="4997450"/>
          <p14:tracePt t="82879" x="4210050" y="4991100"/>
          <p14:tracePt t="82883" x="4210050" y="4984750"/>
          <p14:tracePt t="82896" x="4210050" y="4978400"/>
          <p14:tracePt t="82900" x="4216400" y="4972050"/>
          <p14:tracePt t="82913" x="4229100" y="4953000"/>
          <p14:tracePt t="82929" x="4241800" y="4927600"/>
          <p14:tracePt t="82946" x="4254500" y="4921250"/>
          <p14:tracePt t="82963" x="4273550" y="4876800"/>
          <p14:tracePt t="82979" x="4292600" y="4845050"/>
          <p14:tracePt t="82997" x="4305300" y="4819650"/>
          <p14:tracePt t="83012" x="4318000" y="4794250"/>
          <p14:tracePt t="83029" x="4337050" y="4762500"/>
          <p14:tracePt t="83046" x="4343400" y="4743450"/>
          <p14:tracePt t="83063" x="4356100" y="4724400"/>
          <p14:tracePt t="83079" x="4362450" y="4718050"/>
          <p14:tracePt t="83096" x="4362450" y="4711700"/>
          <p14:tracePt t="85712" x="4362450" y="4718050"/>
          <p14:tracePt t="88534" x="4362450" y="4724400"/>
          <p14:tracePt t="90290" x="4356100" y="4724400"/>
          <p14:tracePt t="90299" x="4349750" y="4724400"/>
          <p14:tracePt t="90307" x="4343400" y="4724400"/>
          <p14:tracePt t="90315" x="4337050" y="4724400"/>
          <p14:tracePt t="90330" x="4318000" y="4724400"/>
          <p14:tracePt t="90346" x="4305300" y="4718050"/>
          <p14:tracePt t="90363" x="4260850" y="4711700"/>
          <p14:tracePt t="90379" x="4235450" y="4705350"/>
          <p14:tracePt t="90396" x="4210050" y="4705350"/>
          <p14:tracePt t="90413" x="4184650" y="4705350"/>
          <p14:tracePt t="90430" x="4152900" y="4705350"/>
          <p14:tracePt t="90446" x="4114800" y="4705350"/>
          <p14:tracePt t="90463" x="4044950" y="4705350"/>
          <p14:tracePt t="90479" x="3975100" y="4705350"/>
          <p14:tracePt t="90496" x="3879850" y="4705350"/>
          <p14:tracePt t="90501" x="3841750" y="4705350"/>
          <p14:tracePt t="90513" x="3790950" y="4705350"/>
          <p14:tracePt t="90529" x="3695700" y="4692650"/>
          <p14:tracePt t="90533" x="3676650" y="4686300"/>
          <p14:tracePt t="90547" x="3657600" y="4686300"/>
          <p14:tracePt t="90563" x="3651250" y="4686300"/>
          <p14:tracePt t="90686" x="3651250" y="4679950"/>
          <p14:tracePt t="90703" x="3651250" y="4673600"/>
          <p14:tracePt t="90711" x="3644900" y="4673600"/>
          <p14:tracePt t="90721" x="3638550" y="4673600"/>
          <p14:tracePt t="90734" x="3632200" y="4673600"/>
          <p14:tracePt t="90751" x="3625850" y="4673600"/>
          <p14:tracePt t="90763" x="3619500" y="4673600"/>
          <p14:tracePt t="90780" x="3613150" y="4673600"/>
          <p14:tracePt t="90785" x="3606800" y="4679950"/>
          <p14:tracePt t="90796" x="3600450" y="4686300"/>
          <p14:tracePt t="90813" x="3581400" y="4718050"/>
          <p14:tracePt t="90829" x="3568700" y="4730750"/>
          <p14:tracePt t="90846" x="3556000" y="4749800"/>
          <p14:tracePt t="90863" x="3556000" y="4756150"/>
          <p14:tracePt t="90879" x="3556000" y="4762500"/>
          <p14:tracePt t="90896" x="3549650" y="4768850"/>
          <p14:tracePt t="90913" x="3549650" y="4794250"/>
          <p14:tracePt t="90929" x="3549650" y="4806950"/>
          <p14:tracePt t="90948" x="3549650" y="4819650"/>
          <p14:tracePt t="90952" x="3549650" y="4826000"/>
          <p14:tracePt t="90963" x="3549650" y="4838700"/>
          <p14:tracePt t="90981" x="3556000" y="4857750"/>
          <p14:tracePt t="90987" x="3562350" y="4864100"/>
          <p14:tracePt t="90994" x="3568700" y="4870450"/>
          <p14:tracePt t="91000" x="3575050" y="4883150"/>
          <p14:tracePt t="91014" x="3594100" y="4889500"/>
          <p14:tracePt t="91017" x="3606800" y="4895850"/>
          <p14:tracePt t="91029" x="3613150" y="4902200"/>
          <p14:tracePt t="91049" x="3632200" y="4902200"/>
          <p14:tracePt t="91063" x="3657600" y="4902200"/>
          <p14:tracePt t="91080" x="3670300" y="4902200"/>
          <p14:tracePt t="91096" x="3702050" y="4876800"/>
          <p14:tracePt t="91114" x="3733800" y="4832350"/>
          <p14:tracePt t="91130" x="3759200" y="4800600"/>
          <p14:tracePt t="91148" x="3771900" y="4762500"/>
          <p14:tracePt t="91163" x="3784600" y="4724400"/>
          <p14:tracePt t="91179" x="3784600" y="4711700"/>
          <p14:tracePt t="91196" x="3784600" y="4705350"/>
          <p14:tracePt t="91229" x="3778250" y="4705350"/>
          <p14:tracePt t="91246" x="3759200" y="4705350"/>
          <p14:tracePt t="91263" x="3740150" y="4705350"/>
          <p14:tracePt t="91280" x="3714750" y="4705350"/>
          <p14:tracePt t="91283" x="3708400" y="4705350"/>
          <p14:tracePt t="91296" x="3702050" y="4711700"/>
          <p14:tracePt t="91313" x="3683000" y="4711700"/>
          <p14:tracePt t="91331" x="3683000" y="4718050"/>
          <p14:tracePt t="91370" x="3683000" y="4724400"/>
          <p14:tracePt t="91394" x="3683000" y="4730750"/>
          <p14:tracePt t="91406" x="3689350" y="4730750"/>
          <p14:tracePt t="91413" x="3695700" y="4730750"/>
          <p14:tracePt t="91430" x="3721100" y="4737100"/>
          <p14:tracePt t="91446" x="3759200" y="4737100"/>
          <p14:tracePt t="91463" x="3784600" y="4737100"/>
          <p14:tracePt t="91480" x="3803650" y="4730750"/>
          <p14:tracePt t="91484" x="3810000" y="4724400"/>
          <p14:tracePt t="91496" x="3816350" y="4724400"/>
          <p14:tracePt t="91513" x="3822700" y="4718050"/>
          <p14:tracePt t="91516" x="3822700" y="4711700"/>
          <p14:tracePt t="91596" x="3810000" y="4718050"/>
          <p14:tracePt t="91605" x="3797300" y="4724400"/>
          <p14:tracePt t="91613" x="3778250" y="4737100"/>
          <p14:tracePt t="91630" x="3727450" y="4756150"/>
          <p14:tracePt t="91646" x="3689350" y="4768850"/>
          <p14:tracePt t="91652" x="3663950" y="4781550"/>
          <p14:tracePt t="91663" x="3644900" y="4787900"/>
          <p14:tracePt t="91680" x="3632200" y="4794250"/>
          <p14:tracePt t="91944" x="3644900" y="4787900"/>
          <p14:tracePt t="91963" x="3657600" y="4781550"/>
          <p14:tracePt t="91980" x="3670300" y="4775200"/>
          <p14:tracePt t="91985" x="3683000" y="4768850"/>
          <p14:tracePt t="91994" x="3689350" y="4762500"/>
          <p14:tracePt t="92001" x="3695700" y="4762500"/>
          <p14:tracePt t="92013" x="3702050" y="4762500"/>
          <p14:tracePt t="92016" x="3714750" y="4756150"/>
          <p14:tracePt t="92031" x="3727450" y="4756150"/>
          <p14:tracePt t="92046" x="3733800" y="4756150"/>
          <p14:tracePt t="92049" x="3740150" y="4756150"/>
          <p14:tracePt t="92063" x="3746500" y="4749800"/>
          <p14:tracePt t="92080" x="3752850" y="4749800"/>
          <p14:tracePt t="92096" x="3759200" y="4743450"/>
          <p14:tracePt t="92113" x="3765550" y="4743450"/>
          <p14:tracePt t="92130" x="3778250" y="4743450"/>
          <p14:tracePt t="92146" x="3790950" y="4737100"/>
          <p14:tracePt t="92163" x="3803650" y="4724400"/>
          <p14:tracePt t="92180" x="3835400" y="4711700"/>
          <p14:tracePt t="92183" x="3848100" y="4705350"/>
          <p14:tracePt t="92196" x="3854450" y="4705350"/>
          <p14:tracePt t="92213" x="3892550" y="4686300"/>
          <p14:tracePt t="92230" x="3917950" y="4667250"/>
          <p14:tracePt t="92247" x="3956050" y="4641850"/>
          <p14:tracePt t="92251" x="3962400" y="4641850"/>
          <p14:tracePt t="92263" x="3981450" y="4629150"/>
          <p14:tracePt t="92280" x="4013200" y="4610100"/>
          <p14:tracePt t="92283" x="4032250" y="4597400"/>
          <p14:tracePt t="92296" x="4038600" y="4591050"/>
          <p14:tracePt t="92313" x="4076700" y="4565650"/>
          <p14:tracePt t="92329" x="4095750" y="4552950"/>
          <p14:tracePt t="92346" x="4102100" y="4546600"/>
          <p14:tracePt t="92363" x="4114800" y="4540250"/>
          <p14:tracePt t="92379" x="4114800" y="4533900"/>
          <p14:tracePt t="92396" x="4121150" y="4533900"/>
          <p14:tracePt t="94467" x="0" y="0"/>
        </p14:tracePtLst>
      </p14:laserTraceLst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5374"/>
            <a:ext cx="10515600" cy="482011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Simple type with two possible values: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and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nl-BE" dirty="0"/>
              <a:t>   (</a:t>
            </a:r>
            <a:r>
              <a:rPr lang="nl-BE" dirty="0" err="1"/>
              <a:t>capital</a:t>
            </a:r>
            <a:r>
              <a:rPr lang="nl-BE" dirty="0"/>
              <a:t> T </a:t>
            </a:r>
            <a:r>
              <a:rPr lang="nl-BE" dirty="0" err="1"/>
              <a:t>and</a:t>
            </a:r>
            <a:r>
              <a:rPr lang="nl-BE" dirty="0"/>
              <a:t> F!)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result = (4 &lt; 5)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type(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result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Booleans can be constructed using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bool()</a:t>
            </a:r>
            <a:r>
              <a:rPr lang="en-US" dirty="0"/>
              <a:t> object constructor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print(bool(''))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print(bool(' '))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print(bool(None))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20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950"/>
    </mc:Choice>
    <mc:Fallback xmlns="">
      <p:transition spd="slow" advTm="95950"/>
    </mc:Fallback>
  </mc:AlternateContent>
  <p:extLst>
    <p:ext uri="{3A86A75C-4F4B-4683-9AE1-C65F6400EC91}">
      <p14:laserTraceLst xmlns:p14="http://schemas.microsoft.com/office/powerpoint/2010/main">
        <p14:tracePtLst>
          <p14:tracePt t="35875" x="4438650" y="2114550"/>
          <p14:tracePt t="35993" x="4432300" y="2114550"/>
          <p14:tracePt t="36018" x="4425950" y="2114550"/>
          <p14:tracePt t="36026" x="4419600" y="2108200"/>
          <p14:tracePt t="36034" x="4413250" y="2108200"/>
          <p14:tracePt t="36047" x="4400550" y="2108200"/>
          <p14:tracePt t="36064" x="4375150" y="2108200"/>
          <p14:tracePt t="36068" x="4368800" y="2108200"/>
          <p14:tracePt t="36081" x="4343400" y="2101850"/>
          <p14:tracePt t="36097" x="4330700" y="2101850"/>
          <p14:tracePt t="36114" x="4311650" y="2101850"/>
          <p14:tracePt t="36131" x="4305300" y="2101850"/>
          <p14:tracePt t="36147" x="4286250" y="2101850"/>
          <p14:tracePt t="36164" x="4273550" y="2108200"/>
          <p14:tracePt t="36171" x="4267200" y="2114550"/>
          <p14:tracePt t="36181" x="4254500" y="2127250"/>
          <p14:tracePt t="36197" x="4235450" y="2139950"/>
          <p14:tracePt t="36214" x="4216400" y="2159000"/>
          <p14:tracePt t="36231" x="4197350" y="2178050"/>
          <p14:tracePt t="36237" x="4191000" y="2184400"/>
          <p14:tracePt t="36247" x="4184650" y="2184400"/>
          <p14:tracePt t="36264" x="4178300" y="2197100"/>
          <p14:tracePt t="36268" x="4171950" y="2203450"/>
          <p14:tracePt t="36285" x="4165600" y="2216150"/>
          <p14:tracePt t="36300" x="4165600" y="2222500"/>
          <p14:tracePt t="36316" x="4159250" y="2228850"/>
          <p14:tracePt t="36331" x="4152900" y="2241550"/>
          <p14:tracePt t="36347" x="4146550" y="2254250"/>
          <p14:tracePt t="36364" x="4140200" y="2266950"/>
          <p14:tracePt t="36381" x="4133850" y="2286000"/>
          <p14:tracePt t="36397" x="4127500" y="2305050"/>
          <p14:tracePt t="36414" x="4121150" y="2317750"/>
          <p14:tracePt t="36431" x="4108450" y="2349500"/>
          <p14:tracePt t="36436" x="4108450" y="2362200"/>
          <p14:tracePt t="36448" x="4102100" y="2368550"/>
          <p14:tracePt t="36464" x="4102100" y="2393950"/>
          <p14:tracePt t="36481" x="4102100" y="2419350"/>
          <p14:tracePt t="36498" x="4102100" y="2438400"/>
          <p14:tracePt t="36502" x="4102100" y="2444750"/>
          <p14:tracePt t="36514" x="4102100" y="2451100"/>
          <p14:tracePt t="36531" x="4102100" y="2463800"/>
          <p14:tracePt t="36536" x="4102100" y="2470150"/>
          <p14:tracePt t="36548" x="4102100" y="2476500"/>
          <p14:tracePt t="36564" x="4102100" y="2482850"/>
          <p14:tracePt t="36568" x="4102100" y="2489200"/>
          <p14:tracePt t="36581" x="4108450" y="2501900"/>
          <p14:tracePt t="36597" x="4114800" y="2508250"/>
          <p14:tracePt t="36614" x="4121150" y="2520950"/>
          <p14:tracePt t="36631" x="4121150" y="2527300"/>
          <p14:tracePt t="36647" x="4133850" y="2533650"/>
          <p14:tracePt t="36665" x="4140200" y="2546350"/>
          <p14:tracePt t="36681" x="4159250" y="2559050"/>
          <p14:tracePt t="36697" x="4178300" y="2571750"/>
          <p14:tracePt t="36714" x="4197350" y="2590800"/>
          <p14:tracePt t="36731" x="4210050" y="2597150"/>
          <p14:tracePt t="36748" x="4241800" y="2616200"/>
          <p14:tracePt t="36764" x="4279900" y="2641600"/>
          <p14:tracePt t="36768" x="4305300" y="2647950"/>
          <p14:tracePt t="36786" x="4330700" y="2660650"/>
          <p14:tracePt t="36797" x="4356100" y="2679700"/>
          <p14:tracePt t="36814" x="4406900" y="2698750"/>
          <p14:tracePt t="36831" x="4451350" y="2717800"/>
          <p14:tracePt t="36848" x="4483100" y="2730500"/>
          <p14:tracePt t="36864" x="4521200" y="2743200"/>
          <p14:tracePt t="36881" x="4533900" y="2743200"/>
          <p14:tracePt t="36897" x="4572000" y="2743200"/>
          <p14:tracePt t="36917" x="4591050" y="2743200"/>
          <p14:tracePt t="36920" x="4610100" y="2743200"/>
          <p14:tracePt t="36931" x="4629150" y="2743200"/>
          <p14:tracePt t="36948" x="4667250" y="2743200"/>
          <p14:tracePt t="36964" x="4692650" y="2743200"/>
          <p14:tracePt t="36982" x="4749800" y="2736850"/>
          <p14:tracePt t="36985" x="4775200" y="2736850"/>
          <p14:tracePt t="36997" x="4806950" y="2730500"/>
          <p14:tracePt t="37014" x="4851400" y="2730500"/>
          <p14:tracePt t="37018" x="4876800" y="2730500"/>
          <p14:tracePt t="37031" x="4895850" y="2730500"/>
          <p14:tracePt t="37048" x="4940300" y="2730500"/>
          <p14:tracePt t="37051" x="4965700" y="2730500"/>
          <p14:tracePt t="37064" x="4991100" y="2730500"/>
          <p14:tracePt t="37082" x="5111750" y="2730500"/>
          <p14:tracePt t="37098" x="5168900" y="2730500"/>
          <p14:tracePt t="37114" x="5219700" y="2724150"/>
          <p14:tracePt t="37131" x="5264150" y="2717800"/>
          <p14:tracePt t="37147" x="5308600" y="2711450"/>
          <p14:tracePt t="37164" x="5359400" y="2705100"/>
          <p14:tracePt t="37181" x="5397500" y="2692400"/>
          <p14:tracePt t="37186" x="5448300" y="2679700"/>
          <p14:tracePt t="37197" x="5467350" y="2673350"/>
          <p14:tracePt t="37214" x="5511800" y="2660650"/>
          <p14:tracePt t="37218" x="5537200" y="2654300"/>
          <p14:tracePt t="37231" x="5562600" y="2647950"/>
          <p14:tracePt t="37248" x="5619750" y="2635250"/>
          <p14:tracePt t="37251" x="5645150" y="2628900"/>
          <p14:tracePt t="37264" x="5670550" y="2622550"/>
          <p14:tracePt t="37281" x="5708650" y="2609850"/>
          <p14:tracePt t="37286" x="5721350" y="2603500"/>
          <p14:tracePt t="37298" x="5734050" y="2597150"/>
          <p14:tracePt t="37314" x="5746750" y="2578100"/>
          <p14:tracePt t="37318" x="5753100" y="2578100"/>
          <p14:tracePt t="37331" x="5759450" y="2565400"/>
          <p14:tracePt t="37347" x="5772150" y="2552700"/>
          <p14:tracePt t="37364" x="5772150" y="2533650"/>
          <p14:tracePt t="37381" x="5772150" y="2514600"/>
          <p14:tracePt t="37397" x="5772150" y="2495550"/>
          <p14:tracePt t="37414" x="5772150" y="2476500"/>
          <p14:tracePt t="37423" x="5772150" y="2470150"/>
          <p14:tracePt t="37431" x="5765800" y="2457450"/>
          <p14:tracePt t="37447" x="5759450" y="2438400"/>
          <p14:tracePt t="37454" x="5753100" y="2432050"/>
          <p14:tracePt t="37468" x="5746750" y="2419350"/>
          <p14:tracePt t="37481" x="5746750" y="2413000"/>
          <p14:tracePt t="37485" x="5734050" y="2400300"/>
          <p14:tracePt t="37497" x="5727700" y="2400300"/>
          <p14:tracePt t="37514" x="5702300" y="2374900"/>
          <p14:tracePt t="37518" x="5695950" y="2368550"/>
          <p14:tracePt t="37531" x="5683250" y="2362200"/>
          <p14:tracePt t="37548" x="5651500" y="2343150"/>
          <p14:tracePt t="37551" x="5638800" y="2330450"/>
          <p14:tracePt t="37564" x="5626100" y="2324100"/>
          <p14:tracePt t="37581" x="5562600" y="2298700"/>
          <p14:tracePt t="37598" x="5530850" y="2279650"/>
          <p14:tracePt t="37614" x="5461000" y="2254250"/>
          <p14:tracePt t="37631" x="5422900" y="2228850"/>
          <p14:tracePt t="37648" x="5340350" y="2190750"/>
          <p14:tracePt t="37664" x="5289550" y="2171700"/>
          <p14:tracePt t="37681" x="5245100" y="2152650"/>
          <p14:tracePt t="37686" x="5226050" y="2146300"/>
          <p14:tracePt t="37697" x="5200650" y="2139950"/>
          <p14:tracePt t="37714" x="5137150" y="2120900"/>
          <p14:tracePt t="37720" x="5124450" y="2114550"/>
          <p14:tracePt t="37731" x="5105400" y="2101850"/>
          <p14:tracePt t="37748" x="5073650" y="2095500"/>
          <p14:tracePt t="37751" x="5054600" y="2095500"/>
          <p14:tracePt t="37766" x="5016500" y="2089150"/>
          <p14:tracePt t="37781" x="4997450" y="2089150"/>
          <p14:tracePt t="37787" x="4978400" y="2089150"/>
          <p14:tracePt t="37798" x="4959350" y="2082800"/>
          <p14:tracePt t="37814" x="4927600" y="2082800"/>
          <p14:tracePt t="37818" x="4883150" y="2082800"/>
          <p14:tracePt t="37831" x="4845050" y="2082800"/>
          <p14:tracePt t="37847" x="4800600" y="2076450"/>
          <p14:tracePt t="37864" x="4737100" y="2076450"/>
          <p14:tracePt t="37881" x="4667250" y="2082800"/>
          <p14:tracePt t="37898" x="4591050" y="2089150"/>
          <p14:tracePt t="37914" x="4514850" y="2108200"/>
          <p14:tracePt t="37931" x="4457700" y="2127250"/>
          <p14:tracePt t="37948" x="4413250" y="2133600"/>
          <p14:tracePt t="37952" x="4394200" y="2139950"/>
          <p14:tracePt t="37964" x="4375150" y="2146300"/>
          <p14:tracePt t="37981" x="4330700" y="2159000"/>
          <p14:tracePt t="37984" x="4305300" y="2171700"/>
          <p14:tracePt t="38001" x="4286250" y="2184400"/>
          <p14:tracePt t="38014" x="4254500" y="2197100"/>
          <p14:tracePt t="38032" x="4165600" y="2235200"/>
          <p14:tracePt t="38048" x="4140200" y="2254250"/>
          <p14:tracePt t="38064" x="4083050" y="2279650"/>
          <p14:tracePt t="38067" x="4057650" y="2292350"/>
          <p14:tracePt t="38081" x="4038600" y="2305050"/>
          <p14:tracePt t="38097" x="4013200" y="2324100"/>
          <p14:tracePt t="38114" x="4006850" y="2336800"/>
          <p14:tracePt t="38131" x="3994150" y="2355850"/>
          <p14:tracePt t="38148" x="3981450" y="2374900"/>
          <p14:tracePt t="38164" x="3975100" y="2413000"/>
          <p14:tracePt t="38181" x="3968750" y="2451100"/>
          <p14:tracePt t="38185" x="3962400" y="2470150"/>
          <p14:tracePt t="38198" x="3962400" y="2482850"/>
          <p14:tracePt t="38214" x="3962400" y="2520950"/>
          <p14:tracePt t="38220" x="3962400" y="2533650"/>
          <p14:tracePt t="38231" x="3962400" y="2546350"/>
          <p14:tracePt t="38248" x="3962400" y="2578100"/>
          <p14:tracePt t="38251" x="3962400" y="2590800"/>
          <p14:tracePt t="38264" x="3975100" y="2616200"/>
          <p14:tracePt t="38281" x="3994150" y="2654300"/>
          <p14:tracePt t="38298" x="4025900" y="2667000"/>
          <p14:tracePt t="38314" x="4032250" y="2673350"/>
          <p14:tracePt t="38318" x="4044950" y="2679700"/>
          <p14:tracePt t="38331" x="4076700" y="2686050"/>
          <p14:tracePt t="38347" x="4095750" y="2686050"/>
          <p14:tracePt t="38364" x="4121150" y="2686050"/>
          <p14:tracePt t="38381" x="4133850" y="2692400"/>
          <p14:tracePt t="38397" x="4140200" y="2692400"/>
          <p14:tracePt t="38687" x="4146550" y="2692400"/>
          <p14:tracePt t="38775" x="4152900" y="2692400"/>
          <p14:tracePt t="39815" x="4159250" y="2692400"/>
          <p14:tracePt t="40242" x="4165600" y="2686050"/>
          <p14:tracePt t="41074" x="4159250" y="2686050"/>
          <p14:tracePt t="41089" x="4152900" y="2686050"/>
          <p14:tracePt t="41107" x="4146550" y="2686050"/>
          <p14:tracePt t="41112" x="4140200" y="2686050"/>
          <p14:tracePt t="41121" x="4133850" y="2686050"/>
          <p14:tracePt t="41131" x="4127500" y="2692400"/>
          <p14:tracePt t="41147" x="4114800" y="2698750"/>
          <p14:tracePt t="41164" x="4108450" y="2698750"/>
          <p14:tracePt t="41181" x="4095750" y="2698750"/>
          <p14:tracePt t="41198" x="4089400" y="2705100"/>
          <p14:tracePt t="41214" x="4083050" y="2705100"/>
          <p14:tracePt t="41231" x="4076700" y="2705100"/>
          <p14:tracePt t="41347" x="4083050" y="2705100"/>
          <p14:tracePt t="41354" x="4102100" y="2692400"/>
          <p14:tracePt t="41372" x="4121150" y="2679700"/>
          <p14:tracePt t="41381" x="4127500" y="2679700"/>
          <p14:tracePt t="41398" x="4152900" y="2660650"/>
          <p14:tracePt t="41414" x="4171950" y="2654300"/>
          <p14:tracePt t="41421" x="4191000" y="2641600"/>
          <p14:tracePt t="41426" x="4203700" y="2641600"/>
          <p14:tracePt t="41448" x="4248150" y="2622550"/>
          <p14:tracePt t="41452" x="4298950" y="2609850"/>
          <p14:tracePt t="41464" x="4311650" y="2603500"/>
          <p14:tracePt t="41481" x="4394200" y="2578100"/>
          <p14:tracePt t="41498" x="4445000" y="2571750"/>
          <p14:tracePt t="41515" x="4457700" y="2571750"/>
          <p14:tracePt t="41518" x="4464050" y="2571750"/>
          <p14:tracePt t="41531" x="4470400" y="2571750"/>
          <p14:tracePt t="41548" x="4483100" y="2571750"/>
          <p14:tracePt t="41573" x="4489450" y="2565400"/>
          <p14:tracePt t="41581" x="4495800" y="2565400"/>
          <p14:tracePt t="41598" x="4508500" y="2559050"/>
          <p14:tracePt t="41614" x="4533900" y="2552700"/>
          <p14:tracePt t="41631" x="4565650" y="2546350"/>
          <p14:tracePt t="41648" x="4622800" y="2520950"/>
          <p14:tracePt t="41653" x="4635500" y="2514600"/>
          <p14:tracePt t="41664" x="4660900" y="2514600"/>
          <p14:tracePt t="41681" x="4679950" y="2508250"/>
          <p14:tracePt t="41686" x="4686300" y="2501900"/>
          <p14:tracePt t="41697" x="4692650" y="2501900"/>
          <p14:tracePt t="41886" x="4686300" y="2501900"/>
          <p14:tracePt t="42000" x="4686300" y="2495550"/>
          <p14:tracePt t="42015" x="4686300" y="2482850"/>
          <p14:tracePt t="42025" x="4686300" y="2476500"/>
          <p14:tracePt t="42031" x="4686300" y="2470150"/>
          <p14:tracePt t="42048" x="4686300" y="2451100"/>
          <p14:tracePt t="42064" x="4679950" y="2432050"/>
          <p14:tracePt t="42081" x="4673600" y="2413000"/>
          <p14:tracePt t="42098" x="4667250" y="2393950"/>
          <p14:tracePt t="42114" x="4660900" y="2374900"/>
          <p14:tracePt t="42131" x="4654550" y="2362200"/>
          <p14:tracePt t="42136" x="4654550" y="2355850"/>
          <p14:tracePt t="42164" x="4648200" y="2343150"/>
          <p14:tracePt t="42181" x="4641850" y="2336800"/>
          <p14:tracePt t="42198" x="4641850" y="2330450"/>
          <p14:tracePt t="42214" x="4635500" y="2324100"/>
          <p14:tracePt t="42231" x="4629150" y="2311400"/>
          <p14:tracePt t="42250" x="4622800" y="2305050"/>
          <p14:tracePt t="42265" x="4616450" y="2286000"/>
          <p14:tracePt t="42281" x="4603750" y="2273300"/>
          <p14:tracePt t="42298" x="4597400" y="2260600"/>
          <p14:tracePt t="42316" x="4591050" y="2247900"/>
          <p14:tracePt t="42331" x="4578350" y="2235200"/>
          <p14:tracePt t="42348" x="4578350" y="2228850"/>
          <p14:tracePt t="42364" x="4572000" y="2222500"/>
          <p14:tracePt t="42381" x="4565650" y="2222500"/>
          <p14:tracePt t="42398" x="4559300" y="2216150"/>
          <p14:tracePt t="42404" x="4559300" y="2209800"/>
          <p14:tracePt t="42414" x="4552950" y="2209800"/>
          <p14:tracePt t="42431" x="4552950" y="2203450"/>
          <p14:tracePt t="42434" x="4546600" y="2203450"/>
          <p14:tracePt t="42447" x="4546600" y="2197100"/>
          <p14:tracePt t="42464" x="4533900" y="2184400"/>
          <p14:tracePt t="42481" x="4521200" y="2171700"/>
          <p14:tracePt t="42497" x="4514850" y="2165350"/>
          <p14:tracePt t="42514" x="4508500" y="2159000"/>
          <p14:tracePt t="42531" x="4495800" y="2152650"/>
          <p14:tracePt t="42548" x="4483100" y="2146300"/>
          <p14:tracePt t="42564" x="4476750" y="2146300"/>
          <p14:tracePt t="42571" x="4470400" y="2146300"/>
          <p14:tracePt t="42581" x="4464050" y="2139950"/>
          <p14:tracePt t="42598" x="4451350" y="2133600"/>
          <p14:tracePt t="42614" x="4432300" y="2127250"/>
          <p14:tracePt t="42631" x="4413250" y="2120900"/>
          <p14:tracePt t="42635" x="4406900" y="2120900"/>
          <p14:tracePt t="42648" x="4400550" y="2114550"/>
          <p14:tracePt t="42664" x="4362450" y="2108200"/>
          <p14:tracePt t="42667" x="4356100" y="2101850"/>
          <p14:tracePt t="42681" x="4343400" y="2101850"/>
          <p14:tracePt t="42697" x="4330700" y="2095500"/>
          <p14:tracePt t="42700" x="4311650" y="2089150"/>
          <p14:tracePt t="42714" x="4298950" y="2089150"/>
          <p14:tracePt t="42731" x="4267200" y="2076450"/>
          <p14:tracePt t="42747" x="4248150" y="2076450"/>
          <p14:tracePt t="42765" x="4222750" y="2070100"/>
          <p14:tracePt t="42781" x="4165600" y="2057400"/>
          <p14:tracePt t="42798" x="4133850" y="2057400"/>
          <p14:tracePt t="42814" x="4108450" y="2051050"/>
          <p14:tracePt t="42831" x="4083050" y="2051050"/>
          <p14:tracePt t="42836" x="4070350" y="2044700"/>
          <p14:tracePt t="42848" x="4064000" y="2044700"/>
          <p14:tracePt t="42864" x="4044950" y="2044700"/>
          <p14:tracePt t="42871" x="4038600" y="2044700"/>
          <p14:tracePt t="42881" x="4032250" y="2044700"/>
          <p14:tracePt t="42898" x="4025900" y="2044700"/>
          <p14:tracePt t="42914" x="4006850" y="2038350"/>
          <p14:tracePt t="42931" x="3981450" y="2038350"/>
          <p14:tracePt t="42934" x="3968750" y="2038350"/>
          <p14:tracePt t="42948" x="3962400" y="2038350"/>
          <p14:tracePt t="42965" x="3917950" y="2038350"/>
          <p14:tracePt t="42982" x="3879850" y="2038350"/>
          <p14:tracePt t="42998" x="3835400" y="2038350"/>
          <p14:tracePt t="43014" x="3816350" y="2038350"/>
          <p14:tracePt t="43031" x="3778250" y="2038350"/>
          <p14:tracePt t="43048" x="3765550" y="2044700"/>
          <p14:tracePt t="43064" x="3740150" y="2051050"/>
          <p14:tracePt t="43081" x="3733800" y="2051050"/>
          <p14:tracePt t="43120" x="3727450" y="2051050"/>
          <p14:tracePt t="43131" x="3727450" y="2057400"/>
          <p14:tracePt t="43148" x="3721100" y="2057400"/>
          <p14:tracePt t="43165" x="3714750" y="2057400"/>
          <p14:tracePt t="43181" x="3714750" y="2063750"/>
          <p14:tracePt t="43198" x="3708400" y="2070100"/>
          <p14:tracePt t="43203" x="3702050" y="2070100"/>
          <p14:tracePt t="43218" x="3695700" y="2070100"/>
          <p14:tracePt t="43232" x="3689350" y="2076450"/>
          <p14:tracePt t="43248" x="3683000" y="2076450"/>
          <p14:tracePt t="43265" x="3663950" y="2082800"/>
          <p14:tracePt t="43281" x="3657600" y="2095500"/>
          <p14:tracePt t="43298" x="3644900" y="2095500"/>
          <p14:tracePt t="43314" x="3632200" y="2101850"/>
          <p14:tracePt t="43331" x="3625850" y="2114550"/>
          <p14:tracePt t="43349" x="3606800" y="2120900"/>
          <p14:tracePt t="43354" x="3600450" y="2127250"/>
          <p14:tracePt t="43365" x="3587750" y="2133600"/>
          <p14:tracePt t="43383" x="3568700" y="2139950"/>
          <p14:tracePt t="43386" x="3556000" y="2146300"/>
          <p14:tracePt t="43398" x="3549650" y="2159000"/>
          <p14:tracePt t="43416" x="3530600" y="2165350"/>
          <p14:tracePt t="43431" x="3517900" y="2171700"/>
          <p14:tracePt t="43450" x="3505200" y="2184400"/>
          <p14:tracePt t="43464" x="3498850" y="2184400"/>
          <p14:tracePt t="43483" x="3492500" y="2190750"/>
          <p14:tracePt t="43498" x="3479800" y="2197100"/>
          <p14:tracePt t="43516" x="3473450" y="2203450"/>
          <p14:tracePt t="43531" x="3467100" y="2203450"/>
          <p14:tracePt t="43548" x="3460750" y="2209800"/>
          <p14:tracePt t="43564" x="3454400" y="2209800"/>
          <p14:tracePt t="43581" x="3454400" y="2216150"/>
          <p14:tracePt t="43598" x="3448050" y="2216150"/>
          <p14:tracePt t="43614" x="3448050" y="2222500"/>
          <p14:tracePt t="47593" x="3441700" y="2228850"/>
          <p14:tracePt t="47600" x="3435350" y="2241550"/>
          <p14:tracePt t="47614" x="3429000" y="2247900"/>
          <p14:tracePt t="47632" x="3409950" y="2286000"/>
          <p14:tracePt t="47648" x="3403600" y="2298700"/>
          <p14:tracePt t="47666" x="3378200" y="2343150"/>
          <p14:tracePt t="47682" x="3371850" y="2362200"/>
          <p14:tracePt t="47698" x="3359150" y="2381250"/>
          <p14:tracePt t="47715" x="3340100" y="2406650"/>
          <p14:tracePt t="47723" x="3340100" y="2419350"/>
          <p14:tracePt t="47731" x="3327400" y="2425700"/>
          <p14:tracePt t="47748" x="3314700" y="2451100"/>
          <p14:tracePt t="47765" x="3289300" y="2489200"/>
          <p14:tracePt t="47781" x="3263900" y="2527300"/>
          <p14:tracePt t="47798" x="3238500" y="2571750"/>
          <p14:tracePt t="47815" x="3206750" y="2622550"/>
          <p14:tracePt t="47821" x="3200400" y="2635250"/>
          <p14:tracePt t="47825" x="3187700" y="2647950"/>
          <p14:tracePt t="47848" x="3175000" y="2673350"/>
          <p14:tracePt t="47851" x="3175000" y="2679700"/>
          <p14:tracePt t="47864" x="3162300" y="2686050"/>
          <p14:tracePt t="47881" x="3149600" y="2711450"/>
          <p14:tracePt t="47898" x="3136900" y="2724150"/>
          <p14:tracePt t="47914" x="3136900" y="2730500"/>
          <p14:tracePt t="47918" x="3130550" y="2736850"/>
          <p14:tracePt t="47932" x="3117850" y="2749550"/>
          <p14:tracePt t="47948" x="3105150" y="2768600"/>
          <p14:tracePt t="47964" x="3086100" y="2781300"/>
          <p14:tracePt t="47981" x="3073400" y="2800350"/>
          <p14:tracePt t="47998" x="3060700" y="2813050"/>
          <p14:tracePt t="48015" x="3048000" y="2819400"/>
          <p14:tracePt t="48031" x="3028950" y="2825750"/>
          <p14:tracePt t="48048" x="3009900" y="2838450"/>
          <p14:tracePt t="48054" x="2990850" y="2838450"/>
          <p14:tracePt t="48065" x="2984500" y="2844800"/>
          <p14:tracePt t="48081" x="2959100" y="2851150"/>
          <p14:tracePt t="48085" x="2940050" y="2857500"/>
          <p14:tracePt t="48098" x="2933700" y="2857500"/>
          <p14:tracePt t="48114" x="2914650" y="2857500"/>
          <p14:tracePt t="48118" x="2901950" y="2857500"/>
          <p14:tracePt t="48136" x="2895600" y="2857500"/>
          <p14:tracePt t="48149" x="2889250" y="2857500"/>
          <p14:tracePt t="48164" x="2876550" y="2857500"/>
          <p14:tracePt t="48182" x="2870200" y="2857500"/>
          <p14:tracePt t="48198" x="2851150" y="2857500"/>
          <p14:tracePt t="48215" x="2838450" y="2857500"/>
          <p14:tracePt t="48231" x="2813050" y="2857500"/>
          <p14:tracePt t="48248" x="2794000" y="2857500"/>
          <p14:tracePt t="48264" x="2743200" y="2857500"/>
          <p14:tracePt t="48281" x="2679700" y="2857500"/>
          <p14:tracePt t="48286" x="2654300" y="2851150"/>
          <p14:tracePt t="48298" x="2628900" y="2844800"/>
          <p14:tracePt t="48315" x="2552700" y="2838450"/>
          <p14:tracePt t="48319" x="2527300" y="2832100"/>
          <p14:tracePt t="48333" x="2514600" y="2832100"/>
          <p14:tracePt t="48337" x="2495550" y="2825750"/>
          <p14:tracePt t="48348" x="2482850" y="2825750"/>
          <p14:tracePt t="48367" x="2432050" y="2813050"/>
          <p14:tracePt t="48381" x="2406650" y="2806700"/>
          <p14:tracePt t="48400" x="2374900" y="2794000"/>
          <p14:tracePt t="48415" x="2336800" y="2781300"/>
          <p14:tracePt t="48432" x="2292350" y="2755900"/>
          <p14:tracePt t="48448" x="2273300" y="2736850"/>
          <p14:tracePt t="48465" x="2241550" y="2711450"/>
          <p14:tracePt t="48481" x="2203450" y="2686050"/>
          <p14:tracePt t="48498" x="2165350" y="2667000"/>
          <p14:tracePt t="48514" x="2120900" y="2647950"/>
          <p14:tracePt t="48531" x="2076450" y="2635250"/>
          <p14:tracePt t="48548" x="2019300" y="2622550"/>
          <p14:tracePt t="48564" x="1955800" y="2609850"/>
          <p14:tracePt t="48568" x="1930400" y="2603500"/>
          <p14:tracePt t="48581" x="1879600" y="2597150"/>
          <p14:tracePt t="48598" x="1822450" y="2584450"/>
          <p14:tracePt t="48601" x="1765300" y="2578100"/>
          <p14:tracePt t="48614" x="1739900" y="2571750"/>
          <p14:tracePt t="48632" x="1651000" y="2559050"/>
          <p14:tracePt t="48648" x="1606550" y="2546350"/>
          <p14:tracePt t="48664" x="1574800" y="2540000"/>
          <p14:tracePt t="48681" x="1543050" y="2533650"/>
          <p14:tracePt t="48698" x="1498600" y="2533650"/>
          <p14:tracePt t="48714" x="1447800" y="2533650"/>
          <p14:tracePt t="48731" x="1390650" y="2527300"/>
          <p14:tracePt t="48748" x="1339850" y="2527300"/>
          <p14:tracePt t="48765" x="1308100" y="2527300"/>
          <p14:tracePt t="48771" x="1282700" y="2527300"/>
          <p14:tracePt t="48781" x="1276350" y="2527300"/>
          <p14:tracePt t="48798" x="1257300" y="2527300"/>
          <p14:tracePt t="48815" x="1250950" y="2527300"/>
          <p14:tracePt t="48831" x="1238250" y="2527300"/>
          <p14:tracePt t="48848" x="1231900" y="2527300"/>
          <p14:tracePt t="48865" x="1212850" y="2533650"/>
          <p14:tracePt t="48868" x="1206500" y="2540000"/>
          <p14:tracePt t="48882" x="1187450" y="2546350"/>
          <p14:tracePt t="48898" x="1136650" y="2571750"/>
          <p14:tracePt t="48914" x="1104900" y="2590800"/>
          <p14:tracePt t="48931" x="1079500" y="2603500"/>
          <p14:tracePt t="48948" x="1041400" y="2622550"/>
          <p14:tracePt t="48964" x="1028700" y="2628900"/>
          <p14:tracePt t="48981" x="1022350" y="2641600"/>
          <p14:tracePt t="48997" x="1016000" y="2641600"/>
          <p14:tracePt t="49014" x="1016000" y="2647950"/>
          <p14:tracePt t="49031" x="1009650" y="2654300"/>
          <p14:tracePt t="49037" x="1009650" y="2667000"/>
          <p14:tracePt t="49048" x="1009650" y="2679700"/>
          <p14:tracePt t="49064" x="996950" y="2698750"/>
          <p14:tracePt t="49070" x="990600" y="2717800"/>
          <p14:tracePt t="49081" x="990600" y="2730500"/>
          <p14:tracePt t="49098" x="984250" y="2755900"/>
          <p14:tracePt t="49101" x="984250" y="2768600"/>
          <p14:tracePt t="49114" x="977900" y="2781300"/>
          <p14:tracePt t="49132" x="977900" y="2813050"/>
          <p14:tracePt t="49148" x="977900" y="2825750"/>
          <p14:tracePt t="49164" x="984250" y="2838450"/>
          <p14:tracePt t="49181" x="1003300" y="2857500"/>
          <p14:tracePt t="49198" x="1016000" y="2870200"/>
          <p14:tracePt t="49214" x="1028700" y="2882900"/>
          <p14:tracePt t="49231" x="1047750" y="2901950"/>
          <p14:tracePt t="49236" x="1060450" y="2914650"/>
          <p14:tracePt t="49248" x="1066800" y="2921000"/>
          <p14:tracePt t="49265" x="1085850" y="2946400"/>
          <p14:tracePt t="49281" x="1104900" y="2959100"/>
          <p14:tracePt t="49298" x="1143000" y="2984500"/>
          <p14:tracePt t="49301" x="1155700" y="2990850"/>
          <p14:tracePt t="49315" x="1162050" y="3003550"/>
          <p14:tracePt t="49331" x="1219200" y="3028950"/>
          <p14:tracePt t="49334" x="1231900" y="3035300"/>
          <p14:tracePt t="49348" x="1244600" y="3041650"/>
          <p14:tracePt t="49365" x="1308100" y="3060700"/>
          <p14:tracePt t="49367" x="1327150" y="3067050"/>
          <p14:tracePt t="49382" x="1358900" y="3073400"/>
          <p14:tracePt t="49398" x="1441450" y="3092450"/>
          <p14:tracePt t="49414" x="1485900" y="3098800"/>
          <p14:tracePt t="49431" x="1549400" y="3105150"/>
          <p14:tracePt t="49448" x="1651000" y="3105150"/>
          <p14:tracePt t="49465" x="1708150" y="3105150"/>
          <p14:tracePt t="49481" x="1758950" y="3105150"/>
          <p14:tracePt t="49498" x="1797050" y="3105150"/>
          <p14:tracePt t="49502" x="1816100" y="3105150"/>
          <p14:tracePt t="49514" x="1860550" y="3098800"/>
          <p14:tracePt t="49531" x="1892300" y="3092450"/>
          <p14:tracePt t="49548" x="1924050" y="3073400"/>
          <p14:tracePt t="49564" x="1955800" y="3048000"/>
          <p14:tracePt t="49569" x="1968500" y="3028950"/>
          <p14:tracePt t="49581" x="1987550" y="3022600"/>
          <p14:tracePt t="49598" x="2012950" y="2990850"/>
          <p14:tracePt t="49600" x="2025650" y="2984500"/>
          <p14:tracePt t="49614" x="2032000" y="2971800"/>
          <p14:tracePt t="49632" x="2057400" y="2933700"/>
          <p14:tracePt t="49648" x="2063750" y="2901950"/>
          <p14:tracePt t="49665" x="2063750" y="2863850"/>
          <p14:tracePt t="49681" x="2063750" y="2838450"/>
          <p14:tracePt t="49698" x="2051050" y="2813050"/>
          <p14:tracePt t="49714" x="2038350" y="2794000"/>
          <p14:tracePt t="49731" x="2025650" y="2781300"/>
          <p14:tracePt t="49748" x="2012950" y="2774950"/>
          <p14:tracePt t="49765" x="2006600" y="2768600"/>
          <p14:tracePt t="49769" x="1993900" y="2762250"/>
          <p14:tracePt t="49781" x="1987550" y="2755900"/>
          <p14:tracePt t="49798" x="1962150" y="2743200"/>
          <p14:tracePt t="49815" x="1930400" y="2717800"/>
          <p14:tracePt t="49831" x="1898650" y="2698750"/>
          <p14:tracePt t="49839" x="1885950" y="2692400"/>
          <p14:tracePt t="49842" x="1866900" y="2679700"/>
          <p14:tracePt t="49854" x="1816100" y="2654300"/>
          <p14:tracePt t="49865" x="1797050" y="2647950"/>
          <p14:tracePt t="49882" x="1720850" y="2616200"/>
          <p14:tracePt t="49898" x="1695450" y="2603500"/>
          <p14:tracePt t="49914" x="1651000" y="2603500"/>
          <p14:tracePt t="49931" x="1631950" y="2597150"/>
          <p14:tracePt t="49948" x="1606550" y="2597150"/>
          <p14:tracePt t="49965" x="1555750" y="2597150"/>
          <p14:tracePt t="49982" x="1536700" y="2597150"/>
          <p14:tracePt t="49986" x="1524000" y="2597150"/>
          <p14:tracePt t="49998" x="1511300" y="2597150"/>
          <p14:tracePt t="50016" x="1492250" y="2597150"/>
          <p14:tracePt t="50018" x="1485900" y="2597150"/>
          <p14:tracePt t="50031" x="1473200" y="2603500"/>
          <p14:tracePt t="50048" x="1454150" y="2609850"/>
          <p14:tracePt t="50052" x="1447800" y="2609850"/>
          <p14:tracePt t="50065" x="1428750" y="2609850"/>
          <p14:tracePt t="50083" x="1397000" y="2628900"/>
          <p14:tracePt t="50086" x="1377950" y="2635250"/>
          <p14:tracePt t="50098" x="1365250" y="2635250"/>
          <p14:tracePt t="50116" x="1289050" y="2673350"/>
          <p14:tracePt t="50132" x="1250950" y="2692400"/>
          <p14:tracePt t="50149" x="1238250" y="2698750"/>
          <p14:tracePt t="50164" x="1225550" y="2711450"/>
          <p14:tracePt t="50182" x="1219200" y="2717800"/>
          <p14:tracePt t="50198" x="1212850" y="2724150"/>
          <p14:tracePt t="50215" x="1206500" y="2730500"/>
          <p14:tracePt t="50231" x="1200150" y="2749550"/>
          <p14:tracePt t="50248" x="1193800" y="2762250"/>
          <p14:tracePt t="50264" x="1193800" y="2774950"/>
          <p14:tracePt t="50281" x="1187450" y="2794000"/>
          <p14:tracePt t="50298" x="1187450" y="2806700"/>
          <p14:tracePt t="50314" x="1187450" y="2819400"/>
          <p14:tracePt t="50319" x="1187450" y="2832100"/>
          <p14:tracePt t="50331" x="1187450" y="2844800"/>
          <p14:tracePt t="50348" x="1187450" y="2851150"/>
          <p14:tracePt t="50351" x="1187450" y="2857500"/>
          <p14:tracePt t="50365" x="1187450" y="2863850"/>
          <p14:tracePt t="50382" x="1193800" y="2889250"/>
          <p14:tracePt t="50398" x="1200150" y="2901950"/>
          <p14:tracePt t="50414" x="1206500" y="2908300"/>
          <p14:tracePt t="50431" x="1212850" y="2921000"/>
          <p14:tracePt t="50448" x="1219200" y="2927350"/>
          <p14:tracePt t="50465" x="1219200" y="2933700"/>
          <p14:tracePt t="50481" x="1225550" y="2933700"/>
          <p14:tracePt t="50867" x="1231900" y="2933700"/>
          <p14:tracePt t="50877" x="1231900" y="2940050"/>
          <p14:tracePt t="50884" x="1238250" y="2940050"/>
          <p14:tracePt t="50898" x="1250950" y="2946400"/>
          <p14:tracePt t="50915" x="1270000" y="2952750"/>
          <p14:tracePt t="50931" x="1282700" y="2959100"/>
          <p14:tracePt t="50948" x="1295400" y="2965450"/>
          <p14:tracePt t="50965" x="1308100" y="2971800"/>
          <p14:tracePt t="50982" x="1327150" y="2978150"/>
          <p14:tracePt t="50986" x="1333500" y="2978150"/>
          <p14:tracePt t="50998" x="1339850" y="2978150"/>
          <p14:tracePt t="51015" x="1346200" y="2978150"/>
          <p14:tracePt t="51018" x="1352550" y="2984500"/>
          <p14:tracePt t="51031" x="1358900" y="2984500"/>
          <p14:tracePt t="51213" x="1365250" y="2984500"/>
          <p14:tracePt t="51221" x="1365250" y="2990850"/>
          <p14:tracePt t="51231" x="1371600" y="2990850"/>
          <p14:tracePt t="51248" x="1397000" y="2997200"/>
          <p14:tracePt t="51252" x="1409700" y="2997200"/>
          <p14:tracePt t="51265" x="1435100" y="3009900"/>
          <p14:tracePt t="51281" x="1485900" y="3016250"/>
          <p14:tracePt t="51286" x="1511300" y="3022600"/>
          <p14:tracePt t="51298" x="1549400" y="3028950"/>
          <p14:tracePt t="51314" x="1619250" y="3048000"/>
          <p14:tracePt t="51318" x="1663700" y="3054350"/>
          <p14:tracePt t="51332" x="1758950" y="3067050"/>
          <p14:tracePt t="51348" x="1885950" y="3086100"/>
          <p14:tracePt t="51365" x="2025650" y="3105150"/>
          <p14:tracePt t="51382" x="2101850" y="3124200"/>
          <p14:tracePt t="51398" x="2190750" y="3136900"/>
          <p14:tracePt t="51415" x="2228850" y="3149600"/>
          <p14:tracePt t="51431" x="2247900" y="3155950"/>
          <p14:tracePt t="51448" x="2254250" y="3155950"/>
          <p14:tracePt t="51519" x="2266950" y="3155950"/>
          <p14:tracePt t="51527" x="2273300" y="3162300"/>
          <p14:tracePt t="51535" x="2279650" y="3162300"/>
          <p14:tracePt t="51548" x="2298700" y="3162300"/>
          <p14:tracePt t="51566" x="2355850" y="3181350"/>
          <p14:tracePt t="51582" x="2425700" y="3187700"/>
          <p14:tracePt t="51598" x="2470150" y="3194050"/>
          <p14:tracePt t="51615" x="2571750" y="3200400"/>
          <p14:tracePt t="51634" x="2635250" y="3200400"/>
          <p14:tracePt t="51648" x="2755900" y="3200400"/>
          <p14:tracePt t="51667" x="2832100" y="3200400"/>
          <p14:tracePt t="51672" x="2914650" y="3200400"/>
          <p14:tracePt t="51681" x="2940050" y="3200400"/>
          <p14:tracePt t="51699" x="3003550" y="3200400"/>
          <p14:tracePt t="51715" x="3041650" y="3200400"/>
          <p14:tracePt t="51734" x="3092450" y="3194050"/>
          <p14:tracePt t="51739" x="3098800" y="3194050"/>
          <p14:tracePt t="51748" x="3111500" y="3181350"/>
          <p14:tracePt t="51765" x="3124200" y="3175000"/>
          <p14:tracePt t="51768" x="3136900" y="3175000"/>
          <p14:tracePt t="51781" x="3136900" y="3168650"/>
          <p14:tracePt t="51798" x="3143250" y="3162300"/>
          <p14:tracePt t="51802" x="3149600" y="3155950"/>
          <p14:tracePt t="51814" x="3149600" y="3149600"/>
          <p14:tracePt t="51832" x="3149600" y="3143250"/>
          <p14:tracePt t="51857" x="3149600" y="3136900"/>
          <p14:tracePt t="51873" x="3149600" y="3124200"/>
          <p14:tracePt t="51889" x="3136900" y="3117850"/>
          <p14:tracePt t="51899" x="3124200" y="3111500"/>
          <p14:tracePt t="51915" x="3105150" y="3098800"/>
          <p14:tracePt t="51931" x="3060700" y="3079750"/>
          <p14:tracePt t="51948" x="3022600" y="3073400"/>
          <p14:tracePt t="51965" x="2990850" y="3060700"/>
          <p14:tracePt t="51970" x="2971800" y="3060700"/>
          <p14:tracePt t="51981" x="2952750" y="3060700"/>
          <p14:tracePt t="51998" x="2908300" y="3054350"/>
          <p14:tracePt t="52003" x="2882900" y="3054350"/>
          <p14:tracePt t="52014" x="2857500" y="3054350"/>
          <p14:tracePt t="52031" x="2813050" y="3054350"/>
          <p14:tracePt t="52035" x="2787650" y="3060700"/>
          <p14:tracePt t="52048" x="2749550" y="3067050"/>
          <p14:tracePt t="52064" x="2698750" y="3079750"/>
          <p14:tracePt t="52067" x="2667000" y="3092450"/>
          <p14:tracePt t="52081" x="2616200" y="3124200"/>
          <p14:tracePt t="52098" x="2565400" y="3155950"/>
          <p14:tracePt t="52114" x="2546350" y="3175000"/>
          <p14:tracePt t="52131" x="2546350" y="3181350"/>
          <p14:tracePt t="52148" x="2546350" y="3194050"/>
          <p14:tracePt t="52164" x="2546350" y="3206750"/>
          <p14:tracePt t="52181" x="2565400" y="3225800"/>
          <p14:tracePt t="52198" x="2609850" y="3257550"/>
          <p14:tracePt t="52215" x="2667000" y="3302000"/>
          <p14:tracePt t="52231" x="2736850" y="3333750"/>
          <p14:tracePt t="52248" x="2806700" y="3359150"/>
          <p14:tracePt t="52265" x="2876550" y="3371850"/>
          <p14:tracePt t="52270" x="2933700" y="3384550"/>
          <p14:tracePt t="52281" x="2959100" y="3384550"/>
          <p14:tracePt t="52298" x="3022600" y="3390900"/>
          <p14:tracePt t="52301" x="3054350" y="3390900"/>
          <p14:tracePt t="52315" x="3111500" y="3390900"/>
          <p14:tracePt t="52332" x="3232150" y="3390900"/>
          <p14:tracePt t="52348" x="3282950" y="3390900"/>
          <p14:tracePt t="52365" x="3340100" y="3378200"/>
          <p14:tracePt t="52381" x="3378200" y="3352800"/>
          <p14:tracePt t="52398" x="3403600" y="3327400"/>
          <p14:tracePt t="52415" x="3429000" y="3282950"/>
          <p14:tracePt t="52431" x="3441700" y="3244850"/>
          <p14:tracePt t="52436" x="3448050" y="3206750"/>
          <p14:tracePt t="52448" x="3448050" y="3194050"/>
          <p14:tracePt t="52465" x="3448050" y="3124200"/>
          <p14:tracePt t="52473" x="3435350" y="3098800"/>
          <p14:tracePt t="52481" x="3409950" y="3067050"/>
          <p14:tracePt t="52498" x="3365500" y="3016250"/>
          <p14:tracePt t="52503" x="3333750" y="2997200"/>
          <p14:tracePt t="52515" x="3321050" y="2984500"/>
          <p14:tracePt t="52531" x="3257550" y="2952750"/>
          <p14:tracePt t="52534" x="3219450" y="2940050"/>
          <p14:tracePt t="52548" x="3200400" y="2927350"/>
          <p14:tracePt t="52565" x="3143250" y="2921000"/>
          <p14:tracePt t="52568" x="3105150" y="2908300"/>
          <p14:tracePt t="52582" x="3073400" y="2901950"/>
          <p14:tracePt t="52598" x="3048000" y="2895600"/>
          <p14:tracePt t="52614" x="3009900" y="2895600"/>
          <p14:tracePt t="52631" x="2997200" y="2895600"/>
          <p14:tracePt t="52648" x="2965450" y="2895600"/>
          <p14:tracePt t="52665" x="2933700" y="2895600"/>
          <p14:tracePt t="52682" x="2876550" y="2895600"/>
          <p14:tracePt t="52698" x="2832100" y="2901950"/>
          <p14:tracePt t="52702" x="2787650" y="2914650"/>
          <p14:tracePt t="52715" x="2768600" y="2927350"/>
          <p14:tracePt t="52731" x="2692400" y="2978150"/>
          <p14:tracePt t="52748" x="2654300" y="3016250"/>
          <p14:tracePt t="52765" x="2628900" y="3060700"/>
          <p14:tracePt t="52768" x="2628900" y="3079750"/>
          <p14:tracePt t="52781" x="2628900" y="3086100"/>
          <p14:tracePt t="52798" x="2628900" y="3105150"/>
          <p14:tracePt t="52800" x="2628900" y="3124200"/>
          <p14:tracePt t="52814" x="2635250" y="3136900"/>
          <p14:tracePt t="52832" x="2673350" y="3194050"/>
          <p14:tracePt t="52848" x="2698750" y="3219450"/>
          <p14:tracePt t="52864" x="2768600" y="3276600"/>
          <p14:tracePt t="52881" x="2844800" y="3321050"/>
          <p14:tracePt t="52898" x="2889250" y="3346450"/>
          <p14:tracePt t="52915" x="2952750" y="3378200"/>
          <p14:tracePt t="52931" x="2997200" y="3390900"/>
          <p14:tracePt t="52948" x="3022600" y="3397250"/>
          <p14:tracePt t="52965" x="3048000" y="3397250"/>
          <p14:tracePt t="52969" x="3067050" y="3397250"/>
          <p14:tracePt t="52981" x="3073400" y="3397250"/>
          <p14:tracePt t="52998" x="3136900" y="3397250"/>
          <p14:tracePt t="53003" x="3181350" y="3397250"/>
          <p14:tracePt t="53014" x="3200400" y="3390900"/>
          <p14:tracePt t="53031" x="3295650" y="3359150"/>
          <p14:tracePt t="53034" x="3314700" y="3352800"/>
          <p14:tracePt t="53048" x="3365500" y="3327400"/>
          <p14:tracePt t="53065" x="3409950" y="3302000"/>
          <p14:tracePt t="53067" x="3441700" y="3276600"/>
          <p14:tracePt t="53082" x="3467100" y="3238500"/>
          <p14:tracePt t="53098" x="3473450" y="3219450"/>
          <p14:tracePt t="53115" x="3486150" y="3200400"/>
          <p14:tracePt t="53131" x="3486150" y="3187700"/>
          <p14:tracePt t="53148" x="3486150" y="3181350"/>
          <p14:tracePt t="53164" x="3486150" y="3175000"/>
          <p14:tracePt t="54258" x="3486150" y="3187700"/>
          <p14:tracePt t="54267" x="3486150" y="3200400"/>
          <p14:tracePt t="54276" x="3473450" y="3213100"/>
          <p14:tracePt t="54283" x="3467100" y="3225800"/>
          <p14:tracePt t="54298" x="3454400" y="3244850"/>
          <p14:tracePt t="54315" x="3422650" y="3282950"/>
          <p14:tracePt t="54318" x="3403600" y="3308350"/>
          <p14:tracePt t="54332" x="3359150" y="3359150"/>
          <p14:tracePt t="54348" x="3327400" y="3397250"/>
          <p14:tracePt t="54365" x="3302000" y="3422650"/>
          <p14:tracePt t="54381" x="3289300" y="3429000"/>
          <p14:tracePt t="54398" x="3289300" y="3441700"/>
          <p14:tracePt t="54415" x="3282950" y="3441700"/>
          <p14:tracePt t="54441" x="3282950" y="3448050"/>
          <p14:tracePt t="54448" x="3276600" y="3448050"/>
          <p14:tracePt t="54517" x="3270250" y="3448050"/>
          <p14:tracePt t="54525" x="3263900" y="3448050"/>
          <p14:tracePt t="54543" x="3257550" y="3448050"/>
          <p14:tracePt t="54550" x="3244850" y="3441700"/>
          <p14:tracePt t="54564" x="3219450" y="3441700"/>
          <p14:tracePt t="54582" x="3187700" y="3441700"/>
          <p14:tracePt t="54598" x="3136900" y="3435350"/>
          <p14:tracePt t="54615" x="3067050" y="3435350"/>
          <p14:tracePt t="54631" x="3003550" y="3429000"/>
          <p14:tracePt t="54648" x="2965450" y="3429000"/>
          <p14:tracePt t="54665" x="2889250" y="3409950"/>
          <p14:tracePt t="54681" x="2806700" y="3390900"/>
          <p14:tracePt t="54687" x="2749550" y="3371850"/>
          <p14:tracePt t="54698" x="2717800" y="3365500"/>
          <p14:tracePt t="54715" x="2654300" y="3340100"/>
          <p14:tracePt t="54719" x="2641600" y="3340100"/>
          <p14:tracePt t="54731" x="2628900" y="3333750"/>
          <p14:tracePt t="54748" x="2590800" y="3321050"/>
          <p14:tracePt t="54751" x="2584450" y="3314700"/>
          <p14:tracePt t="54765" x="2584450" y="3308350"/>
          <p14:tracePt t="54782" x="2565400" y="3308350"/>
          <p14:tracePt t="54798" x="2552700" y="3308350"/>
          <p14:tracePt t="54815" x="2540000" y="3308350"/>
          <p14:tracePt t="54831" x="2514600" y="3308350"/>
          <p14:tracePt t="54848" x="2495550" y="3308350"/>
          <p14:tracePt t="54865" x="2476500" y="3308350"/>
          <p14:tracePt t="54881" x="2470150" y="3314700"/>
          <p14:tracePt t="54898" x="2457450" y="3321050"/>
          <p14:tracePt t="54915" x="2451100" y="3321050"/>
          <p14:tracePt t="54933" x="2438400" y="3333750"/>
          <p14:tracePt t="54948" x="2432050" y="3346450"/>
          <p14:tracePt t="54965" x="2413000" y="3359150"/>
          <p14:tracePt t="54981" x="2393950" y="3397250"/>
          <p14:tracePt t="54987" x="2393950" y="3409950"/>
          <p14:tracePt t="55000" x="2381250" y="3435350"/>
          <p14:tracePt t="55015" x="2381250" y="3454400"/>
          <p14:tracePt t="55033" x="2381250" y="3486150"/>
          <p14:tracePt t="55041" x="2387600" y="3492500"/>
          <p14:tracePt t="55048" x="2387600" y="3505200"/>
          <p14:tracePt t="55066" x="2413000" y="3524250"/>
          <p14:tracePt t="55081" x="2438400" y="3543300"/>
          <p14:tracePt t="55098" x="2463800" y="3562350"/>
          <p14:tracePt t="55115" x="2495550" y="3594100"/>
          <p14:tracePt t="55132" x="2552700" y="3638550"/>
          <p14:tracePt t="55148" x="2590800" y="3663950"/>
          <p14:tracePt t="55165" x="2628900" y="3689350"/>
          <p14:tracePt t="55181" x="2654300" y="3708400"/>
          <p14:tracePt t="55198" x="2705100" y="3727450"/>
          <p14:tracePt t="55204" x="2717800" y="3733800"/>
          <p14:tracePt t="55215" x="2749550" y="3746500"/>
          <p14:tracePt t="55231" x="2813050" y="3771900"/>
          <p14:tracePt t="55237" x="2832100" y="3778250"/>
          <p14:tracePt t="55243" x="2882900" y="3784600"/>
          <p14:tracePt t="55265" x="2921000" y="3797300"/>
          <p14:tracePt t="55269" x="2984500" y="3803650"/>
          <p14:tracePt t="55282" x="3067050" y="3803650"/>
          <p14:tracePt t="55298" x="3111500" y="3803650"/>
          <p14:tracePt t="55315" x="3187700" y="3790950"/>
          <p14:tracePt t="55331" x="3244850" y="3752850"/>
          <p14:tracePt t="55348" x="3276600" y="3721100"/>
          <p14:tracePt t="55365" x="3295650" y="3689350"/>
          <p14:tracePt t="55381" x="3321050" y="3651250"/>
          <p14:tracePt t="55398" x="3321050" y="3632200"/>
          <p14:tracePt t="55415" x="3327400" y="3619500"/>
          <p14:tracePt t="55432" x="3327400" y="3594100"/>
          <p14:tracePt t="55436" x="3327400" y="3581400"/>
          <p14:tracePt t="55448" x="3327400" y="3568700"/>
          <p14:tracePt t="55465" x="3314700" y="3556000"/>
          <p14:tracePt t="55481" x="3314700" y="3549650"/>
          <p14:tracePt t="55498" x="3308350" y="3543300"/>
          <p14:tracePt t="55515" x="3295650" y="3536950"/>
          <p14:tracePt t="55532" x="3270250" y="3517900"/>
          <p14:tracePt t="55548" x="3244850" y="3505200"/>
          <p14:tracePt t="55565" x="3206750" y="3492500"/>
          <p14:tracePt t="55581" x="3143250" y="3467100"/>
          <p14:tracePt t="55598" x="3092450" y="3454400"/>
          <p14:tracePt t="55615" x="3028950" y="3435350"/>
          <p14:tracePt t="55631" x="2959100" y="3422650"/>
          <p14:tracePt t="55648" x="2882900" y="3409950"/>
          <p14:tracePt t="55665" x="2813050" y="3403600"/>
          <p14:tracePt t="55681" x="2774950" y="3403600"/>
          <p14:tracePt t="55698" x="2762250" y="3403600"/>
          <p14:tracePt t="55736" x="2755900" y="3403600"/>
          <p14:tracePt t="55743" x="2755900" y="3416300"/>
          <p14:tracePt t="55751" x="2755900" y="3422650"/>
          <p14:tracePt t="55765" x="2749550" y="3429000"/>
          <p14:tracePt t="55769" x="2743200" y="3441700"/>
          <p14:tracePt t="55782" x="2743200" y="3479800"/>
          <p14:tracePt t="55798" x="2736850" y="3511550"/>
          <p14:tracePt t="55815" x="2736850" y="3536950"/>
          <p14:tracePt t="55831" x="2749550" y="3581400"/>
          <p14:tracePt t="55848" x="2768600" y="3600450"/>
          <p14:tracePt t="55865" x="2794000" y="3625850"/>
          <p14:tracePt t="55881" x="2819400" y="3651250"/>
          <p14:tracePt t="55887" x="2851150" y="3663950"/>
          <p14:tracePt t="55898" x="2863850" y="3670300"/>
          <p14:tracePt t="55902" x="2895600" y="3683000"/>
          <p14:tracePt t="55915" x="2914650" y="3689350"/>
          <p14:tracePt t="55932" x="2971800" y="3708400"/>
          <p14:tracePt t="55938" x="3035300" y="3721100"/>
          <p14:tracePt t="55948" x="3054350" y="3721100"/>
          <p14:tracePt t="55965" x="3130550" y="3733800"/>
          <p14:tracePt t="55968" x="3200400" y="3740150"/>
          <p14:tracePt t="55982" x="3225800" y="3740150"/>
          <p14:tracePt t="55998" x="3333750" y="3740150"/>
          <p14:tracePt t="56001" x="3371850" y="3740150"/>
          <p14:tracePt t="56014" x="3397250" y="3740150"/>
          <p14:tracePt t="56032" x="3536950" y="3740150"/>
          <p14:tracePt t="56048" x="3568700" y="3740150"/>
          <p14:tracePt t="56065" x="3587750" y="3740150"/>
          <p14:tracePt t="56081" x="3594100" y="3740150"/>
          <p14:tracePt t="56114" x="3594100" y="3746500"/>
          <p14:tracePt t="56156" x="3594100" y="3752850"/>
          <p14:tracePt t="56171" x="3594100" y="3759200"/>
          <p14:tracePt t="56190" x="3594100" y="3765550"/>
          <p14:tracePt t="56195" x="3594100" y="3771900"/>
          <p14:tracePt t="56213" x="3594100" y="3778250"/>
          <p14:tracePt t="56220" x="3594100" y="3784600"/>
          <p14:tracePt t="56231" x="3594100" y="3790950"/>
          <p14:tracePt t="56248" x="3594100" y="3816350"/>
          <p14:tracePt t="56265" x="3594100" y="3829050"/>
          <p14:tracePt t="56268" x="3594100" y="3835400"/>
          <p14:tracePt t="56282" x="3594100" y="3848100"/>
          <p14:tracePt t="56298" x="3600450" y="3848100"/>
          <p14:tracePt t="56354" x="3606800" y="3848100"/>
          <p14:tracePt t="56363" x="3613150" y="3841750"/>
          <p14:tracePt t="56371" x="3613150" y="3829050"/>
          <p14:tracePt t="56381" x="3619500" y="3816350"/>
          <p14:tracePt t="56398" x="3632200" y="3797300"/>
          <p14:tracePt t="56403" x="3638550" y="3790950"/>
          <p14:tracePt t="56415" x="3638550" y="3784600"/>
          <p14:tracePt t="56431" x="3651250" y="3778250"/>
          <p14:tracePt t="56448" x="3651250" y="3771900"/>
          <p14:tracePt t="56524" x="3651250" y="3765550"/>
          <p14:tracePt t="56541" x="3644900" y="3759200"/>
          <p14:tracePt t="56558" x="3638550" y="3752850"/>
          <p14:tracePt t="56565" x="3638550" y="3740150"/>
          <p14:tracePt t="56583" x="3619500" y="3714750"/>
          <p14:tracePt t="56598" x="3613150" y="3689350"/>
          <p14:tracePt t="56617" x="3606800" y="3683000"/>
          <p14:tracePt t="56685" x="3606800" y="3689350"/>
          <p14:tracePt t="56695" x="3606800" y="3702050"/>
          <p14:tracePt t="56700" x="3600450" y="3714750"/>
          <p14:tracePt t="56716" x="3600450" y="3721100"/>
          <p14:tracePt t="56719" x="3600450" y="3727450"/>
          <p14:tracePt t="56731" x="3600450" y="3740150"/>
          <p14:tracePt t="56749" x="3600450" y="3752850"/>
          <p14:tracePt t="56751" x="3606800" y="3759200"/>
          <p14:tracePt t="56767" x="3619500" y="3765550"/>
          <p14:tracePt t="56782" x="3644900" y="3765550"/>
          <p14:tracePt t="56798" x="3695700" y="3765550"/>
          <p14:tracePt t="56817" x="3746500" y="3765550"/>
          <p14:tracePt t="56824" x="3771900" y="3765550"/>
          <p14:tracePt t="56831" x="3810000" y="3771900"/>
          <p14:tracePt t="56848" x="3879850" y="3778250"/>
          <p14:tracePt t="56865" x="3956050" y="3790950"/>
          <p14:tracePt t="56881" x="4044950" y="3790950"/>
          <p14:tracePt t="56898" x="4108450" y="3790950"/>
          <p14:tracePt t="56907" x="4159250" y="3790950"/>
          <p14:tracePt t="56913" x="4229100" y="3784600"/>
          <p14:tracePt t="56919" x="4254500" y="3778250"/>
          <p14:tracePt t="56928" x="4318000" y="3759200"/>
          <p14:tracePt t="56934" x="4368800" y="3746500"/>
          <p14:tracePt t="56948" x="4381500" y="3740150"/>
          <p14:tracePt t="56951" x="4425950" y="3727450"/>
          <p14:tracePt t="56964" x="4438650" y="3721100"/>
          <p14:tracePt t="56981" x="4476750" y="3702050"/>
          <p14:tracePt t="56983" x="4489450" y="3695700"/>
          <p14:tracePt t="56998" x="4495800" y="3683000"/>
          <p14:tracePt t="57015" x="4502150" y="3676650"/>
          <p14:tracePt t="57032" x="4502150" y="3663950"/>
          <p14:tracePt t="57048" x="4502150" y="3657600"/>
          <p14:tracePt t="57065" x="4502150" y="3638550"/>
          <p14:tracePt t="57081" x="4495800" y="3625850"/>
          <p14:tracePt t="57098" x="4470400" y="3606800"/>
          <p14:tracePt t="57115" x="4445000" y="3600450"/>
          <p14:tracePt t="57121" x="4425950" y="3594100"/>
          <p14:tracePt t="57131" x="4413250" y="3587750"/>
          <p14:tracePt t="57148" x="4387850" y="3581400"/>
          <p14:tracePt t="57152" x="4381500" y="3581400"/>
          <p14:tracePt t="57170" x="4375150" y="3581400"/>
          <p14:tracePt t="57181" x="4368800" y="3581400"/>
          <p14:tracePt t="57225" x="4362450" y="3581400"/>
          <p14:tracePt t="57233" x="4362450" y="3575050"/>
          <p14:tracePt t="57252" x="4356100" y="3568700"/>
          <p14:tracePt t="57260" x="4343400" y="3562350"/>
          <p14:tracePt t="57268" x="4337050" y="3549650"/>
          <p14:tracePt t="57282" x="4318000" y="3524250"/>
          <p14:tracePt t="57298" x="4286250" y="3479800"/>
          <p14:tracePt t="57315" x="4235450" y="3422650"/>
          <p14:tracePt t="57332" x="4191000" y="3365500"/>
          <p14:tracePt t="57348" x="4102100" y="3289300"/>
          <p14:tracePt t="57365" x="4038600" y="3244850"/>
          <p14:tracePt t="57382" x="3956050" y="3213100"/>
          <p14:tracePt t="57398" x="3911600" y="3206750"/>
          <p14:tracePt t="57415" x="3879850" y="3213100"/>
          <p14:tracePt t="57419" x="3867150" y="3225800"/>
          <p14:tracePt t="57431" x="3848100" y="3244850"/>
          <p14:tracePt t="57448" x="3822700" y="3276600"/>
          <p14:tracePt t="57451" x="3810000" y="3289300"/>
          <p14:tracePt t="57465" x="3790950" y="3308350"/>
          <p14:tracePt t="57482" x="3771900" y="3333750"/>
          <p14:tracePt t="57486" x="3765550" y="3352800"/>
          <p14:tracePt t="57499" x="3752850" y="3371850"/>
          <p14:tracePt t="57515" x="3721100" y="3441700"/>
          <p14:tracePt t="57532" x="3702050" y="3486150"/>
          <p14:tracePt t="57548" x="3676650" y="3556000"/>
          <p14:tracePt t="57565" x="3663950" y="3587750"/>
          <p14:tracePt t="57581" x="3657600" y="3606800"/>
          <p14:tracePt t="57629" x="3657600" y="3613150"/>
          <p14:tracePt t="57645" x="3663950" y="3625850"/>
          <p14:tracePt t="57661" x="3683000" y="3638550"/>
          <p14:tracePt t="57669" x="3702050" y="3644900"/>
          <p14:tracePt t="57681" x="3740150" y="3663950"/>
          <p14:tracePt t="57698" x="3829050" y="3695700"/>
          <p14:tracePt t="57702" x="3873500" y="3708400"/>
          <p14:tracePt t="57715" x="3937000" y="3733800"/>
          <p14:tracePt t="57732" x="4133850" y="3752850"/>
          <p14:tracePt t="57748" x="4260850" y="3759200"/>
          <p14:tracePt t="57765" x="4330700" y="3759200"/>
          <p14:tracePt t="57782" x="4413250" y="3746500"/>
          <p14:tracePt t="57798" x="4445000" y="3721100"/>
          <p14:tracePt t="57815" x="4457700" y="3708400"/>
          <p14:tracePt t="57831" x="4470400" y="3695700"/>
          <p14:tracePt t="57848" x="4470400" y="3689350"/>
          <p14:tracePt t="57919" x="4464050" y="3689350"/>
          <p14:tracePt t="57927" x="4457700" y="3689350"/>
          <p14:tracePt t="58033" x="4457700" y="3695700"/>
          <p14:tracePt t="58058" x="4451350" y="3702050"/>
          <p14:tracePt t="58069" x="4451350" y="3708400"/>
          <p14:tracePt t="58075" x="4438650" y="3714750"/>
          <p14:tracePt t="58081" x="4432300" y="3721100"/>
          <p14:tracePt t="58098" x="4413250" y="3733800"/>
          <p14:tracePt t="58115" x="4368800" y="3752850"/>
          <p14:tracePt t="58131" x="4330700" y="3771900"/>
          <p14:tracePt t="58148" x="4267200" y="3790950"/>
          <p14:tracePt t="58153" x="4248150" y="3803650"/>
          <p14:tracePt t="58165" x="4191000" y="3816350"/>
          <p14:tracePt t="58182" x="4152900" y="3835400"/>
          <p14:tracePt t="58186" x="4114800" y="3848100"/>
          <p14:tracePt t="58198" x="4108450" y="3848100"/>
          <p14:tracePt t="58204" x="4095750" y="3848100"/>
          <p14:tracePt t="58215" x="4095750" y="3854450"/>
          <p14:tracePt t="58232" x="4076700" y="3860800"/>
          <p14:tracePt t="58251" x="4070350" y="3867150"/>
          <p14:tracePt t="58267" x="4064000" y="3867150"/>
          <p14:tracePt t="58281" x="4057650" y="3867150"/>
          <p14:tracePt t="58301" x="4057650" y="3873500"/>
          <p14:tracePt t="58315" x="4051300" y="3873500"/>
          <p14:tracePt t="58491" x="4044950" y="3873500"/>
          <p14:tracePt t="58501" x="4038600" y="3873500"/>
          <p14:tracePt t="58508" x="4032250" y="3873500"/>
          <p14:tracePt t="58515" x="4025900" y="3879850"/>
          <p14:tracePt t="58531" x="4006850" y="3879850"/>
          <p14:tracePt t="58548" x="3975100" y="3886200"/>
          <p14:tracePt t="58565" x="3937000" y="3886200"/>
          <p14:tracePt t="58581" x="3860800" y="3892550"/>
          <p14:tracePt t="58598" x="3822700" y="3905250"/>
          <p14:tracePt t="58615" x="3797300" y="3905250"/>
          <p14:tracePt t="58677" x="3790950" y="3905250"/>
          <p14:tracePt t="58709" x="3784600" y="3905250"/>
          <p14:tracePt t="58725" x="3778250" y="3905250"/>
          <p14:tracePt t="58733" x="3765550" y="3905250"/>
          <p14:tracePt t="58750" x="3759200" y="3905250"/>
          <p14:tracePt t="58758" x="3746500" y="3905250"/>
          <p14:tracePt t="58766" x="3740150" y="3898900"/>
          <p14:tracePt t="58781" x="3714750" y="3892550"/>
          <p14:tracePt t="58798" x="3683000" y="3886200"/>
          <p14:tracePt t="58815" x="3644900" y="3873500"/>
          <p14:tracePt t="58831" x="3625850" y="3867150"/>
          <p14:tracePt t="58848" x="3594100" y="3854450"/>
          <p14:tracePt t="58865" x="3575050" y="3848100"/>
          <p14:tracePt t="58882" x="3562350" y="3829050"/>
          <p14:tracePt t="58888" x="3556000" y="3822700"/>
          <p14:tracePt t="58898" x="3549650" y="3822700"/>
          <p14:tracePt t="58915" x="3524250" y="3803650"/>
          <p14:tracePt t="58919" x="3517900" y="3790950"/>
          <p14:tracePt t="58932" x="3505200" y="3790950"/>
          <p14:tracePt t="58948" x="3454400" y="3771900"/>
          <p14:tracePt t="58952" x="3435350" y="3765550"/>
          <p14:tracePt t="58965" x="3403600" y="3765550"/>
          <p14:tracePt t="58969" x="3378200" y="3759200"/>
          <p14:tracePt t="58982" x="3314700" y="3746500"/>
          <p14:tracePt t="58998" x="3194050" y="3740150"/>
          <p14:tracePt t="59015" x="3117850" y="3740150"/>
          <p14:tracePt t="59031" x="3060700" y="3740150"/>
          <p14:tracePt t="59048" x="3003550" y="3740150"/>
          <p14:tracePt t="59065" x="2959100" y="3740150"/>
          <p14:tracePt t="59081" x="2889250" y="3746500"/>
          <p14:tracePt t="59098" x="2851150" y="3746500"/>
          <p14:tracePt t="59115" x="2813050" y="3752850"/>
          <p14:tracePt t="59131" x="2774950" y="3752850"/>
          <p14:tracePt t="59137" x="2755900" y="3759200"/>
          <p14:tracePt t="59148" x="2692400" y="3771900"/>
          <p14:tracePt t="59165" x="2654300" y="3778250"/>
          <p14:tracePt t="59168" x="2635250" y="3784600"/>
          <p14:tracePt t="59181" x="2584450" y="3797300"/>
          <p14:tracePt t="59198" x="2552700" y="3810000"/>
          <p14:tracePt t="59201" x="2533650" y="3822700"/>
          <p14:tracePt t="59215" x="2520950" y="3835400"/>
          <p14:tracePt t="59232" x="2514600" y="3860800"/>
          <p14:tracePt t="59248" x="2514600" y="3879850"/>
          <p14:tracePt t="59265" x="2514600" y="3917950"/>
          <p14:tracePt t="59282" x="2527300" y="3962400"/>
          <p14:tracePt t="59298" x="2565400" y="4000500"/>
          <p14:tracePt t="59305" x="2603500" y="4044950"/>
          <p14:tracePt t="59315" x="2616200" y="4051300"/>
          <p14:tracePt t="59332" x="2717800" y="4108450"/>
          <p14:tracePt t="59337" x="2762250" y="4121150"/>
          <p14:tracePt t="59348" x="2819400" y="4140200"/>
          <p14:tracePt t="59365" x="2946400" y="4171950"/>
          <p14:tracePt t="59369" x="3016250" y="4178300"/>
          <p14:tracePt t="59381" x="3041650" y="4184650"/>
          <p14:tracePt t="59398" x="3187700" y="4197350"/>
          <p14:tracePt t="59403" x="3270250" y="4203700"/>
          <p14:tracePt t="59415" x="3346450" y="4210050"/>
          <p14:tracePt t="59431" x="3448050" y="4210050"/>
          <p14:tracePt t="59435" x="3517900" y="4210050"/>
          <p14:tracePt t="59448" x="3543300" y="4210050"/>
          <p14:tracePt t="59465" x="3657600" y="4178300"/>
          <p14:tracePt t="59468" x="3683000" y="4165600"/>
          <p14:tracePt t="59482" x="3733800" y="4133850"/>
          <p14:tracePt t="59498" x="3790950" y="4070350"/>
          <p14:tracePt t="59515" x="3810000" y="4038600"/>
          <p14:tracePt t="59531" x="3816350" y="4000500"/>
          <p14:tracePt t="59548" x="3816350" y="3981450"/>
          <p14:tracePt t="59565" x="3816350" y="3943350"/>
          <p14:tracePt t="59581" x="3803650" y="3886200"/>
          <p14:tracePt t="59598" x="3784600" y="3854450"/>
          <p14:tracePt t="59603" x="3765550" y="3835400"/>
          <p14:tracePt t="59615" x="3740150" y="3822700"/>
          <p14:tracePt t="59631" x="3683000" y="3810000"/>
          <p14:tracePt t="59638" x="3657600" y="3803650"/>
          <p14:tracePt t="59648" x="3594100" y="3797300"/>
          <p14:tracePt t="59665" x="3517900" y="3790950"/>
          <p14:tracePt t="59668" x="3473450" y="3790950"/>
          <p14:tracePt t="59681" x="3429000" y="3790950"/>
          <p14:tracePt t="59698" x="3302000" y="3790950"/>
          <p14:tracePt t="59702" x="3251200" y="3790950"/>
          <p14:tracePt t="59715" x="3232150" y="3790950"/>
          <p14:tracePt t="59732" x="3111500" y="3803650"/>
          <p14:tracePt t="59748" x="3035300" y="3822700"/>
          <p14:tracePt t="59765" x="3009900" y="3841750"/>
          <p14:tracePt t="59783" x="2990850" y="3860800"/>
          <p14:tracePt t="59798" x="2978150" y="3873500"/>
          <p14:tracePt t="59815" x="2971800" y="3892550"/>
          <p14:tracePt t="59831" x="2971800" y="3917950"/>
          <p14:tracePt t="59837" x="2971800" y="3924300"/>
          <p14:tracePt t="59848" x="2971800" y="3937000"/>
          <p14:tracePt t="59865" x="2971800" y="3968750"/>
          <p14:tracePt t="59869" x="2978150" y="3975100"/>
          <p14:tracePt t="59883" x="2984500" y="3994150"/>
          <p14:tracePt t="59886" x="2997200" y="4006850"/>
          <p14:tracePt t="59899" x="3016250" y="4019550"/>
          <p14:tracePt t="59916" x="3054350" y="4038600"/>
          <p14:tracePt t="59919" x="3067050" y="4044950"/>
          <p14:tracePt t="59931" x="3079750" y="4051300"/>
          <p14:tracePt t="59949" x="3149600" y="4057650"/>
          <p14:tracePt t="59953" x="3181350" y="4057650"/>
          <p14:tracePt t="59965" x="3213100" y="4057650"/>
          <p14:tracePt t="59983" x="3327400" y="4057650"/>
          <p14:tracePt t="59998" x="3416300" y="4057650"/>
          <p14:tracePt t="60015" x="3543300" y="4044950"/>
          <p14:tracePt t="60031" x="3676650" y="4025900"/>
          <p14:tracePt t="60050" x="3803650" y="4013200"/>
          <p14:tracePt t="60065" x="3924300" y="3994150"/>
          <p14:tracePt t="60081" x="4025900" y="3975100"/>
          <p14:tracePt t="60098" x="4102100" y="3962400"/>
          <p14:tracePt t="60115" x="4121150" y="3956050"/>
          <p14:tracePt t="60118" x="4127500" y="3956050"/>
          <p14:tracePt t="60901" x="4133850" y="3956050"/>
          <p14:tracePt t="60911" x="4133850" y="3949700"/>
          <p14:tracePt t="61007" x="4140200" y="3949700"/>
          <p14:tracePt t="61024" x="4146550" y="3949700"/>
          <p14:tracePt t="61041" x="4152900" y="3949700"/>
          <p14:tracePt t="61079" x="4159250" y="3949700"/>
          <p14:tracePt t="61105" x="4165600" y="3949700"/>
          <p14:tracePt t="61120" x="4171950" y="3949700"/>
          <p14:tracePt t="61159" x="4178300" y="3949700"/>
          <p14:tracePt t="61199" x="4178300" y="3943350"/>
          <p14:tracePt t="61215" x="4184650" y="3943350"/>
          <p14:tracePt t="61248" x="4191000" y="3943350"/>
          <p14:tracePt t="61266" x="4191000" y="3937000"/>
          <p14:tracePt t="61278" x="4197350" y="3937000"/>
          <p14:tracePt t="61307" x="4203700" y="3937000"/>
          <p14:tracePt t="62199" x="4210050" y="3930650"/>
          <p14:tracePt t="62208" x="4216400" y="3930650"/>
          <p14:tracePt t="62216" x="4229100" y="3924300"/>
          <p14:tracePt t="62231" x="4260850" y="3911600"/>
          <p14:tracePt t="62248" x="4298950" y="3905250"/>
          <p14:tracePt t="62265" x="4368800" y="3898900"/>
          <p14:tracePt t="62282" x="4470400" y="3892550"/>
          <p14:tracePt t="62298" x="4552950" y="3886200"/>
          <p14:tracePt t="62315" x="4692650" y="3879850"/>
          <p14:tracePt t="62332" x="4845050" y="3867150"/>
          <p14:tracePt t="62348" x="5029200" y="3841750"/>
          <p14:tracePt t="62365" x="5219700" y="3810000"/>
          <p14:tracePt t="62369" x="5289550" y="3797300"/>
          <p14:tracePt t="62382" x="5365750" y="3790950"/>
          <p14:tracePt t="62398" x="5492750" y="3784600"/>
          <p14:tracePt t="62401" x="5575300" y="3784600"/>
          <p14:tracePt t="62415" x="5594350" y="3784600"/>
          <p14:tracePt t="62432" x="5734050" y="3810000"/>
          <p14:tracePt t="62448" x="5822950" y="3841750"/>
          <p14:tracePt t="62465" x="5911850" y="3873500"/>
          <p14:tracePt t="62482" x="5956300" y="3892550"/>
          <p14:tracePt t="62498" x="6000750" y="3905250"/>
          <p14:tracePt t="62515" x="6057900" y="3917950"/>
          <p14:tracePt t="62531" x="6083300" y="3924300"/>
          <p14:tracePt t="62538" x="6096000" y="3930650"/>
          <p14:tracePt t="62548" x="6108700" y="3930650"/>
          <p14:tracePt t="62565" x="6127750" y="3943350"/>
          <p14:tracePt t="62569" x="6146800" y="3949700"/>
          <p14:tracePt t="62581" x="6153150" y="3956050"/>
          <p14:tracePt t="62598" x="6191250" y="3987800"/>
          <p14:tracePt t="62603" x="6223000" y="4013200"/>
          <p14:tracePt t="62615" x="6248400" y="4025900"/>
          <p14:tracePt t="62631" x="6311900" y="4070350"/>
          <p14:tracePt t="62638" x="6369050" y="4102100"/>
          <p14:tracePt t="62644" x="6400800" y="4114800"/>
          <p14:tracePt t="62651" x="6457950" y="4146550"/>
          <p14:tracePt t="62665" x="6521450" y="4165600"/>
          <p14:tracePt t="62683" x="6597650" y="4191000"/>
          <p14:tracePt t="62692" x="6610350" y="4191000"/>
          <p14:tracePt t="62788" x="6597650" y="4184650"/>
          <p14:tracePt t="62795" x="6584950" y="4165600"/>
          <p14:tracePt t="62803" x="6565900" y="4146550"/>
          <p14:tracePt t="62815" x="6546850" y="4133850"/>
          <p14:tracePt t="62831" x="6496050" y="4095750"/>
          <p14:tracePt t="62848" x="6451600" y="4076700"/>
          <p14:tracePt t="62865" x="6419850" y="4064000"/>
          <p14:tracePt t="62870" x="6400800" y="4064000"/>
          <p14:tracePt t="62881" x="6381750" y="4057650"/>
          <p14:tracePt t="62898" x="6356350" y="4057650"/>
          <p14:tracePt t="62901" x="6343650" y="4057650"/>
          <p14:tracePt t="62915" x="6330950" y="4057650"/>
          <p14:tracePt t="62932" x="6273800" y="4064000"/>
          <p14:tracePt t="62948" x="6229350" y="4083050"/>
          <p14:tracePt t="62964" x="6165850" y="4102100"/>
          <p14:tracePt t="62981" x="6108700" y="4108450"/>
          <p14:tracePt t="62998" x="6057900" y="4121150"/>
          <p14:tracePt t="63015" x="6000750" y="4133850"/>
          <p14:tracePt t="63031" x="5956300" y="4140200"/>
          <p14:tracePt t="63049" x="5924550" y="4159250"/>
          <p14:tracePt t="63065" x="5905500" y="4171950"/>
          <p14:tracePt t="63068" x="5899150" y="4178300"/>
          <p14:tracePt t="63081" x="5892800" y="4191000"/>
          <p14:tracePt t="63098" x="5886450" y="4210050"/>
          <p14:tracePt t="63115" x="5880100" y="4222750"/>
          <p14:tracePt t="63131" x="5873750" y="4241800"/>
          <p14:tracePt t="63135" x="5873750" y="4248150"/>
          <p14:tracePt t="63150" x="5873750" y="4267200"/>
          <p14:tracePt t="63165" x="5873750" y="4273550"/>
          <p14:tracePt t="63184" x="5873750" y="4298950"/>
          <p14:tracePt t="63198" x="5873750" y="4330700"/>
          <p14:tracePt t="63217" x="5867400" y="4362450"/>
          <p14:tracePt t="63232" x="5867400" y="4406900"/>
          <p14:tracePt t="63249" x="5867400" y="4432300"/>
          <p14:tracePt t="63265" x="5867400" y="4445000"/>
          <p14:tracePt t="63283" x="5892800" y="4464050"/>
          <p14:tracePt t="63286" x="5899150" y="4464050"/>
          <p14:tracePt t="63298" x="5924550" y="4470400"/>
          <p14:tracePt t="63315" x="5969000" y="4483100"/>
          <p14:tracePt t="63320" x="5988050" y="4489450"/>
          <p14:tracePt t="63331" x="6019800" y="4489450"/>
          <p14:tracePt t="63348" x="6057900" y="4495800"/>
          <p14:tracePt t="63352" x="6096000" y="4502150"/>
          <p14:tracePt t="63365" x="6115050" y="4502150"/>
          <p14:tracePt t="63382" x="6165850" y="4502150"/>
          <p14:tracePt t="63387" x="6184900" y="4502150"/>
          <p14:tracePt t="63398" x="6229350" y="4502150"/>
          <p14:tracePt t="63415" x="6267450" y="4502150"/>
          <p14:tracePt t="63418" x="6286500" y="4502150"/>
          <p14:tracePt t="63432" x="6375400" y="4502150"/>
          <p14:tracePt t="63448" x="6483350" y="4502150"/>
          <p14:tracePt t="63465" x="6553200" y="4495800"/>
          <p14:tracePt t="63482" x="6604000" y="4489450"/>
          <p14:tracePt t="63498" x="6673850" y="4464050"/>
          <p14:tracePt t="63515" x="6705600" y="4438650"/>
          <p14:tracePt t="63532" x="6718300" y="4425950"/>
          <p14:tracePt t="63548" x="6731000" y="4387850"/>
          <p14:tracePt t="63553" x="6737350" y="4381500"/>
          <p14:tracePt t="63565" x="6743700" y="4362450"/>
          <p14:tracePt t="63582" x="6750050" y="4337050"/>
          <p14:tracePt t="63584" x="6762750" y="4318000"/>
          <p14:tracePt t="63598" x="6762750" y="4311650"/>
          <p14:tracePt t="63615" x="6769100" y="4279900"/>
          <p14:tracePt t="63619" x="6781800" y="4248150"/>
          <p14:tracePt t="63632" x="6781800" y="4235450"/>
          <p14:tracePt t="63648" x="6794500" y="4178300"/>
          <p14:tracePt t="63651" x="6794500" y="4133850"/>
          <p14:tracePt t="63665" x="6794500" y="4121150"/>
          <p14:tracePt t="63682" x="6788150" y="4019550"/>
          <p14:tracePt t="63698" x="6775450" y="3994150"/>
          <p14:tracePt t="63715" x="6743700" y="3968750"/>
          <p14:tracePt t="63731" x="6692900" y="3956050"/>
          <p14:tracePt t="63748" x="6654800" y="3956050"/>
          <p14:tracePt t="63765" x="6553200" y="3956050"/>
          <p14:tracePt t="63782" x="6394450" y="3987800"/>
          <p14:tracePt t="63798" x="6267450" y="4032250"/>
          <p14:tracePt t="63815" x="6121400" y="4089400"/>
          <p14:tracePt t="63822" x="6032500" y="4127500"/>
          <p14:tracePt t="63829" x="5994400" y="4146550"/>
          <p14:tracePt t="63835" x="5924550" y="4178300"/>
          <p14:tracePt t="63848" x="5873750" y="4210050"/>
          <p14:tracePt t="63853" x="5835650" y="4235450"/>
          <p14:tracePt t="63865" x="5803900" y="4254500"/>
          <p14:tracePt t="63882" x="5765800" y="4292600"/>
          <p14:tracePt t="63898" x="5753100" y="4305300"/>
          <p14:tracePt t="63915" x="5740400" y="4324350"/>
          <p14:tracePt t="63918" x="5740400" y="4330700"/>
          <p14:tracePt t="63932" x="5740400" y="4356100"/>
          <p14:tracePt t="63948" x="5734050" y="4368800"/>
          <p14:tracePt t="63964" x="5727700" y="4394200"/>
          <p14:tracePt t="63981" x="5727700" y="4425950"/>
          <p14:tracePt t="63998" x="5740400" y="4470400"/>
          <p14:tracePt t="64015" x="5765800" y="4495800"/>
          <p14:tracePt t="64032" x="5816600" y="4533900"/>
          <p14:tracePt t="64048" x="5892800" y="4552950"/>
          <p14:tracePt t="64052" x="5943600" y="4565650"/>
          <p14:tracePt t="64065" x="5994400" y="4591050"/>
          <p14:tracePt t="64082" x="6115050" y="4616450"/>
          <p14:tracePt t="64085" x="6191250" y="4629150"/>
          <p14:tracePt t="64098" x="6261100" y="4641850"/>
          <p14:tracePt t="64115" x="6407150" y="4673600"/>
          <p14:tracePt t="64118" x="6477000" y="4679950"/>
          <p14:tracePt t="64132" x="6597650" y="4692650"/>
          <p14:tracePt t="64148" x="6616700" y="4692650"/>
          <p14:tracePt t="64151" x="6648450" y="4692650"/>
          <p14:tracePt t="64165" x="6692900" y="4692650"/>
          <p14:tracePt t="64182" x="6756400" y="4673600"/>
          <p14:tracePt t="64198" x="6781800" y="4648200"/>
          <p14:tracePt t="64215" x="6807200" y="4616450"/>
          <p14:tracePt t="64231" x="6838950" y="4572000"/>
          <p14:tracePt t="64249" x="6870700" y="4502150"/>
          <p14:tracePt t="64265" x="6883400" y="4425950"/>
          <p14:tracePt t="64282" x="6889750" y="4356100"/>
          <p14:tracePt t="64286" x="6889750" y="4337050"/>
          <p14:tracePt t="64298" x="6877050" y="4292600"/>
          <p14:tracePt t="64315" x="6845300" y="4235450"/>
          <p14:tracePt t="64320" x="6838950" y="4222750"/>
          <p14:tracePt t="64331" x="6819900" y="4203700"/>
          <p14:tracePt t="64348" x="6781800" y="4178300"/>
          <p14:tracePt t="64350" x="6775450" y="4165600"/>
          <p14:tracePt t="64365" x="6743700" y="4159250"/>
          <p14:tracePt t="64381" x="6711950" y="4146550"/>
          <p14:tracePt t="64398" x="6654800" y="4133850"/>
          <p14:tracePt t="64415" x="6635750" y="4133850"/>
          <p14:tracePt t="64420" x="6565900" y="4133850"/>
          <p14:tracePt t="64432" x="6470650" y="4133850"/>
          <p14:tracePt t="64448" x="6330950" y="4165600"/>
          <p14:tracePt t="64465" x="6178550" y="4216400"/>
          <p14:tracePt t="64481" x="6076950" y="4260850"/>
          <p14:tracePt t="64498" x="5943600" y="4330700"/>
          <p14:tracePt t="64515" x="5886450" y="4375150"/>
          <p14:tracePt t="64532" x="5867400" y="4394200"/>
          <p14:tracePt t="64548" x="5867400" y="4400550"/>
          <p14:tracePt t="64554" x="5867400" y="4406900"/>
          <p14:tracePt t="64565" x="5867400" y="4413250"/>
          <p14:tracePt t="64582" x="5867400" y="4425950"/>
          <p14:tracePt t="64585" x="5867400" y="4438650"/>
          <p14:tracePt t="64598" x="5873750" y="4457700"/>
          <p14:tracePt t="64615" x="5899150" y="4489450"/>
          <p14:tracePt t="64618" x="5911850" y="4508500"/>
          <p14:tracePt t="64632" x="5949950" y="4546600"/>
          <p14:tracePt t="64648" x="5994400" y="4572000"/>
          <p14:tracePt t="64665" x="6000750" y="4578350"/>
          <p14:tracePt t="64682" x="6057900" y="4597400"/>
          <p14:tracePt t="64698" x="6076950" y="4597400"/>
          <p14:tracePt t="64715" x="6115050" y="4597400"/>
          <p14:tracePt t="64732" x="6146800" y="4591050"/>
          <p14:tracePt t="64748" x="6184900" y="4572000"/>
          <p14:tracePt t="64765" x="6261100" y="4533900"/>
          <p14:tracePt t="64781" x="6286500" y="4514850"/>
          <p14:tracePt t="64799" x="6330950" y="4489450"/>
          <p14:tracePt t="64805" x="6350000" y="4476750"/>
          <p14:tracePt t="64815" x="6356350" y="4470400"/>
          <p14:tracePt t="64834" x="6369050" y="4457700"/>
          <p14:tracePt t="64838" x="6375400" y="4451350"/>
          <p14:tracePt t="64848" x="6381750" y="4451350"/>
          <p14:tracePt t="64866" x="6388100" y="4438650"/>
          <p14:tracePt t="65681" x="6388100" y="4445000"/>
          <p14:tracePt t="65697" x="6388100" y="4451350"/>
          <p14:tracePt t="65715" x="6356350" y="4464050"/>
          <p14:tracePt t="65732" x="6299200" y="4495800"/>
          <p14:tracePt t="65739" x="6242050" y="4521200"/>
          <p14:tracePt t="65748" x="6191250" y="4546600"/>
          <p14:tracePt t="65765" x="6051550" y="4603750"/>
          <p14:tracePt t="65771" x="5969000" y="4629150"/>
          <p14:tracePt t="65782" x="5822950" y="4686300"/>
          <p14:tracePt t="65798" x="5499100" y="4806950"/>
          <p14:tracePt t="65802" x="5403850" y="4845050"/>
          <p14:tracePt t="65815" x="5162550" y="4940300"/>
          <p14:tracePt t="65832" x="4756150" y="5080000"/>
          <p14:tracePt t="65835" x="4464050" y="5162550"/>
          <p14:tracePt t="65848" x="4292600" y="5213350"/>
          <p14:tracePt t="65865" x="3829050" y="5327650"/>
          <p14:tracePt t="65868" x="3695700" y="5365750"/>
          <p14:tracePt t="65882" x="3429000" y="5410200"/>
          <p14:tracePt t="65898" x="3200400" y="5429250"/>
          <p14:tracePt t="65915" x="3117850" y="5435600"/>
          <p14:tracePt t="65931" x="3079750" y="5435600"/>
          <p14:tracePt t="65948" x="3073400" y="5435600"/>
          <p14:tracePt t="65996" x="3067050" y="5435600"/>
          <p14:tracePt t="66024" x="3060700" y="5435600"/>
          <p14:tracePt t="66037" x="3054350" y="5429250"/>
          <p14:tracePt t="66045" x="3048000" y="5429250"/>
          <p14:tracePt t="66055" x="3035300" y="5429250"/>
          <p14:tracePt t="66065" x="3035300" y="5422900"/>
          <p14:tracePt t="66082" x="3016250" y="5422900"/>
          <p14:tracePt t="66098" x="2997200" y="5410200"/>
          <p14:tracePt t="66102" x="2984500" y="5403850"/>
          <p14:tracePt t="66115" x="2965450" y="5397500"/>
          <p14:tracePt t="66132" x="2921000" y="5378450"/>
          <p14:tracePt t="66148" x="2851150" y="5340350"/>
          <p14:tracePt t="66165" x="2800350" y="5308600"/>
          <p14:tracePt t="66182" x="2705100" y="5245100"/>
          <p14:tracePt t="66198" x="2628900" y="5200650"/>
          <p14:tracePt t="66215" x="2527300" y="5137150"/>
          <p14:tracePt t="66232" x="2476500" y="5105400"/>
          <p14:tracePt t="66248" x="2451100" y="5080000"/>
          <p14:tracePt t="66265" x="2432050" y="5060950"/>
          <p14:tracePt t="66269" x="2432050" y="5054600"/>
          <p14:tracePt t="66282" x="2425700" y="5048250"/>
          <p14:tracePt t="66298" x="2413000" y="5035550"/>
          <p14:tracePt t="66303" x="2400300" y="5029200"/>
          <p14:tracePt t="66315" x="2387600" y="5016500"/>
          <p14:tracePt t="66332" x="2374900" y="5016500"/>
          <p14:tracePt t="66335" x="2362200" y="5010150"/>
          <p14:tracePt t="66348" x="2349500" y="5003800"/>
          <p14:tracePt t="66365" x="2330450" y="4997450"/>
          <p14:tracePt t="66369" x="2324100" y="4991100"/>
          <p14:tracePt t="66386" x="2317750" y="4991100"/>
          <p14:tracePt t="66398" x="2311400" y="4984750"/>
          <p14:tracePt t="66456" x="2311400" y="4978400"/>
          <p14:tracePt t="66463" x="2305050" y="4978400"/>
          <p14:tracePt t="66488" x="2305050" y="4972050"/>
          <p14:tracePt t="66640" x="2298700" y="4972050"/>
          <p14:tracePt t="66673" x="2298700" y="4978400"/>
          <p14:tracePt t="66690" x="2292350" y="4978400"/>
          <p14:tracePt t="66697" x="2292350" y="4984750"/>
          <p14:tracePt t="66715" x="2286000" y="4997450"/>
          <p14:tracePt t="66721" x="2279650" y="5003800"/>
          <p14:tracePt t="66732" x="2273300" y="5010150"/>
          <p14:tracePt t="66748" x="2260600" y="5029200"/>
          <p14:tracePt t="66765" x="2241550" y="5054600"/>
          <p14:tracePt t="66782" x="2228850" y="5067300"/>
          <p14:tracePt t="66785" x="2222500" y="5073650"/>
          <p14:tracePt t="66798" x="2222500" y="5080000"/>
          <p14:tracePt t="66815" x="2216150" y="5086350"/>
          <p14:tracePt t="66835" x="2216150" y="5092700"/>
          <p14:tracePt t="66852" x="2216150" y="5099050"/>
          <p14:tracePt t="66867" x="2216150" y="5105400"/>
          <p14:tracePt t="66882" x="2216150" y="5118100"/>
          <p14:tracePt t="66898" x="2216150" y="5149850"/>
          <p14:tracePt t="66915" x="2216150" y="5187950"/>
          <p14:tracePt t="66931" x="2216150" y="5245100"/>
          <p14:tracePt t="66948" x="2216150" y="5270500"/>
          <p14:tracePt t="66965" x="2222500" y="5289550"/>
          <p14:tracePt t="66982" x="2235200" y="5295900"/>
          <p14:tracePt t="66998" x="2241550" y="5302250"/>
          <p14:tracePt t="67015" x="2254250" y="5302250"/>
          <p14:tracePt t="67018" x="2260600" y="5302250"/>
          <p14:tracePt t="67036" x="2266950" y="5302250"/>
          <p14:tracePt t="67048" x="2273300" y="5308600"/>
          <p14:tracePt t="67050" x="2279650" y="5308600"/>
          <p14:tracePt t="67085" x="2286000" y="5308600"/>
          <p14:tracePt t="67125" x="2286000" y="5314950"/>
          <p14:tracePt t="67133" x="2286000" y="5321300"/>
          <p14:tracePt t="67143" x="2292350" y="5321300"/>
          <p14:tracePt t="67158" x="2292350" y="5327650"/>
          <p14:tracePt t="67166" x="2298700" y="5327650"/>
          <p14:tracePt t="67182" x="2305050" y="5334000"/>
          <p14:tracePt t="67198" x="2317750" y="5340350"/>
          <p14:tracePt t="67215" x="2324100" y="5346700"/>
          <p14:tracePt t="67221" x="2330450" y="5353050"/>
          <p14:tracePt t="67232" x="2336800" y="5353050"/>
          <p14:tracePt t="67248" x="2349500" y="5359400"/>
          <p14:tracePt t="67253" x="2355850" y="5365750"/>
          <p14:tracePt t="67265" x="2362200" y="5365750"/>
          <p14:tracePt t="67282" x="2368550" y="5372100"/>
          <p14:tracePt t="67298" x="2374900" y="5372100"/>
          <p14:tracePt t="67315" x="2387600" y="5384800"/>
          <p14:tracePt t="67318" x="2393950" y="5391150"/>
          <p14:tracePt t="67332" x="2425700" y="5397500"/>
          <p14:tracePt t="67348" x="2444750" y="5397500"/>
          <p14:tracePt t="67365" x="2457450" y="5403850"/>
          <p14:tracePt t="67382" x="2482850" y="5403850"/>
          <p14:tracePt t="67401" x="2489200" y="5403850"/>
          <p14:tracePt t="67431" x="2495550" y="5403850"/>
          <p14:tracePt t="67441" x="2501900" y="5403850"/>
          <p14:tracePt t="67448" x="2508250" y="5397500"/>
          <p14:tracePt t="67466" x="2527300" y="5384800"/>
          <p14:tracePt t="67482" x="2546350" y="5365750"/>
          <p14:tracePt t="67486" x="2559050" y="5353050"/>
          <p14:tracePt t="67498" x="2559050" y="5346700"/>
          <p14:tracePt t="67516" x="2571750" y="5340350"/>
          <p14:tracePt t="67519" x="2578100" y="5334000"/>
          <p14:tracePt t="67532" x="2578100" y="5327650"/>
          <p14:tracePt t="67549" x="2584450" y="5327650"/>
          <p14:tracePt t="67639" x="2584450" y="5334000"/>
          <p14:tracePt t="67649" x="2584450" y="5340350"/>
          <p14:tracePt t="67665" x="2578100" y="5372100"/>
          <p14:tracePt t="67682" x="2559050" y="5397500"/>
          <p14:tracePt t="67698" x="2546350" y="5416550"/>
          <p14:tracePt t="67715" x="2540000" y="5429250"/>
          <p14:tracePt t="67732" x="2533650" y="5435600"/>
          <p14:tracePt t="67748" x="2533650" y="5441950"/>
          <p14:tracePt t="67881" x="2527300" y="5441950"/>
          <p14:tracePt t="67923" x="2527300" y="5435600"/>
          <p14:tracePt t="67931" x="2527300" y="5429250"/>
          <p14:tracePt t="67947" x="2527300" y="5422900"/>
          <p14:tracePt t="67965" x="2527300" y="5416550"/>
          <p14:tracePt t="67982" x="2533650" y="5403850"/>
          <p14:tracePt t="67988" x="2540000" y="5391150"/>
          <p14:tracePt t="68003" x="2540000" y="5384800"/>
          <p14:tracePt t="68015" x="2540000" y="5372100"/>
          <p14:tracePt t="68032" x="2546350" y="5359400"/>
          <p14:tracePt t="68048" x="2546350" y="5327650"/>
          <p14:tracePt t="68065" x="2546350" y="5321300"/>
          <p14:tracePt t="68082" x="2546350" y="5314950"/>
          <p14:tracePt t="68098" x="2546350" y="5308600"/>
          <p14:tracePt t="68245" x="2540000" y="5308600"/>
          <p14:tracePt t="68253" x="2540000" y="5302250"/>
          <p14:tracePt t="68265" x="2527300" y="5302250"/>
          <p14:tracePt t="68271" x="2520950" y="5289550"/>
          <p14:tracePt t="68282" x="2508250" y="5270500"/>
          <p14:tracePt t="68298" x="2489200" y="5219700"/>
          <p14:tracePt t="68301" x="2470150" y="5200650"/>
          <p14:tracePt t="68315" x="2457450" y="5175250"/>
          <p14:tracePt t="68332" x="2406650" y="5111750"/>
          <p14:tracePt t="68348" x="2387600" y="5080000"/>
          <p14:tracePt t="68365" x="2381250" y="5073650"/>
          <p14:tracePt t="68382" x="2374900" y="5067300"/>
          <p14:tracePt t="68398" x="2368550" y="5054600"/>
          <p14:tracePt t="68415" x="2355850" y="5048250"/>
          <p14:tracePt t="68432" x="2330450" y="5035550"/>
          <p14:tracePt t="68448" x="2292350" y="5010150"/>
          <p14:tracePt t="68465" x="2260600" y="4991100"/>
          <p14:tracePt t="68471" x="2247900" y="4978400"/>
          <p14:tracePt t="68482" x="2228850" y="4965700"/>
          <p14:tracePt t="68498" x="2216150" y="4946650"/>
          <p14:tracePt t="68515" x="2209800" y="4940300"/>
          <p14:tracePt t="68532" x="2203450" y="4908550"/>
          <p14:tracePt t="68535" x="2203450" y="4902200"/>
          <p14:tracePt t="68548" x="2203450" y="4889500"/>
          <p14:tracePt t="68565" x="2203450" y="4826000"/>
          <p14:tracePt t="68569" x="2203450" y="4806950"/>
          <p14:tracePt t="68582" x="2190750" y="4743450"/>
          <p14:tracePt t="68598" x="2165350" y="4679950"/>
          <p14:tracePt t="68615" x="2152650" y="4648200"/>
          <p14:tracePt t="68632" x="2114550" y="4610100"/>
          <p14:tracePt t="68648" x="2089150" y="4591050"/>
          <p14:tracePt t="68665" x="2044700" y="4572000"/>
          <p14:tracePt t="68671" x="2019300" y="4565650"/>
          <p14:tracePt t="68682" x="2000250" y="4559300"/>
          <p14:tracePt t="68698" x="1924050" y="4540250"/>
          <p14:tracePt t="68715" x="1866900" y="4533900"/>
          <p14:tracePt t="68732" x="1739900" y="4514850"/>
          <p14:tracePt t="68738" x="1701800" y="4514850"/>
          <p14:tracePt t="68745" x="1663700" y="4514850"/>
          <p14:tracePt t="68755" x="1619250" y="4514850"/>
          <p14:tracePt t="68761" x="1574800" y="4514850"/>
          <p14:tracePt t="68771" x="1543050" y="4514850"/>
          <p14:tracePt t="68782" x="1498600" y="4514850"/>
          <p14:tracePt t="68798" x="1403350" y="4527550"/>
          <p14:tracePt t="68802" x="1384300" y="4527550"/>
          <p14:tracePt t="68809" x="1352550" y="4540250"/>
          <p14:tracePt t="68832" x="1339850" y="4559300"/>
          <p14:tracePt t="68848" x="1320800" y="4584700"/>
          <p14:tracePt t="68865" x="1314450" y="4622800"/>
          <p14:tracePt t="68882" x="1295400" y="4673600"/>
          <p14:tracePt t="68898" x="1276350" y="4768850"/>
          <p14:tracePt t="68915" x="1263650" y="4838700"/>
          <p14:tracePt t="68931" x="1263650" y="4895850"/>
          <p14:tracePt t="68948" x="1257300" y="4946650"/>
          <p14:tracePt t="68965" x="1257300" y="4984750"/>
          <p14:tracePt t="68970" x="1257300" y="4997450"/>
          <p14:tracePt t="68988" x="1257300" y="5016500"/>
          <p14:tracePt t="68998" x="1263650" y="5022850"/>
          <p14:tracePt t="69015" x="1276350" y="5041900"/>
          <p14:tracePt t="69032" x="1314450" y="5067300"/>
          <p14:tracePt t="69035" x="1327150" y="5073650"/>
          <p14:tracePt t="69048" x="1339850" y="5080000"/>
          <p14:tracePt t="69065" x="1409700" y="5111750"/>
          <p14:tracePt t="69069" x="1441450" y="5118100"/>
          <p14:tracePt t="69082" x="1543050" y="5149850"/>
          <p14:tracePt t="69098" x="1625600" y="5162550"/>
          <p14:tracePt t="69115" x="1752600" y="5194300"/>
          <p14:tracePt t="69132" x="1816100" y="5207000"/>
          <p14:tracePt t="69138" x="1841500" y="5207000"/>
          <p14:tracePt t="69148" x="1898650" y="5213350"/>
          <p14:tracePt t="69165" x="1930400" y="5219700"/>
          <p14:tracePt t="69182" x="1968500" y="5219700"/>
          <p14:tracePt t="69198" x="2000250" y="5219700"/>
          <p14:tracePt t="69203" x="2038350" y="5213350"/>
          <p14:tracePt t="69215" x="2057400" y="5213350"/>
          <p14:tracePt t="69232" x="2108200" y="5181600"/>
          <p14:tracePt t="69236" x="2146300" y="5162550"/>
          <p14:tracePt t="69248" x="2190750" y="5130800"/>
          <p14:tracePt t="69265" x="2247900" y="5092700"/>
          <p14:tracePt t="69270" x="2279650" y="5067300"/>
          <p14:tracePt t="69282" x="2305050" y="5041900"/>
          <p14:tracePt t="69298" x="2324100" y="5016500"/>
          <p14:tracePt t="69301" x="2330450" y="5003800"/>
          <p14:tracePt t="69315" x="2343150" y="4991100"/>
          <p14:tracePt t="69332" x="2362200" y="4959350"/>
          <p14:tracePt t="69348" x="2374900" y="4921250"/>
          <p14:tracePt t="69365" x="2400300" y="4845050"/>
          <p14:tracePt t="69382" x="2419350" y="4794250"/>
          <p14:tracePt t="69398" x="2425700" y="4705350"/>
          <p14:tracePt t="69415" x="2425700" y="4667250"/>
          <p14:tracePt t="69432" x="2425700" y="4641850"/>
          <p14:tracePt t="69448" x="2419350" y="4629150"/>
          <p14:tracePt t="69465" x="2400300" y="4622800"/>
          <p14:tracePt t="69468" x="2393950" y="4616450"/>
          <p14:tracePt t="69487" x="2387600" y="4610100"/>
          <p14:tracePt t="69498" x="2374900" y="4610100"/>
          <p14:tracePt t="69515" x="2362200" y="4597400"/>
          <p14:tracePt t="69520" x="2349500" y="4591050"/>
          <p14:tracePt t="69532" x="2336800" y="4578350"/>
          <p14:tracePt t="69548" x="2317750" y="4572000"/>
          <p14:tracePt t="69554" x="2311400" y="4565650"/>
          <p14:tracePt t="69565" x="2292350" y="4559300"/>
          <p14:tracePt t="69582" x="2260600" y="4546600"/>
          <p14:tracePt t="69598" x="2235200" y="4546600"/>
          <p14:tracePt t="69615" x="2203450" y="4546600"/>
          <p14:tracePt t="69632" x="2178050" y="4546600"/>
          <p14:tracePt t="69648" x="2127250" y="4546600"/>
          <p14:tracePt t="69665" x="2095500" y="4546600"/>
          <p14:tracePt t="69682" x="2032000" y="4559300"/>
          <p14:tracePt t="69698" x="1987550" y="4572000"/>
          <p14:tracePt t="69704" x="1981200" y="4572000"/>
          <p14:tracePt t="69717" x="1974850" y="4572000"/>
          <p14:tracePt t="69720" x="1955800" y="4572000"/>
          <p14:tracePt t="69732" x="1955800" y="4578350"/>
          <p14:tracePt t="69750" x="1949450" y="4578350"/>
          <p14:tracePt t="69765" x="1943100" y="4578350"/>
          <p14:tracePt t="69783" x="1924050" y="4584700"/>
          <p14:tracePt t="69787" x="1917700" y="4591050"/>
          <p14:tracePt t="69798" x="1892300" y="4597400"/>
          <p14:tracePt t="69816" x="1841500" y="4635500"/>
          <p14:tracePt t="69832" x="1809750" y="4660900"/>
          <p14:tracePt t="69851" x="1784350" y="4686300"/>
          <p14:tracePt t="69865" x="1771650" y="4718050"/>
          <p14:tracePt t="69883" x="1752600" y="4762500"/>
          <p14:tracePt t="69898" x="1752600" y="4813300"/>
          <p14:tracePt t="69915" x="1752600" y="4895850"/>
          <p14:tracePt t="69932" x="1752600" y="4965700"/>
          <p14:tracePt t="69948" x="1778000" y="5029200"/>
          <p14:tracePt t="69965" x="1809750" y="5086350"/>
          <p14:tracePt t="69982" x="1860550" y="5156200"/>
          <p14:tracePt t="69984" x="1873250" y="5168900"/>
          <p14:tracePt t="69998" x="1917700" y="5207000"/>
          <p14:tracePt t="70015" x="1949450" y="5245100"/>
          <p14:tracePt t="70019" x="1962150" y="5251450"/>
          <p14:tracePt t="70025" x="1981200" y="5264150"/>
          <p14:tracePt t="70048" x="2006600" y="5283200"/>
          <p14:tracePt t="70066" x="2032000" y="5289550"/>
          <p14:tracePt t="70082" x="2051050" y="5295900"/>
          <p14:tracePt t="70098" x="2076450" y="5295900"/>
          <p14:tracePt t="70115" x="2133600" y="5295900"/>
          <p14:tracePt t="70132" x="2235200" y="5283200"/>
          <p14:tracePt t="70148" x="2324100" y="5257800"/>
          <p14:tracePt t="70165" x="2432050" y="5232400"/>
          <p14:tracePt t="70182" x="2520950" y="5187950"/>
          <p14:tracePt t="70198" x="2571750" y="5149850"/>
          <p14:tracePt t="70215" x="2603500" y="5130800"/>
          <p14:tracePt t="70220" x="2609850" y="5111750"/>
          <p14:tracePt t="70232" x="2622550" y="5105400"/>
          <p14:tracePt t="70249" x="2635250" y="5080000"/>
          <p14:tracePt t="70252" x="2641600" y="5060950"/>
          <p14:tracePt t="70267" x="2647950" y="5048250"/>
          <p14:tracePt t="70283" x="2660650" y="5010150"/>
          <p14:tracePt t="70298" x="2660650" y="4997450"/>
          <p14:tracePt t="70315" x="2660650" y="4965700"/>
          <p14:tracePt t="70318" x="2660650" y="4959350"/>
          <p14:tracePt t="70333" x="2660650" y="4940300"/>
          <p14:tracePt t="70348" x="2660650" y="4933950"/>
          <p14:tracePt t="70365" x="2660650" y="4927600"/>
          <p14:tracePt t="70382" x="2660650" y="4921250"/>
          <p14:tracePt t="70398" x="2654300" y="4914900"/>
          <p14:tracePt t="70415" x="2647950" y="4908550"/>
          <p14:tracePt t="70432" x="2647950" y="4895850"/>
          <p14:tracePt t="70448" x="2647950" y="4889500"/>
          <p14:tracePt t="71922" x="2654300" y="4889500"/>
          <p14:tracePt t="71945" x="2660650" y="4883150"/>
          <p14:tracePt t="72009" x="2667000" y="4883150"/>
          <p14:tracePt t="72033" x="2673350" y="4883150"/>
          <p14:tracePt t="72050" x="2679700" y="4883150"/>
          <p14:tracePt t="72082" x="2686050" y="4883150"/>
          <p14:tracePt t="72623" x="2686050" y="4889500"/>
          <p14:tracePt t="72639" x="2686050" y="4895850"/>
          <p14:tracePt t="72646" x="2686050" y="4902200"/>
          <p14:tracePt t="72655" x="2673350" y="4908550"/>
          <p14:tracePt t="72666" x="2673350" y="4914900"/>
          <p14:tracePt t="72682" x="2647950" y="4927600"/>
          <p14:tracePt t="72699" x="2622550" y="4940300"/>
          <p14:tracePt t="72703" x="2609850" y="4946650"/>
          <p14:tracePt t="72715" x="2590800" y="4953000"/>
          <p14:tracePt t="72732" x="2552700" y="4965700"/>
          <p14:tracePt t="72735" x="2533650" y="4972050"/>
          <p14:tracePt t="72748" x="2520950" y="4978400"/>
          <p14:tracePt t="72766" x="2489200" y="4991100"/>
          <p14:tracePt t="72783" x="2470150" y="4997450"/>
          <p14:tracePt t="72798" x="2463800" y="4997450"/>
          <p14:tracePt t="72815" x="2457450" y="5003800"/>
          <p14:tracePt t="72832" x="2444750" y="5010150"/>
          <p14:tracePt t="72848" x="2438400" y="5010150"/>
          <p14:tracePt t="72865" x="2432050" y="5016500"/>
          <p14:tracePt t="72882" x="2419350" y="5022850"/>
          <p14:tracePt t="72906" x="2413000" y="5022850"/>
          <p14:tracePt t="72915" x="2413000" y="5029200"/>
          <p14:tracePt t="72931" x="2406650" y="5029200"/>
          <p14:tracePt t="72948" x="2400300" y="5035550"/>
          <p14:tracePt t="72965" x="2393950" y="5041900"/>
          <p14:tracePt t="72982" x="2387600" y="5041900"/>
          <p14:tracePt t="73064" x="2381250" y="5041900"/>
          <p14:tracePt t="73080" x="2374900" y="5035550"/>
          <p14:tracePt t="73089" x="2368550" y="5035550"/>
          <p14:tracePt t="73098" x="2355850" y="5022850"/>
          <p14:tracePt t="73115" x="2349500" y="5016500"/>
          <p14:tracePt t="73132" x="2336800" y="5003800"/>
          <p14:tracePt t="73149" x="2317750" y="4991100"/>
          <p14:tracePt t="73153" x="2311400" y="4991100"/>
          <p14:tracePt t="73170" x="2305050" y="4991100"/>
          <p14:tracePt t="73194" x="2305050" y="4984750"/>
          <p14:tracePt t="73202" x="2298700" y="4984750"/>
          <p14:tracePt t="73215" x="2298700" y="4978400"/>
          <p14:tracePt t="73232" x="2286000" y="4972050"/>
          <p14:tracePt t="73249" x="2279650" y="4965700"/>
          <p14:tracePt t="73252" x="2279650" y="4959350"/>
          <p14:tracePt t="73265" x="2260600" y="4946650"/>
          <p14:tracePt t="73282" x="2254250" y="4933950"/>
          <p14:tracePt t="73298" x="2247900" y="4927600"/>
          <p14:tracePt t="73315" x="2241550" y="4927600"/>
          <p14:tracePt t="73331" x="2235200" y="4927600"/>
          <p14:tracePt t="73348" x="2228850" y="4921250"/>
          <p14:tracePt t="73365" x="2216150" y="4921250"/>
          <p14:tracePt t="73382" x="2203450" y="4921250"/>
          <p14:tracePt t="73398" x="2178050" y="4921250"/>
          <p14:tracePt t="73415" x="2146300" y="4921250"/>
          <p14:tracePt t="73419" x="2139950" y="4921250"/>
          <p14:tracePt t="73431" x="2127250" y="4921250"/>
          <p14:tracePt t="73448" x="2108200" y="4921250"/>
          <p14:tracePt t="73451" x="2101850" y="4921250"/>
          <p14:tracePt t="73464" x="2095500" y="4921250"/>
          <p14:tracePt t="73481" x="2089150" y="4921250"/>
          <p14:tracePt t="73484" x="2082800" y="4927600"/>
          <p14:tracePt t="73515" x="2070100" y="4933950"/>
          <p14:tracePt t="73518" x="2063750" y="4940300"/>
          <p14:tracePt t="73550" x="2057400" y="4946650"/>
          <p14:tracePt t="73767" x="2051050" y="4959350"/>
          <p14:tracePt t="73784" x="2044700" y="4965700"/>
          <p14:tracePt t="73792" x="2038350" y="4984750"/>
          <p14:tracePt t="73801" x="2032000" y="4984750"/>
          <p14:tracePt t="73815" x="2025650" y="5003800"/>
          <p14:tracePt t="73832" x="2012950" y="5016500"/>
          <p14:tracePt t="73848" x="2006600" y="5029200"/>
          <p14:tracePt t="73865" x="2000250" y="5035550"/>
          <p14:tracePt t="73983" x="2012950" y="5029200"/>
          <p14:tracePt t="73991" x="2025650" y="5022850"/>
          <p14:tracePt t="74001" x="2032000" y="5016500"/>
          <p14:tracePt t="74015" x="2051050" y="5010150"/>
          <p14:tracePt t="74033" x="2076450" y="4991100"/>
          <p14:tracePt t="74048" x="2095500" y="4972050"/>
          <p14:tracePt t="74065" x="2114550" y="4953000"/>
          <p14:tracePt t="74082" x="2127250" y="4927600"/>
          <p14:tracePt t="74098" x="2139950" y="4889500"/>
          <p14:tracePt t="74115" x="2159000" y="4826000"/>
          <p14:tracePt t="74121" x="2165350" y="4787900"/>
          <p14:tracePt t="74132" x="2171700" y="4762500"/>
          <p14:tracePt t="74149" x="2178050" y="4705350"/>
          <p14:tracePt t="74153" x="2178050" y="4679950"/>
          <p14:tracePt t="74165" x="2184400" y="4660900"/>
          <p14:tracePt t="74182" x="2190750" y="4622800"/>
          <p14:tracePt t="74198" x="2190750" y="4616450"/>
          <p14:tracePt t="74281" x="2190750" y="4610100"/>
          <p14:tracePt t="74301" x="2184400" y="4597400"/>
          <p14:tracePt t="74310" x="2171700" y="4578350"/>
          <p14:tracePt t="74316" x="2159000" y="4572000"/>
          <p14:tracePt t="74332" x="2127250" y="4533900"/>
          <p14:tracePt t="74349" x="2082800" y="4502150"/>
          <p14:tracePt t="74366" x="2038350" y="4483100"/>
          <p14:tracePt t="74382" x="2006600" y="4470400"/>
          <p14:tracePt t="74398" x="1987550" y="4470400"/>
          <p14:tracePt t="74415" x="1968500" y="4470400"/>
          <p14:tracePt t="74421" x="1962150" y="4470400"/>
          <p14:tracePt t="74432" x="1936750" y="4476750"/>
          <p14:tracePt t="74448" x="1905000" y="4483100"/>
          <p14:tracePt t="74452" x="1873250" y="4489450"/>
          <p14:tracePt t="74465" x="1860550" y="4489450"/>
          <p14:tracePt t="74482" x="1809750" y="4495800"/>
          <p14:tracePt t="74498" x="1790700" y="4495800"/>
          <p14:tracePt t="74515" x="1771650" y="4502150"/>
          <p14:tracePt t="74537" x="1765300" y="4502150"/>
          <p14:tracePt t="74541" x="1765300" y="4508500"/>
          <p14:tracePt t="74550" x="1758950" y="4508500"/>
          <p14:tracePt t="74565" x="1739900" y="4533900"/>
          <p14:tracePt t="74582" x="1727200" y="4559300"/>
          <p14:tracePt t="74599" x="1708150" y="4584700"/>
          <p14:tracePt t="74615" x="1695450" y="4616450"/>
          <p14:tracePt t="74632" x="1676400" y="4660900"/>
          <p14:tracePt t="74648" x="1676400" y="4673600"/>
          <p14:tracePt t="74655" x="1676400" y="4679950"/>
          <p14:tracePt t="74667" x="1676400" y="4686300"/>
          <p14:tracePt t="74671" x="1676400" y="4692650"/>
          <p14:tracePt t="74682" x="1676400" y="4705350"/>
          <p14:tracePt t="74702" x="1720850" y="4737100"/>
          <p14:tracePt t="74709" x="1733550" y="4749800"/>
          <p14:tracePt t="74718" x="1765300" y="4762500"/>
          <p14:tracePt t="74734" x="1841500" y="4787900"/>
          <p14:tracePt t="74748" x="1930400" y="4806950"/>
          <p14:tracePt t="74766" x="2000250" y="4819650"/>
          <p14:tracePt t="74782" x="2076450" y="4819650"/>
          <p14:tracePt t="74799" x="2146300" y="4819650"/>
          <p14:tracePt t="74815" x="2209800" y="4806950"/>
          <p14:tracePt t="74833" x="2260600" y="4781550"/>
          <p14:tracePt t="74848" x="2292350" y="4756150"/>
          <p14:tracePt t="74865" x="2317750" y="4705350"/>
          <p14:tracePt t="74882" x="2336800" y="4660900"/>
          <p14:tracePt t="74898" x="2336800" y="4616450"/>
          <p14:tracePt t="74904" x="2336800" y="4610100"/>
          <p14:tracePt t="74915" x="2336800" y="4584700"/>
          <p14:tracePt t="74932" x="2311400" y="4540250"/>
          <p14:tracePt t="74935" x="2273300" y="4502150"/>
          <p14:tracePt t="74948" x="2260600" y="4489450"/>
          <p14:tracePt t="74965" x="2152650" y="4432300"/>
          <p14:tracePt t="74969" x="2114550" y="4413250"/>
          <p14:tracePt t="74983" x="2032000" y="4400550"/>
          <p14:tracePt t="74999" x="1955800" y="4394200"/>
          <p14:tracePt t="75015" x="1885950" y="4400550"/>
          <p14:tracePt t="75032" x="1797050" y="4432300"/>
          <p14:tracePt t="75048" x="1739900" y="4476750"/>
          <p14:tracePt t="75066" x="1689100" y="4540250"/>
          <p14:tracePt t="75082" x="1670050" y="4572000"/>
          <p14:tracePt t="75098" x="1663700" y="4597400"/>
          <p14:tracePt t="75115" x="1663700" y="4610100"/>
          <p14:tracePt t="75132" x="1676400" y="4635500"/>
          <p14:tracePt t="75149" x="1695450" y="4654550"/>
          <p14:tracePt t="75165" x="1746250" y="4673600"/>
          <p14:tracePt t="75169" x="1784350" y="4692650"/>
          <p14:tracePt t="75182" x="1816100" y="4705350"/>
          <p14:tracePt t="75199" x="1911350" y="4737100"/>
          <p14:tracePt t="75202" x="1955800" y="4756150"/>
          <p14:tracePt t="75215" x="2012950" y="4768850"/>
          <p14:tracePt t="75233" x="2120900" y="4813300"/>
          <p14:tracePt t="75248" x="2171700" y="4826000"/>
          <p14:tracePt t="75265" x="2190750" y="4832350"/>
          <p14:tracePt t="75282" x="2197100" y="4832350"/>
          <p14:tracePt t="75661" x="2197100" y="4838700"/>
          <p14:tracePt t="75671" x="2197100" y="4845050"/>
          <p14:tracePt t="75678" x="2197100" y="4851400"/>
          <p14:tracePt t="75685" x="2197100" y="4857750"/>
          <p14:tracePt t="75699" x="2190750" y="4870450"/>
          <p14:tracePt t="75715" x="2184400" y="4902200"/>
          <p14:tracePt t="75718" x="2178050" y="4914900"/>
          <p14:tracePt t="75732" x="2165350" y="4953000"/>
          <p14:tracePt t="75749" x="2159000" y="4991100"/>
          <p14:tracePt t="75765" x="2146300" y="5016500"/>
          <p14:tracePt t="75782" x="2139950" y="5029200"/>
          <p14:tracePt t="75799" x="2139950" y="5041900"/>
          <p14:tracePt t="75815" x="2133600" y="5060950"/>
          <p14:tracePt t="75832" x="2127250" y="5073650"/>
          <p14:tracePt t="75848" x="2120900" y="5073650"/>
          <p14:tracePt t="75865" x="2120900" y="5080000"/>
          <p14:tracePt t="75935" x="2120900" y="5073650"/>
          <p14:tracePt t="75943" x="2120900" y="5067300"/>
          <p14:tracePt t="75950" x="2120900" y="5060950"/>
          <p14:tracePt t="75965" x="2120900" y="5054600"/>
          <p14:tracePt t="75969" x="2120900" y="5048250"/>
          <p14:tracePt t="75982" x="2120900" y="5035550"/>
          <p14:tracePt t="75999" x="2114550" y="5022850"/>
          <p14:tracePt t="76041" x="2114550" y="5016500"/>
          <p14:tracePt t="76362" x="2108200" y="5016500"/>
          <p14:tracePt t="76377" x="2108200" y="5010150"/>
          <p14:tracePt t="76396" x="2101850" y="5010150"/>
          <p14:tracePt t="76404" x="2101850" y="5003800"/>
          <p14:tracePt t="76420" x="2095500" y="4997450"/>
          <p14:tracePt t="76432" x="2095500" y="4991100"/>
          <p14:tracePt t="76449" x="2089150" y="4984750"/>
          <p14:tracePt t="76453" x="2082800" y="4984750"/>
          <p14:tracePt t="76465" x="2082800" y="4978400"/>
          <p14:tracePt t="76482" x="2076450" y="4978400"/>
          <p14:tracePt t="76829" x="2070100" y="4978400"/>
          <p14:tracePt t="76838" x="2070100" y="4972050"/>
          <p14:tracePt t="76853" x="2070100" y="4965700"/>
          <p14:tracePt t="76870" x="2063750" y="4959350"/>
          <p14:tracePt t="76882" x="2057400" y="4959350"/>
          <p14:tracePt t="76886" x="2057400" y="4946650"/>
          <p14:tracePt t="76898" x="2044700" y="4946650"/>
          <p14:tracePt t="76915" x="2032000" y="4921250"/>
          <p14:tracePt t="76919" x="2019300" y="4914900"/>
          <p14:tracePt t="76932" x="1993900" y="4895850"/>
          <p14:tracePt t="76948" x="1974850" y="4883150"/>
          <p14:tracePt t="76951" x="1955800" y="4876800"/>
          <p14:tracePt t="76965" x="1936750" y="4876800"/>
          <p14:tracePt t="76982" x="1892300" y="4864100"/>
          <p14:tracePt t="76998" x="1854200" y="4864100"/>
          <p14:tracePt t="77015" x="1809750" y="4864100"/>
          <p14:tracePt t="77032" x="1784350" y="4870450"/>
          <p14:tracePt t="77049" x="1752600" y="4883150"/>
          <p14:tracePt t="77055" x="1739900" y="4889500"/>
          <p14:tracePt t="77065" x="1733550" y="4889500"/>
          <p14:tracePt t="77081" x="1720850" y="4902200"/>
          <p14:tracePt t="77098" x="1708150" y="4914900"/>
          <p14:tracePt t="77115" x="1695450" y="4921250"/>
          <p14:tracePt t="77132" x="1689100" y="4933950"/>
          <p14:tracePt t="77149" x="1682750" y="4940300"/>
          <p14:tracePt t="77152" x="1676400" y="4946650"/>
          <p14:tracePt t="77165" x="1676400" y="4953000"/>
          <p14:tracePt t="77182" x="1670050" y="4959350"/>
          <p14:tracePt t="77185" x="1670050" y="4965700"/>
          <p14:tracePt t="77199" x="1670050" y="4972050"/>
          <p14:tracePt t="77215" x="1670050" y="4978400"/>
          <p14:tracePt t="77218" x="1670050" y="4984750"/>
          <p14:tracePt t="77232" x="1670050" y="4997450"/>
          <p14:tracePt t="77249" x="1670050" y="5022850"/>
          <p14:tracePt t="77265" x="1682750" y="5035550"/>
          <p14:tracePt t="77282" x="1701800" y="5060950"/>
          <p14:tracePt t="77299" x="1733550" y="5080000"/>
          <p14:tracePt t="77315" x="1752600" y="5099050"/>
          <p14:tracePt t="77321" x="1771650" y="5111750"/>
          <p14:tracePt t="77332" x="1778000" y="5118100"/>
          <p14:tracePt t="77349" x="1809750" y="5143500"/>
          <p14:tracePt t="77353" x="1816100" y="5143500"/>
          <p14:tracePt t="77365" x="1828800" y="5143500"/>
          <p14:tracePt t="77382" x="1854200" y="5162550"/>
          <p14:tracePt t="77385" x="1866900" y="5162550"/>
          <p14:tracePt t="77398" x="1873250" y="5162550"/>
          <p14:tracePt t="77415" x="1892300" y="5175250"/>
          <p14:tracePt t="77420" x="1905000" y="5175250"/>
          <p14:tracePt t="77432" x="1917700" y="5181600"/>
          <p14:tracePt t="77448" x="1936750" y="5187950"/>
          <p14:tracePt t="77465" x="1949450" y="5187950"/>
          <p14:tracePt t="77483" x="1974850" y="5194300"/>
          <p14:tracePt t="77499" x="1993900" y="5200650"/>
          <p14:tracePt t="77515" x="2012950" y="5200650"/>
          <p14:tracePt t="77532" x="2038350" y="5194300"/>
          <p14:tracePt t="77549" x="2063750" y="5181600"/>
          <p14:tracePt t="77565" x="2095500" y="5156200"/>
          <p14:tracePt t="77583" x="2127250" y="5130800"/>
          <p14:tracePt t="77587" x="2139950" y="5118100"/>
          <p14:tracePt t="77599" x="2152650" y="5111750"/>
          <p14:tracePt t="77615" x="2178050" y="5067300"/>
          <p14:tracePt t="77619" x="2184400" y="5048250"/>
          <p14:tracePt t="77632" x="2190750" y="5029200"/>
          <p14:tracePt t="77649" x="2203450" y="4991100"/>
          <p14:tracePt t="77651" x="2203450" y="4972050"/>
          <p14:tracePt t="77666" x="2203450" y="4953000"/>
          <p14:tracePt t="77683" x="2190750" y="4927600"/>
          <p14:tracePt t="77698" x="2171700" y="4914900"/>
          <p14:tracePt t="77715" x="2139950" y="4895850"/>
          <p14:tracePt t="77732" x="2108200" y="4876800"/>
          <p14:tracePt t="77748" x="2076450" y="4864100"/>
          <p14:tracePt t="77765" x="2025650" y="4845050"/>
          <p14:tracePt t="77782" x="1981200" y="4826000"/>
          <p14:tracePt t="77799" x="1943100" y="4819650"/>
          <p14:tracePt t="77815" x="1898650" y="4806950"/>
          <p14:tracePt t="77832" x="1854200" y="4806950"/>
          <p14:tracePt t="77849" x="1816100" y="4806950"/>
          <p14:tracePt t="77853" x="1803400" y="4813300"/>
          <p14:tracePt t="77866" x="1778000" y="4813300"/>
          <p14:tracePt t="77882" x="1758950" y="4826000"/>
          <p14:tracePt t="77888" x="1746250" y="4845050"/>
          <p14:tracePt t="77899" x="1739900" y="4845050"/>
          <p14:tracePt t="77915" x="1727200" y="4864100"/>
          <p14:tracePt t="77918" x="1727200" y="4870450"/>
          <p14:tracePt t="77933" x="1720850" y="4883150"/>
          <p14:tracePt t="77948" x="1714500" y="4895850"/>
          <p14:tracePt t="77965" x="1714500" y="4921250"/>
          <p14:tracePt t="77982" x="1714500" y="4940300"/>
          <p14:tracePt t="77999" x="1714500" y="4972050"/>
          <p14:tracePt t="78015" x="1714500" y="4991100"/>
          <p14:tracePt t="78033" x="1714500" y="5016500"/>
          <p14:tracePt t="78048" x="1714500" y="5022850"/>
          <p14:tracePt t="78065" x="1720850" y="5035550"/>
          <p14:tracePt t="78082" x="1752600" y="5048250"/>
          <p14:tracePt t="78100" x="1771650" y="5060950"/>
          <p14:tracePt t="78105" x="1784350" y="5067300"/>
          <p14:tracePt t="78115" x="1797050" y="5073650"/>
          <p14:tracePt t="78132" x="1822450" y="5086350"/>
          <p14:tracePt t="78135" x="1835150" y="5092700"/>
          <p14:tracePt t="78149" x="1854200" y="5092700"/>
          <p14:tracePt t="78165" x="1898650" y="5099050"/>
          <p14:tracePt t="78168" x="1905000" y="5105400"/>
          <p14:tracePt t="78183" x="1930400" y="5105400"/>
          <p14:tracePt t="78200" x="1949450" y="5105400"/>
          <p14:tracePt t="78215" x="1968500" y="5105400"/>
          <p14:tracePt t="78232" x="1981200" y="5105400"/>
          <p14:tracePt t="78249" x="1987550" y="5105400"/>
          <p14:tracePt t="78838" x="1993900" y="5105400"/>
          <p14:tracePt t="78845" x="2000250" y="5118100"/>
          <p14:tracePt t="78854" x="2006600" y="5124450"/>
          <p14:tracePt t="78865" x="2012950" y="5130800"/>
          <p14:tracePt t="78882" x="2038350" y="5162550"/>
          <p14:tracePt t="78899" x="2082800" y="5194300"/>
          <p14:tracePt t="78903" x="2095500" y="5207000"/>
          <p14:tracePt t="78911" x="2114550" y="5219700"/>
          <p14:tracePt t="78921" x="2133600" y="5226050"/>
          <p14:tracePt t="78932" x="2165350" y="5251450"/>
          <p14:tracePt t="78949" x="2216150" y="5289550"/>
          <p14:tracePt t="78965" x="2286000" y="5334000"/>
          <p14:tracePt t="78982" x="2349500" y="5359400"/>
          <p14:tracePt t="78999" x="2457450" y="5403850"/>
          <p14:tracePt t="79015" x="2540000" y="5435600"/>
          <p14:tracePt t="79032" x="2597150" y="5441950"/>
          <p14:tracePt t="79037" x="2609850" y="5441950"/>
          <p14:tracePt t="79049" x="2616200" y="5441950"/>
          <p14:tracePt t="79082" x="2616200" y="5448300"/>
          <p14:tracePt t="79151" x="2609850" y="5448300"/>
          <p14:tracePt t="79159" x="2603500" y="5448300"/>
          <p14:tracePt t="79434" x="2603500" y="5441950"/>
          <p14:tracePt t="79441" x="2597150" y="5441950"/>
          <p14:tracePt t="79451" x="2597150" y="5435600"/>
          <p14:tracePt t="79465" x="2584450" y="5429250"/>
          <p14:tracePt t="79482" x="2565400" y="5416550"/>
          <p14:tracePt t="79499" x="2559050" y="5410200"/>
          <p14:tracePt t="79515" x="2546350" y="5410200"/>
          <p14:tracePt t="79577" x="2546350" y="5403850"/>
          <p14:tracePt t="79587" x="2546350" y="5397500"/>
          <p14:tracePt t="79596" x="2546350" y="5391150"/>
          <p14:tracePt t="79604" x="2546350" y="5378450"/>
          <p14:tracePt t="79618" x="2546350" y="5372100"/>
          <p14:tracePt t="79621" x="2546350" y="5359400"/>
          <p14:tracePt t="79632" x="2546350" y="5353050"/>
          <p14:tracePt t="79652" x="2533650" y="5308600"/>
          <p14:tracePt t="79665" x="2520950" y="5295900"/>
          <p14:tracePt t="79683" x="2476500" y="5238750"/>
          <p14:tracePt t="79699" x="2425700" y="5200650"/>
          <p14:tracePt t="79716" x="2349500" y="5168900"/>
          <p14:tracePt t="79732" x="2260600" y="5143500"/>
          <p14:tracePt t="79749" x="2197100" y="5143500"/>
          <p14:tracePt t="79765" x="2120900" y="5143500"/>
          <p14:tracePt t="79782" x="2082800" y="5143500"/>
          <p14:tracePt t="79799" x="2051050" y="5156200"/>
          <p14:tracePt t="79815" x="2044700" y="5162550"/>
          <p14:tracePt t="79819" x="2044700" y="5168900"/>
          <p14:tracePt t="79832" x="2038350" y="5168900"/>
          <p14:tracePt t="79849" x="2032000" y="5175250"/>
          <p14:tracePt t="79854" x="2032000" y="5181600"/>
          <p14:tracePt t="79869" x="2032000" y="5187950"/>
          <p14:tracePt t="79886" x="2025650" y="5207000"/>
          <p14:tracePt t="79902" x="2025650" y="5226050"/>
          <p14:tracePt t="79918" x="2025650" y="5238750"/>
          <p14:tracePt t="79932" x="2038350" y="5283200"/>
          <p14:tracePt t="79949" x="2057400" y="5308600"/>
          <p14:tracePt t="79965" x="2076450" y="5327650"/>
          <p14:tracePt t="79982" x="2114550" y="5359400"/>
          <p14:tracePt t="79999" x="2152650" y="5378450"/>
          <p14:tracePt t="80015" x="2190750" y="5410200"/>
          <p14:tracePt t="80032" x="2228850" y="5422900"/>
          <p14:tracePt t="80049" x="2286000" y="5441950"/>
          <p14:tracePt t="80053" x="2298700" y="5454650"/>
          <p14:tracePt t="80065" x="2311400" y="5461000"/>
          <p14:tracePt t="80082" x="2362200" y="5467350"/>
          <p14:tracePt t="80085" x="2381250" y="5473700"/>
          <p14:tracePt t="80099" x="2400300" y="5480050"/>
          <p14:tracePt t="80116" x="2482850" y="5486400"/>
          <p14:tracePt t="80120" x="2514600" y="5486400"/>
          <p14:tracePt t="80133" x="2552700" y="5492750"/>
          <p14:tracePt t="80149" x="2590800" y="5492750"/>
          <p14:tracePt t="80154" x="2616200" y="5492750"/>
          <p14:tracePt t="80165" x="2635250" y="5492750"/>
          <p14:tracePt t="80183" x="2679700" y="5480050"/>
          <p14:tracePt t="80199" x="2698750" y="5467350"/>
          <p14:tracePt t="80215" x="2711450" y="5454650"/>
          <p14:tracePt t="80232" x="2717800" y="5435600"/>
          <p14:tracePt t="80249" x="2724150" y="5422900"/>
          <p14:tracePt t="80265" x="2724150" y="5410200"/>
          <p14:tracePt t="80282" x="2724150" y="5403850"/>
          <p14:tracePt t="80299" x="2724150" y="5397500"/>
          <p14:tracePt t="80332" x="2711450" y="5391150"/>
          <p14:tracePt t="80349" x="2698750" y="5391150"/>
          <p14:tracePt t="80354" x="2686050" y="5391150"/>
          <p14:tracePt t="80365" x="2686050" y="5397500"/>
          <p14:tracePt t="80382" x="2667000" y="5403850"/>
          <p14:tracePt t="80399" x="2660650" y="5403850"/>
          <p14:tracePt t="80415" x="2660650" y="5410200"/>
          <p14:tracePt t="80805" x="2667000" y="5410200"/>
          <p14:tracePt t="80812" x="2679700" y="5410200"/>
          <p14:tracePt t="80820" x="2698750" y="5410200"/>
          <p14:tracePt t="80832" x="2711450" y="5410200"/>
          <p14:tracePt t="80849" x="2749550" y="5422900"/>
          <p14:tracePt t="80853" x="2762250" y="5422900"/>
          <p14:tracePt t="80865" x="2768600" y="5429250"/>
          <p14:tracePt t="80883" x="2774950" y="5435600"/>
          <p14:tracePt t="80898" x="2781300" y="5435600"/>
          <p14:tracePt t="80932" x="2800350" y="5441950"/>
          <p14:tracePt t="80948" x="2806700" y="5441950"/>
          <p14:tracePt t="80965" x="2851150" y="5441950"/>
          <p14:tracePt t="80982" x="2889250" y="5441950"/>
          <p14:tracePt t="80999" x="2914650" y="5441950"/>
          <p14:tracePt t="81015" x="2927350" y="5441950"/>
          <p14:tracePt t="81136" x="2927350" y="5435600"/>
          <p14:tracePt t="81141" x="2933700" y="5435600"/>
          <p14:tracePt t="81149" x="2940050" y="5435600"/>
          <p14:tracePt t="81175" x="2946400" y="5435600"/>
          <p14:tracePt t="81280" x="2952750" y="5441950"/>
          <p14:tracePt t="81300" x="2952750" y="5448300"/>
          <p14:tracePt t="81315" x="2952750" y="5461000"/>
          <p14:tracePt t="81335" x="2959100" y="5461000"/>
          <p14:tracePt t="81352" x="2965450" y="5461000"/>
          <p14:tracePt t="81665" x="2959100" y="5461000"/>
          <p14:tracePt t="81682" x="2959100" y="5454650"/>
          <p14:tracePt t="81698" x="2952750" y="5454650"/>
          <p14:tracePt t="81715" x="2946400" y="5454650"/>
          <p14:tracePt t="81732" x="2933700" y="5454650"/>
          <p14:tracePt t="81748" x="2927350" y="5454650"/>
          <p14:tracePt t="81765" x="2901950" y="5454650"/>
          <p14:tracePt t="81782" x="2895600" y="5454650"/>
          <p14:tracePt t="81799" x="2863850" y="5454650"/>
          <p14:tracePt t="81804" x="2844800" y="5454650"/>
          <p14:tracePt t="81815" x="2819400" y="5454650"/>
          <p14:tracePt t="81832" x="2755900" y="5441950"/>
          <p14:tracePt t="81835" x="2724150" y="5435600"/>
          <p14:tracePt t="81849" x="2705100" y="5422900"/>
          <p14:tracePt t="81865" x="2628900" y="5391150"/>
          <p14:tracePt t="81868" x="2603500" y="5372100"/>
          <p14:tracePt t="81883" x="2578100" y="5359400"/>
          <p14:tracePt t="81899" x="2559050" y="5340350"/>
          <p14:tracePt t="81916" x="2552700" y="5334000"/>
          <p14:tracePt t="81932" x="2552700" y="5321300"/>
          <p14:tracePt t="81949" x="2552700" y="5308600"/>
          <p14:tracePt t="81966" x="2546350" y="5295900"/>
          <p14:tracePt t="81982" x="2533650" y="5283200"/>
          <p14:tracePt t="81999" x="2520950" y="5264150"/>
          <p14:tracePt t="82015" x="2495550" y="5238750"/>
          <p14:tracePt t="82032" x="2476500" y="5213350"/>
          <p14:tracePt t="82036" x="2463800" y="5200650"/>
          <p14:tracePt t="82049" x="2457450" y="5194300"/>
          <p14:tracePt t="82066" x="2438400" y="5162550"/>
          <p14:tracePt t="82069" x="2425700" y="5149850"/>
          <p14:tracePt t="82082" x="2419350" y="5137150"/>
          <p14:tracePt t="82099" x="2387600" y="5105400"/>
          <p14:tracePt t="82101" x="2374900" y="5092700"/>
          <p14:tracePt t="82115" x="2343150" y="5073650"/>
          <p14:tracePt t="82133" x="2254250" y="5054600"/>
          <p14:tracePt t="82149" x="2209800" y="5054600"/>
          <p14:tracePt t="82165" x="2152650" y="5073650"/>
          <p14:tracePt t="82182" x="2108200" y="5118100"/>
          <p14:tracePt t="82199" x="2051050" y="5194300"/>
          <p14:tracePt t="82215" x="2025650" y="5232400"/>
          <p14:tracePt t="82232" x="2012950" y="5251450"/>
          <p14:tracePt t="82238" x="2006600" y="5257800"/>
          <p14:tracePt t="82247" x="2000250" y="5264150"/>
          <p14:tracePt t="82280" x="2000250" y="5270500"/>
          <p14:tracePt t="82304" x="2006600" y="5283200"/>
          <p14:tracePt t="82311" x="2012950" y="5289550"/>
          <p14:tracePt t="82320" x="2025650" y="5295900"/>
          <p14:tracePt t="82332" x="2044700" y="5302250"/>
          <p14:tracePt t="82349" x="2095500" y="5308600"/>
          <p14:tracePt t="82353" x="2120900" y="5308600"/>
          <p14:tracePt t="82365" x="2146300" y="5308600"/>
          <p14:tracePt t="82383" x="2228850" y="5283200"/>
          <p14:tracePt t="82399" x="2254250" y="5257800"/>
          <p14:tracePt t="82415" x="2266950" y="5226050"/>
          <p14:tracePt t="82432" x="2279650" y="5213350"/>
          <p14:tracePt t="82505" x="2279650" y="5219700"/>
          <p14:tracePt t="82514" x="2279650" y="5226050"/>
          <p14:tracePt t="82524" x="2279650" y="5245100"/>
          <p14:tracePt t="82532" x="2279650" y="5264150"/>
          <p14:tracePt t="82549" x="2279650" y="5308600"/>
          <p14:tracePt t="82565" x="2279650" y="5327650"/>
          <p14:tracePt t="82571" x="2279650" y="5334000"/>
          <p14:tracePt t="82582" x="2279650" y="5340350"/>
          <p14:tracePt t="82706" x="2273300" y="5340350"/>
          <p14:tracePt t="82714" x="2266950" y="5340350"/>
          <p14:tracePt t="82730" x="2260600" y="5334000"/>
          <p14:tracePt t="82738" x="2260600" y="5327650"/>
          <p14:tracePt t="82749" x="2254250" y="5327650"/>
          <p14:tracePt t="82765" x="2247900" y="5321300"/>
          <p14:tracePt t="82771" x="2241550" y="5314950"/>
          <p14:tracePt t="82777" x="2235200" y="5302250"/>
          <p14:tracePt t="82799" x="2228850" y="5289550"/>
          <p14:tracePt t="82815" x="2216150" y="5264150"/>
          <p14:tracePt t="82832" x="2216150" y="5245100"/>
          <p14:tracePt t="82837" x="2209800" y="5219700"/>
          <p14:tracePt t="82849" x="2203450" y="5219700"/>
          <p14:tracePt t="82865" x="2203450" y="5213350"/>
          <p14:tracePt t="82963" x="2203450" y="5207000"/>
          <p14:tracePt t="82980" x="2203450" y="5194300"/>
          <p14:tracePt t="82987" x="2209800" y="5187950"/>
          <p14:tracePt t="82999" x="2216150" y="5175250"/>
          <p14:tracePt t="83017" x="2235200" y="5156200"/>
          <p14:tracePt t="83021" x="2241550" y="5143500"/>
          <p14:tracePt t="83033" x="2254250" y="5130800"/>
          <p14:tracePt t="83049" x="2266950" y="5111750"/>
          <p14:tracePt t="83053" x="2273300" y="5105400"/>
          <p14:tracePt t="83065" x="2286000" y="5099050"/>
          <p14:tracePt t="83083" x="2305050" y="5080000"/>
          <p14:tracePt t="83086" x="2317750" y="5060950"/>
          <p14:tracePt t="83099" x="2324100" y="5054600"/>
          <p14:tracePt t="83116" x="2393950" y="5022850"/>
          <p14:tracePt t="83132" x="2444750" y="5010150"/>
          <p14:tracePt t="83149" x="2520950" y="4991100"/>
          <p14:tracePt t="83165" x="2565400" y="4984750"/>
          <p14:tracePt t="83182" x="2597150" y="4984750"/>
          <p14:tracePt t="83199" x="2628900" y="4984750"/>
          <p14:tracePt t="83215" x="2647950" y="4984750"/>
          <p14:tracePt t="83231" x="2654300" y="4991100"/>
          <p14:tracePt t="83249" x="2679700" y="5016500"/>
          <p14:tracePt t="83253" x="2692400" y="5029200"/>
          <p14:tracePt t="83265" x="2705100" y="5054600"/>
          <p14:tracePt t="83282" x="2736850" y="5105400"/>
          <p14:tracePt t="83287" x="2762250" y="5143500"/>
          <p14:tracePt t="83299" x="2762250" y="5156200"/>
          <p14:tracePt t="83315" x="2806700" y="5232400"/>
          <p14:tracePt t="83318" x="2813050" y="5251450"/>
          <p14:tracePt t="83332" x="2819400" y="5276850"/>
          <p14:tracePt t="83348" x="2832100" y="5295900"/>
          <p14:tracePt t="83352" x="2832100" y="5302250"/>
          <p14:tracePt t="83520" x="2832100" y="5295900"/>
          <p14:tracePt t="83528" x="2825750" y="5295900"/>
          <p14:tracePt t="83567" x="2825750" y="5289550"/>
          <p14:tracePt t="83698" x="2819400" y="5289550"/>
          <p14:tracePt t="83713" x="2813050" y="5289550"/>
          <p14:tracePt t="83729" x="2806700" y="5289550"/>
          <p14:tracePt t="83739" x="2800350" y="5295900"/>
          <p14:tracePt t="83749" x="2794000" y="5295900"/>
          <p14:tracePt t="83765" x="2781300" y="5308600"/>
          <p14:tracePt t="83768" x="2774950" y="5308600"/>
          <p14:tracePt t="83782" x="2755900" y="5314950"/>
          <p14:tracePt t="83799" x="2736850" y="5334000"/>
          <p14:tracePt t="83802" x="2717800" y="5346700"/>
          <p14:tracePt t="83815" x="2698750" y="5353050"/>
          <p14:tracePt t="83833" x="2667000" y="5384800"/>
          <p14:tracePt t="83849" x="2654300" y="5397500"/>
          <p14:tracePt t="83865" x="2654300" y="5403850"/>
          <p14:tracePt t="83947" x="2654300" y="5397500"/>
          <p14:tracePt t="83965" x="2660650" y="5397500"/>
          <p14:tracePt t="84342" x="2660650" y="5403850"/>
          <p14:tracePt t="84359" x="2660650" y="5410200"/>
          <p14:tracePt t="84365" x="2660650" y="5416550"/>
          <p14:tracePt t="84383" x="2660650" y="5429250"/>
          <p14:tracePt t="84399" x="2660650" y="5441950"/>
          <p14:tracePt t="84415" x="2654300" y="5454650"/>
          <p14:tracePt t="84432" x="2654300" y="5467350"/>
          <p14:tracePt t="84449" x="2654300" y="5486400"/>
          <p14:tracePt t="84465" x="2654300" y="5499100"/>
          <p14:tracePt t="84482" x="2647950" y="5511800"/>
          <p14:tracePt t="84488" x="2647950" y="5518150"/>
          <p14:tracePt t="84499" x="2647950" y="5537200"/>
          <p14:tracePt t="84515" x="2647950" y="5568950"/>
          <p14:tracePt t="84521" x="2647950" y="5581650"/>
          <p14:tracePt t="84533" x="2647950" y="5600700"/>
          <p14:tracePt t="84549" x="2647950" y="5632450"/>
          <p14:tracePt t="84552" x="2647950" y="5657850"/>
          <p14:tracePt t="84565" x="2647950" y="5683250"/>
          <p14:tracePt t="84583" x="2647950" y="5727700"/>
          <p14:tracePt t="84601" x="2647950" y="5734050"/>
          <p14:tracePt t="84615" x="2647950" y="5740400"/>
          <p14:tracePt t="84633" x="2647950" y="5746750"/>
          <p14:tracePt t="84649" x="2647950" y="5753100"/>
          <p14:tracePt t="84665" x="2647950" y="5759450"/>
          <p14:tracePt t="84682" x="2647950" y="5765800"/>
          <p14:tracePt t="84699" x="2647950" y="5772150"/>
          <p14:tracePt t="84715" x="2647950" y="5778500"/>
          <p14:tracePt t="84786" x="2641600" y="5778500"/>
          <p14:tracePt t="84794" x="2641600" y="5784850"/>
          <p14:tracePt t="84818" x="2635250" y="5784850"/>
          <p14:tracePt t="84826" x="2635250" y="5791200"/>
          <p14:tracePt t="85461" x="2635250" y="5784850"/>
          <p14:tracePt t="85473" x="2641600" y="5778500"/>
          <p14:tracePt t="85480" x="2647950" y="5759450"/>
          <p14:tracePt t="85499" x="2667000" y="5734050"/>
          <p14:tracePt t="85515" x="2698750" y="5695950"/>
          <p14:tracePt t="85532" x="2730500" y="5664200"/>
          <p14:tracePt t="85536" x="2743200" y="5657850"/>
          <p14:tracePt t="85549" x="2762250" y="5645150"/>
          <p14:tracePt t="85565" x="2794000" y="5626100"/>
          <p14:tracePt t="85568" x="2813050" y="5619750"/>
          <p14:tracePt t="85583" x="2844800" y="5600700"/>
          <p14:tracePt t="85599" x="2882900" y="5588000"/>
          <p14:tracePt t="85615" x="2933700" y="5562600"/>
          <p14:tracePt t="85632" x="2965450" y="5543550"/>
          <p14:tracePt t="85649" x="2978150" y="5537200"/>
          <p14:tracePt t="85665" x="2990850" y="5530850"/>
          <p14:tracePt t="85671" x="2990850" y="5524500"/>
          <p14:tracePt t="85898" x="2990850" y="5537200"/>
          <p14:tracePt t="85906" x="2978150" y="5556250"/>
          <p14:tracePt t="85915" x="2965450" y="5562600"/>
          <p14:tracePt t="85932" x="2940050" y="5613400"/>
          <p14:tracePt t="85938" x="2927350" y="5626100"/>
          <p14:tracePt t="85949" x="2921000" y="5638800"/>
          <p14:tracePt t="85965" x="2908300" y="5676900"/>
          <p14:tracePt t="85982" x="2901950" y="5708650"/>
          <p14:tracePt t="85999" x="2901950" y="5734050"/>
          <p14:tracePt t="86015" x="2901950" y="5772150"/>
          <p14:tracePt t="86032" x="2908300" y="5784850"/>
          <p14:tracePt t="86034" x="2908300" y="5791200"/>
          <p14:tracePt t="86051" x="2914650" y="5797550"/>
          <p14:tracePt t="86066" x="2914650" y="5803900"/>
          <p14:tracePt t="86091" x="2914650" y="5816600"/>
          <p14:tracePt t="86107" x="2914650" y="5822950"/>
          <p14:tracePt t="86123" x="2914650" y="5829300"/>
          <p14:tracePt t="86414" x="2921000" y="5829300"/>
          <p14:tracePt t="86432" x="2927350" y="5816600"/>
          <p14:tracePt t="86449" x="2946400" y="5784850"/>
          <p14:tracePt t="86465" x="2971800" y="5746750"/>
          <p14:tracePt t="86482" x="2990850" y="5715000"/>
          <p14:tracePt t="86487" x="2997200" y="5695950"/>
          <p14:tracePt t="86499" x="3003550" y="5689600"/>
          <p14:tracePt t="86515" x="3009900" y="5670550"/>
          <p14:tracePt t="86519" x="3016250" y="5670550"/>
          <p14:tracePt t="86532" x="3016250" y="5657850"/>
          <p14:tracePt t="86549" x="3035300" y="5645150"/>
          <p14:tracePt t="86552" x="3048000" y="5632450"/>
          <p14:tracePt t="86566" x="3060700" y="5626100"/>
          <p14:tracePt t="86583" x="3117850" y="5607050"/>
          <p14:tracePt t="86599" x="3175000" y="5600700"/>
          <p14:tracePt t="86615" x="3244850" y="5600700"/>
          <p14:tracePt t="86632" x="3295650" y="5600700"/>
          <p14:tracePt t="86649" x="3333750" y="5600700"/>
          <p14:tracePt t="86666" x="3346450" y="5607050"/>
          <p14:tracePt t="86683" x="3359150" y="5607050"/>
          <p14:tracePt t="86699" x="3365500" y="5607050"/>
          <p14:tracePt t="86732" x="3371850" y="5607050"/>
          <p14:tracePt t="86874" x="3371850" y="5600700"/>
          <p14:tracePt t="86897" x="3371850" y="5594350"/>
          <p14:tracePt t="86906" x="3378200" y="5594350"/>
          <p14:tracePt t="86915" x="3378200" y="5588000"/>
          <p14:tracePt t="86932" x="3384550" y="5568950"/>
          <p14:tracePt t="86949" x="3390900" y="5556250"/>
          <p14:tracePt t="86953" x="3397250" y="5543550"/>
          <p14:tracePt t="86982" x="3397250" y="5537200"/>
          <p14:tracePt t="87059" x="3403600" y="5537200"/>
          <p14:tracePt t="87124" x="3403600" y="5530850"/>
          <p14:tracePt t="87147" x="3403600" y="5524500"/>
          <p14:tracePt t="87165" x="3403600" y="5518150"/>
          <p14:tracePt t="87182" x="3409950" y="5492750"/>
          <p14:tracePt t="87199" x="3416300" y="5480050"/>
          <p14:tracePt t="87215" x="3441700" y="5429250"/>
          <p14:tracePt t="87222" x="3448050" y="5416550"/>
          <p14:tracePt t="87227" x="3460750" y="5384800"/>
          <p14:tracePt t="87249" x="3498850" y="5314950"/>
          <p14:tracePt t="87254" x="3524250" y="5270500"/>
          <p14:tracePt t="87265" x="3562350" y="5207000"/>
          <p14:tracePt t="87283" x="3625850" y="5099050"/>
          <p14:tracePt t="87299" x="3676650" y="5022850"/>
          <p14:tracePt t="87316" x="3714750" y="4972050"/>
          <p14:tracePt t="87319" x="3727450" y="4940300"/>
          <p14:tracePt t="87333" x="3784600" y="4857750"/>
          <p14:tracePt t="87349" x="3841750" y="4768850"/>
          <p14:tracePt t="87365" x="3886200" y="4711700"/>
          <p14:tracePt t="87382" x="3905250" y="4679950"/>
          <p14:tracePt t="87399" x="3917950" y="4667250"/>
          <p14:tracePt t="87415" x="3924300" y="4660900"/>
          <p14:tracePt t="88106" x="3924300" y="4667250"/>
          <p14:tracePt t="88117" x="3924300" y="4673600"/>
          <p14:tracePt t="88122" x="3905250" y="4686300"/>
          <p14:tracePt t="88133" x="3892550" y="4711700"/>
          <p14:tracePt t="88149" x="3835400" y="4756150"/>
          <p14:tracePt t="88165" x="3721100" y="4832350"/>
          <p14:tracePt t="88182" x="3568700" y="4902200"/>
          <p14:tracePt t="88199" x="3314700" y="4984750"/>
          <p14:tracePt t="88204" x="3124200" y="5035550"/>
          <p14:tracePt t="88216" x="2889250" y="5092700"/>
          <p14:tracePt t="88232" x="2451100" y="5156200"/>
          <p14:tracePt t="88236" x="2286000" y="5181600"/>
          <p14:tracePt t="88244" x="1987550" y="5207000"/>
          <p14:tracePt t="88253" x="1828800" y="5219700"/>
          <p14:tracePt t="88266" x="1701800" y="5226050"/>
          <p14:tracePt t="88269" x="1492250" y="5238750"/>
          <p14:tracePt t="88283" x="1390650" y="5238750"/>
          <p14:tracePt t="88299" x="1377950" y="5238750"/>
          <p14:tracePt t="88324" x="1377950" y="5232400"/>
          <p14:tracePt t="88332" x="1377950" y="5213350"/>
          <p14:tracePt t="88349" x="1397000" y="5162550"/>
          <p14:tracePt t="88366" x="1422400" y="5105400"/>
          <p14:tracePt t="88371" x="1435100" y="5054600"/>
          <p14:tracePt t="88382" x="1447800" y="5016500"/>
          <p14:tracePt t="88399" x="1466850" y="4927600"/>
          <p14:tracePt t="88416" x="1492250" y="4845050"/>
          <p14:tracePt t="88432" x="1498600" y="4794250"/>
          <p14:tracePt t="88449" x="1498600" y="4730750"/>
          <p14:tracePt t="88465" x="1498600" y="4692650"/>
          <p14:tracePt t="88470" x="1498600" y="4679950"/>
          <p14:tracePt t="88482" x="1498600" y="4673600"/>
          <p14:tracePt t="88499" x="1485900" y="4641850"/>
          <p14:tracePt t="88502" x="1473200" y="4629150"/>
          <p14:tracePt t="88516" x="1460500" y="4616450"/>
          <p14:tracePt t="88533" x="1441450" y="4603750"/>
          <p14:tracePt t="88549" x="1441450" y="4597400"/>
          <p14:tracePt t="88590" x="1441450" y="4584700"/>
          <p14:tracePt t="88606" x="1441450" y="4578350"/>
          <p14:tracePt t="88664" x="1441450" y="4584700"/>
          <p14:tracePt t="88672" x="1435100" y="4591050"/>
          <p14:tracePt t="88682" x="1422400" y="4616450"/>
          <p14:tracePt t="88699" x="1397000" y="4692650"/>
          <p14:tracePt t="88704" x="1384300" y="4737100"/>
          <p14:tracePt t="88711" x="1352550" y="4800600"/>
          <p14:tracePt t="88732" x="1327150" y="4876800"/>
          <p14:tracePt t="88737" x="1314450" y="4921250"/>
          <p14:tracePt t="88749" x="1314450" y="4953000"/>
          <p14:tracePt t="88766" x="1314450" y="4997450"/>
          <p14:tracePt t="88768" x="1314450" y="5010150"/>
          <p14:tracePt t="88783" x="1327150" y="5041900"/>
          <p14:tracePt t="88799" x="1346200" y="5073650"/>
          <p14:tracePt t="88815" x="1377950" y="5118100"/>
          <p14:tracePt t="88832" x="1428750" y="5175250"/>
          <p14:tracePt t="88849" x="1524000" y="5232400"/>
          <p14:tracePt t="88866" x="1619250" y="5283200"/>
          <p14:tracePt t="88871" x="1663700" y="5302250"/>
          <p14:tracePt t="88882" x="1714500" y="5321300"/>
          <p14:tracePt t="88899" x="1809750" y="5346700"/>
          <p14:tracePt t="88908" x="1854200" y="5359400"/>
          <p14:tracePt t="88916" x="1898650" y="5365750"/>
          <p14:tracePt t="88933" x="1962150" y="5378450"/>
          <p14:tracePt t="88937" x="1974850" y="5384800"/>
          <p14:tracePt t="88949" x="1987550" y="5384800"/>
          <p14:tracePt t="88966" x="2000250" y="5384800"/>
          <p14:tracePt t="88982" x="2006600" y="5384800"/>
          <p14:tracePt t="88999" x="2025650" y="5365750"/>
          <p14:tracePt t="89002" x="2038350" y="5359400"/>
          <p14:tracePt t="89015" x="2051050" y="5346700"/>
          <p14:tracePt t="89033" x="2114550" y="5270500"/>
          <p14:tracePt t="89049" x="2165350" y="5200650"/>
          <p14:tracePt t="89066" x="2203450" y="5143500"/>
          <p14:tracePt t="89082" x="2247900" y="5035550"/>
          <p14:tracePt t="89099" x="2266950" y="4972050"/>
          <p14:tracePt t="89115" x="2273300" y="4889500"/>
          <p14:tracePt t="89132" x="2266950" y="4813300"/>
          <p14:tracePt t="89149" x="2222500" y="4679950"/>
          <p14:tracePt t="89166" x="2159000" y="4552950"/>
          <p14:tracePt t="89169" x="2120900" y="4489450"/>
          <p14:tracePt t="89182" x="2101850" y="4464050"/>
          <p14:tracePt t="89199" x="1981200" y="4337050"/>
          <p14:tracePt t="89216" x="1917700" y="4311650"/>
          <p14:tracePt t="89232" x="1841500" y="4305300"/>
          <p14:tracePt t="89239" x="1822450" y="4305300"/>
          <p14:tracePt t="89243" x="1790700" y="4305300"/>
          <p14:tracePt t="89266" x="1714500" y="4337050"/>
          <p14:tracePt t="89270" x="1682750" y="4349750"/>
          <p14:tracePt t="89283" x="1631950" y="4400550"/>
          <p14:tracePt t="89299" x="1549400" y="4470400"/>
          <p14:tracePt t="89316" x="1511300" y="4514850"/>
          <p14:tracePt t="89332" x="1498600" y="4533900"/>
          <p14:tracePt t="89349" x="1479550" y="4552950"/>
          <p14:tracePt t="89366" x="1473200" y="4572000"/>
          <p14:tracePt t="89382" x="1466850" y="4591050"/>
          <p14:tracePt t="89399" x="1466850" y="4641850"/>
          <p14:tracePt t="89404" x="1460500" y="4679950"/>
          <p14:tracePt t="89415" x="1460500" y="4699000"/>
          <p14:tracePt t="89432" x="1479550" y="4813300"/>
          <p14:tracePt t="89438" x="1485900" y="4832350"/>
          <p14:tracePt t="89449" x="1517650" y="4895850"/>
          <p14:tracePt t="89466" x="1606550" y="4984750"/>
          <p14:tracePt t="89471" x="1663700" y="5022850"/>
          <p14:tracePt t="89484" x="1727200" y="5054600"/>
          <p14:tracePt t="89487" x="1803400" y="5086350"/>
          <p14:tracePt t="89499" x="1905000" y="5118100"/>
          <p14:tracePt t="89518" x="2286000" y="5175250"/>
          <p14:tracePt t="89533" x="2476500" y="5194300"/>
          <p14:tracePt t="89550" x="2736850" y="5194300"/>
          <p14:tracePt t="89566" x="2921000" y="5187950"/>
          <p14:tracePt t="89583" x="3035300" y="5149850"/>
          <p14:tracePt t="89599" x="3079750" y="5118100"/>
          <p14:tracePt t="89616" x="3105150" y="5086350"/>
          <p14:tracePt t="89632" x="3117850" y="5048250"/>
          <p14:tracePt t="89650" x="3124200" y="5010150"/>
          <p14:tracePt t="89654" x="3130550" y="4997450"/>
          <p14:tracePt t="89666" x="3130550" y="4984750"/>
          <p14:tracePt t="89682" x="3130550" y="4965700"/>
          <p14:tracePt t="89685" x="3130550" y="4959350"/>
          <p14:tracePt t="89920" x="3136900" y="4959350"/>
          <p14:tracePt t="89935" x="3143250" y="4953000"/>
          <p14:tracePt t="89944" x="3149600" y="4953000"/>
          <p14:tracePt t="89960" x="3155950" y="4953000"/>
          <p14:tracePt t="89971" x="3162300" y="4946650"/>
          <p14:tracePt t="89982" x="3175000" y="4940300"/>
          <p14:tracePt t="89999" x="3181350" y="4940300"/>
          <p14:tracePt t="90016" x="3187700" y="4940300"/>
          <p14:tracePt t="90019" x="3194050" y="4940300"/>
          <p14:tracePt t="90049" x="3194050" y="4933950"/>
          <p14:tracePt t="90066" x="3200400" y="4933950"/>
          <p14:tracePt t="90451" x="3206750" y="4933950"/>
          <p14:tracePt t="90469" x="3213100" y="4933950"/>
          <p14:tracePt t="93993" x="0" y="0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5094F-99C0-6BCF-5965-1E285329A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69C64-1E34-C7A6-D0FB-99BF3231F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numerical values of True and False</a:t>
            </a:r>
          </a:p>
          <a:p>
            <a:r>
              <a:rPr lang="en-US" dirty="0"/>
              <a:t>They have numerical values:</a:t>
            </a:r>
          </a:p>
          <a:p>
            <a:pPr lvl="1"/>
            <a:r>
              <a:rPr lang="en-US" dirty="0"/>
              <a:t>True: 1 </a:t>
            </a:r>
          </a:p>
          <a:p>
            <a:pPr lvl="1"/>
            <a:r>
              <a:rPr lang="en-US" dirty="0"/>
              <a:t>False: 0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True == 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False == 0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([True, True,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marL="0" indent="0">
              <a:buNone/>
            </a:pPr>
            <a:endParaRPr lang="en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593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i="1" dirty="0"/>
              <a:t>string </a:t>
            </a:r>
            <a:r>
              <a:rPr lang="en-US" dirty="0"/>
              <a:t>is a (ordered) sequence of characters. </a:t>
            </a:r>
          </a:p>
          <a:p>
            <a:pPr lvl="1"/>
            <a:r>
              <a:rPr lang="en-US" dirty="0"/>
              <a:t>Behind the scenes strings are stored as a tuple of letters</a:t>
            </a:r>
          </a:p>
          <a:p>
            <a:r>
              <a:rPr lang="en-US" dirty="0"/>
              <a:t>Created with single quotes ‘ or double quotes “</a:t>
            </a:r>
          </a:p>
          <a:p>
            <a:r>
              <a:rPr lang="en-US" dirty="0"/>
              <a:t>Strings enclosed in triple quotes (""" or ''') can also be block strings: they will encode newline characters if the string is entered over multiple lines. In addition, they are conventionally used to create docstrings (documentation strings) within source code. </a:t>
            </a:r>
          </a:p>
          <a:p>
            <a:r>
              <a:rPr lang="en-US" dirty="0"/>
              <a:t>Many useful string functions and methods</a:t>
            </a:r>
          </a:p>
          <a:p>
            <a:pPr lvl="1"/>
            <a:r>
              <a:rPr lang="en-US" dirty="0"/>
              <a:t>Check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7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282"/>
    </mc:Choice>
    <mc:Fallback xmlns="">
      <p:transition spd="slow" advTm="128282"/>
    </mc:Fallback>
  </mc:AlternateContent>
  <p:extLst>
    <p:ext uri="{3A86A75C-4F4B-4683-9AE1-C65F6400EC91}">
      <p14:laserTraceLst xmlns:p14="http://schemas.microsoft.com/office/powerpoint/2010/main">
        <p14:tracePtLst>
          <p14:tracePt t="63684" x="1200150" y="3746500"/>
          <p14:tracePt t="63747" x="1200150" y="3752850"/>
          <p14:tracePt t="63763" x="1193800" y="3752850"/>
          <p14:tracePt t="63780" x="1181100" y="3759200"/>
          <p14:tracePt t="63788" x="1181100" y="3765550"/>
          <p14:tracePt t="63795" x="1174750" y="3765550"/>
          <p14:tracePt t="63804" x="1162050" y="3765550"/>
          <p14:tracePt t="63818" x="1149350" y="3771900"/>
          <p14:tracePt t="63835" x="1111250" y="3778250"/>
          <p14:tracePt t="63852" x="1079500" y="3784600"/>
          <p14:tracePt t="63868" x="1054100" y="3790950"/>
          <p14:tracePt t="63885" x="1016000" y="3803650"/>
          <p14:tracePt t="63902" x="984250" y="3803650"/>
          <p14:tracePt t="63918" x="952500" y="3810000"/>
          <p14:tracePt t="63923" x="914400" y="3816350"/>
          <p14:tracePt t="63935" x="901700" y="3822700"/>
          <p14:tracePt t="63952" x="863600" y="3829050"/>
          <p14:tracePt t="63955" x="844550" y="3835400"/>
          <p14:tracePt t="63968" x="787400" y="3854450"/>
          <p14:tracePt t="63985" x="768350" y="3860800"/>
          <p14:tracePt t="63988" x="749300" y="3873500"/>
          <p14:tracePt t="64002" x="742950" y="3873500"/>
          <p14:tracePt t="64022" x="736600" y="3873500"/>
          <p14:tracePt t="64062" x="736600" y="3879850"/>
          <p14:tracePt t="64078" x="736600" y="3886200"/>
          <p14:tracePt t="64085" x="730250" y="3892550"/>
          <p14:tracePt t="64095" x="730250" y="3898900"/>
          <p14:tracePt t="64101" x="723900" y="3911600"/>
          <p14:tracePt t="64118" x="717550" y="3924300"/>
          <p14:tracePt t="64135" x="717550" y="3943350"/>
          <p14:tracePt t="64152" x="717550" y="3962400"/>
          <p14:tracePt t="64168" x="717550" y="3981450"/>
          <p14:tracePt t="64185" x="717550" y="4000500"/>
          <p14:tracePt t="64190" x="717550" y="4013200"/>
          <p14:tracePt t="64202" x="723900" y="4019550"/>
          <p14:tracePt t="64218" x="736600" y="4038600"/>
          <p14:tracePt t="64238" x="736600" y="4051300"/>
          <p14:tracePt t="64242" x="742950" y="4051300"/>
          <p14:tracePt t="64251" x="749300" y="4064000"/>
          <p14:tracePt t="64271" x="768350" y="4083050"/>
          <p14:tracePt t="64285" x="781050" y="4089400"/>
          <p14:tracePt t="64304" x="806450" y="4108450"/>
          <p14:tracePt t="64319" x="825500" y="4121150"/>
          <p14:tracePt t="64336" x="838200" y="4133850"/>
          <p14:tracePt t="64352" x="863600" y="4146550"/>
          <p14:tracePt t="64370" x="895350" y="4165600"/>
          <p14:tracePt t="64375" x="901700" y="4165600"/>
          <p14:tracePt t="64385" x="914400" y="4178300"/>
          <p14:tracePt t="64401" x="946150" y="4197350"/>
          <p14:tracePt t="64419" x="971550" y="4210050"/>
          <p14:tracePt t="64435" x="1035050" y="4229100"/>
          <p14:tracePt t="64438" x="1054100" y="4229100"/>
          <p14:tracePt t="64452" x="1079500" y="4235450"/>
          <p14:tracePt t="64469" x="1174750" y="4241800"/>
          <p14:tracePt t="64473" x="1200150" y="4241800"/>
          <p14:tracePt t="64485" x="1238250" y="4248150"/>
          <p14:tracePt t="64502" x="1295400" y="4248150"/>
          <p14:tracePt t="64506" x="1320800" y="4248150"/>
          <p14:tracePt t="64518" x="1352550" y="4248150"/>
          <p14:tracePt t="64535" x="1435100" y="4248150"/>
          <p14:tracePt t="64538" x="1460500" y="4248150"/>
          <p14:tracePt t="64552" x="1504950" y="4248150"/>
          <p14:tracePt t="64568" x="1549400" y="4248150"/>
          <p14:tracePt t="64585" x="1625600" y="4235450"/>
          <p14:tracePt t="64601" x="1670050" y="4235450"/>
          <p14:tracePt t="64618" x="1695450" y="4235450"/>
          <p14:tracePt t="64635" x="1733550" y="4229100"/>
          <p14:tracePt t="64652" x="1765300" y="4222750"/>
          <p14:tracePt t="64668" x="1784350" y="4216400"/>
          <p14:tracePt t="64685" x="1835150" y="4210050"/>
          <p14:tracePt t="64702" x="1860550" y="4203700"/>
          <p14:tracePt t="64707" x="1879600" y="4197350"/>
          <p14:tracePt t="64718" x="1924050" y="4191000"/>
          <p14:tracePt t="64735" x="1949450" y="4184650"/>
          <p14:tracePt t="64738" x="1962150" y="4184650"/>
          <p14:tracePt t="64753" x="2019300" y="4184650"/>
          <p14:tracePt t="64768" x="2057400" y="4184650"/>
          <p14:tracePt t="64785" x="2076450" y="4184650"/>
          <p14:tracePt t="64802" x="2178050" y="4171950"/>
          <p14:tracePt t="64818" x="2228850" y="4171950"/>
          <p14:tracePt t="64835" x="2286000" y="4171950"/>
          <p14:tracePt t="64852" x="2330450" y="4171950"/>
          <p14:tracePt t="64868" x="2374900" y="4171950"/>
          <p14:tracePt t="64885" x="2438400" y="4165600"/>
          <p14:tracePt t="64902" x="2470150" y="4165600"/>
          <p14:tracePt t="64906" x="2489200" y="4165600"/>
          <p14:tracePt t="64918" x="2501900" y="4165600"/>
          <p14:tracePt t="64935" x="2540000" y="4165600"/>
          <p14:tracePt t="64938" x="2559050" y="4165600"/>
          <p14:tracePt t="64951" x="2578100" y="4165600"/>
          <p14:tracePt t="64968" x="2616200" y="4159250"/>
          <p14:tracePt t="64971" x="2635250" y="4159250"/>
          <p14:tracePt t="64985" x="2654300" y="4152900"/>
          <p14:tracePt t="65003" x="2692400" y="4152900"/>
          <p14:tracePt t="65018" x="2717800" y="4140200"/>
          <p14:tracePt t="65035" x="2730500" y="4133850"/>
          <p14:tracePt t="65052" x="2743200" y="4127500"/>
          <p14:tracePt t="65068" x="2755900" y="4121150"/>
          <p14:tracePt t="65085" x="2768600" y="4108450"/>
          <p14:tracePt t="65102" x="2781300" y="4095750"/>
          <p14:tracePt t="65118" x="2794000" y="4076700"/>
          <p14:tracePt t="65135" x="2806700" y="4051300"/>
          <p14:tracePt t="65140" x="2806700" y="4044950"/>
          <p14:tracePt t="65151" x="2806700" y="4032250"/>
          <p14:tracePt t="65168" x="2813050" y="4019550"/>
          <p14:tracePt t="65172" x="2813050" y="4006850"/>
          <p14:tracePt t="65185" x="2813050" y="4000500"/>
          <p14:tracePt t="65202" x="2813050" y="3975100"/>
          <p14:tracePt t="65207" x="2813050" y="3968750"/>
          <p14:tracePt t="65218" x="2806700" y="3956050"/>
          <p14:tracePt t="65235" x="2800350" y="3937000"/>
          <p14:tracePt t="65237" x="2800350" y="3930650"/>
          <p14:tracePt t="65252" x="2781300" y="3917950"/>
          <p14:tracePt t="65268" x="2768600" y="3905250"/>
          <p14:tracePt t="65285" x="2736850" y="3873500"/>
          <p14:tracePt t="65302" x="2705100" y="3854450"/>
          <p14:tracePt t="65318" x="2628900" y="3803650"/>
          <p14:tracePt t="65335" x="2559050" y="3771900"/>
          <p14:tracePt t="65351" x="2470150" y="3740150"/>
          <p14:tracePt t="65368" x="2374900" y="3721100"/>
          <p14:tracePt t="65385" x="2260600" y="3714750"/>
          <p14:tracePt t="65402" x="2133600" y="3714750"/>
          <p14:tracePt t="65418" x="1993900" y="3721100"/>
          <p14:tracePt t="65435" x="1866900" y="3733800"/>
          <p14:tracePt t="65442" x="1784350" y="3746500"/>
          <p14:tracePt t="65447" x="1752600" y="3752850"/>
          <p14:tracePt t="65468" x="1670050" y="3759200"/>
          <p14:tracePt t="65473" x="1651000" y="3765550"/>
          <p14:tracePt t="65485" x="1638300" y="3765550"/>
          <p14:tracePt t="65502" x="1555750" y="3778250"/>
          <p14:tracePt t="65518" x="1479550" y="3784600"/>
          <p14:tracePt t="65535" x="1390650" y="3797300"/>
          <p14:tracePt t="65552" x="1295400" y="3797300"/>
          <p14:tracePt t="65568" x="1193800" y="3803650"/>
          <p14:tracePt t="65585" x="1123950" y="3810000"/>
          <p14:tracePt t="65602" x="1028700" y="3816350"/>
          <p14:tracePt t="65618" x="990600" y="3829050"/>
          <p14:tracePt t="65635" x="952500" y="3841750"/>
          <p14:tracePt t="65652" x="933450" y="3860800"/>
          <p14:tracePt t="65668" x="920750" y="3873500"/>
          <p14:tracePt t="65673" x="914400" y="3879850"/>
          <p14:tracePt t="65685" x="908050" y="3892550"/>
          <p14:tracePt t="65702" x="901700" y="3905250"/>
          <p14:tracePt t="65706" x="895350" y="3917950"/>
          <p14:tracePt t="65718" x="895350" y="3924300"/>
          <p14:tracePt t="65735" x="889000" y="3943350"/>
          <p14:tracePt t="65752" x="882650" y="3956050"/>
          <p14:tracePt t="65768" x="882650" y="3975100"/>
          <p14:tracePt t="65785" x="876300" y="4006850"/>
          <p14:tracePt t="65802" x="876300" y="4044950"/>
          <p14:tracePt t="65818" x="889000" y="4076700"/>
          <p14:tracePt t="65835" x="927100" y="4127500"/>
          <p14:tracePt t="65851" x="965200" y="4152900"/>
          <p14:tracePt t="65868" x="996950" y="4171950"/>
          <p14:tracePt t="65886" x="1016000" y="4184650"/>
          <p14:tracePt t="65891" x="1028700" y="4191000"/>
          <p14:tracePt t="65920" x="1041400" y="4191000"/>
          <p14:tracePt t="65923" x="1047750" y="4191000"/>
          <p14:tracePt t="65935" x="1047750" y="4197350"/>
          <p14:tracePt t="65952" x="1060450" y="4197350"/>
          <p14:tracePt t="65968" x="1073150" y="4203700"/>
          <p14:tracePt t="65973" x="1092200" y="4203700"/>
          <p14:tracePt t="65987" x="1136650" y="4216400"/>
          <p14:tracePt t="66003" x="1206500" y="4216400"/>
          <p14:tracePt t="66021" x="1320800" y="4222750"/>
          <p14:tracePt t="66027" x="1397000" y="4222750"/>
          <p14:tracePt t="66035" x="1454150" y="4222750"/>
          <p14:tracePt t="66053" x="1612900" y="4222750"/>
          <p14:tracePt t="66068" x="1739900" y="4222750"/>
          <p14:tracePt t="66085" x="1873250" y="4210050"/>
          <p14:tracePt t="66102" x="1993900" y="4191000"/>
          <p14:tracePt t="66118" x="2101850" y="4171950"/>
          <p14:tracePt t="66135" x="2171700" y="4159250"/>
          <p14:tracePt t="66152" x="2209800" y="4152900"/>
          <p14:tracePt t="66156" x="2216150" y="4152900"/>
          <p14:tracePt t="66168" x="2222500" y="4146550"/>
          <p14:tracePt t="66186" x="2241550" y="4146550"/>
          <p14:tracePt t="66202" x="2254250" y="4146550"/>
          <p14:tracePt t="66218" x="2279650" y="4140200"/>
          <p14:tracePt t="66221" x="2305050" y="4140200"/>
          <p14:tracePt t="66235" x="2317750" y="4140200"/>
          <p14:tracePt t="66252" x="2413000" y="4140200"/>
          <p14:tracePt t="66268" x="2470150" y="4140200"/>
          <p14:tracePt t="66285" x="2514600" y="4140200"/>
          <p14:tracePt t="66302" x="2565400" y="4140200"/>
          <p14:tracePt t="66318" x="2597150" y="4146550"/>
          <p14:tracePt t="66335" x="2603500" y="4152900"/>
          <p14:tracePt t="66352" x="2609850" y="4152900"/>
          <p14:tracePt t="66358" x="2616200" y="4152900"/>
          <p14:tracePt t="66431" x="2616200" y="4159250"/>
          <p14:tracePt t="66455" x="2616200" y="4165600"/>
          <p14:tracePt t="66463" x="2616200" y="4171950"/>
          <p14:tracePt t="66479" x="2616200" y="4178300"/>
          <p14:tracePt t="69188" x="0" y="0"/>
        </p14:tracePtLst>
        <p14:tracePtLst>
          <p14:tracePt t="92699" x="977900" y="3981450"/>
          <p14:tracePt t="92704" x="952500" y="3981450"/>
          <p14:tracePt t="92719" x="939800" y="3975100"/>
          <p14:tracePt t="92736" x="933450" y="3975100"/>
          <p14:tracePt t="92769" x="920750" y="3975100"/>
          <p14:tracePt t="92786" x="914400" y="3968750"/>
          <p14:tracePt t="92802" x="882650" y="3962400"/>
          <p14:tracePt t="92819" x="863600" y="3949700"/>
          <p14:tracePt t="92835" x="825500" y="3937000"/>
          <p14:tracePt t="92852" x="806450" y="3930650"/>
          <p14:tracePt t="92855" x="800100" y="3924300"/>
          <p14:tracePt t="92888" x="800100" y="3930650"/>
          <p14:tracePt t="92898" x="800100" y="3956050"/>
          <p14:tracePt t="92906" x="800100" y="3975100"/>
          <p14:tracePt t="92919" x="800100" y="4000500"/>
          <p14:tracePt t="92936" x="800100" y="4051300"/>
          <p14:tracePt t="92938" x="800100" y="4089400"/>
          <p14:tracePt t="92953" x="800100" y="4133850"/>
          <p14:tracePt t="92969" x="800100" y="4171950"/>
          <p14:tracePt t="92986" x="812800" y="4191000"/>
          <p14:tracePt t="93002" x="838200" y="4210050"/>
          <p14:tracePt t="93019" x="850900" y="4216400"/>
          <p14:tracePt t="93036" x="850900" y="4222750"/>
          <p14:tracePt t="93074" x="857250" y="4222750"/>
          <p14:tracePt t="93098" x="857250" y="4229100"/>
          <p14:tracePt t="93129" x="857250" y="4235450"/>
          <p14:tracePt t="93141" x="863600" y="4235450"/>
          <p14:tracePt t="93147" x="863600" y="4241800"/>
          <p14:tracePt t="93156" x="863600" y="4248150"/>
          <p14:tracePt t="93169" x="863600" y="4260850"/>
          <p14:tracePt t="93187" x="863600" y="4298950"/>
          <p14:tracePt t="93203" x="869950" y="4324350"/>
          <p14:tracePt t="93219" x="876300" y="4356100"/>
          <p14:tracePt t="93236" x="882650" y="4381500"/>
          <p14:tracePt t="93252" x="895350" y="4406900"/>
          <p14:tracePt t="93269" x="901700" y="4425950"/>
          <p14:tracePt t="93286" x="914400" y="4451350"/>
          <p14:tracePt t="93302" x="927100" y="4464050"/>
          <p14:tracePt t="93319" x="952500" y="4489450"/>
          <p14:tracePt t="93323" x="958850" y="4495800"/>
          <p14:tracePt t="93336" x="971550" y="4502150"/>
          <p14:tracePt t="93352" x="990600" y="4514850"/>
          <p14:tracePt t="93355" x="1009650" y="4521200"/>
          <p14:tracePt t="93369" x="1028700" y="4533900"/>
          <p14:tracePt t="93385" x="1047750" y="4540250"/>
          <p14:tracePt t="93389" x="1066800" y="4552950"/>
          <p14:tracePt t="93403" x="1111250" y="4572000"/>
          <p14:tracePt t="93419" x="1123950" y="4584700"/>
          <p14:tracePt t="93422" x="1143000" y="4584700"/>
          <p14:tracePt t="93436" x="1168400" y="4597400"/>
          <p14:tracePt t="93453" x="1238250" y="4629150"/>
          <p14:tracePt t="93469" x="1282700" y="4641850"/>
          <p14:tracePt t="93485" x="1320800" y="4648200"/>
          <p14:tracePt t="93502" x="1384300" y="4660900"/>
          <p14:tracePt t="93519" x="1504950" y="4667250"/>
          <p14:tracePt t="93535" x="1587500" y="4673600"/>
          <p14:tracePt t="93552" x="1676400" y="4673600"/>
          <p14:tracePt t="93570" x="1778000" y="4673600"/>
          <p14:tracePt t="93575" x="1822450" y="4667250"/>
          <p14:tracePt t="93586" x="1866900" y="4654550"/>
          <p14:tracePt t="93603" x="1943100" y="4635500"/>
          <p14:tracePt t="93606" x="1981200" y="4629150"/>
          <p14:tracePt t="93619" x="2051050" y="4610100"/>
          <p14:tracePt t="93638" x="2133600" y="4591050"/>
          <p14:tracePt t="93653" x="2197100" y="4584700"/>
          <p14:tracePt t="93670" x="2254250" y="4584700"/>
          <p14:tracePt t="93686" x="2292350" y="4584700"/>
          <p14:tracePt t="93703" x="2413000" y="4584700"/>
          <p14:tracePt t="93719" x="2489200" y="4584700"/>
          <p14:tracePt t="93736" x="2565400" y="4584700"/>
          <p14:tracePt t="93752" x="2635250" y="4578350"/>
          <p14:tracePt t="93769" x="2686050" y="4572000"/>
          <p14:tracePt t="93786" x="2730500" y="4565650"/>
          <p14:tracePt t="93802" x="2749550" y="4559300"/>
          <p14:tracePt t="93819" x="2794000" y="4552950"/>
          <p14:tracePt t="93836" x="2813050" y="4552950"/>
          <p14:tracePt t="93840" x="2819400" y="4546600"/>
          <p14:tracePt t="93852" x="2844800" y="4546600"/>
          <p14:tracePt t="93869" x="2882900" y="4533900"/>
          <p14:tracePt t="93871" x="2908300" y="4533900"/>
          <p14:tracePt t="93885" x="2921000" y="4527550"/>
          <p14:tracePt t="93903" x="2984500" y="4495800"/>
          <p14:tracePt t="93919" x="3003550" y="4483100"/>
          <p14:tracePt t="93936" x="3028950" y="4457700"/>
          <p14:tracePt t="93953" x="3048000" y="4432300"/>
          <p14:tracePt t="93969" x="3054350" y="4406900"/>
          <p14:tracePt t="93986" x="3054350" y="4387850"/>
          <p14:tracePt t="94002" x="3041650" y="4330700"/>
          <p14:tracePt t="94019" x="3009900" y="4292600"/>
          <p14:tracePt t="94036" x="2965450" y="4260850"/>
          <p14:tracePt t="94052" x="2870200" y="4216400"/>
          <p14:tracePt t="94069" x="2774950" y="4184650"/>
          <p14:tracePt t="94086" x="2654300" y="4159250"/>
          <p14:tracePt t="94102" x="2508250" y="4146550"/>
          <p14:tracePt t="94105" x="2451100" y="4140200"/>
          <p14:tracePt t="94119" x="2381250" y="4140200"/>
          <p14:tracePt t="94135" x="2235200" y="4140200"/>
          <p14:tracePt t="94139" x="2152650" y="4140200"/>
          <p14:tracePt t="94153" x="1987550" y="4140200"/>
          <p14:tracePt t="94169" x="1828800" y="4165600"/>
          <p14:tracePt t="94186" x="1689100" y="4191000"/>
          <p14:tracePt t="94202" x="1600200" y="4203700"/>
          <p14:tracePt t="94219" x="1492250" y="4222750"/>
          <p14:tracePt t="94235" x="1422400" y="4241800"/>
          <p14:tracePt t="94252" x="1384300" y="4248150"/>
          <p14:tracePt t="94269" x="1339850" y="4260850"/>
          <p14:tracePt t="94285" x="1314450" y="4267200"/>
          <p14:tracePt t="94302" x="1289050" y="4286250"/>
          <p14:tracePt t="94307" x="1276350" y="4286250"/>
          <p14:tracePt t="94319" x="1257300" y="4292600"/>
          <p14:tracePt t="94335" x="1225550" y="4298950"/>
          <p14:tracePt t="94339" x="1206500" y="4298950"/>
          <p14:tracePt t="94352" x="1200150" y="4305300"/>
          <p14:tracePt t="94369" x="1155700" y="4305300"/>
          <p14:tracePt t="94372" x="1149350" y="4311650"/>
          <p14:tracePt t="94385" x="1123950" y="4311650"/>
          <p14:tracePt t="94403" x="1054100" y="4324350"/>
          <p14:tracePt t="94419" x="1022350" y="4330700"/>
          <p14:tracePt t="94436" x="990600" y="4349750"/>
          <p14:tracePt t="94452" x="971550" y="4362450"/>
          <p14:tracePt t="94469" x="965200" y="4375150"/>
          <p14:tracePt t="94485" x="952500" y="4387850"/>
          <p14:tracePt t="94502" x="952500" y="4394200"/>
          <p14:tracePt t="94519" x="946150" y="4400550"/>
          <p14:tracePt t="94536" x="946150" y="4406900"/>
          <p14:tracePt t="94552" x="946150" y="4413250"/>
          <p14:tracePt t="94569" x="946150" y="4419600"/>
          <p14:tracePt t="94586" x="946150" y="4438650"/>
          <p14:tracePt t="94603" x="946150" y="4470400"/>
          <p14:tracePt t="94606" x="946150" y="4489450"/>
          <p14:tracePt t="94619" x="946150" y="4502150"/>
          <p14:tracePt t="94636" x="946150" y="4533900"/>
          <p14:tracePt t="94638" x="958850" y="4578350"/>
          <p14:tracePt t="94652" x="965200" y="4591050"/>
          <p14:tracePt t="94668" x="1003300" y="4654550"/>
          <p14:tracePt t="94686" x="1022350" y="4673600"/>
          <p14:tracePt t="94702" x="1047750" y="4692650"/>
          <p14:tracePt t="94719" x="1117600" y="4711700"/>
          <p14:tracePt t="94735" x="1181100" y="4718050"/>
          <p14:tracePt t="94752" x="1295400" y="4730750"/>
          <p14:tracePt t="94769" x="1441450" y="4737100"/>
          <p14:tracePt t="94785" x="1612900" y="4749800"/>
          <p14:tracePt t="94803" x="1771650" y="4749800"/>
          <p14:tracePt t="94808" x="1898650" y="4743450"/>
          <p14:tracePt t="94819" x="2044700" y="4737100"/>
          <p14:tracePt t="94835" x="2241550" y="4718050"/>
          <p14:tracePt t="94839" x="2362200" y="4699000"/>
          <p14:tracePt t="94852" x="2476500" y="4686300"/>
          <p14:tracePt t="94869" x="2597150" y="4667250"/>
          <p14:tracePt t="94872" x="2654300" y="4654550"/>
          <p14:tracePt t="94885" x="2698750" y="4648200"/>
          <p14:tracePt t="94903" x="2819400" y="4616450"/>
          <p14:tracePt t="94919" x="2844800" y="4603750"/>
          <p14:tracePt t="94936" x="2876550" y="4603750"/>
          <p14:tracePt t="94952" x="2908300" y="4591050"/>
          <p14:tracePt t="94969" x="2940050" y="4584700"/>
          <p14:tracePt t="94986" x="3003550" y="4578350"/>
          <p14:tracePt t="95002" x="3054350" y="4572000"/>
          <p14:tracePt t="95019" x="3117850" y="4565650"/>
          <p14:tracePt t="95036" x="3187700" y="4552950"/>
          <p14:tracePt t="95052" x="3263900" y="4540250"/>
          <p14:tracePt t="95069" x="3289300" y="4533900"/>
          <p14:tracePt t="95073" x="3295650" y="4533900"/>
          <p14:tracePt t="95086" x="3295650" y="4527550"/>
          <p14:tracePt t="95316" x="3295650" y="4521200"/>
          <p14:tracePt t="95324" x="3302000" y="4521200"/>
          <p14:tracePt t="95332" x="3302000" y="4514850"/>
          <p14:tracePt t="95340" x="3308350" y="4514850"/>
          <p14:tracePt t="95352" x="3308350" y="4508500"/>
          <p14:tracePt t="95369" x="3314700" y="4502150"/>
          <p14:tracePt t="95387" x="3327400" y="4483100"/>
          <p14:tracePt t="95402" x="3327400" y="4476750"/>
          <p14:tracePt t="95421" x="3333750" y="4470400"/>
          <p14:tracePt t="95425" x="0" y="0"/>
        </p14:tracePtLst>
        <p14:tracePtLst>
          <p14:tracePt t="96551" x="2171700" y="3867150"/>
          <p14:tracePt t="96622" x="2165350" y="3867150"/>
          <p14:tracePt t="96628" x="2159000" y="3867150"/>
          <p14:tracePt t="96640" x="2152650" y="3867150"/>
          <p14:tracePt t="96653" x="2127250" y="3867150"/>
          <p14:tracePt t="96669" x="2114550" y="3867150"/>
          <p14:tracePt t="96686" x="2101850" y="3867150"/>
          <p14:tracePt t="96703" x="2089150" y="3867150"/>
          <p14:tracePt t="96719" x="2082800" y="3873500"/>
          <p14:tracePt t="96736" x="2076450" y="3873500"/>
          <p14:tracePt t="96752" x="2076450" y="3879850"/>
          <p14:tracePt t="96769" x="2070100" y="3886200"/>
          <p14:tracePt t="96786" x="2063750" y="3898900"/>
          <p14:tracePt t="96790" x="2063750" y="3905250"/>
          <p14:tracePt t="96802" x="2063750" y="3911600"/>
          <p14:tracePt t="96819" x="2063750" y="3930650"/>
          <p14:tracePt t="96823" x="2057400" y="3930650"/>
          <p14:tracePt t="96836" x="2057400" y="3943350"/>
          <p14:tracePt t="96853" x="2057400" y="3962400"/>
          <p14:tracePt t="96869" x="2057400" y="3968750"/>
          <p14:tracePt t="96886" x="2057400" y="3981450"/>
          <p14:tracePt t="96889" x="2057400" y="3987800"/>
          <p14:tracePt t="96906" x="2057400" y="4006850"/>
          <p14:tracePt t="96919" x="2063750" y="4025900"/>
          <p14:tracePt t="96937" x="2070100" y="4038600"/>
          <p14:tracePt t="96952" x="2089150" y="4057650"/>
          <p14:tracePt t="96972" x="2101850" y="4076700"/>
          <p14:tracePt t="96975" x="2114550" y="4089400"/>
          <p14:tracePt t="96986" x="2114550" y="4095750"/>
          <p14:tracePt t="97003" x="2127250" y="4102100"/>
          <p14:tracePt t="97007" x="2133600" y="4108450"/>
          <p14:tracePt t="97019" x="2139950" y="4108450"/>
          <p14:tracePt t="97043" x="2146300" y="4114800"/>
          <p14:tracePt t="97056" x="2152650" y="4114800"/>
          <p14:tracePt t="97073" x="2165350" y="4121150"/>
          <p14:tracePt t="97086" x="2171700" y="4121150"/>
          <p14:tracePt t="97103" x="2197100" y="4133850"/>
          <p14:tracePt t="97119" x="2228850" y="4140200"/>
          <p14:tracePt t="97136" x="2254250" y="4146550"/>
          <p14:tracePt t="97140" x="2266950" y="4146550"/>
          <p14:tracePt t="97153" x="2311400" y="4146550"/>
          <p14:tracePt t="97169" x="2330450" y="4140200"/>
          <p14:tracePt t="97186" x="2368550" y="4121150"/>
          <p14:tracePt t="97202" x="2387600" y="4083050"/>
          <p14:tracePt t="97219" x="2400300" y="4064000"/>
          <p14:tracePt t="97236" x="2400300" y="4025900"/>
          <p14:tracePt t="97243" x="2400300" y="4013200"/>
          <p14:tracePt t="97252" x="2400300" y="4006850"/>
          <p14:tracePt t="97269" x="2387600" y="3981450"/>
          <p14:tracePt t="97274" x="2381250" y="3975100"/>
          <p14:tracePt t="97286" x="2374900" y="3968750"/>
          <p14:tracePt t="97302" x="2355850" y="3956050"/>
          <p14:tracePt t="97306" x="2349500" y="3956050"/>
          <p14:tracePt t="97319" x="2343150" y="3949700"/>
          <p14:tracePt t="97336" x="2324100" y="3943350"/>
          <p14:tracePt t="97339" x="2305050" y="3930650"/>
          <p14:tracePt t="97353" x="2286000" y="3930650"/>
          <p14:tracePt t="97369" x="2273300" y="3917950"/>
          <p14:tracePt t="97386" x="2260600" y="3911600"/>
          <p14:tracePt t="97402" x="2247900" y="3905250"/>
          <p14:tracePt t="97419" x="2241550" y="3905250"/>
          <p14:tracePt t="97436" x="2235200" y="3905250"/>
          <p14:tracePt t="97452" x="2222500" y="3905250"/>
          <p14:tracePt t="97469" x="2203450" y="3905250"/>
          <p14:tracePt t="97486" x="2190750" y="3905250"/>
          <p14:tracePt t="97502" x="2178050" y="3911600"/>
          <p14:tracePt t="97509" x="2171700" y="3917950"/>
          <p14:tracePt t="97519" x="2165350" y="3930650"/>
          <p14:tracePt t="97536" x="2152650" y="3949700"/>
          <p14:tracePt t="97539" x="2146300" y="3962400"/>
          <p14:tracePt t="97552" x="2146300" y="3968750"/>
          <p14:tracePt t="97569" x="2146300" y="3981450"/>
          <p14:tracePt t="97572" x="2146300" y="3994150"/>
          <p14:tracePt t="97589" x="2146300" y="4000500"/>
          <p14:tracePt t="97612" x="2146300" y="4006850"/>
          <p14:tracePt t="97636" x="2152650" y="4006850"/>
          <p14:tracePt t="97652" x="2159000" y="4013200"/>
          <p14:tracePt t="97668" x="0" y="0"/>
        </p14:tracePtLst>
        <p14:tracePtLst>
          <p14:tracePt t="99962" x="2559050" y="4603750"/>
          <p14:tracePt t="99967" x="2546350" y="4603750"/>
          <p14:tracePt t="99975" x="2540000" y="4603750"/>
          <p14:tracePt t="99986" x="2520950" y="4603750"/>
          <p14:tracePt t="100003" x="2489200" y="4597400"/>
          <p14:tracePt t="100019" x="2413000" y="4578350"/>
          <p14:tracePt t="100023" x="2349500" y="4565650"/>
          <p14:tracePt t="100045" x="2260600" y="4533900"/>
          <p14:tracePt t="100049" x="2228850" y="4527550"/>
          <p14:tracePt t="100056" x="2203450" y="4527550"/>
          <p14:tracePt t="100069" x="2133600" y="4514850"/>
          <p14:tracePt t="100086" x="2082800" y="4514850"/>
          <p14:tracePt t="100092" x="2025650" y="4514850"/>
          <p14:tracePt t="100103" x="1943100" y="4514850"/>
          <p14:tracePt t="100119" x="1905000" y="4514850"/>
          <p14:tracePt t="100136" x="1841500" y="4527550"/>
          <p14:tracePt t="100153" x="1803400" y="4540250"/>
          <p14:tracePt t="100171" x="1746250" y="4552950"/>
          <p14:tracePt t="100186" x="1714500" y="4559300"/>
          <p14:tracePt t="100204" x="1663700" y="4578350"/>
          <p14:tracePt t="100208" x="1651000" y="4578350"/>
          <p14:tracePt t="100219" x="1638300" y="4578350"/>
          <p14:tracePt t="100237" x="1612900" y="4584700"/>
          <p14:tracePt t="100240" x="1581150" y="4591050"/>
          <p14:tracePt t="100252" x="1568450" y="4597400"/>
          <p14:tracePt t="100270" x="1543050" y="4603750"/>
          <p14:tracePt t="100272" x="1524000" y="4610100"/>
          <p14:tracePt t="100286" x="1504950" y="4616450"/>
          <p14:tracePt t="100304" x="1397000" y="4654550"/>
          <p14:tracePt t="100319" x="1308100" y="4686300"/>
          <p14:tracePt t="100338" x="1219200" y="4711700"/>
          <p14:tracePt t="100353" x="1174750" y="4730750"/>
          <p14:tracePt t="100370" x="1130300" y="4743450"/>
          <p14:tracePt t="100386" x="1111250" y="4749800"/>
          <p14:tracePt t="100402" x="1098550" y="4756150"/>
          <p14:tracePt t="100419" x="1092200" y="4762500"/>
          <p14:tracePt t="100436" x="1079500" y="4768850"/>
          <p14:tracePt t="100453" x="1066800" y="4775200"/>
          <p14:tracePt t="100469" x="1054100" y="4781550"/>
          <p14:tracePt t="100474" x="1047750" y="4794250"/>
          <p14:tracePt t="100486" x="1028700" y="4813300"/>
          <p14:tracePt t="100503" x="1016000" y="4838700"/>
          <p14:tracePt t="100506" x="1009650" y="4851400"/>
          <p14:tracePt t="100513" x="1009650" y="4857750"/>
          <p14:tracePt t="100536" x="996950" y="4895850"/>
          <p14:tracePt t="100540" x="990600" y="4914900"/>
          <p14:tracePt t="100553" x="990600" y="4946650"/>
          <p14:tracePt t="100569" x="990600" y="4972050"/>
          <p14:tracePt t="100586" x="1003300" y="5022850"/>
          <p14:tracePt t="100603" x="1022350" y="5073650"/>
          <p14:tracePt t="100619" x="1041400" y="5118100"/>
          <p14:tracePt t="100636" x="1098550" y="5187950"/>
          <p14:tracePt t="100652" x="1130300" y="5219700"/>
          <p14:tracePt t="100669" x="1206500" y="5295900"/>
          <p14:tracePt t="100686" x="1250950" y="5334000"/>
          <p14:tracePt t="100703" x="1327150" y="5397500"/>
          <p14:tracePt t="100708" x="1352550" y="5416550"/>
          <p14:tracePt t="100719" x="1384300" y="5441950"/>
          <p14:tracePt t="100736" x="1479550" y="5480050"/>
          <p14:tracePt t="100739" x="1536700" y="5499100"/>
          <p14:tracePt t="100752" x="1555750" y="5505450"/>
          <p14:tracePt t="100769" x="1644650" y="5524500"/>
          <p14:tracePt t="100772" x="1720850" y="5530850"/>
          <p14:tracePt t="100786" x="1752600" y="5537200"/>
          <p14:tracePt t="100803" x="1955800" y="5543550"/>
          <p14:tracePt t="100819" x="2032000" y="5543550"/>
          <p14:tracePt t="100836" x="2159000" y="5543550"/>
          <p14:tracePt t="100853" x="2266950" y="5543550"/>
          <p14:tracePt t="100869" x="2362200" y="5543550"/>
          <p14:tracePt t="100886" x="2406650" y="5543550"/>
          <p14:tracePt t="100903" x="2463800" y="5543550"/>
          <p14:tracePt t="100920" x="2495550" y="5543550"/>
          <p14:tracePt t="100936" x="2559050" y="5543550"/>
          <p14:tracePt t="100952" x="2590800" y="5543550"/>
          <p14:tracePt t="100969" x="2654300" y="5530850"/>
          <p14:tracePt t="100974" x="2673350" y="5524500"/>
          <p14:tracePt t="100986" x="2692400" y="5524500"/>
          <p14:tracePt t="101002" x="2730500" y="5524500"/>
          <p14:tracePt t="101005" x="2774950" y="5524500"/>
          <p14:tracePt t="101019" x="2800350" y="5524500"/>
          <p14:tracePt t="101036" x="2844800" y="5524500"/>
          <p14:tracePt t="101039" x="2870200" y="5524500"/>
          <p14:tracePt t="101053" x="2984500" y="5524500"/>
          <p14:tracePt t="101069" x="3041650" y="5524500"/>
          <p14:tracePt t="101086" x="3098800" y="5524500"/>
          <p14:tracePt t="101103" x="3143250" y="5524500"/>
          <p14:tracePt t="101120" x="3181350" y="5524500"/>
          <p14:tracePt t="101136" x="3225800" y="5524500"/>
          <p14:tracePt t="101153" x="3308350" y="5524500"/>
          <p14:tracePt t="101169" x="3352800" y="5524500"/>
          <p14:tracePt t="101176" x="3378200" y="5511800"/>
          <p14:tracePt t="101186" x="3397250" y="5505450"/>
          <p14:tracePt t="101203" x="3422650" y="5492750"/>
          <p14:tracePt t="101219" x="3454400" y="5473700"/>
          <p14:tracePt t="101236" x="3467100" y="5461000"/>
          <p14:tracePt t="101240" x="3473450" y="5454650"/>
          <p14:tracePt t="101252" x="3473450" y="5448300"/>
          <p14:tracePt t="101269" x="3479800" y="5435600"/>
          <p14:tracePt t="101273" x="3492500" y="5416550"/>
          <p14:tracePt t="101286" x="3498850" y="5410200"/>
          <p14:tracePt t="101303" x="3530600" y="5334000"/>
          <p14:tracePt t="101320" x="3543300" y="5289550"/>
          <p14:tracePt t="101336" x="3556000" y="5245100"/>
          <p14:tracePt t="101352" x="3562350" y="5207000"/>
          <p14:tracePt t="101369" x="3562350" y="5187950"/>
          <p14:tracePt t="101386" x="3562350" y="5149850"/>
          <p14:tracePt t="101402" x="3556000" y="5124450"/>
          <p14:tracePt t="101419" x="3549650" y="5105400"/>
          <p14:tracePt t="101436" x="3517900" y="5080000"/>
          <p14:tracePt t="101452" x="3486150" y="5067300"/>
          <p14:tracePt t="101470" x="3384550" y="5035550"/>
          <p14:tracePt t="101475" x="3371850" y="5029200"/>
          <p14:tracePt t="101486" x="3333750" y="5016500"/>
          <p14:tracePt t="101503" x="3238500" y="4984750"/>
          <p14:tracePt t="101508" x="3187700" y="4965700"/>
          <p14:tracePt t="101519" x="3136900" y="4946650"/>
          <p14:tracePt t="101538" x="2984500" y="4895850"/>
          <p14:tracePt t="101546" x="2908300" y="4870450"/>
          <p14:tracePt t="101553" x="2876550" y="4857750"/>
          <p14:tracePt t="101569" x="2692400" y="4826000"/>
          <p14:tracePt t="101586" x="2552700" y="4800600"/>
          <p14:tracePt t="101603" x="2387600" y="4787900"/>
          <p14:tracePt t="101619" x="2241550" y="4781550"/>
          <p14:tracePt t="101636" x="2101850" y="4781550"/>
          <p14:tracePt t="101652" x="1974850" y="4775200"/>
          <p14:tracePt t="101670" x="1885950" y="4775200"/>
          <p14:tracePt t="101686" x="1809750" y="4775200"/>
          <p14:tracePt t="101703" x="1701800" y="4800600"/>
          <p14:tracePt t="101709" x="1670050" y="4806950"/>
          <p14:tracePt t="101719" x="1631950" y="4819650"/>
          <p14:tracePt t="101736" x="1492250" y="4870450"/>
          <p14:tracePt t="101739" x="1460500" y="4876800"/>
          <p14:tracePt t="101753" x="1365250" y="4914900"/>
          <p14:tracePt t="101769" x="1295400" y="4953000"/>
          <p14:tracePt t="101773" x="1219200" y="4991100"/>
          <p14:tracePt t="101789" x="1181100" y="5016500"/>
          <p14:tracePt t="101803" x="1111250" y="5060950"/>
          <p14:tracePt t="101822" x="1066800" y="5092700"/>
          <p14:tracePt t="101836" x="1047750" y="5118100"/>
          <p14:tracePt t="101853" x="1041400" y="5143500"/>
          <p14:tracePt t="101869" x="1028700" y="5175250"/>
          <p14:tracePt t="101888" x="1028700" y="5207000"/>
          <p14:tracePt t="101892" x="1028700" y="5226050"/>
          <p14:tracePt t="101903" x="1028700" y="5257800"/>
          <p14:tracePt t="101920" x="1035050" y="5314950"/>
          <p14:tracePt t="101926" x="1047750" y="5340350"/>
          <p14:tracePt t="101936" x="1054100" y="5365750"/>
          <p14:tracePt t="101953" x="1079500" y="5410200"/>
          <p14:tracePt t="101958" x="1092200" y="5435600"/>
          <p14:tracePt t="101969" x="1104900" y="5448300"/>
          <p14:tracePt t="101986" x="1136650" y="5486400"/>
          <p14:tracePt t="101990" x="1143000" y="5499100"/>
          <p14:tracePt t="102003" x="1162050" y="5511800"/>
          <p14:tracePt t="102019" x="1187450" y="5537200"/>
          <p14:tracePt t="102022" x="1219200" y="5549900"/>
          <p14:tracePt t="102040" x="1301750" y="5581650"/>
          <p14:tracePt t="102053" x="1377950" y="5600700"/>
          <p14:tracePt t="102070" x="1485900" y="5613400"/>
          <p14:tracePt t="102086" x="1612900" y="5626100"/>
          <p14:tracePt t="102103" x="1746250" y="5632450"/>
          <p14:tracePt t="102120" x="1873250" y="5632450"/>
          <p14:tracePt t="102126" x="1968500" y="5632450"/>
          <p14:tracePt t="102136" x="2000250" y="5632450"/>
          <p14:tracePt t="102152" x="2120900" y="5638800"/>
          <p14:tracePt t="102169" x="2222500" y="5645150"/>
          <p14:tracePt t="102186" x="2343150" y="5657850"/>
          <p14:tracePt t="102190" x="2374900" y="5657850"/>
          <p14:tracePt t="102203" x="2470150" y="5676900"/>
          <p14:tracePt t="102219" x="2540000" y="5683250"/>
          <p14:tracePt t="102224" x="2622550" y="5689600"/>
          <p14:tracePt t="102236" x="2647950" y="5689600"/>
          <p14:tracePt t="102252" x="2736850" y="5689600"/>
          <p14:tracePt t="102255" x="2755900" y="5689600"/>
          <p14:tracePt t="102269" x="2781300" y="5689600"/>
          <p14:tracePt t="102286" x="2870200" y="5670550"/>
          <p14:tracePt t="102289" x="2901950" y="5664200"/>
          <p14:tracePt t="102303" x="2959100" y="5638800"/>
          <p14:tracePt t="102319" x="3054350" y="5588000"/>
          <p14:tracePt t="102336" x="3098800" y="5549900"/>
          <p14:tracePt t="102353" x="3168650" y="5486400"/>
          <p14:tracePt t="102369" x="3194050" y="5454650"/>
          <p14:tracePt t="102386" x="3232150" y="5391150"/>
          <p14:tracePt t="102402" x="3251200" y="5334000"/>
          <p14:tracePt t="102419" x="3257550" y="5283200"/>
          <p14:tracePt t="102425" x="3257550" y="5251450"/>
          <p14:tracePt t="102436" x="3257550" y="5207000"/>
          <p14:tracePt t="102453" x="3251200" y="5124450"/>
          <p14:tracePt t="102455" x="3238500" y="5080000"/>
          <p14:tracePt t="102469" x="3232150" y="5054600"/>
          <p14:tracePt t="102486" x="3213100" y="4991100"/>
          <p14:tracePt t="102489" x="3200400" y="4953000"/>
          <p14:tracePt t="102503" x="3194050" y="4940300"/>
          <p14:tracePt t="102519" x="3187700" y="4908550"/>
          <p14:tracePt t="102523" x="3187700" y="4902200"/>
          <p14:tracePt t="102536" x="3181350" y="4895850"/>
          <p14:tracePt t="102553" x="3181350" y="4883150"/>
          <p14:tracePt t="102569" x="3175000" y="4883150"/>
          <p14:tracePt t="102586" x="3168650" y="4876800"/>
          <p14:tracePt t="102603" x="3168650" y="4870450"/>
          <p14:tracePt t="102620" x="3155950" y="4864100"/>
          <p14:tracePt t="102636" x="3143250" y="4851400"/>
          <p14:tracePt t="102653" x="3136900" y="4851400"/>
          <p14:tracePt t="102771" x="0" y="0"/>
        </p14:tracePtLst>
      </p14:laserTraceLst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8584E-2D7C-BEA5-A4D7-08F52250B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1C84C-5334-321E-D0BA-1F66A9B9D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Strings are </a:t>
            </a:r>
            <a:r>
              <a:rPr lang="en-US" i="1" dirty="0"/>
              <a:t>immutable </a:t>
            </a:r>
            <a:r>
              <a:rPr lang="en-US" dirty="0"/>
              <a:t>and cannot be changed.  They can only be overwritten.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a = 'help'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a[0] = ‘Y’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Traceback (most recent call last):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File "&lt;python-input-35&gt;", line 1, in &lt;module&gt;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a[0] = 'Y'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~^^^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TypeError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 'str' object does not support item assignment</a:t>
            </a:r>
          </a:p>
          <a:p>
            <a:r>
              <a:rPr lang="en-US" dirty="0"/>
              <a:t>Operators: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+, * 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[:]</a:t>
            </a:r>
            <a:r>
              <a:rPr lang="en-US" dirty="0"/>
              <a:t> (concatenation(+), multiplication and slicing)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48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useful methods</a:t>
            </a:r>
          </a:p>
          <a:p>
            <a:r>
              <a:rPr lang="en-US" dirty="0"/>
              <a:t>Syntax: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&lt;string name&gt;.&lt;method name&gt;(…)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 = ‘Hello String’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S.upper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transform to upper case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S.index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(sub)</a:t>
            </a:r>
            <a:r>
              <a:rPr lang="en-US" dirty="0">
                <a:cs typeface="Courier New" panose="02070309020205020404" pitchFamily="49" charset="0"/>
              </a:rPr>
              <a:t>: </a:t>
            </a:r>
            <a:r>
              <a:rPr lang="en-US" dirty="0"/>
              <a:t>position of the first </a:t>
            </a:r>
            <a:r>
              <a:rPr lang="en-US" dirty="0" err="1"/>
              <a:t>occurence</a:t>
            </a:r>
            <a:r>
              <a:rPr lang="en-US" dirty="0"/>
              <a:t> of sub in 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S.count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(sub)</a:t>
            </a:r>
            <a:r>
              <a:rPr lang="en-US" dirty="0">
                <a:cs typeface="Courier New" panose="02070309020205020404" pitchFamily="49" charset="0"/>
              </a:rPr>
              <a:t>: </a:t>
            </a:r>
            <a:r>
              <a:rPr lang="en-US" dirty="0"/>
              <a:t>number of times sub appears inside 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S.strip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cs typeface="Courier New" panose="02070309020205020404" pitchFamily="49" charset="0"/>
              </a:rPr>
              <a:t>: </a:t>
            </a:r>
            <a:r>
              <a:rPr lang="en-US" dirty="0"/>
              <a:t>Returns a copy of S with </a:t>
            </a:r>
            <a:r>
              <a:rPr lang="nl-BE" dirty="0" err="1"/>
              <a:t>white-space</a:t>
            </a:r>
            <a:r>
              <a:rPr lang="nl-BE" dirty="0"/>
              <a:t> </a:t>
            </a:r>
            <a:r>
              <a:rPr lang="nl-BE" dirty="0" err="1"/>
              <a:t>removed</a:t>
            </a:r>
            <a:r>
              <a:rPr lang="nl-BE" dirty="0"/>
              <a:t> at </a:t>
            </a:r>
            <a:r>
              <a:rPr lang="nl-BE" dirty="0" err="1"/>
              <a:t>ends</a:t>
            </a:r>
            <a:endParaRPr lang="nl-BE" dirty="0"/>
          </a:p>
          <a:p>
            <a:r>
              <a:rPr lang="en-US" i="1" dirty="0"/>
              <a:t>File: string_intro.py</a:t>
            </a:r>
          </a:p>
          <a:p>
            <a:endParaRPr lang="en-US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340877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922"/>
    </mc:Choice>
    <mc:Fallback xmlns="">
      <p:transition spd="slow" advTm="74922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16882-1FF5-FC57-4929-690BC52D1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strings (f-strings)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4ACF8-3C5E-CE88-15C1-C316AC7607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l-BE" dirty="0" err="1"/>
              <a:t>Available</a:t>
            </a:r>
            <a:r>
              <a:rPr lang="nl-BE" dirty="0"/>
              <a:t> </a:t>
            </a:r>
            <a:r>
              <a:rPr lang="nl-BE" dirty="0" err="1"/>
              <a:t>since</a:t>
            </a:r>
            <a:r>
              <a:rPr lang="nl-BE" dirty="0"/>
              <a:t> Python 3.6</a:t>
            </a:r>
          </a:p>
          <a:p>
            <a:r>
              <a:rPr lang="en-US" dirty="0"/>
              <a:t>F-string is a string literal that is prefixed with `f` or `F`. These strings may contain replacement fields (delimited by curly braces {} – </a:t>
            </a:r>
            <a:r>
              <a:rPr lang="en-US" i="1" dirty="0"/>
              <a:t>fill out the braces</a:t>
            </a:r>
            <a:r>
              <a:rPr lang="en-US" dirty="0"/>
              <a:t>). F-string is evaluated at run time.</a:t>
            </a:r>
            <a:endParaRPr lang="en-BE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name = 'Peter'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age = 23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print('%s is %d years old' % (name, age))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print('{} is {} years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old'.format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(name, age))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print(f'{name} is {age} years old’)</a:t>
            </a:r>
          </a:p>
          <a:p>
            <a:r>
              <a:rPr lang="en-US" i="1" dirty="0">
                <a:cs typeface="Courier New" panose="02070309020205020404" pitchFamily="49" charset="0"/>
              </a:rPr>
              <a:t>File: fstring_01.py</a:t>
            </a:r>
          </a:p>
          <a:p>
            <a:r>
              <a:rPr lang="nl-BE" dirty="0">
                <a:cs typeface="Courier New" panose="02070309020205020404" pitchFamily="49" charset="0"/>
                <a:hlinkClick r:id="rId2"/>
              </a:rPr>
              <a:t>https://realpython.com/python-string-formatting/</a:t>
            </a:r>
            <a:r>
              <a:rPr lang="nl-BE" dirty="0">
                <a:cs typeface="Courier New" panose="02070309020205020404" pitchFamily="49" charset="0"/>
              </a:rPr>
              <a:t> </a:t>
            </a:r>
            <a:endParaRPr lang="en-BE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170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37C17-3312-918D-E10E-3781EA3DB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 strings (f-strings)</a:t>
            </a:r>
            <a:endParaRPr lang="en-BE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47AE311-2E36-46A2-DA9B-07DCEC710B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3804368"/>
              </p:ext>
            </p:extLst>
          </p:nvPr>
        </p:nvGraphicFramePr>
        <p:xfrm>
          <a:off x="838200" y="1666240"/>
          <a:ext cx="10542240" cy="519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0805039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04676311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30639815"/>
                    </a:ext>
                  </a:extLst>
                </a:gridCol>
                <a:gridCol w="4644000">
                  <a:extLst>
                    <a:ext uri="{9D8B030D-6E8A-4147-A177-3AD203B41FA5}">
                      <a16:colId xmlns:a16="http://schemas.microsoft.com/office/drawing/2014/main" val="2598599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fontAlgn="b"/>
                      <a:r>
                        <a:rPr lang="nl-BE" b="0" dirty="0" err="1">
                          <a:effectLst/>
                          <a:latin typeface="+mn-lt"/>
                        </a:rPr>
                        <a:t>Number</a:t>
                      </a:r>
                      <a:endParaRPr lang="nl-BE" b="0" dirty="0">
                        <a:effectLst/>
                        <a:latin typeface="+mn-lt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nl-BE" b="0">
                          <a:effectLst/>
                          <a:latin typeface="+mn-lt"/>
                        </a:rPr>
                        <a:t>Format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nl-BE" b="0" dirty="0">
                          <a:effectLst/>
                          <a:latin typeface="+mn-lt"/>
                        </a:rPr>
                        <a:t>Output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nl-BE" b="0" dirty="0" err="1">
                          <a:effectLst/>
                          <a:latin typeface="+mn-lt"/>
                        </a:rPr>
                        <a:t>description</a:t>
                      </a:r>
                      <a:endParaRPr lang="nl-BE" b="0" dirty="0">
                        <a:effectLst/>
                        <a:latin typeface="+mn-lt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771084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 dirty="0">
                          <a:effectLst/>
                          <a:latin typeface="+mn-lt"/>
                        </a:rPr>
                        <a:t>3.1415926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>
                          <a:effectLst/>
                          <a:latin typeface="+mn-lt"/>
                        </a:rPr>
                        <a:t>{:.2f}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BE" b="0" dirty="0">
                          <a:effectLst/>
                          <a:latin typeface="+mn-lt"/>
                        </a:rPr>
                        <a:t>3.14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 dirty="0">
                          <a:effectLst/>
                          <a:latin typeface="+mn-lt"/>
                        </a:rPr>
                        <a:t>Format </a:t>
                      </a:r>
                      <a:r>
                        <a:rPr lang="nl-BE" b="0" dirty="0" err="1">
                          <a:effectLst/>
                          <a:latin typeface="+mn-lt"/>
                        </a:rPr>
                        <a:t>float</a:t>
                      </a:r>
                      <a:r>
                        <a:rPr lang="nl-BE" b="0" dirty="0">
                          <a:effectLst/>
                          <a:latin typeface="+mn-lt"/>
                        </a:rPr>
                        <a:t> 2 </a:t>
                      </a:r>
                      <a:r>
                        <a:rPr lang="nl-BE" b="0" dirty="0" err="1">
                          <a:effectLst/>
                          <a:latin typeface="+mn-lt"/>
                        </a:rPr>
                        <a:t>decimal</a:t>
                      </a:r>
                      <a:r>
                        <a:rPr lang="nl-BE" b="0" dirty="0">
                          <a:effectLst/>
                          <a:latin typeface="+mn-lt"/>
                        </a:rPr>
                        <a:t> </a:t>
                      </a:r>
                      <a:r>
                        <a:rPr lang="nl-BE" b="0" dirty="0" err="1">
                          <a:effectLst/>
                          <a:latin typeface="+mn-lt"/>
                        </a:rPr>
                        <a:t>places</a:t>
                      </a:r>
                      <a:endParaRPr lang="nl-BE" b="0" dirty="0"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250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3.1415926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>
                          <a:effectLst/>
                          <a:latin typeface="+mn-lt"/>
                        </a:rPr>
                        <a:t>{:+.2f}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BE" b="0" dirty="0">
                          <a:effectLst/>
                          <a:latin typeface="+mn-lt"/>
                        </a:rPr>
                        <a:t>+3.14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b="0" dirty="0">
                          <a:effectLst/>
                          <a:latin typeface="+mn-lt"/>
                        </a:rPr>
                        <a:t>Format float 2 decimal places with 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143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>
                          <a:effectLst/>
                          <a:latin typeface="+mn-lt"/>
                        </a:rPr>
                        <a:t>{:+.2f}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BE" b="0" dirty="0">
                          <a:effectLst/>
                          <a:latin typeface="+mn-lt"/>
                        </a:rPr>
                        <a:t>-1.00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b="0" dirty="0">
                          <a:effectLst/>
                          <a:latin typeface="+mn-lt"/>
                        </a:rPr>
                        <a:t>Format float 2 decimal places with sign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43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2.71828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>
                          <a:effectLst/>
                          <a:latin typeface="+mn-lt"/>
                        </a:rPr>
                        <a:t>{:.0f}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BE" b="0" dirty="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b="0">
                          <a:effectLst/>
                          <a:latin typeface="+mn-lt"/>
                        </a:rPr>
                        <a:t>Format float with no decimal places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312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>
                          <a:effectLst/>
                          <a:latin typeface="+mn-lt"/>
                        </a:rPr>
                        <a:t>{:0&gt;2d}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BE" b="0" dirty="0">
                          <a:effectLst/>
                          <a:latin typeface="+mn-lt"/>
                        </a:rPr>
                        <a:t>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b="0">
                          <a:effectLst/>
                          <a:latin typeface="+mn-lt"/>
                        </a:rPr>
                        <a:t>Pad number with zeros (left padding, width 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9485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>
                          <a:effectLst/>
                          <a:latin typeface="+mn-lt"/>
                        </a:rPr>
                        <a:t>{:x&lt;4d}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 dirty="0">
                          <a:effectLst/>
                          <a:latin typeface="+mn-lt"/>
                        </a:rPr>
                        <a:t>4xxx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b="0">
                          <a:effectLst/>
                          <a:latin typeface="+mn-lt"/>
                        </a:rPr>
                        <a:t>Pad number with x’s (right padding, width 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662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>
                          <a:effectLst/>
                          <a:latin typeface="+mn-lt"/>
                        </a:rPr>
                        <a:t>{:x&lt;4d}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 dirty="0">
                          <a:effectLst/>
                          <a:latin typeface="+mn-lt"/>
                        </a:rPr>
                        <a:t>10xx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b="0">
                          <a:effectLst/>
                          <a:latin typeface="+mn-lt"/>
                        </a:rPr>
                        <a:t>Pad number with x’s (right padding, width 4)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6700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1000000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{:,}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BE" b="0" dirty="0">
                          <a:effectLst/>
                          <a:latin typeface="+mn-lt"/>
                        </a:rPr>
                        <a:t>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b="0">
                          <a:effectLst/>
                          <a:latin typeface="+mn-lt"/>
                        </a:rPr>
                        <a:t>Number format with comma separator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2167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0.35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{:.2%}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BE" b="0" dirty="0">
                          <a:effectLst/>
                          <a:latin typeface="+mn-lt"/>
                        </a:rPr>
                        <a:t>35.00%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>
                          <a:effectLst/>
                          <a:latin typeface="+mn-lt"/>
                        </a:rPr>
                        <a:t>Format percentage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3454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1000000000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>
                          <a:effectLst/>
                          <a:latin typeface="+mn-lt"/>
                        </a:rPr>
                        <a:t>{:.2e}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 dirty="0">
                          <a:effectLst/>
                          <a:latin typeface="+mn-lt"/>
                        </a:rPr>
                        <a:t>1.00e+09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>
                          <a:effectLst/>
                          <a:latin typeface="+mn-lt"/>
                        </a:rPr>
                        <a:t>Exponent notation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08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 dirty="0">
                          <a:effectLst/>
                          <a:latin typeface="+mn-lt"/>
                        </a:rPr>
                        <a:t>{:16d}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fontAlgn="base"/>
                      <a:r>
                        <a:rPr lang="en-BE" b="0" dirty="0"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 dirty="0">
                          <a:effectLst/>
                          <a:latin typeface="+mn-lt"/>
                        </a:rPr>
                        <a:t>Right-</a:t>
                      </a:r>
                      <a:r>
                        <a:rPr lang="nl-BE" b="0" dirty="0" err="1">
                          <a:effectLst/>
                          <a:latin typeface="+mn-lt"/>
                        </a:rPr>
                        <a:t>aligned</a:t>
                      </a:r>
                      <a:r>
                        <a:rPr lang="nl-BE" b="0" dirty="0">
                          <a:effectLst/>
                          <a:latin typeface="+mn-lt"/>
                        </a:rPr>
                        <a:t> (default, </a:t>
                      </a:r>
                      <a:r>
                        <a:rPr lang="nl-BE" b="0" dirty="0" err="1">
                          <a:effectLst/>
                          <a:latin typeface="+mn-lt"/>
                        </a:rPr>
                        <a:t>width</a:t>
                      </a:r>
                      <a:r>
                        <a:rPr lang="nl-BE" b="0" dirty="0">
                          <a:effectLst/>
                          <a:latin typeface="+mn-lt"/>
                        </a:rPr>
                        <a:t> 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1875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 dirty="0">
                          <a:effectLst/>
                          <a:latin typeface="+mn-lt"/>
                        </a:rPr>
                        <a:t>{:&lt;16d}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BE" b="0" dirty="0"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 dirty="0" err="1">
                          <a:effectLst/>
                          <a:latin typeface="+mn-lt"/>
                        </a:rPr>
                        <a:t>Left-aligned</a:t>
                      </a:r>
                      <a:r>
                        <a:rPr lang="nl-BE" b="0" dirty="0">
                          <a:effectLst/>
                          <a:latin typeface="+mn-lt"/>
                        </a:rPr>
                        <a:t> (</a:t>
                      </a:r>
                      <a:r>
                        <a:rPr lang="nl-BE" b="0" dirty="0" err="1">
                          <a:effectLst/>
                          <a:latin typeface="+mn-lt"/>
                        </a:rPr>
                        <a:t>width</a:t>
                      </a:r>
                      <a:r>
                        <a:rPr lang="nl-BE" b="0" dirty="0">
                          <a:effectLst/>
                          <a:latin typeface="+mn-lt"/>
                        </a:rPr>
                        <a:t> 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5351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/>
                      <a:r>
                        <a:rPr lang="en-BE" b="0"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 dirty="0">
                          <a:effectLst/>
                          <a:latin typeface="+mn-lt"/>
                        </a:rPr>
                        <a:t>{:^16d}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BE" b="0" dirty="0"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nl-BE" b="0" dirty="0">
                          <a:effectLst/>
                          <a:latin typeface="+mn-lt"/>
                        </a:rPr>
                        <a:t>Center </a:t>
                      </a:r>
                      <a:r>
                        <a:rPr lang="nl-BE" b="0" dirty="0" err="1">
                          <a:effectLst/>
                          <a:latin typeface="+mn-lt"/>
                        </a:rPr>
                        <a:t>aligned</a:t>
                      </a:r>
                      <a:r>
                        <a:rPr lang="nl-BE" b="0" dirty="0">
                          <a:effectLst/>
                          <a:latin typeface="+mn-lt"/>
                        </a:rPr>
                        <a:t> (</a:t>
                      </a:r>
                      <a:r>
                        <a:rPr lang="nl-BE" b="0" dirty="0" err="1">
                          <a:effectLst/>
                          <a:latin typeface="+mn-lt"/>
                        </a:rPr>
                        <a:t>width</a:t>
                      </a:r>
                      <a:r>
                        <a:rPr lang="nl-BE" b="0" dirty="0">
                          <a:effectLst/>
                          <a:latin typeface="+mn-lt"/>
                        </a:rPr>
                        <a:t> 16)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43145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133B0-044B-D7BA-5136-82C7B16CCE6F}"/>
              </a:ext>
            </a:extLst>
          </p:cNvPr>
          <p:cNvSpPr txBox="1"/>
          <p:nvPr/>
        </p:nvSpPr>
        <p:spPr>
          <a:xfrm>
            <a:off x="7172325" y="704740"/>
            <a:ext cx="473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hlinkClick r:id="rId2"/>
              </a:rPr>
              <a:t>https://www.pythoncheatsheet.org/cheatsheet/string-formatting</a:t>
            </a:r>
            <a:r>
              <a:rPr lang="nl-BE" dirty="0"/>
              <a:t> 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13145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1EB0-F2E9-4E19-9D07-E5AC448AC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A59F1-5CF0-4F50-AF43-260277393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… is a string of length 1.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takes a string argument of a single Unicode character and returns its integer Unicode code point value (from ASCII </a:t>
            </a:r>
            <a:r>
              <a:rPr lang="en-US"/>
              <a:t>lookup table).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('a’)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97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chr()</a:t>
            </a:r>
            <a:r>
              <a:rPr lang="en-US" dirty="0"/>
              <a:t> function takes integer argument and returns the string representing a character.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chr(97)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‘a’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471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Docstrings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Documentation strings or “</a:t>
            </a:r>
            <a:r>
              <a:rPr lang="en-US" dirty="0" err="1"/>
              <a:t>docstrings</a:t>
            </a:r>
            <a:r>
              <a:rPr lang="en-US" dirty="0"/>
              <a:t>” use a special form of comment.</a:t>
            </a:r>
          </a:p>
          <a:p>
            <a:r>
              <a:rPr lang="en-US" dirty="0"/>
              <a:t>The lines are enclosed in triple double quotes 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"""  """</a:t>
            </a:r>
          </a:p>
          <a:p>
            <a:r>
              <a:rPr lang="en-US" dirty="0"/>
              <a:t>Everything within triple double quotes is treated as a literal string and a comment, including line breaks.</a:t>
            </a:r>
          </a:p>
          <a:p>
            <a:r>
              <a:rPr lang="en-US" dirty="0" err="1"/>
              <a:t>Docstrings</a:t>
            </a:r>
            <a:r>
              <a:rPr lang="en-US" dirty="0"/>
              <a:t> are placed at the top of program units, just under the declaration of the unit name (if present). </a:t>
            </a:r>
          </a:p>
          <a:p>
            <a:r>
              <a:rPr lang="en-US" dirty="0"/>
              <a:t>If they are correctly placed, certain automated tools are available to display the documentation.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28034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are not sure what class a value falls into, Python has a function called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type("Hello")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type(3.14)</a:t>
            </a:r>
          </a:p>
        </p:txBody>
      </p:sp>
    </p:spTree>
    <p:extLst>
      <p:ext uri="{BB962C8B-B14F-4D97-AF65-F5344CB8AC3E}">
        <p14:creationId xmlns:p14="http://schemas.microsoft.com/office/powerpoint/2010/main" val="146847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69"/>
    </mc:Choice>
    <mc:Fallback xmlns="">
      <p:transition spd="slow" advTm="24669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special type, the </a:t>
            </a:r>
            <a:r>
              <a:rPr lang="en-US" dirty="0" err="1"/>
              <a:t>NoneType</a:t>
            </a:r>
            <a:r>
              <a:rPr lang="en-US" dirty="0"/>
              <a:t>, which has only a single possible value: None. 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type(None)</a:t>
            </a:r>
          </a:p>
          <a:p>
            <a:pPr marL="0" indent="0">
              <a:buNone/>
            </a:pP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NoneType</a:t>
            </a:r>
            <a:endParaRPr lang="nl-BE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Most commonly used as the default return value of a function.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return_value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('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abc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nl-BE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return_value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86350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797"/>
    </mc:Choice>
    <mc:Fallback xmlns="">
      <p:transition spd="slow" advTm="56797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a variable is of one type but it needs to be of a different type, it is necessary to do a </a:t>
            </a:r>
            <a:r>
              <a:rPr lang="en-US" i="1" dirty="0"/>
              <a:t>type conversion </a:t>
            </a:r>
            <a:r>
              <a:rPr lang="en-US" dirty="0"/>
              <a:t>aka a </a:t>
            </a:r>
            <a:r>
              <a:rPr lang="en-US" i="1" dirty="0"/>
              <a:t>cast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R = </a:t>
            </a:r>
            <a:r>
              <a:rPr lang="nl-BE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(I)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I = int(R)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nl-BE" dirty="0">
                <a:latin typeface="Courier New" panose="02070309020205020404" pitchFamily="49" charset="0"/>
                <a:cs typeface="Courier New" panose="02070309020205020404" pitchFamily="49" charset="0"/>
              </a:rPr>
              <a:t>Z = complex(r1, r2)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548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767"/>
    </mc:Choice>
    <mc:Fallback xmlns="">
      <p:transition spd="slow" advTm="54767"/>
    </mc:Fallback>
  </mc:AlternateContent>
  <p:extLst>
    <p:ext uri="{3A86A75C-4F4B-4683-9AE1-C65F6400EC91}">
      <p14:laserTraceLst xmlns:p14="http://schemas.microsoft.com/office/powerpoint/2010/main">
        <p14:tracePtLst>
          <p14:tracePt t="21216" x="2686050" y="2870200"/>
          <p14:tracePt t="21390" x="2692400" y="2870200"/>
          <p14:tracePt t="21399" x="2698750" y="2870200"/>
          <p14:tracePt t="21414" x="2705100" y="2870200"/>
          <p14:tracePt t="21424" x="2705100" y="2882900"/>
          <p14:tracePt t="21433" x="2717800" y="2889250"/>
          <p14:tracePt t="21450" x="2736850" y="2901950"/>
          <p14:tracePt t="21456" x="2743200" y="2908300"/>
          <p14:tracePt t="21467" x="2755900" y="2914650"/>
          <p14:tracePt t="21483" x="2781300" y="2927350"/>
          <p14:tracePt t="21500" x="2806700" y="2946400"/>
          <p14:tracePt t="21517" x="2838450" y="2965450"/>
          <p14:tracePt t="21522" x="2844800" y="2965450"/>
          <p14:tracePt t="21533" x="2863850" y="2978150"/>
          <p14:tracePt t="21550" x="2901950" y="2984500"/>
          <p14:tracePt t="21553" x="2908300" y="2984500"/>
          <p14:tracePt t="21567" x="2933700" y="2990850"/>
          <p14:tracePt t="21583" x="2940050" y="2990850"/>
          <p14:tracePt t="21688" x="2940050" y="2997200"/>
          <p14:tracePt t="21754" x="2933700" y="2997200"/>
          <p14:tracePt t="21762" x="2927350" y="2997200"/>
          <p14:tracePt t="21778" x="2921000" y="2997200"/>
          <p14:tracePt t="21787" x="2914650" y="2997200"/>
          <p14:tracePt t="21806" x="2901950" y="2997200"/>
          <p14:tracePt t="21817" x="2882900" y="2997200"/>
          <p14:tracePt t="21836" x="2870200" y="2990850"/>
          <p14:tracePt t="21850" x="2857500" y="2984500"/>
          <p14:tracePt t="21868" x="2838450" y="2971800"/>
          <p14:tracePt t="21883" x="2819400" y="2959100"/>
          <p14:tracePt t="21900" x="2813050" y="2952750"/>
          <p14:tracePt t="21917" x="2806700" y="2946400"/>
          <p14:tracePt t="21935" x="2806700" y="2940050"/>
          <p14:tracePt t="21940" x="2800350" y="2940050"/>
          <p14:tracePt t="21957" x="2800350" y="2933700"/>
          <p14:tracePt t="21970" x="2800350" y="2927350"/>
          <p14:tracePt t="21983" x="2800350" y="2921000"/>
          <p14:tracePt t="22001" x="2800350" y="2914650"/>
          <p14:tracePt t="22017" x="2800350" y="2908300"/>
          <p14:tracePt t="22033" x="2800350" y="2901950"/>
          <p14:tracePt t="22036" x="2800350" y="2895600"/>
          <p14:tracePt t="22050" x="2794000" y="2889250"/>
          <p14:tracePt t="22067" x="2794000" y="2876550"/>
          <p14:tracePt t="22083" x="2787650" y="2863850"/>
          <p14:tracePt t="22100" x="2787650" y="2857500"/>
          <p14:tracePt t="22245" x="2781300" y="2857500"/>
          <p14:tracePt t="22255" x="2774950" y="2857500"/>
          <p14:tracePt t="22271" x="2768600" y="2857500"/>
          <p14:tracePt t="22286" x="2755900" y="2857500"/>
          <p14:tracePt t="22297" x="2749550" y="2857500"/>
          <p14:tracePt t="22302" x="2743200" y="2857500"/>
          <p14:tracePt t="22317" x="2724150" y="2870200"/>
          <p14:tracePt t="22333" x="2705100" y="2882900"/>
          <p14:tracePt t="22350" x="2686050" y="2908300"/>
          <p14:tracePt t="22367" x="2673350" y="2927350"/>
          <p14:tracePt t="22374" x="2660650" y="2940050"/>
          <p14:tracePt t="22383" x="2647950" y="2952750"/>
          <p14:tracePt t="22400" x="2635250" y="2965450"/>
          <p14:tracePt t="22417" x="2622550" y="2978150"/>
          <p14:tracePt t="22433" x="2616200" y="2984500"/>
          <p14:tracePt t="22439" x="2616200" y="2997200"/>
          <p14:tracePt t="22455" x="2609850" y="3003550"/>
          <p14:tracePt t="22467" x="2603500" y="3009900"/>
          <p14:tracePt t="22473" x="2603500" y="3016250"/>
          <p14:tracePt t="22484" x="2597150" y="3028950"/>
          <p14:tracePt t="22500" x="2597150" y="3048000"/>
          <p14:tracePt t="22516" x="2597150" y="3086100"/>
          <p14:tracePt t="22534" x="2597150" y="3092450"/>
          <p14:tracePt t="22538" x="2609850" y="3124200"/>
          <p14:tracePt t="22550" x="2616200" y="3136900"/>
          <p14:tracePt t="22567" x="2660650" y="3187700"/>
          <p14:tracePt t="22583" x="2673350" y="3194050"/>
          <p14:tracePt t="22600" x="2692400" y="3206750"/>
          <p14:tracePt t="22617" x="2705100" y="3213100"/>
          <p14:tracePt t="22633" x="2717800" y="3219450"/>
          <p14:tracePt t="22650" x="2724150" y="3219450"/>
          <p14:tracePt t="22737" x="2724150" y="3225800"/>
          <p14:tracePt t="22752" x="2724150" y="3232150"/>
          <p14:tracePt t="22768" x="2724150" y="3238500"/>
          <p14:tracePt t="22778" x="2717800" y="3244850"/>
          <p14:tracePt t="22785" x="2711450" y="3244850"/>
          <p14:tracePt t="22802" x="2698750" y="3251200"/>
          <p14:tracePt t="22817" x="2679700" y="3257550"/>
          <p14:tracePt t="22833" x="2647950" y="3257550"/>
          <p14:tracePt t="22851" x="2622550" y="3244850"/>
          <p14:tracePt t="22867" x="2590800" y="3225800"/>
          <p14:tracePt t="22883" x="2552700" y="3206750"/>
          <p14:tracePt t="22900" x="2514600" y="3194050"/>
          <p14:tracePt t="22917" x="2463800" y="3168650"/>
          <p14:tracePt t="22933" x="2425700" y="3155950"/>
          <p14:tracePt t="22940" x="2393950" y="3143250"/>
          <p14:tracePt t="22950" x="2374900" y="3130550"/>
          <p14:tracePt t="22967" x="2324100" y="3117850"/>
          <p14:tracePt t="22972" x="2305050" y="3111500"/>
          <p14:tracePt t="22978" x="2286000" y="3098800"/>
          <p14:tracePt t="23000" x="2235200" y="3079750"/>
          <p14:tracePt t="23003" x="2203450" y="3067050"/>
          <p14:tracePt t="23017" x="2146300" y="3048000"/>
          <p14:tracePt t="23034" x="2120900" y="3041650"/>
          <p14:tracePt t="23037" x="2101850" y="3041650"/>
          <p14:tracePt t="23051" x="2070100" y="3041650"/>
          <p14:tracePt t="23067" x="2032000" y="3041650"/>
          <p14:tracePt t="23083" x="1993900" y="3060700"/>
          <p14:tracePt t="23100" x="1936750" y="3092450"/>
          <p14:tracePt t="23117" x="1854200" y="3124200"/>
          <p14:tracePt t="23134" x="1771650" y="3149600"/>
          <p14:tracePt t="23150" x="1701800" y="3175000"/>
          <p14:tracePt t="23167" x="1644650" y="3181350"/>
          <p14:tracePt t="23172" x="1631950" y="3187700"/>
          <p14:tracePt t="23184" x="1619250" y="3187700"/>
          <p14:tracePt t="23200" x="1606550" y="3194050"/>
          <p14:tracePt t="23205" x="1600200" y="3194050"/>
          <p14:tracePt t="23217" x="1593850" y="3194050"/>
          <p14:tracePt t="23234" x="1587500" y="3194050"/>
          <p14:tracePt t="23251" x="1581150" y="3194050"/>
          <p14:tracePt t="23267" x="1555750" y="3194050"/>
          <p14:tracePt t="23283" x="1530350" y="3194050"/>
          <p14:tracePt t="23300" x="1511300" y="3194050"/>
          <p14:tracePt t="23317" x="1485900" y="3187700"/>
          <p14:tracePt t="23333" x="1466850" y="3187700"/>
          <p14:tracePt t="23350" x="1435100" y="3181350"/>
          <p14:tracePt t="23367" x="1422400" y="3175000"/>
          <p14:tracePt t="23383" x="1416050" y="3175000"/>
          <p14:tracePt t="23462" x="1416050" y="3168650"/>
          <p14:tracePt t="23471" x="1416050" y="3162300"/>
          <p14:tracePt t="23488" x="1416050" y="3155950"/>
          <p14:tracePt t="23494" x="1409700" y="3155950"/>
          <p14:tracePt t="23502" x="1409700" y="3149600"/>
          <p14:tracePt t="23518" x="1403350" y="3136900"/>
          <p14:tracePt t="23533" x="1397000" y="3136900"/>
          <p14:tracePt t="23552" x="1390650" y="3130550"/>
          <p14:tracePt t="23890" x="1390650" y="3136900"/>
          <p14:tracePt t="23898" x="1397000" y="3136900"/>
          <p14:tracePt t="23939" x="1403350" y="3136900"/>
          <p14:tracePt t="23947" x="1409700" y="3143250"/>
          <p14:tracePt t="23962" x="1409700" y="3149600"/>
          <p14:tracePt t="23970" x="1416050" y="3149600"/>
          <p14:tracePt t="23986" x="1422400" y="3155950"/>
          <p14:tracePt t="24001" x="1435100" y="3155950"/>
          <p14:tracePt t="24017" x="1441450" y="3162300"/>
          <p14:tracePt t="24033" x="1454150" y="3168650"/>
          <p14:tracePt t="24050" x="1460500" y="3175000"/>
          <p14:tracePt t="24067" x="1473200" y="3175000"/>
          <p14:tracePt t="24084" x="1479550" y="3181350"/>
          <p14:tracePt t="24100" x="1485900" y="3187700"/>
          <p14:tracePt t="24117" x="1504950" y="3194050"/>
          <p14:tracePt t="24134" x="1524000" y="3200400"/>
          <p14:tracePt t="24150" x="1543050" y="3213100"/>
          <p14:tracePt t="24167" x="1568450" y="3225800"/>
          <p14:tracePt t="24184" x="1587500" y="3232150"/>
          <p14:tracePt t="24189" x="1600200" y="3238500"/>
          <p14:tracePt t="24205" x="1612900" y="3244850"/>
          <p14:tracePt t="24217" x="1619250" y="3244850"/>
          <p14:tracePt t="24233" x="1631950" y="3251200"/>
          <p14:tracePt t="24241" x="1651000" y="3251200"/>
          <p14:tracePt t="24244" x="1657350" y="3251200"/>
          <p14:tracePt t="24267" x="1708150" y="3257550"/>
          <p14:tracePt t="24283" x="1727200" y="3257550"/>
          <p14:tracePt t="24301" x="1765300" y="3263900"/>
          <p14:tracePt t="24317" x="1822450" y="3270250"/>
          <p14:tracePt t="24334" x="1860550" y="3270250"/>
          <p14:tracePt t="24350" x="1936750" y="3270250"/>
          <p14:tracePt t="24355" x="1955800" y="3270250"/>
          <p14:tracePt t="24367" x="2006600" y="3270250"/>
          <p14:tracePt t="24384" x="2044700" y="3270250"/>
          <p14:tracePt t="24400" x="2095500" y="3270250"/>
          <p14:tracePt t="24417" x="2127250" y="3270250"/>
          <p14:tracePt t="24434" x="2152650" y="3270250"/>
          <p14:tracePt t="24450" x="2165350" y="3270250"/>
          <p14:tracePt t="24467" x="2178050" y="3270250"/>
          <p14:tracePt t="24484" x="2190750" y="3263900"/>
          <p14:tracePt t="24489" x="2197100" y="3263900"/>
          <p14:tracePt t="24500" x="2203450" y="3257550"/>
          <p14:tracePt t="24517" x="2222500" y="3251200"/>
          <p14:tracePt t="24533" x="2241550" y="3244850"/>
          <p14:tracePt t="24550" x="2254250" y="3244850"/>
          <p14:tracePt t="24567" x="2266950" y="3232150"/>
          <p14:tracePt t="24583" x="2286000" y="3225800"/>
          <p14:tracePt t="24600" x="2305050" y="3219450"/>
          <p14:tracePt t="24617" x="2311400" y="3213100"/>
          <p14:tracePt t="24623" x="2324100" y="3206750"/>
          <p14:tracePt t="24634" x="2324100" y="3200400"/>
          <p14:tracePt t="24650" x="2336800" y="3194050"/>
          <p14:tracePt t="24667" x="2355850" y="3187700"/>
          <p14:tracePt t="24684" x="2362200" y="3181350"/>
          <p14:tracePt t="24687" x="2374900" y="3175000"/>
          <p14:tracePt t="24706" x="2381250" y="3168650"/>
          <p14:tracePt t="24717" x="2387600" y="3168650"/>
          <p14:tracePt t="24734" x="2393950" y="3162300"/>
          <p14:tracePt t="24737" x="2406650" y="3149600"/>
          <p14:tracePt t="24754" x="2413000" y="3149600"/>
          <p14:tracePt t="24767" x="2419350" y="3136900"/>
          <p14:tracePt t="24784" x="2419350" y="3130550"/>
          <p14:tracePt t="24800" x="2432050" y="3111500"/>
          <p14:tracePt t="24817" x="2432050" y="3105150"/>
          <p14:tracePt t="24834" x="2444750" y="3086100"/>
          <p14:tracePt t="24850" x="2444750" y="3067050"/>
          <p14:tracePt t="24867" x="2451100" y="3048000"/>
          <p14:tracePt t="24884" x="2457450" y="3028950"/>
          <p14:tracePt t="24888" x="2457450" y="3016250"/>
          <p14:tracePt t="24900" x="2457450" y="3009900"/>
          <p14:tracePt t="24917" x="2463800" y="2971800"/>
          <p14:tracePt t="24922" x="2463800" y="2965450"/>
          <p14:tracePt t="24934" x="2463800" y="2959100"/>
          <p14:tracePt t="24950" x="2463800" y="2940050"/>
          <p14:tracePt t="24956" x="2463800" y="2933700"/>
          <p14:tracePt t="24961" x="2463800" y="2927350"/>
          <p14:tracePt t="24984" x="2463800" y="2908300"/>
          <p14:tracePt t="24986" x="2463800" y="2901950"/>
          <p14:tracePt t="25000" x="2463800" y="2895600"/>
          <p14:tracePt t="25017" x="2457450" y="2863850"/>
          <p14:tracePt t="25033" x="2444750" y="2844800"/>
          <p14:tracePt t="25050" x="2425700" y="2813050"/>
          <p14:tracePt t="25067" x="2400300" y="2787650"/>
          <p14:tracePt t="25083" x="2381250" y="2755900"/>
          <p14:tracePt t="25102" x="2362200" y="2730500"/>
          <p14:tracePt t="25105" x="2349500" y="2717800"/>
          <p14:tracePt t="25117" x="2343150" y="2711450"/>
          <p14:tracePt t="25135" x="2317750" y="2692400"/>
          <p14:tracePt t="25140" x="2311400" y="2679700"/>
          <p14:tracePt t="25150" x="2298700" y="2679700"/>
          <p14:tracePt t="25169" x="2286000" y="2667000"/>
          <p14:tracePt t="25172" x="2266950" y="2660650"/>
          <p14:tracePt t="25184" x="2254250" y="2654300"/>
          <p14:tracePt t="25201" x="2222500" y="2647950"/>
          <p14:tracePt t="25204" x="2203450" y="2647950"/>
          <p14:tracePt t="25217" x="2184400" y="2647950"/>
          <p14:tracePt t="25235" x="2063750" y="2647950"/>
          <p14:tracePt t="25251" x="1974850" y="2641600"/>
          <p14:tracePt t="25267" x="1930400" y="2641600"/>
          <p14:tracePt t="25283" x="1860550" y="2635250"/>
          <p14:tracePt t="25301" x="1809750" y="2635250"/>
          <p14:tracePt t="25317" x="1752600" y="2622550"/>
          <p14:tracePt t="25333" x="1727200" y="2622550"/>
          <p14:tracePt t="25350" x="1689100" y="2622550"/>
          <p14:tracePt t="25367" x="1638300" y="2622550"/>
          <p14:tracePt t="25384" x="1587500" y="2622550"/>
          <p14:tracePt t="25400" x="1549400" y="2622550"/>
          <p14:tracePt t="25403" x="1536700" y="2622550"/>
          <p14:tracePt t="25417" x="1504950" y="2628900"/>
          <p14:tracePt t="25433" x="1460500" y="2635250"/>
          <p14:tracePt t="25439" x="1454150" y="2641600"/>
          <p14:tracePt t="25450" x="1435100" y="2647950"/>
          <p14:tracePt t="25467" x="1403350" y="2660650"/>
          <p14:tracePt t="25483" x="1384300" y="2673350"/>
          <p14:tracePt t="25500" x="1377950" y="2686050"/>
          <p14:tracePt t="25504" x="1365250" y="2692400"/>
          <p14:tracePt t="25518" x="1352550" y="2705100"/>
          <p14:tracePt t="25533" x="1333500" y="2730500"/>
          <p14:tracePt t="25550" x="1308100" y="2755900"/>
          <p14:tracePt t="25567" x="1301750" y="2774950"/>
          <p14:tracePt t="25584" x="1289050" y="2806700"/>
          <p14:tracePt t="25600" x="1276350" y="2825750"/>
          <p14:tracePt t="25617" x="1270000" y="2857500"/>
          <p14:tracePt t="25634" x="1263650" y="2876550"/>
          <p14:tracePt t="25637" x="1263650" y="2889250"/>
          <p14:tracePt t="25650" x="1263650" y="2895600"/>
          <p14:tracePt t="25667" x="1257300" y="2940050"/>
          <p14:tracePt t="25670" x="1257300" y="2952750"/>
          <p14:tracePt t="25683" x="1257300" y="2965450"/>
          <p14:tracePt t="25700" x="1257300" y="2984500"/>
          <p14:tracePt t="25704" x="1257300" y="3009900"/>
          <p14:tracePt t="25717" x="1263650" y="3022600"/>
          <p14:tracePt t="25734" x="1276350" y="3041650"/>
          <p14:tracePt t="25737" x="1289050" y="3054350"/>
          <p14:tracePt t="25751" x="1308100" y="3073400"/>
          <p14:tracePt t="25767" x="1327150" y="3092450"/>
          <p14:tracePt t="25783" x="1365250" y="3124200"/>
          <p14:tracePt t="25800" x="1384300" y="3136900"/>
          <p14:tracePt t="25808" x="1390650" y="3149600"/>
          <p14:tracePt t="25817" x="1403350" y="3149600"/>
          <p14:tracePt t="25833" x="1416050" y="3168650"/>
          <p14:tracePt t="25850" x="1441450" y="3175000"/>
          <p14:tracePt t="25867" x="1460500" y="3187700"/>
          <p14:tracePt t="25872" x="1466850" y="3194050"/>
          <p14:tracePt t="25884" x="1479550" y="3194050"/>
          <p14:tracePt t="25890" x="1485900" y="3200400"/>
          <p14:tracePt t="25896" x="1498600" y="3213100"/>
          <p14:tracePt t="25903" x="1511300" y="3213100"/>
          <p14:tracePt t="25917" x="1524000" y="3219450"/>
          <p14:tracePt t="25934" x="1555750" y="3225800"/>
          <p14:tracePt t="25937" x="1568450" y="3232150"/>
          <p14:tracePt t="25950" x="1587500" y="3238500"/>
          <p14:tracePt t="25967" x="1644650" y="3251200"/>
          <p14:tracePt t="25983" x="1663700" y="3251200"/>
          <p14:tracePt t="26001" x="1739900" y="3251200"/>
          <p14:tracePt t="26017" x="1803400" y="3251200"/>
          <p14:tracePt t="26034" x="1885950" y="3251200"/>
          <p14:tracePt t="26050" x="1974850" y="3238500"/>
          <p14:tracePt t="26067" x="2019300" y="3232150"/>
          <p14:tracePt t="26084" x="2089150" y="3232150"/>
          <p14:tracePt t="26100" x="2152650" y="3219450"/>
          <p14:tracePt t="26117" x="2190750" y="3213100"/>
          <p14:tracePt t="26134" x="2222500" y="3206750"/>
          <p14:tracePt t="26137" x="2228850" y="3206750"/>
          <p14:tracePt t="26150" x="2241550" y="3206750"/>
          <p14:tracePt t="26167" x="2273300" y="3200400"/>
          <p14:tracePt t="26172" x="2292350" y="3200400"/>
          <p14:tracePt t="26184" x="2298700" y="3200400"/>
          <p14:tracePt t="26201" x="2336800" y="3200400"/>
          <p14:tracePt t="26220" x="2349500" y="3200400"/>
          <p14:tracePt t="26234" x="2362200" y="3200400"/>
          <p14:tracePt t="28710" x="2355850" y="3200400"/>
          <p14:tracePt t="28727" x="2349500" y="3206750"/>
          <p14:tracePt t="28734" x="2343150" y="3213100"/>
          <p14:tracePt t="28743" x="2336800" y="3213100"/>
          <p14:tracePt t="28753" x="2330450" y="3213100"/>
          <p14:tracePt t="28767" x="2317750" y="3219450"/>
          <p14:tracePt t="28784" x="2305050" y="3225800"/>
          <p14:tracePt t="28800" x="2298700" y="3225800"/>
          <p14:tracePt t="28807" x="2286000" y="3225800"/>
          <p14:tracePt t="28817" x="2279650" y="3232150"/>
          <p14:tracePt t="28834" x="2266950" y="3232150"/>
          <p14:tracePt t="28837" x="2254250" y="3238500"/>
          <p14:tracePt t="28850" x="2241550" y="3238500"/>
          <p14:tracePt t="28867" x="2209800" y="3238500"/>
          <p14:tracePt t="28870" x="2190750" y="3238500"/>
          <p14:tracePt t="28884" x="2178050" y="3238500"/>
          <p14:tracePt t="28900" x="2114550" y="3244850"/>
          <p14:tracePt t="28904" x="2101850" y="3244850"/>
          <p14:tracePt t="28917" x="2070100" y="3244850"/>
          <p14:tracePt t="28934" x="2032000" y="3244850"/>
          <p14:tracePt t="28937" x="2000250" y="3244850"/>
          <p14:tracePt t="28950" x="1987550" y="3244850"/>
          <p14:tracePt t="28967" x="1930400" y="3244850"/>
          <p14:tracePt t="28984" x="1898650" y="3238500"/>
          <p14:tracePt t="29000" x="1879600" y="3238500"/>
          <p14:tracePt t="29017" x="1854200" y="3232150"/>
          <p14:tracePt t="29034" x="1822450" y="3225800"/>
          <p14:tracePt t="29051" x="1797050" y="3225800"/>
          <p14:tracePt t="29067" x="1752600" y="3225800"/>
          <p14:tracePt t="29084" x="1695450" y="3225800"/>
          <p14:tracePt t="29100" x="1657350" y="3225800"/>
          <p14:tracePt t="29105" x="1612900" y="3219450"/>
          <p14:tracePt t="29117" x="1593850" y="3219450"/>
          <p14:tracePt t="29134" x="1549400" y="3213100"/>
          <p14:tracePt t="29137" x="1543050" y="3206750"/>
          <p14:tracePt t="29260" x="1536700" y="3206750"/>
          <p14:tracePt t="29274" x="1530350" y="3200400"/>
          <p14:tracePt t="29282" x="1524000" y="3200400"/>
          <p14:tracePt t="29291" x="1517650" y="3194050"/>
          <p14:tracePt t="29300" x="1511300" y="3194050"/>
          <p14:tracePt t="29317" x="1492250" y="3181350"/>
          <p14:tracePt t="29334" x="1485900" y="3181350"/>
          <p14:tracePt t="29338" x="1479550" y="3181350"/>
          <p14:tracePt t="29442" x="1473200" y="3175000"/>
          <p14:tracePt t="29572" x="1479550" y="3175000"/>
          <p14:tracePt t="29588" x="1492250" y="3175000"/>
          <p14:tracePt t="29596" x="1498600" y="3175000"/>
          <p14:tracePt t="29605" x="1517650" y="3175000"/>
          <p14:tracePt t="29617" x="1543050" y="3181350"/>
          <p14:tracePt t="29634" x="1600200" y="3200400"/>
          <p14:tracePt t="29638" x="1638300" y="3206750"/>
          <p14:tracePt t="29650" x="1651000" y="3213100"/>
          <p14:tracePt t="29667" x="1797050" y="3244850"/>
          <p14:tracePt t="29684" x="1866900" y="3263900"/>
          <p14:tracePt t="29700" x="1955800" y="3282950"/>
          <p14:tracePt t="29718" x="1993900" y="3295650"/>
          <p14:tracePt t="29734" x="2032000" y="3295650"/>
          <p14:tracePt t="29750" x="2051050" y="3295650"/>
          <p14:tracePt t="29767" x="2070100" y="3295650"/>
          <p14:tracePt t="29783" x="2076450" y="3295650"/>
          <p14:tracePt t="29800" x="2089150" y="3289300"/>
          <p14:tracePt t="29817" x="2101850" y="3276600"/>
          <p14:tracePt t="29834" x="2127250" y="3251200"/>
          <p14:tracePt t="29838" x="2133600" y="3244850"/>
          <p14:tracePt t="29851" x="2152650" y="3219450"/>
          <p14:tracePt t="29867" x="2171700" y="3194050"/>
          <p14:tracePt t="29872" x="2203450" y="3162300"/>
          <p14:tracePt t="29884" x="2216150" y="3155950"/>
          <p14:tracePt t="29901" x="2311400" y="3079750"/>
          <p14:tracePt t="29917" x="2349500" y="3054350"/>
          <p14:tracePt t="29934" x="2413000" y="3016250"/>
          <p14:tracePt t="29950" x="2425700" y="2990850"/>
          <p14:tracePt t="29967" x="2451100" y="2946400"/>
          <p14:tracePt t="29984" x="2451100" y="2921000"/>
          <p14:tracePt t="30000" x="2451100" y="2901950"/>
          <p14:tracePt t="30017" x="2438400" y="2889250"/>
          <p14:tracePt t="30034" x="2425700" y="2876550"/>
          <p14:tracePt t="30052" x="2393950" y="2870200"/>
          <p14:tracePt t="30056" x="2381250" y="2870200"/>
          <p14:tracePt t="30067" x="2355850" y="2863850"/>
          <p14:tracePt t="30086" x="2286000" y="2863850"/>
          <p14:tracePt t="30088" x="2260600" y="2863850"/>
          <p14:tracePt t="30100" x="2209800" y="2863850"/>
          <p14:tracePt t="30118" x="2133600" y="2863850"/>
          <p14:tracePt t="30121" x="2101850" y="2863850"/>
          <p14:tracePt t="30134" x="2070100" y="2870200"/>
          <p14:tracePt t="30151" x="1993900" y="2895600"/>
          <p14:tracePt t="30167" x="1974850" y="2908300"/>
          <p14:tracePt t="30184" x="1962150" y="2927350"/>
          <p14:tracePt t="30200" x="1962150" y="2959100"/>
          <p14:tracePt t="30218" x="1962150" y="3009900"/>
          <p14:tracePt t="30234" x="1974850" y="3048000"/>
          <p14:tracePt t="30250" x="2006600" y="3105150"/>
          <p14:tracePt t="30267" x="2038350" y="3124200"/>
          <p14:tracePt t="30284" x="2070100" y="3143250"/>
          <p14:tracePt t="30301" x="2108200" y="3149600"/>
          <p14:tracePt t="30317" x="2133600" y="3149600"/>
          <p14:tracePt t="30322" x="2139950" y="3149600"/>
          <p14:tracePt t="30334" x="2165350" y="3149600"/>
          <p14:tracePt t="30350" x="2197100" y="3149600"/>
          <p14:tracePt t="30354" x="2203450" y="3149600"/>
          <p14:tracePt t="30367" x="2216150" y="3143250"/>
          <p14:tracePt t="30384" x="2235200" y="3143250"/>
          <p14:tracePt t="30387" x="2241550" y="3136900"/>
          <p14:tracePt t="30400" x="2247900" y="3130550"/>
          <p14:tracePt t="30417" x="2279650" y="3105150"/>
          <p14:tracePt t="30434" x="2298700" y="3086100"/>
          <p14:tracePt t="30450" x="2343150" y="3041650"/>
          <p14:tracePt t="30467" x="2387600" y="2990850"/>
          <p14:tracePt t="30483" x="2413000" y="2959100"/>
          <p14:tracePt t="30500" x="2438400" y="2927350"/>
          <p14:tracePt t="30517" x="2451100" y="2914650"/>
          <p14:tracePt t="30534" x="2457450" y="2908300"/>
          <p14:tracePt t="30660" x="2457450" y="2914650"/>
          <p14:tracePt t="30669" x="2457450" y="2921000"/>
          <p14:tracePt t="30677" x="2457450" y="2933700"/>
          <p14:tracePt t="30685" x="2457450" y="2946400"/>
          <p14:tracePt t="30701" x="2457450" y="2978150"/>
          <p14:tracePt t="30717" x="2463800" y="3009900"/>
          <p14:tracePt t="30734" x="2470150" y="3022600"/>
          <p14:tracePt t="30750" x="2482850" y="3035300"/>
          <p14:tracePt t="30756" x="2482850" y="3041650"/>
          <p14:tracePt t="30767" x="2495550" y="3054350"/>
          <p14:tracePt t="30784" x="2520950" y="3079750"/>
          <p14:tracePt t="30801" x="2552700" y="3111500"/>
          <p14:tracePt t="30817" x="2647950" y="3168650"/>
          <p14:tracePt t="30821" x="2667000" y="3175000"/>
          <p14:tracePt t="30834" x="2711450" y="3187700"/>
          <p14:tracePt t="30851" x="2755900" y="3206750"/>
          <p14:tracePt t="30857" x="2774950" y="3206750"/>
          <p14:tracePt t="30862" x="2794000" y="3206750"/>
          <p14:tracePt t="30884" x="2806700" y="3206750"/>
          <p14:tracePt t="30888" x="2819400" y="3206750"/>
          <p14:tracePt t="30900" x="2819400" y="3200400"/>
          <p14:tracePt t="30917" x="2838450" y="3187700"/>
          <p14:tracePt t="30934" x="2844800" y="3181350"/>
          <p14:tracePt t="30950" x="2851150" y="3175000"/>
          <p14:tracePt t="30967" x="2857500" y="3168650"/>
          <p14:tracePt t="30984" x="2863850" y="3168650"/>
          <p14:tracePt t="31001" x="2876550" y="3162300"/>
          <p14:tracePt t="31017" x="2901950" y="3162300"/>
          <p14:tracePt t="31022" x="2914650" y="3162300"/>
          <p14:tracePt t="31034" x="2933700" y="3162300"/>
          <p14:tracePt t="31050" x="2965450" y="3162300"/>
          <p14:tracePt t="31067" x="2990850" y="3162300"/>
          <p14:tracePt t="31084" x="3009900" y="3155950"/>
          <p14:tracePt t="31089" x="3022600" y="3149600"/>
          <p14:tracePt t="31105" x="3035300" y="3143250"/>
          <p14:tracePt t="31120" x="3041650" y="3136900"/>
          <p14:tracePt t="31150" x="3041650" y="3130550"/>
          <p14:tracePt t="31387" x="3041650" y="3136900"/>
          <p14:tracePt t="31403" x="3035300" y="3143250"/>
          <p14:tracePt t="31412" x="3028950" y="3143250"/>
          <p14:tracePt t="31419" x="3028950" y="3155950"/>
          <p14:tracePt t="31434" x="3022600" y="3162300"/>
          <p14:tracePt t="31450" x="3003550" y="3181350"/>
          <p14:tracePt t="31467" x="2997200" y="3187700"/>
          <p14:tracePt t="31484" x="2984500" y="3194050"/>
          <p14:tracePt t="31500" x="2965450" y="3200400"/>
          <p14:tracePt t="31517" x="2946400" y="3206750"/>
          <p14:tracePt t="31522" x="2933700" y="3206750"/>
          <p14:tracePt t="31534" x="2921000" y="3206750"/>
          <p14:tracePt t="31550" x="2889250" y="3206750"/>
          <p14:tracePt t="31556" x="2870200" y="3206750"/>
          <p14:tracePt t="31567" x="2838450" y="3206750"/>
          <p14:tracePt t="31584" x="2825750" y="3206750"/>
          <p14:tracePt t="31587" x="2819400" y="3206750"/>
          <p14:tracePt t="31601" x="2806700" y="3206750"/>
          <p14:tracePt t="31638" x="2800350" y="3206750"/>
          <p14:tracePt t="31663" x="2800350" y="3200400"/>
          <p14:tracePt t="31672" x="2794000" y="3200400"/>
          <p14:tracePt t="31684" x="2787650" y="3194050"/>
          <p14:tracePt t="31703" x="2774950" y="3194050"/>
          <p14:tracePt t="31812" x="2781300" y="3194050"/>
          <p14:tracePt t="31822" x="2794000" y="3200400"/>
          <p14:tracePt t="31829" x="2825750" y="3213100"/>
          <p14:tracePt t="31837" x="2844800" y="3219450"/>
          <p14:tracePt t="31851" x="2876550" y="3225800"/>
          <p14:tracePt t="31867" x="2990850" y="3263900"/>
          <p14:tracePt t="31870" x="3054350" y="3276600"/>
          <p14:tracePt t="31884" x="3124200" y="3282950"/>
          <p14:tracePt t="31900" x="3244850" y="3289300"/>
          <p14:tracePt t="31903" x="3302000" y="3289300"/>
          <p14:tracePt t="31917" x="3384550" y="3289300"/>
          <p14:tracePt t="31934" x="3429000" y="3270250"/>
          <p14:tracePt t="31950" x="3441700" y="3251200"/>
          <p14:tracePt t="31967" x="3448050" y="3238500"/>
          <p14:tracePt t="31984" x="3448050" y="3219450"/>
          <p14:tracePt t="32000" x="3448050" y="3213100"/>
          <p14:tracePt t="32024" x="3441700" y="3213100"/>
          <p14:tracePt t="32038" x="3435350" y="3206750"/>
          <p14:tracePt t="32055" x="3422650" y="3206750"/>
          <p14:tracePt t="32067" x="3409950" y="3200400"/>
          <p14:tracePt t="32083" x="3403600" y="3200400"/>
          <p14:tracePt t="32100" x="3397250" y="3194050"/>
          <p14:tracePt t="32117" x="3371850" y="3194050"/>
          <p14:tracePt t="32134" x="3359150" y="3194050"/>
          <p14:tracePt t="32139" x="3352800" y="3194050"/>
          <p14:tracePt t="32150" x="3327400" y="3206750"/>
          <p14:tracePt t="32168" x="3263900" y="3225800"/>
          <p14:tracePt t="32184" x="3213100" y="3238500"/>
          <p14:tracePt t="32200" x="3175000" y="3251200"/>
          <p14:tracePt t="32217" x="3098800" y="3263900"/>
          <p14:tracePt t="32234" x="3054350" y="3270250"/>
          <p14:tracePt t="32250" x="2984500" y="3270250"/>
          <p14:tracePt t="32267" x="2959100" y="3270250"/>
          <p14:tracePt t="32272" x="2952750" y="3270250"/>
          <p14:tracePt t="32284" x="2933700" y="3270250"/>
          <p14:tracePt t="32300" x="2927350" y="3270250"/>
          <p14:tracePt t="32304" x="2914650" y="3270250"/>
          <p14:tracePt t="32322" x="2908300" y="3270250"/>
          <p14:tracePt t="32334" x="2876550" y="3263900"/>
          <p14:tracePt t="32338" x="2870200" y="3257550"/>
          <p14:tracePt t="32350" x="2857500" y="3257550"/>
          <p14:tracePt t="32367" x="2819400" y="3257550"/>
          <p14:tracePt t="32384" x="2794000" y="3257550"/>
          <p14:tracePt t="32400" x="2787650" y="3257550"/>
          <p14:tracePt t="32467" x="2787650" y="3251200"/>
          <p14:tracePt t="32475" x="2794000" y="3251200"/>
          <p14:tracePt t="32484" x="2806700" y="3251200"/>
          <p14:tracePt t="32501" x="2832100" y="3244850"/>
          <p14:tracePt t="32506" x="2844800" y="3244850"/>
          <p14:tracePt t="32517" x="2857500" y="3238500"/>
          <p14:tracePt t="32534" x="2914650" y="3232150"/>
          <p14:tracePt t="32537" x="2933700" y="3232150"/>
          <p14:tracePt t="32551" x="2946400" y="3232150"/>
          <p14:tracePt t="32567" x="2997200" y="3219450"/>
          <p14:tracePt t="32570" x="3009900" y="3219450"/>
          <p14:tracePt t="32584" x="3028950" y="3219450"/>
          <p14:tracePt t="32602" x="3041650" y="3213100"/>
          <p14:tracePt t="36802" x="3035300" y="3213100"/>
          <p14:tracePt t="36819" x="3028950" y="3213100"/>
          <p14:tracePt t="36827" x="3022600" y="3219450"/>
          <p14:tracePt t="36835" x="3016250" y="3219450"/>
          <p14:tracePt t="36851" x="2997200" y="3225800"/>
          <p14:tracePt t="36867" x="2984500" y="3225800"/>
          <p14:tracePt t="36884" x="2946400" y="3238500"/>
          <p14:tracePt t="36893" x="2921000" y="3244850"/>
          <p14:tracePt t="36900" x="2908300" y="3244850"/>
          <p14:tracePt t="36917" x="2863850" y="3251200"/>
          <p14:tracePt t="36934" x="2768600" y="3257550"/>
          <p14:tracePt t="36951" x="2705100" y="3257550"/>
          <p14:tracePt t="36967" x="2616200" y="3263900"/>
          <p14:tracePt t="36984" x="2546350" y="3263900"/>
          <p14:tracePt t="36988" x="2508250" y="3263900"/>
          <p14:tracePt t="37001" x="2495550" y="3263900"/>
          <p14:tracePt t="37017" x="2463800" y="3263900"/>
          <p14:tracePt t="37020" x="2457450" y="3263900"/>
          <p14:tracePt t="37053" x="2451100" y="3263900"/>
          <p14:tracePt t="37061" x="2451100" y="3257550"/>
          <p14:tracePt t="37069" x="2444750" y="3257550"/>
          <p14:tracePt t="37084" x="2419350" y="3244850"/>
          <p14:tracePt t="37101" x="2374900" y="3225800"/>
          <p14:tracePt t="37117" x="2298700" y="3200400"/>
          <p14:tracePt t="37124" x="2241550" y="3181350"/>
          <p14:tracePt t="37134" x="2190750" y="3168650"/>
          <p14:tracePt t="37151" x="2114550" y="3149600"/>
          <p14:tracePt t="37167" x="2089150" y="3143250"/>
          <p14:tracePt t="37184" x="2082800" y="3143250"/>
          <p14:tracePt t="37488" x="2082800" y="3155950"/>
          <p14:tracePt t="37504" x="2076450" y="3175000"/>
          <p14:tracePt t="37513" x="2076450" y="3181350"/>
          <p14:tracePt t="37520" x="2070100" y="3194050"/>
          <p14:tracePt t="37534" x="2063750" y="3213100"/>
          <p14:tracePt t="37551" x="2051050" y="3238500"/>
          <p14:tracePt t="37553" x="2038350" y="3251200"/>
          <p14:tracePt t="37570" x="2025650" y="3263900"/>
          <p14:tracePt t="37584" x="2000250" y="3289300"/>
          <p14:tracePt t="37601" x="1981200" y="3302000"/>
          <p14:tracePt t="37617" x="1968500" y="3308350"/>
          <p14:tracePt t="37634" x="1968500" y="3314700"/>
          <p14:tracePt t="37696" x="1968500" y="3321050"/>
          <p14:tracePt t="37705" x="1962150" y="3321050"/>
          <p14:tracePt t="37720" x="1962150" y="3327400"/>
          <p14:tracePt t="37729" x="1955800" y="3327400"/>
          <p14:tracePt t="37747" x="1955800" y="3333750"/>
          <p14:tracePt t="37755" x="1949450" y="3333750"/>
          <p14:tracePt t="37767" x="1949450" y="3340100"/>
          <p14:tracePt t="37784" x="1936750" y="3346450"/>
          <p14:tracePt t="37787" x="1930400" y="3352800"/>
          <p14:tracePt t="37800" x="1930400" y="3359150"/>
          <p14:tracePt t="37818" x="1905000" y="3371850"/>
          <p14:tracePt t="37834" x="1905000" y="3378200"/>
          <p14:tracePt t="37979" x="1898650" y="3371850"/>
          <p14:tracePt t="37995" x="1898650" y="3365500"/>
          <p14:tracePt t="38007" x="1892300" y="3365500"/>
          <p14:tracePt t="38014" x="1885950" y="3359150"/>
          <p14:tracePt t="38021" x="1879600" y="3359150"/>
          <p14:tracePt t="38034" x="1879600" y="3352800"/>
          <p14:tracePt t="38051" x="1873250" y="3346450"/>
          <p14:tracePt t="38056" x="1860550" y="3346450"/>
          <p14:tracePt t="38068" x="1847850" y="3340100"/>
          <p14:tracePt t="38084" x="1835150" y="3333750"/>
          <p14:tracePt t="38101" x="1797050" y="3321050"/>
          <p14:tracePt t="38117" x="1765300" y="3314700"/>
          <p14:tracePt t="38134" x="1733550" y="3308350"/>
          <p14:tracePt t="38151" x="1714500" y="3302000"/>
          <p14:tracePt t="38167" x="1676400" y="3302000"/>
          <p14:tracePt t="38184" x="1644650" y="3295650"/>
          <p14:tracePt t="38189" x="1638300" y="3295650"/>
          <p14:tracePt t="38201" x="1625600" y="3295650"/>
          <p14:tracePt t="38217" x="1612900" y="3295650"/>
          <p14:tracePt t="38234" x="1600200" y="3295650"/>
          <p14:tracePt t="38251" x="1593850" y="3295650"/>
          <p14:tracePt t="38269" x="1581150" y="3295650"/>
          <p14:tracePt t="38284" x="1574800" y="3295650"/>
          <p14:tracePt t="38304" x="1549400" y="3302000"/>
          <p14:tracePt t="38309" x="1543050" y="3302000"/>
          <p14:tracePt t="38318" x="1536700" y="3308350"/>
          <p14:tracePt t="38335" x="1524000" y="3308350"/>
          <p14:tracePt t="38350" x="1504950" y="3314700"/>
          <p14:tracePt t="38369" x="1498600" y="3321050"/>
          <p14:tracePt t="38384" x="1492250" y="3321050"/>
          <p14:tracePt t="38401" x="1479550" y="3340100"/>
          <p14:tracePt t="38417" x="1479550" y="3346450"/>
          <p14:tracePt t="38434" x="1473200" y="3359150"/>
          <p14:tracePt t="38438" x="1466850" y="3365500"/>
          <p14:tracePt t="38451" x="1466850" y="3378200"/>
          <p14:tracePt t="38469" x="1460500" y="3403600"/>
          <p14:tracePt t="38472" x="1460500" y="3416300"/>
          <p14:tracePt t="38484" x="1454150" y="3429000"/>
          <p14:tracePt t="38500" x="1447800" y="3454400"/>
          <p14:tracePt t="38517" x="1447800" y="3473450"/>
          <p14:tracePt t="38534" x="1447800" y="3486150"/>
          <p14:tracePt t="38552" x="1447800" y="3505200"/>
          <p14:tracePt t="38571" x="1454150" y="3517900"/>
          <p14:tracePt t="38585" x="1466850" y="3524250"/>
          <p14:tracePt t="38601" x="1479550" y="3543300"/>
          <p14:tracePt t="38617" x="1498600" y="3556000"/>
          <p14:tracePt t="38634" x="1530350" y="3575050"/>
          <p14:tracePt t="38651" x="1568450" y="3594100"/>
          <p14:tracePt t="38667" x="1600200" y="3600450"/>
          <p14:tracePt t="38684" x="1644650" y="3619500"/>
          <p14:tracePt t="38701" x="1670050" y="3625850"/>
          <p14:tracePt t="38704" x="1682750" y="3632200"/>
          <p14:tracePt t="38717" x="1701800" y="3638550"/>
          <p14:tracePt t="38734" x="1720850" y="3644900"/>
          <p14:tracePt t="38737" x="1727200" y="3644900"/>
          <p14:tracePt t="38751" x="1733550" y="3644900"/>
          <p14:tracePt t="38767" x="1771650" y="3651250"/>
          <p14:tracePt t="38784" x="1790700" y="3651250"/>
          <p14:tracePt t="38801" x="1828800" y="3651250"/>
          <p14:tracePt t="38817" x="1841500" y="3651250"/>
          <p14:tracePt t="38834" x="1854200" y="3651250"/>
          <p14:tracePt t="38851" x="1866900" y="3644900"/>
          <p14:tracePt t="38867" x="1898650" y="3619500"/>
          <p14:tracePt t="38884" x="1911350" y="3600450"/>
          <p14:tracePt t="38901" x="1917700" y="3581400"/>
          <p14:tracePt t="38917" x="1930400" y="3556000"/>
          <p14:tracePt t="38934" x="1930400" y="3536950"/>
          <p14:tracePt t="38938" x="1930400" y="3524250"/>
          <p14:tracePt t="38955" x="1930400" y="3511550"/>
          <p14:tracePt t="38970" x="1930400" y="3505200"/>
          <p14:tracePt t="38984" x="1930400" y="3492500"/>
          <p14:tracePt t="39002" x="1930400" y="3448050"/>
          <p14:tracePt t="39018" x="1930400" y="3416300"/>
          <p14:tracePt t="39034" x="1917700" y="3378200"/>
          <p14:tracePt t="39051" x="1917700" y="3346450"/>
          <p14:tracePt t="39067" x="1905000" y="3333750"/>
          <p14:tracePt t="39084" x="1905000" y="3327400"/>
          <p14:tracePt t="39100" x="1898650" y="3314700"/>
          <p14:tracePt t="39117" x="1892300" y="3314700"/>
          <p14:tracePt t="39134" x="1879600" y="3314700"/>
          <p14:tracePt t="39140" x="1866900" y="3314700"/>
          <p14:tracePt t="39151" x="1860550" y="3314700"/>
          <p14:tracePt t="39167" x="1828800" y="3314700"/>
          <p14:tracePt t="39172" x="1803400" y="3321050"/>
          <p14:tracePt t="39184" x="1790700" y="3321050"/>
          <p14:tracePt t="39201" x="1758950" y="3333750"/>
          <p14:tracePt t="39203" x="1752600" y="3340100"/>
          <p14:tracePt t="39217" x="1733550" y="3340100"/>
          <p14:tracePt t="39234" x="1727200" y="3346450"/>
          <p14:tracePt t="39239" x="1720850" y="3346450"/>
          <p14:tracePt t="39253" x="1714500" y="3346450"/>
          <p14:tracePt t="39267" x="1701800" y="3352800"/>
          <p14:tracePt t="39284" x="1689100" y="3359150"/>
          <p14:tracePt t="39301" x="1670050" y="3371850"/>
          <p14:tracePt t="39317" x="1657350" y="3371850"/>
          <p14:tracePt t="39334" x="1631950" y="3384550"/>
          <p14:tracePt t="39350" x="1625600" y="3384550"/>
          <p14:tracePt t="39367" x="1625600" y="3390900"/>
          <p14:tracePt t="39384" x="1619250" y="3390900"/>
          <p14:tracePt t="39401" x="1612900" y="3397250"/>
          <p14:tracePt t="39406" x="1606550" y="3397250"/>
          <p14:tracePt t="39417" x="1606550" y="3403600"/>
          <p14:tracePt t="39434" x="1593850" y="3403600"/>
          <p14:tracePt t="39437" x="1593850" y="3409950"/>
          <p14:tracePt t="39450" x="1587500" y="3409950"/>
          <p14:tracePt t="39468" x="1574800" y="3422650"/>
          <p14:tracePt t="39471" x="1568450" y="3429000"/>
          <p14:tracePt t="39487" x="1562100" y="3435350"/>
          <p14:tracePt t="39496" x="1562100" y="3441700"/>
          <p14:tracePt t="39503" x="1555750" y="3441700"/>
          <p14:tracePt t="39518" x="1549400" y="3454400"/>
          <p14:tracePt t="39534" x="1543050" y="3460750"/>
          <p14:tracePt t="39550" x="1543050" y="3473450"/>
          <p14:tracePt t="39567" x="1536700" y="3486150"/>
          <p14:tracePt t="39584" x="1536700" y="3498850"/>
          <p14:tracePt t="39600" x="1536700" y="3505200"/>
          <p14:tracePt t="39617" x="1536700" y="3524250"/>
          <p14:tracePt t="39634" x="1536700" y="3536950"/>
          <p14:tracePt t="39651" x="1530350" y="3568700"/>
          <p14:tracePt t="39667" x="1530350" y="3594100"/>
          <p14:tracePt t="39672" x="1530350" y="3606800"/>
          <p14:tracePt t="39684" x="1530350" y="3619500"/>
          <p14:tracePt t="39701" x="1530350" y="3657600"/>
          <p14:tracePt t="39704" x="1530350" y="3670300"/>
          <p14:tracePt t="39717" x="1536700" y="3676650"/>
          <p14:tracePt t="39734" x="1543050" y="3683000"/>
          <p14:tracePt t="39738" x="1549400" y="3689350"/>
          <p14:tracePt t="39751" x="1555750" y="3689350"/>
          <p14:tracePt t="39768" x="1574800" y="3702050"/>
          <p14:tracePt t="39784" x="1587500" y="3702050"/>
          <p14:tracePt t="39801" x="1606550" y="3708400"/>
          <p14:tracePt t="39817" x="1612900" y="3708400"/>
          <p14:tracePt t="39834" x="1619250" y="3708400"/>
          <p14:tracePt t="39850" x="1631950" y="3708400"/>
          <p14:tracePt t="39867" x="1644650" y="3708400"/>
          <p14:tracePt t="39884" x="1651000" y="3708400"/>
          <p14:tracePt t="39904" x="1670050" y="3708400"/>
          <p14:tracePt t="39906" x="1682750" y="3708400"/>
          <p14:tracePt t="39917" x="1695450" y="3708400"/>
          <p14:tracePt t="39934" x="1714500" y="3708400"/>
          <p14:tracePt t="39938" x="1720850" y="3708400"/>
          <p14:tracePt t="39951" x="1727200" y="3714750"/>
          <p14:tracePt t="39956" x="1733550" y="3714750"/>
          <p14:tracePt t="39967" x="1739900" y="3714750"/>
          <p14:tracePt t="39987" x="1752600" y="3714750"/>
          <p14:tracePt t="40075" x="1758950" y="3714750"/>
          <p14:tracePt t="42937" x="1758950" y="3721100"/>
          <p14:tracePt t="42961" x="1758950" y="3727450"/>
          <p14:tracePt t="43024" x="1758950" y="3733800"/>
          <p14:tracePt t="43042" x="1758950" y="3740150"/>
          <p14:tracePt t="43072" x="1758950" y="3746500"/>
          <p14:tracePt t="43098" x="1758950" y="3752850"/>
          <p14:tracePt t="43114" x="1752600" y="3752850"/>
          <p14:tracePt t="43139" x="1752600" y="3759200"/>
          <p14:tracePt t="43147" x="1746250" y="3759200"/>
          <p14:tracePt t="43156" x="1739900" y="3765550"/>
          <p14:tracePt t="43180" x="1733550" y="3765550"/>
          <p14:tracePt t="43195" x="1727200" y="3765550"/>
          <p14:tracePt t="43203" x="1720850" y="3765550"/>
          <p14:tracePt t="43220" x="1708150" y="3765550"/>
          <p14:tracePt t="43234" x="1689100" y="3765550"/>
          <p14:tracePt t="43253" x="1663700" y="3771900"/>
          <p14:tracePt t="43258" x="1631950" y="3778250"/>
          <p14:tracePt t="43267" x="1606550" y="3784600"/>
          <p14:tracePt t="43287" x="1562100" y="3790950"/>
          <p14:tracePt t="43290" x="1549400" y="3797300"/>
          <p14:tracePt t="43301" x="1524000" y="3803650"/>
          <p14:tracePt t="43318" x="1498600" y="3810000"/>
          <p14:tracePt t="43334" x="1479550" y="3822700"/>
          <p14:tracePt t="43352" x="1460500" y="3829050"/>
          <p14:tracePt t="43357" x="1454150" y="3835400"/>
          <p14:tracePt t="43374" x="1447800" y="3835400"/>
          <p14:tracePt t="43384" x="1441450" y="3841750"/>
          <p14:tracePt t="43401" x="1435100" y="3841750"/>
          <p14:tracePt t="43418" x="1428750" y="3854450"/>
          <p14:tracePt t="43424" x="1422400" y="3854450"/>
          <p14:tracePt t="43429" x="1422400" y="3860800"/>
          <p14:tracePt t="43451" x="1422400" y="3867150"/>
          <p14:tracePt t="43456" x="1416050" y="3873500"/>
          <p14:tracePt t="43468" x="1409700" y="3898900"/>
          <p14:tracePt t="43484" x="1403350" y="3924300"/>
          <p14:tracePt t="43501" x="1390650" y="3968750"/>
          <p14:tracePt t="43518" x="1390650" y="3987800"/>
          <p14:tracePt t="43534" x="1390650" y="4025900"/>
          <p14:tracePt t="43551" x="1390650" y="4051300"/>
          <p14:tracePt t="43567" x="1397000" y="4083050"/>
          <p14:tracePt t="43584" x="1409700" y="4114800"/>
          <p14:tracePt t="43601" x="1454150" y="4165600"/>
          <p14:tracePt t="43617" x="1479550" y="4197350"/>
          <p14:tracePt t="43622" x="1492250" y="4210050"/>
          <p14:tracePt t="43634" x="1517650" y="4222750"/>
          <p14:tracePt t="43651" x="1562100" y="4248150"/>
          <p14:tracePt t="43654" x="1581150" y="4260850"/>
          <p14:tracePt t="43667" x="1612900" y="4279900"/>
          <p14:tracePt t="43684" x="1670050" y="4298950"/>
          <p14:tracePt t="43687" x="1739900" y="4318000"/>
          <p14:tracePt t="43701" x="1790700" y="4337050"/>
          <p14:tracePt t="43718" x="1854200" y="4349750"/>
          <p14:tracePt t="43734" x="1936750" y="4362450"/>
          <p14:tracePt t="43751" x="2032000" y="4381500"/>
          <p14:tracePt t="43767" x="2133600" y="4394200"/>
          <p14:tracePt t="43784" x="2222500" y="4400550"/>
          <p14:tracePt t="43802" x="2355850" y="4400550"/>
          <p14:tracePt t="43817" x="2425700" y="4400550"/>
          <p14:tracePt t="43822" x="2451100" y="4400550"/>
          <p14:tracePt t="43834" x="2482850" y="4394200"/>
          <p14:tracePt t="43851" x="2546350" y="4375150"/>
          <p14:tracePt t="43855" x="2565400" y="4375150"/>
          <p14:tracePt t="43867" x="2584450" y="4368800"/>
          <p14:tracePt t="43885" x="2616200" y="4356100"/>
          <p14:tracePt t="43888" x="2641600" y="4343400"/>
          <p14:tracePt t="43900" x="2654300" y="4337050"/>
          <p14:tracePt t="43917" x="2717800" y="4311650"/>
          <p14:tracePt t="43921" x="2755900" y="4298950"/>
          <p14:tracePt t="43934" x="2768600" y="4298950"/>
          <p14:tracePt t="43951" x="2832100" y="4273550"/>
          <p14:tracePt t="43953" x="2838450" y="4267200"/>
          <p14:tracePt t="43967" x="2882900" y="4241800"/>
          <p14:tracePt t="43984" x="2901950" y="4229100"/>
          <p14:tracePt t="44001" x="2914650" y="4210050"/>
          <p14:tracePt t="44017" x="2927350" y="4191000"/>
          <p14:tracePt t="44034" x="2927350" y="4159250"/>
          <p14:tracePt t="44051" x="2914650" y="4095750"/>
          <p14:tracePt t="44068" x="2876550" y="4019550"/>
          <p14:tracePt t="44084" x="2806700" y="3937000"/>
          <p14:tracePt t="44089" x="2768600" y="3892550"/>
          <p14:tracePt t="44101" x="2717800" y="3848100"/>
          <p14:tracePt t="44117" x="2635250" y="3771900"/>
          <p14:tracePt t="44121" x="2597150" y="3746500"/>
          <p14:tracePt t="44134" x="2565400" y="3727450"/>
          <p14:tracePt t="44151" x="2508250" y="3689350"/>
          <p14:tracePt t="44154" x="2470150" y="3670300"/>
          <p14:tracePt t="44167" x="2451100" y="3657600"/>
          <p14:tracePt t="44187" x="2381250" y="3625850"/>
          <p14:tracePt t="44202" x="2324100" y="3613150"/>
          <p14:tracePt t="44218" x="2228850" y="3594100"/>
          <p14:tracePt t="44234" x="2171700" y="3594100"/>
          <p14:tracePt t="44251" x="2063750" y="3594100"/>
          <p14:tracePt t="44267" x="1943100" y="3594100"/>
          <p14:tracePt t="44284" x="1822450" y="3619500"/>
          <p14:tracePt t="44301" x="1758950" y="3632200"/>
          <p14:tracePt t="44317" x="1682750" y="3644900"/>
          <p14:tracePt t="44322" x="1676400" y="3644900"/>
          <p14:tracePt t="44335" x="1657350" y="3651250"/>
          <p14:tracePt t="44351" x="1631950" y="3657600"/>
          <p14:tracePt t="44354" x="1612900" y="3663950"/>
          <p14:tracePt t="44367" x="1606550" y="3663950"/>
          <p14:tracePt t="44387" x="1543050" y="3702050"/>
          <p14:tracePt t="44401" x="1536700" y="3708400"/>
          <p14:tracePt t="44417" x="1498600" y="3740150"/>
          <p14:tracePt t="44422" x="1473200" y="3771900"/>
          <p14:tracePt t="44434" x="1466850" y="3784600"/>
          <p14:tracePt t="44452" x="1435100" y="3848100"/>
          <p14:tracePt t="44469" x="1428750" y="3860800"/>
          <p14:tracePt t="44484" x="1428750" y="3873500"/>
          <p14:tracePt t="44500" x="1428750" y="3898900"/>
          <p14:tracePt t="44517" x="1428750" y="3911600"/>
          <p14:tracePt t="44534" x="1441450" y="3930650"/>
          <p14:tracePt t="44551" x="1454150" y="3949700"/>
          <p14:tracePt t="44567" x="1473200" y="3981450"/>
          <p14:tracePt t="44584" x="1492250" y="4000500"/>
          <p14:tracePt t="44589" x="1511300" y="4019550"/>
          <p14:tracePt t="44601" x="1517650" y="4025900"/>
          <p14:tracePt t="44617" x="1536700" y="4038600"/>
          <p14:tracePt t="44621" x="1543050" y="4044950"/>
          <p14:tracePt t="44634" x="1581150" y="4064000"/>
          <p14:tracePt t="44650" x="1612900" y="4070350"/>
          <p14:tracePt t="44667" x="1644650" y="4076700"/>
          <p14:tracePt t="44684" x="1714500" y="4076700"/>
          <p14:tracePt t="44687" x="1733550" y="4076700"/>
          <p14:tracePt t="44701" x="1746250" y="4076700"/>
          <p14:tracePt t="44718" x="1809750" y="4076700"/>
          <p14:tracePt t="44734" x="1854200" y="4076700"/>
          <p14:tracePt t="44751" x="1866900" y="4083050"/>
          <p14:tracePt t="46008" x="1873250" y="4083050"/>
          <p14:tracePt t="46018" x="1879600" y="4083050"/>
          <p14:tracePt t="46029" x="1898650" y="4083050"/>
          <p14:tracePt t="46034" x="1917700" y="4083050"/>
          <p14:tracePt t="46051" x="1993900" y="4083050"/>
          <p14:tracePt t="46067" x="2127250" y="4083050"/>
          <p14:tracePt t="46073" x="2190750" y="4089400"/>
          <p14:tracePt t="46084" x="2298700" y="4102100"/>
          <p14:tracePt t="46101" x="2571750" y="4133850"/>
          <p14:tracePt t="46105" x="2686050" y="4152900"/>
          <p14:tracePt t="46118" x="2851150" y="4171950"/>
          <p14:tracePt t="46134" x="3086100" y="4203700"/>
          <p14:tracePt t="46138" x="3263900" y="4235450"/>
          <p14:tracePt t="46151" x="3384550" y="4260850"/>
          <p14:tracePt t="46168" x="3994150" y="4330700"/>
          <p14:tracePt t="46184" x="4267200" y="4356100"/>
          <p14:tracePt t="46201" x="4552950" y="4368800"/>
          <p14:tracePt t="46217" x="4864100" y="4381500"/>
          <p14:tracePt t="46234" x="4991100" y="4381500"/>
          <p14:tracePt t="46251" x="5080000" y="4381500"/>
          <p14:tracePt t="46267" x="5143500" y="4381500"/>
          <p14:tracePt t="46284" x="5213350" y="4381500"/>
          <p14:tracePt t="46301" x="5283200" y="4387850"/>
          <p14:tracePt t="46317" x="5378450" y="4394200"/>
          <p14:tracePt t="46334" x="5505450" y="4413250"/>
          <p14:tracePt t="46338" x="5556250" y="4413250"/>
          <p14:tracePt t="46351" x="5651500" y="4425950"/>
          <p14:tracePt t="46367" x="5822950" y="4445000"/>
          <p14:tracePt t="46373" x="5886450" y="4451350"/>
          <p14:tracePt t="46384" x="6019800" y="4470400"/>
          <p14:tracePt t="46402" x="6248400" y="4483100"/>
          <p14:tracePt t="46419" x="6438900" y="4489450"/>
          <p14:tracePt t="46434" x="6527800" y="4489450"/>
          <p14:tracePt t="46451" x="6546850" y="4489450"/>
          <p14:tracePt t="46467" x="6553200" y="4489450"/>
          <p14:tracePt t="46508" x="6553200" y="4483100"/>
          <p14:tracePt t="46542" x="6553200" y="4476750"/>
          <p14:tracePt t="46565" x="6553200" y="4470400"/>
          <p14:tracePt t="46573" x="6553200" y="4464050"/>
          <p14:tracePt t="46585" x="6553200" y="4457700"/>
          <p14:tracePt t="46588" x="6546850" y="4451350"/>
          <p14:tracePt t="46601" x="6546850" y="4445000"/>
          <p14:tracePt t="46619" x="6546850" y="4438650"/>
          <p14:tracePt t="46634" x="6546850" y="4432300"/>
          <p14:tracePt t="46669" x="6546850" y="4425950"/>
          <p14:tracePt t="46684" x="6546850" y="4419600"/>
          <p14:tracePt t="46701" x="6546850" y="4413250"/>
          <p14:tracePt t="46718" x="6546850" y="4400550"/>
          <p14:tracePt t="46734" x="6546850" y="4387850"/>
          <p14:tracePt t="46751" x="6540500" y="4375150"/>
          <p14:tracePt t="46756" x="6534150" y="4362450"/>
          <p14:tracePt t="46767" x="6534150" y="4356100"/>
          <p14:tracePt t="46784" x="6521450" y="4337050"/>
          <p14:tracePt t="46801" x="6502400" y="4318000"/>
          <p14:tracePt t="46817" x="6489700" y="4311650"/>
          <p14:tracePt t="46823" x="6470650" y="4298950"/>
          <p14:tracePt t="46834" x="6464300" y="4298950"/>
          <p14:tracePt t="46851" x="6432550" y="4286250"/>
          <p14:tracePt t="46854" x="6426200" y="4286250"/>
          <p14:tracePt t="46867" x="6419850" y="4286250"/>
          <p14:tracePt t="46884" x="6381750" y="4279900"/>
          <p14:tracePt t="46888" x="6369050" y="4279900"/>
          <p14:tracePt t="46901" x="6350000" y="4279900"/>
          <p14:tracePt t="46918" x="6273800" y="4279900"/>
          <p14:tracePt t="46934" x="6235700" y="4279900"/>
          <p14:tracePt t="46951" x="6172200" y="4279900"/>
          <p14:tracePt t="46967" x="6134100" y="4279900"/>
          <p14:tracePt t="46984" x="6102350" y="4279900"/>
          <p14:tracePt t="46990" x="6089650" y="4279900"/>
          <p14:tracePt t="47001" x="6057900" y="4279900"/>
          <p14:tracePt t="47017" x="6045200" y="4286250"/>
          <p14:tracePt t="47022" x="6032500" y="4292600"/>
          <p14:tracePt t="47040" x="6026150" y="4292600"/>
          <p14:tracePt t="47051" x="6026150" y="4298950"/>
          <p14:tracePt t="47067" x="6019800" y="4305300"/>
          <p14:tracePt t="47071" x="6013450" y="4311650"/>
          <p14:tracePt t="47084" x="6013450" y="4318000"/>
          <p14:tracePt t="47101" x="6007100" y="4330700"/>
          <p14:tracePt t="47104" x="6000750" y="4337050"/>
          <p14:tracePt t="47117" x="5994400" y="4349750"/>
          <p14:tracePt t="47122" x="5994400" y="4356100"/>
          <p14:tracePt t="47134" x="5988050" y="4362450"/>
          <p14:tracePt t="47151" x="5975350" y="4387850"/>
          <p14:tracePt t="47154" x="5975350" y="4400550"/>
          <p14:tracePt t="47167" x="5969000" y="4425950"/>
          <p14:tracePt t="47184" x="5962650" y="4445000"/>
          <p14:tracePt t="47201" x="5962650" y="4476750"/>
          <p14:tracePt t="47217" x="5962650" y="4495800"/>
          <p14:tracePt t="47234" x="5962650" y="4527550"/>
          <p14:tracePt t="47251" x="5969000" y="4546600"/>
          <p14:tracePt t="47268" x="5981700" y="4565650"/>
          <p14:tracePt t="47285" x="6000750" y="4584700"/>
          <p14:tracePt t="47288" x="6007100" y="4597400"/>
          <p14:tracePt t="47301" x="6013450" y="4603750"/>
          <p14:tracePt t="47318" x="6026150" y="4622800"/>
          <p14:tracePt t="47321" x="6032500" y="4629150"/>
          <p14:tracePt t="47334" x="6045200" y="4641850"/>
          <p14:tracePt t="47351" x="6057900" y="4654550"/>
          <p14:tracePt t="47356" x="6064250" y="4660900"/>
          <p14:tracePt t="47367" x="6070600" y="4667250"/>
          <p14:tracePt t="47384" x="6089650" y="4679950"/>
          <p14:tracePt t="47387" x="6096000" y="4686300"/>
          <p14:tracePt t="47401" x="6108700" y="4692650"/>
          <p14:tracePt t="47418" x="6159500" y="4718050"/>
          <p14:tracePt t="47434" x="6184900" y="4730750"/>
          <p14:tracePt t="47451" x="6210300" y="4737100"/>
          <p14:tracePt t="47468" x="6242050" y="4737100"/>
          <p14:tracePt t="47484" x="6280150" y="4737100"/>
          <p14:tracePt t="47501" x="6305550" y="4737100"/>
          <p14:tracePt t="47517" x="6356350" y="4718050"/>
          <p14:tracePt t="47523" x="6362700" y="4718050"/>
          <p14:tracePt t="47534" x="6388100" y="4705350"/>
          <p14:tracePt t="47551" x="6438900" y="4692650"/>
          <p14:tracePt t="47556" x="6470650" y="4686300"/>
          <p14:tracePt t="47567" x="6483350" y="4679950"/>
          <p14:tracePt t="47584" x="6521450" y="4660900"/>
          <p14:tracePt t="47588" x="6540500" y="4660900"/>
          <p14:tracePt t="47601" x="6546850" y="4654550"/>
          <p14:tracePt t="47617" x="6572250" y="4641850"/>
          <p14:tracePt t="47620" x="6591300" y="4635500"/>
          <p14:tracePt t="47634" x="6597650" y="4635500"/>
          <p14:tracePt t="47652" x="6616700" y="4622800"/>
          <p14:tracePt t="47655" x="6629400" y="4616450"/>
          <p14:tracePt t="47668" x="6642100" y="4603750"/>
          <p14:tracePt t="47684" x="6661150" y="4591050"/>
          <p14:tracePt t="47703" x="6667500" y="4584700"/>
          <p14:tracePt t="47717" x="6673850" y="4578350"/>
          <p14:tracePt t="47734" x="6680200" y="4565650"/>
          <p14:tracePt t="47751" x="6686550" y="4559300"/>
          <p14:tracePt t="47767" x="6686550" y="4533900"/>
          <p14:tracePt t="47784" x="6686550" y="4514850"/>
          <p14:tracePt t="47788" x="6686550" y="4489450"/>
          <p14:tracePt t="47801" x="6686550" y="4457700"/>
          <p14:tracePt t="47818" x="6667500" y="4432300"/>
          <p14:tracePt t="47820" x="6642100" y="4406900"/>
          <p14:tracePt t="47834" x="6623050" y="4394200"/>
          <p14:tracePt t="47851" x="6559550" y="4362450"/>
          <p14:tracePt t="47854" x="6515100" y="4349750"/>
          <p14:tracePt t="47867" x="6470650" y="4337050"/>
          <p14:tracePt t="47884" x="6394450" y="4318000"/>
          <p14:tracePt t="47887" x="6350000" y="4311650"/>
          <p14:tracePt t="47901" x="6305550" y="4305300"/>
          <p14:tracePt t="47918" x="6210300" y="4292600"/>
          <p14:tracePt t="47934" x="6178550" y="4292600"/>
          <p14:tracePt t="47951" x="6153150" y="4292600"/>
          <p14:tracePt t="47967" x="6134100" y="4292600"/>
          <p14:tracePt t="47984" x="6115050" y="4292600"/>
          <p14:tracePt t="48001" x="6096000" y="4292600"/>
          <p14:tracePt t="48017" x="6070600" y="4292600"/>
          <p14:tracePt t="48022" x="6064250" y="4298950"/>
          <p14:tracePt t="48034" x="6051550" y="4298950"/>
          <p14:tracePt t="48051" x="6026150" y="4318000"/>
          <p14:tracePt t="48055" x="6019800" y="4318000"/>
          <p14:tracePt t="48067" x="6000750" y="4330700"/>
          <p14:tracePt t="48084" x="5994400" y="4337050"/>
          <p14:tracePt t="48087" x="5988050" y="4343400"/>
          <p14:tracePt t="48103" x="5981700" y="4349750"/>
          <p14:tracePt t="48117" x="5969000" y="4362450"/>
          <p14:tracePt t="48134" x="5962650" y="4381500"/>
          <p14:tracePt t="48139" x="5956300" y="4394200"/>
          <p14:tracePt t="48152" x="5943600" y="4419600"/>
          <p14:tracePt t="48170" x="5937250" y="4457700"/>
          <p14:tracePt t="48184" x="5930900" y="4483100"/>
          <p14:tracePt t="48203" x="5930900" y="4514850"/>
          <p14:tracePt t="48210" x="5930900" y="4527550"/>
          <p14:tracePt t="48217" x="5930900" y="4533900"/>
          <p14:tracePt t="48235" x="5930900" y="4559300"/>
          <p14:tracePt t="48251" x="5937250" y="4578350"/>
          <p14:tracePt t="48268" x="5949950" y="4591050"/>
          <p14:tracePt t="48272" x="5956300" y="4597400"/>
          <p14:tracePt t="48284" x="5962650" y="4603750"/>
          <p14:tracePt t="48302" x="5981700" y="4635500"/>
          <p14:tracePt t="48307" x="5994400" y="4641850"/>
          <p14:tracePt t="48314" x="6013450" y="4667250"/>
          <p14:tracePt t="48321" x="6032500" y="4679950"/>
          <p14:tracePt t="48334" x="6038850" y="4692650"/>
          <p14:tracePt t="48337" x="6051550" y="4699000"/>
          <p14:tracePt t="48351" x="6096000" y="4730750"/>
          <p14:tracePt t="48368" x="6153150" y="4756150"/>
          <p14:tracePt t="48384" x="6197600" y="4775200"/>
          <p14:tracePt t="48401" x="6210300" y="4781550"/>
          <p14:tracePt t="48406" x="6223000" y="4781550"/>
          <p14:tracePt t="48418" x="6235700" y="4781550"/>
          <p14:tracePt t="48434" x="6248400" y="4787900"/>
          <p14:tracePt t="48451" x="6254750" y="4787900"/>
          <p14:tracePt t="48468" x="6261100" y="4794250"/>
          <p14:tracePt t="48484" x="6273800" y="4794250"/>
          <p14:tracePt t="48501" x="6311900" y="4794250"/>
          <p14:tracePt t="48517" x="6330950" y="4794250"/>
          <p14:tracePt t="48534" x="6356350" y="4800600"/>
          <p14:tracePt t="48538" x="6375400" y="4800600"/>
          <p14:tracePt t="48551" x="6388100" y="4800600"/>
          <p14:tracePt t="48567" x="6400800" y="4800600"/>
          <p14:tracePt t="48570" x="6407150" y="4800600"/>
          <p14:tracePt t="48643" x="6413500" y="4800600"/>
          <p14:tracePt t="48659" x="6419850" y="4800600"/>
          <p14:tracePt t="48685" x="6426200" y="4800600"/>
          <p14:tracePt t="48701" x="6432550" y="4800600"/>
          <p14:tracePt t="48717" x="6438900" y="4800600"/>
          <p14:tracePt t="48734" x="6445250" y="4800600"/>
          <p14:tracePt t="48751" x="6451600" y="4800600"/>
          <p14:tracePt t="48767" x="6457950" y="4800600"/>
          <p14:tracePt t="48784" x="6470650" y="4800600"/>
          <p14:tracePt t="48821" x="6477000" y="4800600"/>
          <p14:tracePt t="48846" x="6483350" y="4800600"/>
          <p14:tracePt t="48877" x="6489700" y="4800600"/>
          <p14:tracePt t="49063" x="6489700" y="4794250"/>
          <p14:tracePt t="49102" x="6496050" y="4794250"/>
          <p14:tracePt t="53232" x="0" y="0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E84EF-201C-CC01-3DBA-21FF4D18A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 conversions</a:t>
            </a:r>
            <a:endParaRPr lang="en-BE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32FFA31-7FAF-4F3B-751D-A2471BF606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5656145"/>
              </p:ext>
            </p:extLst>
          </p:nvPr>
        </p:nvGraphicFramePr>
        <p:xfrm>
          <a:off x="838200" y="1825625"/>
          <a:ext cx="10080000" cy="459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533727214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94650969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58296089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600454356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17570515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nl-BE" b="1" dirty="0" err="1">
                          <a:effectLst/>
                          <a:latin typeface="+mj-lt"/>
                        </a:rPr>
                        <a:t>Function</a:t>
                      </a:r>
                      <a:endParaRPr lang="nl-BE" dirty="0"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nl-BE" b="1" dirty="0" err="1">
                          <a:effectLst/>
                          <a:latin typeface="+mj-lt"/>
                        </a:rPr>
                        <a:t>Converting</a:t>
                      </a:r>
                      <a:r>
                        <a:rPr lang="nl-BE" b="1" dirty="0">
                          <a:effectLst/>
                          <a:latin typeface="+mj-lt"/>
                        </a:rPr>
                        <a:t> </a:t>
                      </a:r>
                      <a:r>
                        <a:rPr lang="nl-BE" b="1" dirty="0" err="1">
                          <a:effectLst/>
                          <a:latin typeface="+mj-lt"/>
                        </a:rPr>
                        <a:t>to</a:t>
                      </a:r>
                      <a:endParaRPr lang="nl-BE" dirty="0"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nl-BE" b="1" dirty="0" err="1">
                          <a:effectLst/>
                          <a:latin typeface="+mj-lt"/>
                        </a:rPr>
                        <a:t>Function</a:t>
                      </a:r>
                      <a:endParaRPr lang="nl-BE" dirty="0"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nl-BE" b="1" dirty="0" err="1">
                          <a:effectLst/>
                          <a:latin typeface="+mj-lt"/>
                        </a:rPr>
                        <a:t>Converting</a:t>
                      </a:r>
                      <a:r>
                        <a:rPr lang="nl-BE" b="1" dirty="0">
                          <a:effectLst/>
                          <a:latin typeface="+mj-lt"/>
                        </a:rPr>
                        <a:t> </a:t>
                      </a:r>
                      <a:r>
                        <a:rPr lang="nl-BE" b="1" dirty="0" err="1">
                          <a:effectLst/>
                          <a:latin typeface="+mj-lt"/>
                        </a:rPr>
                        <a:t>to</a:t>
                      </a:r>
                      <a:endParaRPr lang="nl-BE" dirty="0"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089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nl-B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b="0" dirty="0">
                          <a:effectLst/>
                          <a:latin typeface="+mj-lt"/>
                        </a:rPr>
                        <a:t>an integer.</a:t>
                      </a:r>
                      <a:endParaRPr lang="en-US" dirty="0">
                        <a:effectLst/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nl-B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tuple</a:t>
                      </a:r>
                      <a:r>
                        <a:rPr lang="nl-B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j-lt"/>
                        </a:rPr>
                        <a:t>a tuple.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1441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nl-B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float(y)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j-lt"/>
                        </a:rPr>
                        <a:t>a floating-point number.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nl-B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j-lt"/>
                        </a:rPr>
                        <a:t>a list.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9228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nl-B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str</a:t>
                      </a:r>
                      <a:r>
                        <a:rPr lang="nl-B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j-lt"/>
                        </a:rPr>
                        <a:t>a string.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nl-B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set(y)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j-lt"/>
                        </a:rPr>
                        <a:t>a set.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0209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nl-B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ord</a:t>
                      </a:r>
                      <a:r>
                        <a:rPr lang="nl-B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j-lt"/>
                        </a:rPr>
                        <a:t>a character into an integer.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nl-B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dict</a:t>
                      </a:r>
                      <a:r>
                        <a:rPr lang="nl-B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j-lt"/>
                        </a:rPr>
                        <a:t>creates a dictionary and </a:t>
                      </a:r>
                      <a:r>
                        <a:rPr lang="en-US" i="1" dirty="0">
                          <a:effectLst/>
                          <a:latin typeface="+mj-lt"/>
                        </a:rPr>
                        <a:t>y</a:t>
                      </a:r>
                      <a:r>
                        <a:rPr lang="en-US" dirty="0">
                          <a:effectLst/>
                          <a:latin typeface="+mj-lt"/>
                        </a:rPr>
                        <a:t> should be a sequence of (key, value) tuples.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099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nl-B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chr</a:t>
                      </a:r>
                      <a:r>
                        <a:rPr lang="nl-B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j-lt"/>
                        </a:rPr>
                        <a:t>an integer into a character.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nl-B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complex(real [</a:t>
                      </a:r>
                      <a:r>
                        <a:rPr lang="nl-B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imag</a:t>
                      </a:r>
                      <a:r>
                        <a:rPr lang="nl-B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])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j-lt"/>
                        </a:rPr>
                        <a:t>creates a complex number.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125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nl-B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hex(y)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j-lt"/>
                        </a:rPr>
                        <a:t>an integer to a hexadecimal string.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endParaRPr lang="nl-BE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180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t"/>
                      <a:r>
                        <a:rPr lang="nl-BE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oct</a:t>
                      </a:r>
                      <a:r>
                        <a:rPr lang="nl-B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dirty="0">
                          <a:effectLst/>
                          <a:latin typeface="+mj-lt"/>
                        </a:rPr>
                        <a:t>an integer to an octal string.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endParaRPr lang="nl-BE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/>
                      <a:endParaRPr lang="en-US" dirty="0">
                        <a:effectLst/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112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19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1619</Words>
  <Application>Microsoft Office PowerPoint</Application>
  <PresentationFormat>Widescreen</PresentationFormat>
  <Paragraphs>254</Paragraphs>
  <Slides>22</Slides>
  <Notes>1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Office Theme</vt:lpstr>
      <vt:lpstr>Python</vt:lpstr>
      <vt:lpstr>Thank You</vt:lpstr>
      <vt:lpstr>See also</vt:lpstr>
      <vt:lpstr>Key concepts in programming</vt:lpstr>
      <vt:lpstr>Built-in atomic/primitive data types</vt:lpstr>
      <vt:lpstr>Built-in data types</vt:lpstr>
      <vt:lpstr>Integer</vt:lpstr>
      <vt:lpstr>Float point number</vt:lpstr>
      <vt:lpstr>Complex Numbers: j</vt:lpstr>
      <vt:lpstr>Boolean</vt:lpstr>
      <vt:lpstr>Boolean </vt:lpstr>
      <vt:lpstr>Strings</vt:lpstr>
      <vt:lpstr>Strings</vt:lpstr>
      <vt:lpstr>Strings </vt:lpstr>
      <vt:lpstr>Format strings (f-strings)</vt:lpstr>
      <vt:lpstr>Format strings (f-strings)</vt:lpstr>
      <vt:lpstr>Character</vt:lpstr>
      <vt:lpstr>Docstrings</vt:lpstr>
      <vt:lpstr>type</vt:lpstr>
      <vt:lpstr>None</vt:lpstr>
      <vt:lpstr>Type conversions</vt:lpstr>
      <vt:lpstr>Type conversions</vt:lpstr>
    </vt:vector>
  </TitlesOfParts>
  <Company>KU Leuven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Van Puyvelde</dc:creator>
  <cp:lastModifiedBy>Ehsan Moravveji</cp:lastModifiedBy>
  <cp:revision>599</cp:revision>
  <dcterms:created xsi:type="dcterms:W3CDTF">2017-04-04T14:55:01Z</dcterms:created>
  <dcterms:modified xsi:type="dcterms:W3CDTF">2026-10-02T12:25:05Z</dcterms:modified>
</cp:coreProperties>
</file>