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22" r:id="rId3"/>
    <p:sldId id="300" r:id="rId4"/>
    <p:sldId id="450" r:id="rId5"/>
    <p:sldId id="272" r:id="rId6"/>
    <p:sldId id="273" r:id="rId7"/>
    <p:sldId id="306" r:id="rId8"/>
    <p:sldId id="303" r:id="rId9"/>
    <p:sldId id="452" r:id="rId10"/>
    <p:sldId id="275" r:id="rId11"/>
    <p:sldId id="428" r:id="rId12"/>
    <p:sldId id="276" r:id="rId13"/>
    <p:sldId id="451" r:id="rId14"/>
    <p:sldId id="277" r:id="rId1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0166E9F-00A3-48C1-BDF5-E5144822804C}">
          <p14:sldIdLst>
            <p14:sldId id="256"/>
            <p14:sldId id="422"/>
          </p14:sldIdLst>
        </p14:section>
        <p14:section name="Basic syntax" id="{1ED4487E-368A-4D32-9E5A-A1A3FD03F9A0}">
          <p14:sldIdLst>
            <p14:sldId id="300"/>
            <p14:sldId id="450"/>
            <p14:sldId id="272"/>
            <p14:sldId id="273"/>
            <p14:sldId id="306"/>
            <p14:sldId id="303"/>
            <p14:sldId id="452"/>
            <p14:sldId id="275"/>
            <p14:sldId id="428"/>
            <p14:sldId id="276"/>
            <p14:sldId id="451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D3B0-AF5B-4D2F-B0E9-17BEF0A4F514}" v="1" dt="2025-09-22T12:47:32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6" autoAdjust="0"/>
    <p:restoredTop sz="91767" autoAdjust="0"/>
  </p:normalViewPr>
  <p:slideViewPr>
    <p:cSldViewPr snapToGrid="0" showGuides="1">
      <p:cViewPr varScale="1">
        <p:scale>
          <a:sx n="87" d="100"/>
          <a:sy n="87" d="100"/>
        </p:scale>
        <p:origin x="101" y="77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618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Van Puyvelde" userId="ba4190df-4674-45fe-be59-1502c3515486" providerId="ADAL" clId="{3ECFB3A4-702F-4653-B030-5E3C44024F2F}"/>
    <pc:docChg chg="delSld modSection">
      <pc:chgData name="Frank Van Puyvelde" userId="ba4190df-4674-45fe-be59-1502c3515486" providerId="ADAL" clId="{3ECFB3A4-702F-4653-B030-5E3C44024F2F}" dt="2024-06-26T14:34:34.114" v="1" actId="47"/>
      <pc:docMkLst>
        <pc:docMk/>
      </pc:docMkLst>
      <pc:sldChg chg="del">
        <pc:chgData name="Frank Van Puyvelde" userId="ba4190df-4674-45fe-be59-1502c3515486" providerId="ADAL" clId="{3ECFB3A4-702F-4653-B030-5E3C44024F2F}" dt="2024-06-26T14:34:32.538" v="0" actId="47"/>
        <pc:sldMkLst>
          <pc:docMk/>
          <pc:sldMk cId="158258528" sldId="259"/>
        </pc:sldMkLst>
      </pc:sldChg>
      <pc:sldChg chg="del">
        <pc:chgData name="Frank Van Puyvelde" userId="ba4190df-4674-45fe-be59-1502c3515486" providerId="ADAL" clId="{3ECFB3A4-702F-4653-B030-5E3C44024F2F}" dt="2024-06-26T14:34:34.114" v="1" actId="47"/>
        <pc:sldMkLst>
          <pc:docMk/>
          <pc:sldMk cId="2849695021" sldId="357"/>
        </pc:sldMkLst>
      </pc:sldChg>
    </pc:docChg>
  </pc:docChgLst>
  <pc:docChgLst>
    <pc:chgData name="Ehsan Moravveji" userId="21e7e8ea3c9f37f0" providerId="LiveId" clId="{D744D3B0-AF5B-4D2F-B0E9-17BEF0A4F514}"/>
    <pc:docChg chg="custSel modSld">
      <pc:chgData name="Ehsan Moravveji" userId="21e7e8ea3c9f37f0" providerId="LiveId" clId="{D744D3B0-AF5B-4D2F-B0E9-17BEF0A4F514}" dt="2025-10-09T20:16:19.648" v="570" actId="20577"/>
      <pc:docMkLst>
        <pc:docMk/>
      </pc:docMkLst>
      <pc:sldChg chg="addSp modSp mod">
        <pc:chgData name="Ehsan Moravveji" userId="21e7e8ea3c9f37f0" providerId="LiveId" clId="{D744D3B0-AF5B-4D2F-B0E9-17BEF0A4F514}" dt="2025-09-22T12:49:11.825" v="437" actId="1582"/>
        <pc:sldMkLst>
          <pc:docMk/>
          <pc:sldMk cId="381366604" sldId="272"/>
        </pc:sldMkLst>
        <pc:spChg chg="mod">
          <ac:chgData name="Ehsan Moravveji" userId="21e7e8ea3c9f37f0" providerId="LiveId" clId="{D744D3B0-AF5B-4D2F-B0E9-17BEF0A4F514}" dt="2025-09-22T12:47:15.372" v="302" actId="14100"/>
          <ac:spMkLst>
            <pc:docMk/>
            <pc:sldMk cId="381366604" sldId="272"/>
            <ac:spMk id="3" creationId="{00000000-0000-0000-0000-000000000000}"/>
          </ac:spMkLst>
        </pc:spChg>
        <pc:spChg chg="add mod">
          <ac:chgData name="Ehsan Moravveji" userId="21e7e8ea3c9f37f0" providerId="LiveId" clId="{D744D3B0-AF5B-4D2F-B0E9-17BEF0A4F514}" dt="2025-09-22T12:49:11.825" v="437" actId="1582"/>
          <ac:spMkLst>
            <pc:docMk/>
            <pc:sldMk cId="381366604" sldId="272"/>
            <ac:spMk id="4" creationId="{F62F9345-6261-A507-9618-38CE370AD935}"/>
          </ac:spMkLst>
        </pc:spChg>
      </pc:sldChg>
      <pc:sldChg chg="modSp mod">
        <pc:chgData name="Ehsan Moravveji" userId="21e7e8ea3c9f37f0" providerId="LiveId" clId="{D744D3B0-AF5B-4D2F-B0E9-17BEF0A4F514}" dt="2025-09-22T12:50:03.392" v="446" actId="20577"/>
        <pc:sldMkLst>
          <pc:docMk/>
          <pc:sldMk cId="456543188" sldId="273"/>
        </pc:sldMkLst>
        <pc:spChg chg="mod">
          <ac:chgData name="Ehsan Moravveji" userId="21e7e8ea3c9f37f0" providerId="LiveId" clId="{D744D3B0-AF5B-4D2F-B0E9-17BEF0A4F514}" dt="2025-09-22T12:50:03.392" v="446" actId="20577"/>
          <ac:spMkLst>
            <pc:docMk/>
            <pc:sldMk cId="456543188" sldId="273"/>
            <ac:spMk id="3" creationId="{00000000-0000-0000-0000-000000000000}"/>
          </ac:spMkLst>
        </pc:spChg>
      </pc:sldChg>
      <pc:sldChg chg="modSp mod">
        <pc:chgData name="Ehsan Moravveji" userId="21e7e8ea3c9f37f0" providerId="LiveId" clId="{D744D3B0-AF5B-4D2F-B0E9-17BEF0A4F514}" dt="2025-10-09T20:16:19.648" v="570" actId="20577"/>
        <pc:sldMkLst>
          <pc:docMk/>
          <pc:sldMk cId="900026806" sldId="277"/>
        </pc:sldMkLst>
        <pc:spChg chg="mod">
          <ac:chgData name="Ehsan Moravveji" userId="21e7e8ea3c9f37f0" providerId="LiveId" clId="{D744D3B0-AF5B-4D2F-B0E9-17BEF0A4F514}" dt="2025-10-09T20:16:19.648" v="570" actId="20577"/>
          <ac:spMkLst>
            <pc:docMk/>
            <pc:sldMk cId="900026806" sldId="277"/>
            <ac:spMk id="8" creationId="{00000000-0000-0000-0000-000000000000}"/>
          </ac:spMkLst>
        </pc:spChg>
      </pc:sldChg>
      <pc:sldChg chg="modSp mod">
        <pc:chgData name="Ehsan Moravveji" userId="21e7e8ea3c9f37f0" providerId="LiveId" clId="{D744D3B0-AF5B-4D2F-B0E9-17BEF0A4F514}" dt="2025-09-22T12:51:53.189" v="458" actId="20577"/>
        <pc:sldMkLst>
          <pc:docMk/>
          <pc:sldMk cId="2202599516" sldId="306"/>
        </pc:sldMkLst>
        <pc:spChg chg="mod">
          <ac:chgData name="Ehsan Moravveji" userId="21e7e8ea3c9f37f0" providerId="LiveId" clId="{D744D3B0-AF5B-4D2F-B0E9-17BEF0A4F514}" dt="2025-09-22T12:51:53.189" v="458" actId="20577"/>
          <ac:spMkLst>
            <pc:docMk/>
            <pc:sldMk cId="2202599516" sldId="306"/>
            <ac:spMk id="3" creationId="{00000000-0000-0000-0000-000000000000}"/>
          </ac:spMkLst>
        </pc:spChg>
      </pc:sldChg>
      <pc:sldChg chg="modSp mod">
        <pc:chgData name="Ehsan Moravveji" userId="21e7e8ea3c9f37f0" providerId="LiveId" clId="{D744D3B0-AF5B-4D2F-B0E9-17BEF0A4F514}" dt="2025-09-22T11:05:17.533" v="30" actId="20577"/>
        <pc:sldMkLst>
          <pc:docMk/>
          <pc:sldMk cId="4024688066" sldId="422"/>
        </pc:sldMkLst>
        <pc:spChg chg="mod">
          <ac:chgData name="Ehsan Moravveji" userId="21e7e8ea3c9f37f0" providerId="LiveId" clId="{D744D3B0-AF5B-4D2F-B0E9-17BEF0A4F514}" dt="2025-09-22T11:05:17.533" v="30" actId="20577"/>
          <ac:spMkLst>
            <pc:docMk/>
            <pc:sldMk cId="4024688066" sldId="422"/>
            <ac:spMk id="3" creationId="{00000000-0000-0000-0000-000000000000}"/>
          </ac:spMkLst>
        </pc:spChg>
      </pc:sldChg>
      <pc:sldChg chg="modSp mod">
        <pc:chgData name="Ehsan Moravveji" userId="21e7e8ea3c9f37f0" providerId="LiveId" clId="{D744D3B0-AF5B-4D2F-B0E9-17BEF0A4F514}" dt="2025-09-22T12:44:27.514" v="103" actId="20577"/>
        <pc:sldMkLst>
          <pc:docMk/>
          <pc:sldMk cId="3137627713" sldId="450"/>
        </pc:sldMkLst>
        <pc:spChg chg="mod">
          <ac:chgData name="Ehsan Moravveji" userId="21e7e8ea3c9f37f0" providerId="LiveId" clId="{D744D3B0-AF5B-4D2F-B0E9-17BEF0A4F514}" dt="2025-09-22T12:44:27.514" v="103" actId="20577"/>
          <ac:spMkLst>
            <pc:docMk/>
            <pc:sldMk cId="3137627713" sldId="450"/>
            <ac:spMk id="3" creationId="{00000000-0000-0000-0000-000000000000}"/>
          </ac:spMkLst>
        </pc:spChg>
      </pc:sldChg>
      <pc:sldChg chg="modSp mod">
        <pc:chgData name="Ehsan Moravveji" userId="21e7e8ea3c9f37f0" providerId="LiveId" clId="{D744D3B0-AF5B-4D2F-B0E9-17BEF0A4F514}" dt="2025-10-09T20:09:30.980" v="545" actId="20577"/>
        <pc:sldMkLst>
          <pc:docMk/>
          <pc:sldMk cId="1993845899" sldId="452"/>
        </pc:sldMkLst>
        <pc:spChg chg="mod">
          <ac:chgData name="Ehsan Moravveji" userId="21e7e8ea3c9f37f0" providerId="LiveId" clId="{D744D3B0-AF5B-4D2F-B0E9-17BEF0A4F514}" dt="2025-10-09T20:09:30.980" v="545" actId="20577"/>
          <ac:spMkLst>
            <pc:docMk/>
            <pc:sldMk cId="1993845899" sldId="452"/>
            <ac:spMk id="3" creationId="{D2BD0F7D-886F-D0EC-1A58-D39C9DC5DA7B}"/>
          </ac:spMkLst>
        </pc:spChg>
      </pc:sldChg>
    </pc:docChg>
  </pc:docChgLst>
  <pc:docChgLst>
    <pc:chgData name="Frank Van Puyvelde" userId="ba4190df-4674-45fe-be59-1502c3515486" providerId="ADAL" clId="{11A3C616-F36D-48E5-B523-4B25E96A695F}"/>
    <pc:docChg chg="modSld">
      <pc:chgData name="Frank Van Puyvelde" userId="ba4190df-4674-45fe-be59-1502c3515486" providerId="ADAL" clId="{11A3C616-F36D-48E5-B523-4B25E96A695F}" dt="2023-02-08T15:28:35.065" v="1" actId="20577"/>
      <pc:docMkLst>
        <pc:docMk/>
      </pc:docMkLst>
      <pc:sldChg chg="modSp mod">
        <pc:chgData name="Frank Van Puyvelde" userId="ba4190df-4674-45fe-be59-1502c3515486" providerId="ADAL" clId="{11A3C616-F36D-48E5-B523-4B25E96A695F}" dt="2023-02-08T15:28:35.065" v="1" actId="20577"/>
        <pc:sldMkLst>
          <pc:docMk/>
          <pc:sldMk cId="2202599516" sldId="306"/>
        </pc:sldMkLst>
      </pc:sldChg>
    </pc:docChg>
  </pc:docChgLst>
  <pc:docChgLst>
    <pc:chgData name="Frank Van Puyvelde" userId="ba4190df-4674-45fe-be59-1502c3515486" providerId="ADAL" clId="{096CA474-EC3B-4513-9F54-E64D9E5E7AF7}"/>
    <pc:docChg chg="undo custSel modSld">
      <pc:chgData name="Frank Van Puyvelde" userId="ba4190df-4674-45fe-be59-1502c3515486" providerId="ADAL" clId="{096CA474-EC3B-4513-9F54-E64D9E5E7AF7}" dt="2025-01-03T09:33:50.721" v="19" actId="729"/>
      <pc:docMkLst>
        <pc:docMk/>
      </pc:docMkLst>
      <pc:sldChg chg="modSp mod">
        <pc:chgData name="Frank Van Puyvelde" userId="ba4190df-4674-45fe-be59-1502c3515486" providerId="ADAL" clId="{096CA474-EC3B-4513-9F54-E64D9E5E7AF7}" dt="2025-01-03T09:31:08.345" v="18"/>
        <pc:sldMkLst>
          <pc:docMk/>
          <pc:sldMk cId="3160323708" sldId="303"/>
        </pc:sldMkLst>
      </pc:sldChg>
      <pc:sldChg chg="modSp mod">
        <pc:chgData name="Frank Van Puyvelde" userId="ba4190df-4674-45fe-be59-1502c3515486" providerId="ADAL" clId="{096CA474-EC3B-4513-9F54-E64D9E5E7AF7}" dt="2025-01-03T09:15:26.764" v="16" actId="27636"/>
        <pc:sldMkLst>
          <pc:docMk/>
          <pc:sldMk cId="2202599516" sldId="306"/>
        </pc:sldMkLst>
      </pc:sldChg>
      <pc:sldChg chg="mod modShow">
        <pc:chgData name="Frank Van Puyvelde" userId="ba4190df-4674-45fe-be59-1502c3515486" providerId="ADAL" clId="{096CA474-EC3B-4513-9F54-E64D9E5E7AF7}" dt="2025-01-03T09:33:50.721" v="19" actId="729"/>
        <pc:sldMkLst>
          <pc:docMk/>
          <pc:sldMk cId="368603748" sldId="428"/>
        </pc:sldMkLst>
      </pc:sldChg>
    </pc:docChg>
  </pc:docChgLst>
  <pc:docChgLst>
    <pc:chgData name="Frank Van Puyvelde" userId="ba4190df-4674-45fe-be59-1502c3515486" providerId="ADAL" clId="{FAD21B44-E137-496B-A9BA-2552824DC4EE}"/>
    <pc:docChg chg="undo custSel addSld delSld modSld modSection">
      <pc:chgData name="Frank Van Puyvelde" userId="ba4190df-4674-45fe-be59-1502c3515486" providerId="ADAL" clId="{FAD21B44-E137-496B-A9BA-2552824DC4EE}" dt="2023-09-01T12:52:51.918" v="154" actId="27636"/>
      <pc:docMkLst>
        <pc:docMk/>
      </pc:docMkLst>
      <pc:sldChg chg="delSp mod delAnim">
        <pc:chgData name="Frank Van Puyvelde" userId="ba4190df-4674-45fe-be59-1502c3515486" providerId="ADAL" clId="{FAD21B44-E137-496B-A9BA-2552824DC4EE}" dt="2023-09-01T08:51:06.285" v="0" actId="478"/>
        <pc:sldMkLst>
          <pc:docMk/>
          <pc:sldMk cId="3619848797" sldId="256"/>
        </pc:sldMkLst>
      </pc:sldChg>
      <pc:sldChg chg="delSp mod delAnim">
        <pc:chgData name="Frank Van Puyvelde" userId="ba4190df-4674-45fe-be59-1502c3515486" providerId="ADAL" clId="{FAD21B44-E137-496B-A9BA-2552824DC4EE}" dt="2023-09-01T08:51:08.210" v="1" actId="478"/>
        <pc:sldMkLst>
          <pc:docMk/>
          <pc:sldMk cId="158258528" sldId="259"/>
        </pc:sldMkLst>
      </pc:sldChg>
      <pc:sldChg chg="delSp mod delAnim">
        <pc:chgData name="Frank Van Puyvelde" userId="ba4190df-4674-45fe-be59-1502c3515486" providerId="ADAL" clId="{FAD21B44-E137-496B-A9BA-2552824DC4EE}" dt="2023-09-01T08:51:17.698" v="6" actId="478"/>
        <pc:sldMkLst>
          <pc:docMk/>
          <pc:sldMk cId="381366604" sldId="272"/>
        </pc:sldMkLst>
      </pc:sldChg>
      <pc:sldChg chg="delSp mod delAnim">
        <pc:chgData name="Frank Van Puyvelde" userId="ba4190df-4674-45fe-be59-1502c3515486" providerId="ADAL" clId="{FAD21B44-E137-496B-A9BA-2552824DC4EE}" dt="2023-09-01T08:51:19.051" v="7" actId="478"/>
        <pc:sldMkLst>
          <pc:docMk/>
          <pc:sldMk cId="456543188" sldId="273"/>
        </pc:sldMkLst>
      </pc:sldChg>
      <pc:sldChg chg="delSp modSp mod delAnim">
        <pc:chgData name="Frank Van Puyvelde" userId="ba4190df-4674-45fe-be59-1502c3515486" providerId="ADAL" clId="{FAD21B44-E137-496B-A9BA-2552824DC4EE}" dt="2023-09-01T12:52:34.879" v="152" actId="6549"/>
        <pc:sldMkLst>
          <pc:docMk/>
          <pc:sldMk cId="2147850064" sldId="275"/>
        </pc:sldMkLst>
      </pc:sldChg>
      <pc:sldChg chg="delSp modSp mod modClrScheme delAnim chgLayout">
        <pc:chgData name="Frank Van Puyvelde" userId="ba4190df-4674-45fe-be59-1502c3515486" providerId="ADAL" clId="{FAD21B44-E137-496B-A9BA-2552824DC4EE}" dt="2023-09-01T12:52:51.918" v="154" actId="27636"/>
        <pc:sldMkLst>
          <pc:docMk/>
          <pc:sldMk cId="1126676197" sldId="276"/>
        </pc:sldMkLst>
      </pc:sldChg>
      <pc:sldChg chg="delSp mod delAnim">
        <pc:chgData name="Frank Van Puyvelde" userId="ba4190df-4674-45fe-be59-1502c3515486" providerId="ADAL" clId="{FAD21B44-E137-496B-A9BA-2552824DC4EE}" dt="2023-09-01T08:51:28.155" v="13" actId="478"/>
        <pc:sldMkLst>
          <pc:docMk/>
          <pc:sldMk cId="900026806" sldId="277"/>
        </pc:sldMkLst>
      </pc:sldChg>
      <pc:sldChg chg="delSp mod delAnim">
        <pc:chgData name="Frank Van Puyvelde" userId="ba4190df-4674-45fe-be59-1502c3515486" providerId="ADAL" clId="{FAD21B44-E137-496B-A9BA-2552824DC4EE}" dt="2023-09-01T08:51:14.602" v="4" actId="478"/>
        <pc:sldMkLst>
          <pc:docMk/>
          <pc:sldMk cId="1770957299" sldId="300"/>
        </pc:sldMkLst>
      </pc:sldChg>
      <pc:sldChg chg="delSp modSp mod delAnim">
        <pc:chgData name="Frank Van Puyvelde" userId="ba4190df-4674-45fe-be59-1502c3515486" providerId="ADAL" clId="{FAD21B44-E137-496B-A9BA-2552824DC4EE}" dt="2023-09-01T11:18:20.928" v="67" actId="20577"/>
        <pc:sldMkLst>
          <pc:docMk/>
          <pc:sldMk cId="3160323708" sldId="303"/>
        </pc:sldMkLst>
      </pc:sldChg>
      <pc:sldChg chg="delSp modSp mod delAnim">
        <pc:chgData name="Frank Van Puyvelde" userId="ba4190df-4674-45fe-be59-1502c3515486" providerId="ADAL" clId="{FAD21B44-E137-496B-A9BA-2552824DC4EE}" dt="2023-09-01T08:54:24" v="18" actId="6549"/>
        <pc:sldMkLst>
          <pc:docMk/>
          <pc:sldMk cId="2202599516" sldId="306"/>
        </pc:sldMkLst>
      </pc:sldChg>
      <pc:sldChg chg="delSp mod delAnim">
        <pc:chgData name="Frank Van Puyvelde" userId="ba4190df-4674-45fe-be59-1502c3515486" providerId="ADAL" clId="{FAD21B44-E137-496B-A9BA-2552824DC4EE}" dt="2023-09-01T08:51:10.469" v="2" actId="478"/>
        <pc:sldMkLst>
          <pc:docMk/>
          <pc:sldMk cId="2849695021" sldId="357"/>
        </pc:sldMkLst>
      </pc:sldChg>
      <pc:sldChg chg="delSp mod delAnim">
        <pc:chgData name="Frank Van Puyvelde" userId="ba4190df-4674-45fe-be59-1502c3515486" providerId="ADAL" clId="{FAD21B44-E137-496B-A9BA-2552824DC4EE}" dt="2023-09-01T08:51:12.183" v="3" actId="478"/>
        <pc:sldMkLst>
          <pc:docMk/>
          <pc:sldMk cId="4024688066" sldId="422"/>
        </pc:sldMkLst>
      </pc:sldChg>
      <pc:sldChg chg="delSp mod delAnim">
        <pc:chgData name="Frank Van Puyvelde" userId="ba4190df-4674-45fe-be59-1502c3515486" providerId="ADAL" clId="{FAD21B44-E137-496B-A9BA-2552824DC4EE}" dt="2023-09-01T08:51:24.067" v="10" actId="478"/>
        <pc:sldMkLst>
          <pc:docMk/>
          <pc:sldMk cId="368603748" sldId="428"/>
        </pc:sldMkLst>
      </pc:sldChg>
      <pc:sldChg chg="delSp modSp mod delAnim">
        <pc:chgData name="Frank Van Puyvelde" userId="ba4190df-4674-45fe-be59-1502c3515486" providerId="ADAL" clId="{FAD21B44-E137-496B-A9BA-2552824DC4EE}" dt="2023-09-01T08:53:20.507" v="17" actId="6549"/>
        <pc:sldMkLst>
          <pc:docMk/>
          <pc:sldMk cId="3137627713" sldId="450"/>
        </pc:sldMkLst>
      </pc:sldChg>
      <pc:sldChg chg="addSp modSp new mod">
        <pc:chgData name="Frank Van Puyvelde" userId="ba4190df-4674-45fe-be59-1502c3515486" providerId="ADAL" clId="{FAD21B44-E137-496B-A9BA-2552824DC4EE}" dt="2023-09-01T11:24:59.974" v="149" actId="6549"/>
        <pc:sldMkLst>
          <pc:docMk/>
          <pc:sldMk cId="101840164" sldId="451"/>
        </pc:sldMkLst>
      </pc:sldChg>
      <pc:sldChg chg="modSp new del mod">
        <pc:chgData name="Frank Van Puyvelde" userId="ba4190df-4674-45fe-be59-1502c3515486" providerId="ADAL" clId="{FAD21B44-E137-496B-A9BA-2552824DC4EE}" dt="2023-09-01T11:18:33.730" v="68" actId="47"/>
        <pc:sldMkLst>
          <pc:docMk/>
          <pc:sldMk cId="2568359866" sldId="451"/>
        </pc:sldMkLst>
      </pc:sldChg>
    </pc:docChg>
  </pc:docChgLst>
  <pc:docChgLst>
    <pc:chgData name="Frank Van Puyvelde" userId="ba4190df-4674-45fe-be59-1502c3515486" providerId="ADAL" clId="{7337CD30-6E8D-40D4-80A3-06871DEF7295}"/>
    <pc:docChg chg="custSel modSld">
      <pc:chgData name="Frank Van Puyvelde" userId="ba4190df-4674-45fe-be59-1502c3515486" providerId="ADAL" clId="{7337CD30-6E8D-40D4-80A3-06871DEF7295}" dt="2022-11-12T10:08:02.702" v="74" actId="6549"/>
      <pc:docMkLst>
        <pc:docMk/>
      </pc:docMkLst>
      <pc:sldChg chg="modSp mod">
        <pc:chgData name="Frank Van Puyvelde" userId="ba4190df-4674-45fe-be59-1502c3515486" providerId="ADAL" clId="{7337CD30-6E8D-40D4-80A3-06871DEF7295}" dt="2022-11-03T10:20:06.266" v="39" actId="20577"/>
        <pc:sldMkLst>
          <pc:docMk/>
          <pc:sldMk cId="456543188" sldId="273"/>
        </pc:sldMkLst>
      </pc:sldChg>
      <pc:sldChg chg="modSp mod">
        <pc:chgData name="Frank Van Puyvelde" userId="ba4190df-4674-45fe-be59-1502c3515486" providerId="ADAL" clId="{7337CD30-6E8D-40D4-80A3-06871DEF7295}" dt="2022-11-12T10:08:02.702" v="74" actId="6549"/>
        <pc:sldMkLst>
          <pc:docMk/>
          <pc:sldMk cId="2202599516" sldId="306"/>
        </pc:sldMkLst>
      </pc:sldChg>
      <pc:sldChg chg="modSp mod">
        <pc:chgData name="Frank Van Puyvelde" userId="ba4190df-4674-45fe-be59-1502c3515486" providerId="ADAL" clId="{7337CD30-6E8D-40D4-80A3-06871DEF7295}" dt="2022-11-03T09:47:22.670" v="7" actId="20577"/>
        <pc:sldMkLst>
          <pc:docMk/>
          <pc:sldMk cId="4024688066" sldId="4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35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75BC9-5AAE-4E1F-9FAE-BC04149B1DB3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0F272-7F92-4FF0-959A-28E623229BE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353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261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131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57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321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542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836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1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003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819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394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497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651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030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it.readthedocs.io/en/latest/pages/naming_convention.html" TargetMode="External"/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quickstart</a:t>
            </a:r>
            <a:r>
              <a:rPr lang="en-US" dirty="0"/>
              <a:t> into the key concepts of programming</a:t>
            </a:r>
          </a:p>
          <a:p>
            <a:r>
              <a:rPr lang="en-US" dirty="0"/>
              <a:t>Basic syntax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1984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88"/>
    </mc:Choice>
    <mc:Fallback xmlns="">
      <p:transition spd="slow" advTm="222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342" r="10940"/>
          <a:stretch/>
        </p:blipFill>
        <p:spPr>
          <a:xfrm>
            <a:off x="2469663" y="2000250"/>
            <a:ext cx="7197969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Variables (</a:t>
            </a:r>
            <a:r>
              <a:rPr lang="en-US" i="1" dirty="0"/>
              <a:t>integers, strings, dates, etc.)</a:t>
            </a:r>
          </a:p>
          <a:p>
            <a:r>
              <a:rPr lang="en-US" dirty="0"/>
              <a:t>Flow control (</a:t>
            </a:r>
            <a:r>
              <a:rPr lang="en-US" i="1" dirty="0"/>
              <a:t>if then, loop, etc.</a:t>
            </a:r>
            <a:r>
              <a:rPr lang="en-US" dirty="0"/>
              <a:t>)</a:t>
            </a:r>
          </a:p>
          <a:p>
            <a:r>
              <a:rPr lang="en-US" dirty="0"/>
              <a:t>Functions (</a:t>
            </a:r>
            <a:r>
              <a:rPr lang="en-US" i="1" dirty="0"/>
              <a:t>named list of steps the code will follow, with clear input</a:t>
            </a:r>
            <a:r>
              <a:rPr lang="en-US" i="1"/>
              <a:t>/output</a:t>
            </a:r>
            <a:r>
              <a:rPr lang="en-US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8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020"/>
    </mc:Choice>
    <mc:Fallback xmlns="">
      <p:transition spd="slow" advTm="1330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Python: basic syntax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basic_syntax.ipynb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709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22"/>
    </mc:Choice>
    <mc:Fallback xmlns="">
      <p:transition spd="slow" advTm="212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files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scripts are saved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 err="1"/>
              <a:t>Jupyter</a:t>
            </a:r>
            <a:r>
              <a:rPr lang="en-US" dirty="0"/>
              <a:t> notebook files: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ipynb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Naming convention</a:t>
            </a:r>
          </a:p>
          <a:p>
            <a:pPr lvl="1" algn="just"/>
            <a:r>
              <a:rPr lang="en-US" dirty="0"/>
              <a:t>lowercase, with words separated by underscores as necessary to improve readability</a:t>
            </a:r>
          </a:p>
          <a:p>
            <a:pPr lvl="1" algn="just"/>
            <a:r>
              <a:rPr lang="en-US" dirty="0"/>
              <a:t>Indentation: 4 spaces (not tabs!)</a:t>
            </a:r>
          </a:p>
          <a:p>
            <a:pPr lvl="1" algn="just"/>
            <a:r>
              <a:rPr lang="en-US" dirty="0"/>
              <a:t>Max line length: 79 characters</a:t>
            </a:r>
          </a:p>
          <a:p>
            <a:pPr lvl="1" algn="just"/>
            <a:r>
              <a:rPr lang="en-US" dirty="0">
                <a:hlinkClick r:id="rId2"/>
              </a:rPr>
              <a:t>https://peps.python.org/pep-0008/</a:t>
            </a:r>
            <a:endParaRPr lang="nl-BE" dirty="0">
              <a:hlinkClick r:id="rId3"/>
            </a:endParaRPr>
          </a:p>
          <a:p>
            <a:pPr lvl="1" algn="just"/>
            <a:r>
              <a:rPr lang="nl-BE" dirty="0">
                <a:hlinkClick r:id="rId3"/>
              </a:rPr>
              <a:t>https://visualgit.readthedocs.io/en/latest/pages/naming_convention.html</a:t>
            </a:r>
            <a:endParaRPr lang="nl-BE" dirty="0"/>
          </a:p>
          <a:p>
            <a:pPr lvl="1" algn="just"/>
            <a:r>
              <a:rPr lang="nl-BE" dirty="0" err="1"/>
              <a:t>Use</a:t>
            </a:r>
            <a:r>
              <a:rPr lang="nl-BE" dirty="0"/>
              <a:t> a </a:t>
            </a:r>
            <a:r>
              <a:rPr lang="nl-BE" dirty="0" err="1"/>
              <a:t>linter</a:t>
            </a:r>
            <a:r>
              <a:rPr lang="nl-BE" dirty="0"/>
              <a:t> (e.g. flake8, </a:t>
            </a:r>
            <a:r>
              <a:rPr lang="nl-BE" dirty="0" err="1"/>
              <a:t>pylint</a:t>
            </a:r>
            <a:r>
              <a:rPr lang="nl-BE" dirty="0"/>
              <a:t>, </a:t>
            </a:r>
            <a:r>
              <a:rPr lang="nl-BE" dirty="0" err="1"/>
              <a:t>ruff</a:t>
            </a:r>
            <a:r>
              <a:rPr lang="nl-BE" dirty="0"/>
              <a:t>, </a:t>
            </a:r>
            <a:r>
              <a:rPr lang="nl-BE" dirty="0" err="1"/>
              <a:t>etc</a:t>
            </a:r>
            <a:r>
              <a:rPr lang="nl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762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54"/>
    </mc:Choice>
    <mc:Fallback xmlns="">
      <p:transition spd="slow" advTm="5845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syntax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2601"/>
          </a:xfrm>
        </p:spPr>
        <p:txBody>
          <a:bodyPr/>
          <a:lstStyle/>
          <a:p>
            <a:r>
              <a:rPr lang="en-US" i="1" dirty="0"/>
              <a:t>Syntax:  </a:t>
            </a:r>
          </a:p>
          <a:p>
            <a:pPr lvl="1"/>
            <a:r>
              <a:rPr lang="en-US" dirty="0"/>
              <a:t>refers to the structure of the language </a:t>
            </a:r>
          </a:p>
          <a:p>
            <a:pPr lvl="1"/>
            <a:r>
              <a:rPr lang="en-US" dirty="0"/>
              <a:t>i.e., what constitutes a </a:t>
            </a:r>
            <a:r>
              <a:rPr lang="nl-BE" dirty="0" err="1"/>
              <a:t>correctly</a:t>
            </a:r>
            <a:r>
              <a:rPr lang="nl-BE" dirty="0"/>
              <a:t> </a:t>
            </a:r>
            <a:r>
              <a:rPr lang="nl-BE" dirty="0" err="1"/>
              <a:t>formed</a:t>
            </a:r>
            <a:r>
              <a:rPr lang="nl-BE" dirty="0"/>
              <a:t> program.</a:t>
            </a:r>
          </a:p>
          <a:p>
            <a:pPr lvl="1"/>
            <a:r>
              <a:rPr lang="nl-BE" dirty="0" err="1"/>
              <a:t>E.g</a:t>
            </a:r>
            <a:r>
              <a:rPr lang="nl-BE" dirty="0"/>
              <a:t>, ‘country’ is correct, but ‘</a:t>
            </a:r>
            <a:r>
              <a:rPr lang="nl-BE" dirty="0" err="1"/>
              <a:t>Kountri</a:t>
            </a:r>
            <a:r>
              <a:rPr lang="nl-BE" dirty="0"/>
              <a:t>’ is </a:t>
            </a:r>
            <a:r>
              <a:rPr lang="nl-BE" dirty="0" err="1"/>
              <a:t>syntactically</a:t>
            </a:r>
            <a:r>
              <a:rPr lang="nl-BE" dirty="0"/>
              <a:t> wrong</a:t>
            </a:r>
          </a:p>
          <a:p>
            <a:r>
              <a:rPr lang="en-US" i="1" dirty="0"/>
              <a:t>Semantics: </a:t>
            </a:r>
          </a:p>
          <a:p>
            <a:pPr lvl="1"/>
            <a:r>
              <a:rPr lang="en-US" dirty="0"/>
              <a:t>involve the meaning of the statements</a:t>
            </a:r>
          </a:p>
          <a:p>
            <a:pPr lvl="1"/>
            <a:r>
              <a:rPr lang="en-US" dirty="0"/>
              <a:t>E.g., ‘humans swim’ is semantically correct, but ‘humans fly’ is semantically wrong (although syntactically correct!)</a:t>
            </a: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2F9345-6261-A507-9618-38CE370AD935}"/>
              </a:ext>
            </a:extLst>
          </p:cNvPr>
          <p:cNvSpPr txBox="1"/>
          <p:nvPr/>
        </p:nvSpPr>
        <p:spPr>
          <a:xfrm>
            <a:off x="745435" y="5347252"/>
            <a:ext cx="10306878" cy="830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Your Python code should be syntactically AND semantically correct (for correct scientific results and reproducibility).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38136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39"/>
    </mc:Choice>
    <mc:Fallback xmlns="">
      <p:transition spd="slow" advTm="4013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Comments</a:t>
            </a:r>
            <a:r>
              <a:rPr lang="nl-BE" dirty="0"/>
              <a:t> are </a:t>
            </a:r>
            <a:r>
              <a:rPr lang="nl-BE" dirty="0" err="1"/>
              <a:t>marked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b="1" dirty="0"/>
              <a:t>#</a:t>
            </a:r>
          </a:p>
          <a:p>
            <a:r>
              <a:rPr lang="nl-BE" dirty="0" err="1"/>
              <a:t>Anything</a:t>
            </a:r>
            <a:r>
              <a:rPr lang="nl-BE" dirty="0"/>
              <a:t> </a:t>
            </a:r>
            <a:r>
              <a:rPr lang="en-US" dirty="0"/>
              <a:t>on the line following the hash sign is ignored by the interpreter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+= 2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# shorthand for x = x + 2</a:t>
            </a:r>
          </a:p>
          <a:p>
            <a:r>
              <a:rPr lang="en-US" dirty="0"/>
              <a:t>multiline comments: </a:t>
            </a:r>
          </a:p>
          <a:p>
            <a:pPr lvl="1"/>
            <a:r>
              <a:rPr lang="en-US" dirty="0"/>
              <a:t>no syntax out of the box</a:t>
            </a:r>
          </a:p>
          <a:p>
            <a:pPr lvl="1"/>
            <a:r>
              <a:rPr lang="en-US" dirty="0"/>
              <a:t>use consecutive # single-line comments</a:t>
            </a:r>
          </a:p>
          <a:p>
            <a:pPr lvl="1"/>
            <a:r>
              <a:rPr lang="en-US" dirty="0"/>
              <a:t>IDEs have comment/uncomment </a:t>
            </a:r>
            <a:r>
              <a:rPr lang="en-US" dirty="0" err="1"/>
              <a:t>shortkeys</a:t>
            </a:r>
            <a:r>
              <a:rPr lang="en-US" dirty="0"/>
              <a:t>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Ctrl+/</a:t>
            </a:r>
            <a:r>
              <a:rPr lang="en-US" dirty="0"/>
              <a:t>)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4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08"/>
    </mc:Choice>
    <mc:Fallback xmlns="">
      <p:transition spd="slow" advTm="667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statement is one complete </a:t>
            </a:r>
            <a:r>
              <a:rPr lang="en-US" i="1" dirty="0"/>
              <a:t>sentence</a:t>
            </a:r>
            <a:r>
              <a:rPr lang="en-US" dirty="0"/>
              <a:t> in the language.  It contains one complete instruction. </a:t>
            </a:r>
          </a:p>
          <a:p>
            <a:r>
              <a:rPr lang="nl-BE" dirty="0"/>
              <a:t>End-of-Line </a:t>
            </a:r>
            <a:r>
              <a:rPr lang="nl-BE" dirty="0" err="1"/>
              <a:t>terminates</a:t>
            </a:r>
            <a:r>
              <a:rPr lang="nl-BE" dirty="0"/>
              <a:t> a statement (</a:t>
            </a:r>
            <a:r>
              <a:rPr lang="en-US" dirty="0"/>
              <a:t>no semicolon required)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= A</a:t>
            </a:r>
          </a:p>
          <a:p>
            <a:pPr marL="457200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surfC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r**2</a:t>
            </a:r>
          </a:p>
          <a:p>
            <a:r>
              <a:rPr lang="en-US" dirty="0"/>
              <a:t>Continuation: continue to the next line,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dirty="0"/>
              <a:t> marker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1 + 2 + 3 + 4\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+ 5 + 6 + 7 + 8</a:t>
            </a:r>
          </a:p>
          <a:p>
            <a:r>
              <a:rPr lang="en-US" dirty="0"/>
              <a:t>Semicolon can optionally terminate a statement (discouraged)</a:t>
            </a:r>
          </a:p>
          <a:p>
            <a:pPr marL="0" indent="0">
              <a:buNone/>
            </a:pP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[];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0259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603"/>
    </mc:Choice>
    <mc:Fallback xmlns="">
      <p:transition spd="slow" advTm="996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blocks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newlines and indentation are syntax in python.</a:t>
            </a:r>
          </a:p>
          <a:p>
            <a:r>
              <a:rPr lang="en-US" dirty="0"/>
              <a:t>Statements can be grouped into </a:t>
            </a:r>
            <a:r>
              <a:rPr lang="en-US" b="1" dirty="0"/>
              <a:t>blocks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block </a:t>
            </a:r>
            <a:r>
              <a:rPr lang="en-US" dirty="0"/>
              <a:t>of code is a set of statements that should be treated as a unit.</a:t>
            </a:r>
          </a:p>
          <a:p>
            <a:pPr lvl="1"/>
            <a:r>
              <a:rPr lang="en-US" dirty="0"/>
              <a:t>Structures that introduce a block, end with a colon 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Many operations define a </a:t>
            </a:r>
            <a:r>
              <a:rPr lang="en-US" b="1" dirty="0"/>
              <a:t>code block</a:t>
            </a:r>
          </a:p>
          <a:p>
            <a:pPr lvl="2"/>
            <a:r>
              <a:rPr lang="en-US" dirty="0"/>
              <a:t>Code to run within a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) loop</a:t>
            </a:r>
          </a:p>
          <a:p>
            <a:pPr lvl="2"/>
            <a:r>
              <a:rPr lang="en-US" dirty="0"/>
              <a:t>Code to run (or not) depending on a logical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) test</a:t>
            </a:r>
            <a:endParaRPr lang="en-US" b="1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6032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577"/>
    </mc:Choice>
    <mc:Fallback xmlns="">
      <p:transition spd="slow" advTm="11657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F294-B7AA-B9B3-D5D0-2DE58C95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D0F7D-886F-D0EC-1A58-D39C9DC5D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Blocks are indicated by </a:t>
            </a:r>
            <a:r>
              <a:rPr lang="en-US" b="1" dirty="0"/>
              <a:t>indentation level.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ndentation is mandatory in Python and must be exact.</a:t>
            </a:r>
          </a:p>
          <a:p>
            <a:pPr lvl="1"/>
            <a:r>
              <a:rPr lang="en-US" dirty="0"/>
              <a:t>Python style recommends </a:t>
            </a:r>
            <a:r>
              <a:rPr lang="en-US" b="1" dirty="0"/>
              <a:t>4 spaces </a:t>
            </a:r>
            <a:r>
              <a:rPr lang="en-US" dirty="0"/>
              <a:t>for indentation</a:t>
            </a:r>
          </a:p>
          <a:p>
            <a:pPr lvl="1"/>
            <a:r>
              <a:rPr lang="en-US" dirty="0"/>
              <a:t>Indent each block by however many spaces (at least 1) you wish to use, but each block level must be indented by exactly the same number.  </a:t>
            </a:r>
          </a:p>
          <a:p>
            <a:pPr lvl="2"/>
            <a:r>
              <a:rPr lang="nl-BE" dirty="0"/>
              <a:t>Do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tabs, </a:t>
            </a:r>
            <a:r>
              <a:rPr lang="en-US" dirty="0"/>
              <a:t>spaces are the preferred indentation method.</a:t>
            </a:r>
            <a:endParaRPr lang="nl-BE" dirty="0"/>
          </a:p>
          <a:p>
            <a:pPr lvl="2"/>
            <a:r>
              <a:rPr lang="en-US" dirty="0"/>
              <a:t>Python-aware editors (e.g. Spyder, </a:t>
            </a:r>
            <a:r>
              <a:rPr lang="en-US" dirty="0" err="1"/>
              <a:t>VSCode</a:t>
            </a:r>
            <a:r>
              <a:rPr lang="en-US" dirty="0"/>
              <a:t>, vim) will automatically indent the next statement to the same level as the one before it; so, check your first indent</a:t>
            </a:r>
          </a:p>
          <a:p>
            <a:pPr lvl="2"/>
            <a:r>
              <a:rPr lang="en-US" dirty="0"/>
              <a:t>Check your IDE for defaults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4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Indentation</a:t>
            </a:r>
            <a:r>
              <a:rPr lang="nl-BE" dirty="0"/>
              <a:t>: Whitespace </a:t>
            </a:r>
            <a:r>
              <a:rPr lang="nl-BE" dirty="0" err="1"/>
              <a:t>matters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C,  code blocks are denoted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curly</a:t>
            </a:r>
            <a:r>
              <a:rPr lang="nl-BE" dirty="0"/>
              <a:t> </a:t>
            </a:r>
            <a:r>
              <a:rPr lang="nl-BE" dirty="0" err="1"/>
              <a:t>braces</a:t>
            </a:r>
            <a:r>
              <a:rPr lang="nl-BE" dirty="0"/>
              <a:t>:</a:t>
            </a:r>
          </a:p>
          <a:p>
            <a:pPr marL="0" indent="0">
              <a:buNone/>
            </a:pPr>
            <a:r>
              <a:rPr lang="nl-BE" i="1" dirty="0">
                <a:latin typeface="Courier New" panose="02070309020205020404" pitchFamily="49" charset="0"/>
                <a:cs typeface="Courier New" panose="02070309020205020404" pitchFamily="49" charset="0"/>
              </a:rPr>
              <a:t>// C code</a:t>
            </a:r>
          </a:p>
          <a:p>
            <a:pPr marL="0" indent="0">
              <a:buNone/>
            </a:pPr>
            <a:r>
              <a:rPr lang="nl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i=0; i&lt;100; i++)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+= i;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In Python, code blocks are denoted by </a:t>
            </a:r>
            <a:r>
              <a:rPr lang="en-US" i="1" dirty="0"/>
              <a:t>indentation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nl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range(100):</a:t>
            </a:r>
          </a:p>
          <a:p>
            <a:pPr marL="0" indent="0">
              <a:buNone/>
            </a:pPr>
            <a:r>
              <a:rPr lang="nl-BE" i="1" dirty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nl-BE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</a:t>
            </a:r>
            <a:r>
              <a:rPr lang="nl-BE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indicates</a:t>
            </a:r>
            <a:r>
              <a:rPr lang="nl-BE" i="1" dirty="0">
                <a:latin typeface="Courier New" panose="02070309020205020404" pitchFamily="49" charset="0"/>
                <a:cs typeface="Courier New" panose="02070309020205020404" pitchFamily="49" charset="0"/>
              </a:rPr>
              <a:t> code block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+= i</a:t>
            </a:r>
          </a:p>
          <a:p>
            <a:r>
              <a:rPr lang="en-US" dirty="0"/>
              <a:t>In Python, indented code blocks are always preceded by a colon (:) </a:t>
            </a:r>
            <a:r>
              <a:rPr lang="nl-BE" dirty="0"/>
              <a:t>on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previous</a:t>
            </a:r>
            <a:r>
              <a:rPr lang="nl-BE" dirty="0"/>
              <a:t> line.</a:t>
            </a:r>
          </a:p>
        </p:txBody>
      </p:sp>
    </p:spTree>
    <p:extLst>
      <p:ext uri="{BB962C8B-B14F-4D97-AF65-F5344CB8AC3E}">
        <p14:creationId xmlns:p14="http://schemas.microsoft.com/office/powerpoint/2010/main" val="214785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734"/>
    </mc:Choice>
    <mc:Fallback xmlns="">
      <p:transition spd="slow" advTm="72734"/>
    </mc:Fallback>
  </mc:AlternateContent>
  <p:extLst>
    <p:ext uri="{3A86A75C-4F4B-4683-9AE1-C65F6400EC91}">
      <p14:laserTraceLst xmlns:p14="http://schemas.microsoft.com/office/powerpoint/2010/main">
        <p14:tracePtLst>
          <p14:tracePt t="32123" x="4584700" y="4470400"/>
          <p14:tracePt t="32129" x="4584700" y="4464050"/>
          <p14:tracePt t="32144" x="4578350" y="4457700"/>
          <p14:tracePt t="32171" x="4572000" y="4457700"/>
          <p14:tracePt t="32180" x="4565650" y="4451350"/>
          <p14:tracePt t="32195" x="4559300" y="4445000"/>
          <p14:tracePt t="32211" x="4546600" y="4438650"/>
          <p14:tracePt t="32228" x="4527550" y="4432300"/>
          <p14:tracePt t="32244" x="4502150" y="4425950"/>
          <p14:tracePt t="32261" x="4476750" y="4419600"/>
          <p14:tracePt t="32278" x="4457700" y="4419600"/>
          <p14:tracePt t="32295" x="4425950" y="4406900"/>
          <p14:tracePt t="32311" x="4413250" y="4406900"/>
          <p14:tracePt t="32314" x="4400550" y="4406900"/>
          <p14:tracePt t="32331" x="4394200" y="4406900"/>
          <p14:tracePt t="32346" x="4387850" y="4406900"/>
          <p14:tracePt t="32361" x="4381500" y="4406900"/>
          <p14:tracePt t="32378" x="4362450" y="4406900"/>
          <p14:tracePt t="32394" x="4343400" y="4413250"/>
          <p14:tracePt t="32411" x="4324350" y="4413250"/>
          <p14:tracePt t="32428" x="4305300" y="4413250"/>
          <p14:tracePt t="32444" x="4267200" y="4413250"/>
          <p14:tracePt t="32461" x="4254500" y="4413250"/>
          <p14:tracePt t="32478" x="4235450" y="4413250"/>
          <p14:tracePt t="32494" x="4222750" y="4413250"/>
          <p14:tracePt t="32511" x="4216400" y="4413250"/>
          <p14:tracePt t="32589" x="4210050" y="4413250"/>
          <p14:tracePt t="32597" x="4203700" y="4413250"/>
          <p14:tracePt t="32613" x="4197350" y="4413250"/>
          <p14:tracePt t="32621" x="4191000" y="4419600"/>
          <p14:tracePt t="32637" x="4178300" y="4425950"/>
          <p14:tracePt t="32645" x="4165600" y="4425950"/>
          <p14:tracePt t="32661" x="4159250" y="4425950"/>
          <p14:tracePt t="32678" x="4133850" y="4438650"/>
          <p14:tracePt t="32694" x="4121150" y="4445000"/>
          <p14:tracePt t="32711" x="4102100" y="4457700"/>
          <p14:tracePt t="32728" x="4095750" y="4464050"/>
          <p14:tracePt t="32744" x="4083050" y="4483100"/>
          <p14:tracePt t="32763" x="4076700" y="4489450"/>
          <p14:tracePt t="32778" x="4070350" y="4502150"/>
          <p14:tracePt t="32796" x="4070350" y="4521200"/>
          <p14:tracePt t="32811" x="4070350" y="4527550"/>
          <p14:tracePt t="32828" x="4064000" y="4540250"/>
          <p14:tracePt t="32831" x="4064000" y="4546600"/>
          <p14:tracePt t="32844" x="4064000" y="4552950"/>
          <p14:tracePt t="32863" x="4064000" y="4578350"/>
          <p14:tracePt t="32880" x="4064000" y="4591050"/>
          <p14:tracePt t="32895" x="4064000" y="4603750"/>
          <p14:tracePt t="32911" x="4064000" y="4616450"/>
          <p14:tracePt t="32928" x="4070350" y="4629150"/>
          <p14:tracePt t="32945" x="4076700" y="4635500"/>
          <p14:tracePt t="32961" x="4083050" y="4648200"/>
          <p14:tracePt t="32978" x="4083050" y="4660900"/>
          <p14:tracePt t="32994" x="4089400" y="4667250"/>
          <p14:tracePt t="33011" x="4095750" y="4686300"/>
          <p14:tracePt t="33028" x="4102100" y="4699000"/>
          <p14:tracePt t="33044" x="4114800" y="4718050"/>
          <p14:tracePt t="33061" x="4127500" y="4737100"/>
          <p14:tracePt t="33064" x="4133850" y="4743450"/>
          <p14:tracePt t="33078" x="4140200" y="4749800"/>
          <p14:tracePt t="33094" x="4159250" y="4762500"/>
          <p14:tracePt t="33096" x="4165600" y="4762500"/>
          <p14:tracePt t="33111" x="4178300" y="4768850"/>
          <p14:tracePt t="33128" x="4216400" y="4775200"/>
          <p14:tracePt t="33144" x="4241800" y="4775200"/>
          <p14:tracePt t="33161" x="4254500" y="4775200"/>
          <p14:tracePt t="33178" x="4286250" y="4775200"/>
          <p14:tracePt t="33195" x="4305300" y="4775200"/>
          <p14:tracePt t="33211" x="4324350" y="4762500"/>
          <p14:tracePt t="33228" x="4343400" y="4749800"/>
          <p14:tracePt t="33244" x="4349750" y="4737100"/>
          <p14:tracePt t="33261" x="4375150" y="4718050"/>
          <p14:tracePt t="33278" x="4394200" y="4699000"/>
          <p14:tracePt t="33295" x="4419600" y="4667250"/>
          <p14:tracePt t="33311" x="4432300" y="4654550"/>
          <p14:tracePt t="33328" x="4457700" y="4610100"/>
          <p14:tracePt t="33331" x="4470400" y="4591050"/>
          <p14:tracePt t="33345" x="4476750" y="4565650"/>
          <p14:tracePt t="33361" x="4489450" y="4540250"/>
          <p14:tracePt t="33364" x="4495800" y="4521200"/>
          <p14:tracePt t="33378" x="4502150" y="4445000"/>
          <p14:tracePt t="33395" x="4502150" y="4400550"/>
          <p14:tracePt t="33411" x="4495800" y="4362450"/>
          <p14:tracePt t="33428" x="4483100" y="4337050"/>
          <p14:tracePt t="33444" x="4470400" y="4318000"/>
          <p14:tracePt t="33461" x="4464050" y="4311650"/>
          <p14:tracePt t="33478" x="4457700" y="4305300"/>
          <p14:tracePt t="33495" x="4451350" y="4298950"/>
          <p14:tracePt t="33511" x="4432300" y="4286250"/>
          <p14:tracePt t="33528" x="4425950" y="4279900"/>
          <p14:tracePt t="33544" x="4406900" y="4267200"/>
          <p14:tracePt t="33561" x="4394200" y="4254500"/>
          <p14:tracePt t="33578" x="4368800" y="4248150"/>
          <p14:tracePt t="33594" x="4349750" y="4241800"/>
          <p14:tracePt t="33596" x="4343400" y="4241800"/>
          <p14:tracePt t="33611" x="4324350" y="4241800"/>
          <p14:tracePt t="33628" x="4267200" y="4248150"/>
          <p14:tracePt t="33644" x="4241800" y="4260850"/>
          <p14:tracePt t="33661" x="4197350" y="4279900"/>
          <p14:tracePt t="33678" x="4171950" y="4292600"/>
          <p14:tracePt t="33695" x="4165600" y="4311650"/>
          <p14:tracePt t="33717" x="4165600" y="4318000"/>
          <p14:tracePt t="33728" x="4165600" y="4337050"/>
          <p14:tracePt t="33730" x="0" y="0"/>
        </p14:tracePtLst>
        <p14:tracePtLst>
          <p14:tracePt t="44390" x="4578350" y="6140450"/>
          <p14:tracePt t="44517" x="4584700" y="6140450"/>
          <p14:tracePt t="44525" x="4591050" y="6140450"/>
          <p14:tracePt t="44541" x="4597400" y="6140450"/>
          <p14:tracePt t="44557" x="4610100" y="6140450"/>
          <p14:tracePt t="44573" x="4616450" y="6140450"/>
          <p14:tracePt t="44581" x="4622800" y="6140450"/>
          <p14:tracePt t="44595" x="4635500" y="6146800"/>
          <p14:tracePt t="44611" x="4648200" y="6153150"/>
          <p14:tracePt t="44628" x="4673600" y="6165850"/>
          <p14:tracePt t="44645" x="4705350" y="6178550"/>
          <p14:tracePt t="44647" x="4711700" y="6184900"/>
          <p14:tracePt t="44662" x="4737100" y="6197600"/>
          <p14:tracePt t="44679" x="4756150" y="6197600"/>
          <p14:tracePt t="44695" x="4800600" y="6216650"/>
          <p14:tracePt t="44711" x="4851400" y="6229350"/>
          <p14:tracePt t="44728" x="4876800" y="6229350"/>
          <p14:tracePt t="44745" x="4940300" y="6235700"/>
          <p14:tracePt t="44762" x="4972050" y="6235700"/>
          <p14:tracePt t="44778" x="5035550" y="6235700"/>
          <p14:tracePt t="44795" x="5067300" y="6235700"/>
          <p14:tracePt t="44812" x="5124450" y="6235700"/>
          <p14:tracePt t="44815" x="5143500" y="6235700"/>
          <p14:tracePt t="44828" x="5168900" y="6235700"/>
          <p14:tracePt t="44845" x="5276850" y="6235700"/>
          <p14:tracePt t="44847" x="5302250" y="6235700"/>
          <p14:tracePt t="44861" x="5327650" y="6235700"/>
          <p14:tracePt t="44878" x="5384800" y="6235700"/>
          <p14:tracePt t="44880" x="5410200" y="6235700"/>
          <p14:tracePt t="44895" x="5441950" y="6235700"/>
          <p14:tracePt t="44912" x="5530850" y="6235700"/>
          <p14:tracePt t="44914" x="5556250" y="6235700"/>
          <p14:tracePt t="44928" x="5613400" y="6235700"/>
          <p14:tracePt t="44945" x="5664200" y="6235700"/>
          <p14:tracePt t="44961" x="5721350" y="6235700"/>
          <p14:tracePt t="44978" x="5765800" y="6223000"/>
          <p14:tracePt t="44995" x="5803900" y="6203950"/>
          <p14:tracePt t="45012" x="5848350" y="6184900"/>
          <p14:tracePt t="45028" x="5867400" y="6178550"/>
          <p14:tracePt t="45045" x="5873750" y="6172200"/>
          <p14:tracePt t="45061" x="5873750" y="6165850"/>
          <p14:tracePt t="45078" x="5880100" y="6153150"/>
          <p14:tracePt t="45095" x="5886450" y="6146800"/>
          <p14:tracePt t="45112" x="5892800" y="6140450"/>
          <p14:tracePt t="45356" x="0" y="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blocks</a:t>
            </a:r>
            <a:endParaRPr lang="nl-B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125" y="2643981"/>
            <a:ext cx="790575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5170" y="6072996"/>
            <a:ext cx="49623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File: block_code.py</a:t>
            </a:r>
          </a:p>
          <a:p>
            <a:r>
              <a:rPr lang="nl-BE" sz="1200" dirty="0"/>
              <a:t>http://www.dbs.ifi.lmu.de/Lehre/MaschLernen/SS2017/Orga/U01-Slides.pdf</a:t>
            </a:r>
          </a:p>
        </p:txBody>
      </p:sp>
    </p:spTree>
    <p:extLst>
      <p:ext uri="{BB962C8B-B14F-4D97-AF65-F5344CB8AC3E}">
        <p14:creationId xmlns:p14="http://schemas.microsoft.com/office/powerpoint/2010/main" val="36860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739"/>
    </mc:Choice>
    <mc:Fallback xmlns="">
      <p:transition spd="slow" advTm="96739"/>
    </mc:Fallback>
  </mc:AlternateContent>
  <p:extLst>
    <p:ext uri="{3A86A75C-4F4B-4683-9AE1-C65F6400EC91}">
      <p14:laserTraceLst xmlns:p14="http://schemas.microsoft.com/office/powerpoint/2010/main">
        <p14:tracePtLst>
          <p14:tracePt t="10241" x="2241550" y="2851150"/>
          <p14:tracePt t="10279" x="2235200" y="2857500"/>
          <p14:tracePt t="10312" x="2228850" y="2863850"/>
          <p14:tracePt t="10363" x="2228850" y="2876550"/>
          <p14:tracePt t="10370" x="2228850" y="2882900"/>
          <p14:tracePt t="10382" x="2228850" y="2889250"/>
          <p14:tracePt t="10398" x="2228850" y="2895600"/>
          <p14:tracePt t="10414" x="2228850" y="2901950"/>
          <p14:tracePt t="10432" x="2228850" y="2914650"/>
          <p14:tracePt t="10449" x="2235200" y="2927350"/>
          <p14:tracePt t="10464" x="2247900" y="2946400"/>
          <p14:tracePt t="10481" x="2260600" y="2959100"/>
          <p14:tracePt t="10498" x="2266950" y="2965450"/>
          <p14:tracePt t="10514" x="2279650" y="2971800"/>
          <p14:tracePt t="10531" x="2286000" y="2978150"/>
          <p14:tracePt t="10548" x="2292350" y="2984500"/>
          <p14:tracePt t="10566" x="2298700" y="2990850"/>
          <p14:tracePt t="10586" x="2311400" y="2997200"/>
          <p14:tracePt t="10604" x="2317750" y="3003550"/>
          <p14:tracePt t="10615" x="2324100" y="3009900"/>
          <p14:tracePt t="10633" x="2336800" y="3022600"/>
          <p14:tracePt t="10637" x="2343150" y="3022600"/>
          <p14:tracePt t="10648" x="2349500" y="3028950"/>
          <p14:tracePt t="10667" x="2387600" y="3048000"/>
          <p14:tracePt t="10681" x="2393950" y="3054350"/>
          <p14:tracePt t="10699" x="2419350" y="3067050"/>
          <p14:tracePt t="10716" x="2425700" y="3067050"/>
          <p14:tracePt t="10731" x="2438400" y="3073400"/>
          <p14:tracePt t="10748" x="2457450" y="3079750"/>
          <p14:tracePt t="10765" x="2482850" y="3092450"/>
          <p14:tracePt t="10781" x="2508250" y="3098800"/>
          <p14:tracePt t="10798" x="2533650" y="3105150"/>
          <p14:tracePt t="10815" x="2552700" y="3111500"/>
          <p14:tracePt t="10831" x="2571750" y="3111500"/>
          <p14:tracePt t="10835" x="2584450" y="3117850"/>
          <p14:tracePt t="10848" x="2616200" y="3124200"/>
          <p14:tracePt t="10851" x="2628900" y="3130550"/>
          <p14:tracePt t="10865" x="2641600" y="3130550"/>
          <p14:tracePt t="10869" x="2654300" y="3136900"/>
          <p14:tracePt t="10881" x="2673350" y="3143250"/>
          <p14:tracePt t="10898" x="2711450" y="3149600"/>
          <p14:tracePt t="10914" x="2749550" y="3149600"/>
          <p14:tracePt t="10931" x="2813050" y="3162300"/>
          <p14:tracePt t="10934" x="2832100" y="3168650"/>
          <p14:tracePt t="10949" x="2863850" y="3175000"/>
          <p14:tracePt t="10965" x="2882900" y="3175000"/>
          <p14:tracePt t="10981" x="2901950" y="3181350"/>
          <p14:tracePt t="10998" x="2927350" y="3187700"/>
          <p14:tracePt t="11015" x="2952750" y="3194050"/>
          <p14:tracePt t="11031" x="2984500" y="3194050"/>
          <p14:tracePt t="11049" x="3016250" y="3200400"/>
          <p14:tracePt t="11065" x="3054350" y="3206750"/>
          <p14:tracePt t="11081" x="3105150" y="3213100"/>
          <p14:tracePt t="11098" x="3155950" y="3213100"/>
          <p14:tracePt t="11101" x="3175000" y="3213100"/>
          <p14:tracePt t="11115" x="3206750" y="3219450"/>
          <p14:tracePt t="11131" x="3257550" y="3219450"/>
          <p14:tracePt t="11135" x="3289300" y="3225800"/>
          <p14:tracePt t="11149" x="3333750" y="3225800"/>
          <p14:tracePt t="11165" x="3359150" y="3232150"/>
          <p14:tracePt t="11168" x="3384550" y="3232150"/>
          <p14:tracePt t="11182" x="3403600" y="3232150"/>
          <p14:tracePt t="11199" x="3479800" y="3232150"/>
          <p14:tracePt t="11215" x="3543300" y="3232150"/>
          <p14:tracePt t="11231" x="3613150" y="3232150"/>
          <p14:tracePt t="11248" x="3689350" y="3232150"/>
          <p14:tracePt t="11265" x="3759200" y="3232150"/>
          <p14:tracePt t="11281" x="3816350" y="3232150"/>
          <p14:tracePt t="11298" x="3879850" y="3232150"/>
          <p14:tracePt t="11315" x="3924300" y="3238500"/>
          <p14:tracePt t="11331" x="3968750" y="3238500"/>
          <p14:tracePt t="11335" x="3994150" y="3238500"/>
          <p14:tracePt t="11348" x="4019550" y="3238500"/>
          <p14:tracePt t="11365" x="4076700" y="3238500"/>
          <p14:tracePt t="11368" x="4140200" y="3238500"/>
          <p14:tracePt t="11381" x="4178300" y="3238500"/>
          <p14:tracePt t="11398" x="4273550" y="3238500"/>
          <p14:tracePt t="11415" x="4305300" y="3238500"/>
          <p14:tracePt t="11431" x="4375150" y="3238500"/>
          <p14:tracePt t="11434" x="4419600" y="3238500"/>
          <p14:tracePt t="11449" x="4495800" y="3238500"/>
          <p14:tracePt t="11465" x="4565650" y="3232150"/>
          <p14:tracePt t="11481" x="4654550" y="3219450"/>
          <p14:tracePt t="11498" x="4737100" y="3206750"/>
          <p14:tracePt t="11515" x="4781550" y="3200400"/>
          <p14:tracePt t="11531" x="4857750" y="3187700"/>
          <p14:tracePt t="11548" x="4902200" y="3181350"/>
          <p14:tracePt t="11565" x="4933950" y="3168650"/>
          <p14:tracePt t="11581" x="4984750" y="3149600"/>
          <p14:tracePt t="11598" x="4991100" y="3143250"/>
          <p14:tracePt t="11601" x="4997450" y="3143250"/>
          <p14:tracePt t="11615" x="5003800" y="3136900"/>
          <p14:tracePt t="11631" x="5010150" y="3124200"/>
          <p14:tracePt t="11649" x="5016500" y="3111500"/>
          <p14:tracePt t="11665" x="5016500" y="3105150"/>
          <p14:tracePt t="11681" x="5022850" y="3092450"/>
          <p14:tracePt t="11699" x="5022850" y="3067050"/>
          <p14:tracePt t="11715" x="5022850" y="3028950"/>
          <p14:tracePt t="11731" x="5022850" y="3003550"/>
          <p14:tracePt t="11748" x="5016500" y="2959100"/>
          <p14:tracePt t="11765" x="5003800" y="2927350"/>
          <p14:tracePt t="11781" x="4984750" y="2908300"/>
          <p14:tracePt t="11798" x="4965700" y="2882900"/>
          <p14:tracePt t="11815" x="4921250" y="2844800"/>
          <p14:tracePt t="11831" x="4889500" y="2819400"/>
          <p14:tracePt t="11848" x="4851400" y="2800350"/>
          <p14:tracePt t="11865" x="4813300" y="2787650"/>
          <p14:tracePt t="11867" x="4781550" y="2781300"/>
          <p14:tracePt t="11881" x="4699000" y="2755900"/>
          <p14:tracePt t="11899" x="4565650" y="2730500"/>
          <p14:tracePt t="11915" x="4495800" y="2711450"/>
          <p14:tracePt t="11931" x="4381500" y="2692400"/>
          <p14:tracePt t="11948" x="4298950" y="2673350"/>
          <p14:tracePt t="11965" x="4229100" y="2667000"/>
          <p14:tracePt t="11981" x="4165600" y="2660650"/>
          <p14:tracePt t="11998" x="4089400" y="2647950"/>
          <p14:tracePt t="12015" x="4044950" y="2641600"/>
          <p14:tracePt t="12031" x="3968750" y="2635250"/>
          <p14:tracePt t="12048" x="3886200" y="2622550"/>
          <p14:tracePt t="12065" x="3841750" y="2622550"/>
          <p14:tracePt t="12082" x="3784600" y="2616200"/>
          <p14:tracePt t="12098" x="3752850" y="2609850"/>
          <p14:tracePt t="12101" x="3740150" y="2603500"/>
          <p14:tracePt t="12115" x="3695700" y="2603500"/>
          <p14:tracePt t="12131" x="3663950" y="2603500"/>
          <p14:tracePt t="12134" x="3644900" y="2603500"/>
          <p14:tracePt t="12150" x="3543300" y="2603500"/>
          <p14:tracePt t="12165" x="3486150" y="2603500"/>
          <p14:tracePt t="12181" x="3409950" y="2603500"/>
          <p14:tracePt t="12198" x="3289300" y="2603500"/>
          <p14:tracePt t="12215" x="3238500" y="2603500"/>
          <p14:tracePt t="12231" x="3194050" y="2603500"/>
          <p14:tracePt t="12250" x="3149600" y="2603500"/>
          <p14:tracePt t="12265" x="3060700" y="2616200"/>
          <p14:tracePt t="12283" x="2990850" y="2622550"/>
          <p14:tracePt t="12298" x="2921000" y="2628900"/>
          <p14:tracePt t="12315" x="2851150" y="2635250"/>
          <p14:tracePt t="12331" x="2781300" y="2647950"/>
          <p14:tracePt t="12348" x="2698750" y="2654300"/>
          <p14:tracePt t="12352" x="2667000" y="2660650"/>
          <p14:tracePt t="12365" x="2635250" y="2660650"/>
          <p14:tracePt t="12383" x="2552700" y="2679700"/>
          <p14:tracePt t="12399" x="2533650" y="2686050"/>
          <p14:tracePt t="12415" x="2520950" y="2692400"/>
          <p14:tracePt t="12431" x="2495550" y="2711450"/>
          <p14:tracePt t="12448" x="2451100" y="2743200"/>
          <p14:tracePt t="12465" x="2419350" y="2781300"/>
          <p14:tracePt t="12481" x="2374900" y="2813050"/>
          <p14:tracePt t="12498" x="2349500" y="2832100"/>
          <p14:tracePt t="12515" x="2336800" y="2844800"/>
          <p14:tracePt t="12554" x="2336800" y="2851150"/>
          <p14:tracePt t="12561" x="2336800" y="2857500"/>
          <p14:tracePt t="12577" x="2336800" y="2863850"/>
          <p14:tracePt t="12593" x="2336800" y="2876550"/>
          <p14:tracePt t="12602" x="2336800" y="2889250"/>
          <p14:tracePt t="12615" x="2336800" y="2895600"/>
          <p14:tracePt t="12618" x="2336800" y="2908300"/>
          <p14:tracePt t="12631" x="2336800" y="2914650"/>
          <p14:tracePt t="12649" x="2336800" y="2946400"/>
          <p14:tracePt t="12665" x="2349500" y="2965450"/>
          <p14:tracePt t="12681" x="2349500" y="2978150"/>
          <p14:tracePt t="12698" x="2355850" y="2984500"/>
          <p14:tracePt t="12715" x="2368550" y="2997200"/>
          <p14:tracePt t="12731" x="2381250" y="3003550"/>
          <p14:tracePt t="12748" x="2400300" y="3022600"/>
          <p14:tracePt t="12765" x="2419350" y="3035300"/>
          <p14:tracePt t="12781" x="2432050" y="3041650"/>
          <p14:tracePt t="12798" x="2457450" y="3060700"/>
          <p14:tracePt t="12815" x="2482850" y="3067050"/>
          <p14:tracePt t="12831" x="2508250" y="3079750"/>
          <p14:tracePt t="12848" x="2565400" y="3098800"/>
          <p14:tracePt t="12851" x="2578100" y="3105150"/>
          <p14:tracePt t="12865" x="2597150" y="3111500"/>
          <p14:tracePt t="12881" x="2660650" y="3130550"/>
          <p14:tracePt t="12884" x="2679700" y="3136900"/>
          <p14:tracePt t="12899" x="2768600" y="3162300"/>
          <p14:tracePt t="12915" x="2832100" y="3175000"/>
          <p14:tracePt t="12931" x="2901950" y="3181350"/>
          <p14:tracePt t="12948" x="2965450" y="3194050"/>
          <p14:tracePt t="12965" x="3009900" y="3206750"/>
          <p14:tracePt t="12981" x="3048000" y="3206750"/>
          <p14:tracePt t="12999" x="3067050" y="3213100"/>
          <p14:tracePt t="13015" x="3105150" y="3219450"/>
          <p14:tracePt t="13031" x="3143250" y="3219450"/>
          <p14:tracePt t="13048" x="3200400" y="3225800"/>
          <p14:tracePt t="13065" x="3257550" y="3225800"/>
          <p14:tracePt t="13081" x="3314700" y="3232150"/>
          <p14:tracePt t="13085" x="3352800" y="3232150"/>
          <p14:tracePt t="13098" x="3365500" y="3232150"/>
          <p14:tracePt t="13115" x="3397250" y="3232150"/>
          <p14:tracePt t="13118" x="3416300" y="3232150"/>
          <p14:tracePt t="13131" x="3422650" y="3232150"/>
          <p14:tracePt t="13149" x="3441700" y="3232150"/>
          <p14:tracePt t="13165" x="3467100" y="3232150"/>
          <p14:tracePt t="13181" x="3505200" y="3232150"/>
          <p14:tracePt t="13198" x="3568700" y="3232150"/>
          <p14:tracePt t="13215" x="3600450" y="3232150"/>
          <p14:tracePt t="13231" x="3644900" y="3232150"/>
          <p14:tracePt t="13248" x="3663950" y="3232150"/>
          <p14:tracePt t="13265" x="3683000" y="3232150"/>
          <p14:tracePt t="13320" x="3689350" y="3232150"/>
          <p14:tracePt t="13327" x="3695700" y="3232150"/>
          <p14:tracePt t="13343" x="3702050" y="3232150"/>
          <p14:tracePt t="13351" x="3708400" y="3232150"/>
          <p14:tracePt t="13365" x="3714750" y="3232150"/>
          <p14:tracePt t="13381" x="3721100" y="3232150"/>
          <p14:tracePt t="13463" x="3727450" y="3232150"/>
          <p14:tracePt t="13481" x="3727450" y="3225800"/>
          <p14:tracePt t="13498" x="3727450" y="3219450"/>
          <p14:tracePt t="13551" x="3727450" y="3213100"/>
          <p14:tracePt t="13561" x="3733800" y="3213100"/>
          <p14:tracePt t="13576" x="3740150" y="3213100"/>
          <p14:tracePt t="13583" x="3740150" y="3206750"/>
          <p14:tracePt t="13603" x="3746500" y="3200400"/>
          <p14:tracePt t="13617" x="3746500" y="3194050"/>
          <p14:tracePt t="13631" x="3759200" y="3194050"/>
          <p14:tracePt t="13649" x="3765550" y="3181350"/>
          <p14:tracePt t="13665" x="3778250" y="3175000"/>
          <p14:tracePt t="13681" x="3797300" y="3168650"/>
          <p14:tracePt t="13698" x="3822700" y="3162300"/>
          <p14:tracePt t="13715" x="3848100" y="3149600"/>
          <p14:tracePt t="13731" x="3892550" y="3143250"/>
          <p14:tracePt t="13748" x="3937000" y="3124200"/>
          <p14:tracePt t="13765" x="3975100" y="3124200"/>
          <p14:tracePt t="13781" x="4013200" y="3111500"/>
          <p14:tracePt t="13798" x="4032250" y="3111500"/>
          <p14:tracePt t="13815" x="4064000" y="3105150"/>
          <p14:tracePt t="13818" x="4070350" y="3105150"/>
          <p14:tracePt t="13831" x="4076700" y="3105150"/>
          <p14:tracePt t="13848" x="4102100" y="3105150"/>
          <p14:tracePt t="13851" x="4108450" y="3098800"/>
          <p14:tracePt t="13865" x="4114800" y="3098800"/>
          <p14:tracePt t="13881" x="4140200" y="3098800"/>
          <p14:tracePt t="13884" x="4152900" y="3098800"/>
          <p14:tracePt t="13899" x="4171950" y="3092450"/>
          <p14:tracePt t="13915" x="4197350" y="3092450"/>
          <p14:tracePt t="13932" x="4210050" y="3092450"/>
          <p14:tracePt t="13948" x="4216400" y="3086100"/>
          <p14:tracePt t="13981" x="4222750" y="3086100"/>
          <p14:tracePt t="13998" x="4229100" y="3086100"/>
          <p14:tracePt t="14015" x="4235450" y="3086100"/>
          <p14:tracePt t="14031" x="4241800" y="3086100"/>
          <p14:tracePt t="14048" x="4248150" y="3079750"/>
          <p14:tracePt t="14065" x="4260850" y="3079750"/>
          <p14:tracePt t="14067" x="4267200" y="3079750"/>
          <p14:tracePt t="14084" x="4273550" y="3079750"/>
          <p14:tracePt t="14101" x="4279900" y="3079750"/>
          <p14:tracePt t="14114" x="4286250" y="3079750"/>
          <p14:tracePt t="14131" x="4292600" y="3079750"/>
          <p14:tracePt t="14135" x="4298950" y="3079750"/>
          <p14:tracePt t="14149" x="4305300" y="3079750"/>
          <p14:tracePt t="14165" x="4324350" y="3073400"/>
          <p14:tracePt t="14182" x="4330700" y="3073400"/>
          <p14:tracePt t="14198" x="4337050" y="3073400"/>
          <p14:tracePt t="14480" x="0" y="0"/>
        </p14:tracePtLst>
        <p14:tracePtLst>
          <p14:tracePt t="18893" x="4578350" y="2978150"/>
          <p14:tracePt t="19230" x="4578350" y="2984500"/>
          <p14:tracePt t="19255" x="4578350" y="2990850"/>
          <p14:tracePt t="19265" x="4578350" y="2997200"/>
          <p14:tracePt t="19282" x="4584700" y="2997200"/>
          <p14:tracePt t="19298" x="4591050" y="3003550"/>
          <p14:tracePt t="19315" x="4597400" y="3003550"/>
          <p14:tracePt t="19332" x="4603750" y="3009900"/>
          <p14:tracePt t="19348" x="4616450" y="3016250"/>
          <p14:tracePt t="19353" x="4622800" y="3016250"/>
          <p14:tracePt t="19365" x="4629150" y="3022600"/>
          <p14:tracePt t="19383" x="4648200" y="3022600"/>
          <p14:tracePt t="19399" x="4667250" y="3028950"/>
          <p14:tracePt t="19415" x="4686300" y="3035300"/>
          <p14:tracePt t="19432" x="4705350" y="3035300"/>
          <p14:tracePt t="19449" x="4724400" y="3035300"/>
          <p14:tracePt t="19465" x="4743450" y="3035300"/>
          <p14:tracePt t="19481" x="4756150" y="3035300"/>
          <p14:tracePt t="19498" x="4781550" y="3035300"/>
          <p14:tracePt t="19515" x="4794250" y="3035300"/>
          <p14:tracePt t="19531" x="4806950" y="3035300"/>
          <p14:tracePt t="19548" x="4826000" y="3035300"/>
          <p14:tracePt t="19565" x="4832350" y="3028950"/>
          <p14:tracePt t="19582" x="4851400" y="3022600"/>
          <p14:tracePt t="19585" x="4857750" y="3016250"/>
          <p14:tracePt t="19598" x="4864100" y="3016250"/>
          <p14:tracePt t="19601" x="4876800" y="3016250"/>
          <p14:tracePt t="19615" x="4883150" y="3003550"/>
          <p14:tracePt t="19618" x="4889500" y="3003550"/>
          <p14:tracePt t="19632" x="4895850" y="2997200"/>
          <p14:tracePt t="19649" x="4908550" y="2978150"/>
          <p14:tracePt t="19665" x="4914900" y="2965450"/>
          <p14:tracePt t="19682" x="4921250" y="2946400"/>
          <p14:tracePt t="19698" x="4921250" y="2927350"/>
          <p14:tracePt t="19715" x="4921250" y="2901950"/>
          <p14:tracePt t="19732" x="4921250" y="2889250"/>
          <p14:tracePt t="19748" x="4921250" y="2857500"/>
          <p14:tracePt t="19765" x="4902200" y="2838450"/>
          <p14:tracePt t="19782" x="4889500" y="2813050"/>
          <p14:tracePt t="19785" x="4889500" y="2806700"/>
          <p14:tracePt t="19798" x="4883150" y="2800350"/>
          <p14:tracePt t="19815" x="4864100" y="2781300"/>
          <p14:tracePt t="19832" x="4857750" y="2774950"/>
          <p14:tracePt t="19848" x="4819650" y="2755900"/>
          <p14:tracePt t="19851" x="4806950" y="2749550"/>
          <p14:tracePt t="19865" x="4794250" y="2743200"/>
          <p14:tracePt t="19882" x="4724400" y="2717800"/>
          <p14:tracePt t="19884" x="4705350" y="2717800"/>
          <p14:tracePt t="19899" x="4622800" y="2705100"/>
          <p14:tracePt t="19915" x="4572000" y="2698750"/>
          <p14:tracePt t="19931" x="4540250" y="2698750"/>
          <p14:tracePt t="19948" x="4514850" y="2698750"/>
          <p14:tracePt t="19965" x="4502150" y="2698750"/>
          <p14:tracePt t="19982" x="4489450" y="2698750"/>
          <p14:tracePt t="19998" x="4470400" y="2698750"/>
          <p14:tracePt t="20015" x="4464050" y="2705100"/>
          <p14:tracePt t="20032" x="4438650" y="2724150"/>
          <p14:tracePt t="20048" x="4413250" y="2743200"/>
          <p14:tracePt t="20051" x="4406900" y="2749550"/>
          <p14:tracePt t="20065" x="4394200" y="2755900"/>
          <p14:tracePt t="20082" x="4362450" y="2781300"/>
          <p14:tracePt t="20086" x="4356100" y="2794000"/>
          <p14:tracePt t="20098" x="4343400" y="2794000"/>
          <p14:tracePt t="20115" x="4330700" y="2806700"/>
          <p14:tracePt t="20134" x="4330700" y="2813050"/>
          <p14:tracePt t="20149" x="4324350" y="2819400"/>
          <p14:tracePt t="20181" x="4324350" y="2832100"/>
          <p14:tracePt t="20198" x="4324350" y="2844800"/>
          <p14:tracePt t="20215" x="4324350" y="2870200"/>
          <p14:tracePt t="20232" x="4330700" y="2895600"/>
          <p14:tracePt t="20249" x="4349750" y="2927350"/>
          <p14:tracePt t="20265" x="4368800" y="2959100"/>
          <p14:tracePt t="20282" x="4387850" y="2984500"/>
          <p14:tracePt t="20285" x="4394200" y="2990850"/>
          <p14:tracePt t="20298" x="4406900" y="3003550"/>
          <p14:tracePt t="20315" x="4425950" y="3022600"/>
          <p14:tracePt t="20318" x="4451350" y="3041650"/>
          <p14:tracePt t="20332" x="4457700" y="3048000"/>
          <p14:tracePt t="20348" x="4489450" y="3067050"/>
          <p14:tracePt t="20352" x="4495800" y="3073400"/>
          <p14:tracePt t="20365" x="4508500" y="3086100"/>
          <p14:tracePt t="20382" x="4540250" y="3105150"/>
          <p14:tracePt t="20385" x="4552950" y="3111500"/>
          <p14:tracePt t="20401" x="4578350" y="3130550"/>
          <p14:tracePt t="20415" x="4597400" y="3136900"/>
          <p14:tracePt t="20433" x="4610100" y="3143250"/>
          <p14:tracePt t="20448" x="4629150" y="3149600"/>
          <p14:tracePt t="20466" x="4635500" y="3149600"/>
          <p14:tracePt t="20482" x="4660900" y="3149600"/>
          <p14:tracePt t="20501" x="4673600" y="3149600"/>
          <p14:tracePt t="20505" x="4679950" y="3149600"/>
          <p14:tracePt t="20515" x="4692650" y="3149600"/>
          <p14:tracePt t="20532" x="4705350" y="3149600"/>
          <p14:tracePt t="20535" x="4711700" y="3149600"/>
          <p14:tracePt t="20747" x="0" y="0"/>
        </p14:tracePtLst>
        <p14:tracePtLst>
          <p14:tracePt t="22288" x="2438400" y="3289300"/>
          <p14:tracePt t="22294" x="2425700" y="3289300"/>
          <p14:tracePt t="22311" x="2413000" y="3289300"/>
          <p14:tracePt t="22326" x="2406650" y="3289300"/>
          <p14:tracePt t="22374" x="2400300" y="3289300"/>
          <p14:tracePt t="22398" x="2393950" y="3289300"/>
          <p14:tracePt t="22406" x="2387600" y="3295650"/>
          <p14:tracePt t="22415" x="2381250" y="3295650"/>
          <p14:tracePt t="22432" x="2368550" y="3308350"/>
          <p14:tracePt t="22448" x="2362200" y="3314700"/>
          <p14:tracePt t="22465" x="2362200" y="3321050"/>
          <p14:tracePt t="22482" x="2349500" y="3327400"/>
          <p14:tracePt t="22485" x="2349500" y="3333750"/>
          <p14:tracePt t="22498" x="2349500" y="3340100"/>
          <p14:tracePt t="22515" x="2343150" y="3346450"/>
          <p14:tracePt t="22519" x="2343150" y="3352800"/>
          <p14:tracePt t="22531" x="2343150" y="3359150"/>
          <p14:tracePt t="22548" x="2336800" y="3365500"/>
          <p14:tracePt t="22565" x="2336800" y="3371850"/>
          <p14:tracePt t="22582" x="2336800" y="3384550"/>
          <p14:tracePt t="22585" x="2336800" y="3390900"/>
          <p14:tracePt t="22600" x="2336800" y="3397250"/>
          <p14:tracePt t="22615" x="2336800" y="3409950"/>
          <p14:tracePt t="22632" x="2343150" y="3422650"/>
          <p14:tracePt t="22648" x="2349500" y="3429000"/>
          <p14:tracePt t="22665" x="2362200" y="3441700"/>
          <p14:tracePt t="22682" x="2374900" y="3454400"/>
          <p14:tracePt t="22698" x="2393950" y="3473450"/>
          <p14:tracePt t="22716" x="2419350" y="3492500"/>
          <p14:tracePt t="22719" x="2444750" y="3511550"/>
          <p14:tracePt t="22732" x="2457450" y="3517900"/>
          <p14:tracePt t="22748" x="2489200" y="3536950"/>
          <p14:tracePt t="22751" x="2514600" y="3556000"/>
          <p14:tracePt t="22765" x="2520950" y="3562350"/>
          <p14:tracePt t="22782" x="2552700" y="3568700"/>
          <p14:tracePt t="22785" x="2552700" y="3575050"/>
          <p14:tracePt t="22798" x="2571750" y="3581400"/>
          <p14:tracePt t="22815" x="2590800" y="3587750"/>
          <p14:tracePt t="22817" x="2609850" y="3594100"/>
          <p14:tracePt t="22832" x="2609850" y="3600450"/>
          <p14:tracePt t="22849" x="2641600" y="3613150"/>
          <p14:tracePt t="22865" x="2654300" y="3613150"/>
          <p14:tracePt t="22882" x="2673350" y="3625850"/>
          <p14:tracePt t="22898" x="2686050" y="3625850"/>
          <p14:tracePt t="22915" x="2717800" y="3638550"/>
          <p14:tracePt t="22932" x="2743200" y="3644900"/>
          <p14:tracePt t="22948" x="2794000" y="3644900"/>
          <p14:tracePt t="22965" x="2825750" y="3651250"/>
          <p14:tracePt t="22982" x="2863850" y="3651250"/>
          <p14:tracePt t="22985" x="2882900" y="3657600"/>
          <p14:tracePt t="22999" x="2933700" y="3657600"/>
          <p14:tracePt t="23015" x="2978150" y="3657600"/>
          <p14:tracePt t="23018" x="3009900" y="3657600"/>
          <p14:tracePt t="23032" x="3035300" y="3657600"/>
          <p14:tracePt t="23049" x="3117850" y="3657600"/>
          <p14:tracePt t="23065" x="3175000" y="3657600"/>
          <p14:tracePt t="23082" x="3244850" y="3657600"/>
          <p14:tracePt t="23099" x="3282950" y="3651250"/>
          <p14:tracePt t="23115" x="3321050" y="3651250"/>
          <p14:tracePt t="23132" x="3365500" y="3651250"/>
          <p14:tracePt t="23148" x="3422650" y="3644900"/>
          <p14:tracePt t="23165" x="3492500" y="3644900"/>
          <p14:tracePt t="23182" x="3575050" y="3644900"/>
          <p14:tracePt t="23198" x="3651250" y="3644900"/>
          <p14:tracePt t="23215" x="3727450" y="3651250"/>
          <p14:tracePt t="23232" x="3771900" y="3651250"/>
          <p14:tracePt t="23248" x="3810000" y="3657600"/>
          <p14:tracePt t="23251" x="3822700" y="3657600"/>
          <p14:tracePt t="23265" x="3829050" y="3657600"/>
          <p14:tracePt t="23282" x="3848100" y="3657600"/>
          <p14:tracePt t="23284" x="3854450" y="3657600"/>
          <p14:tracePt t="23299" x="3886200" y="3657600"/>
          <p14:tracePt t="23315" x="3917950" y="3657600"/>
          <p14:tracePt t="23332" x="3930650" y="3657600"/>
          <p14:tracePt t="23349" x="3962400" y="3657600"/>
          <p14:tracePt t="23365" x="3975100" y="3657600"/>
          <p14:tracePt t="23382" x="3994150" y="3657600"/>
          <p14:tracePt t="23398" x="4006850" y="3657600"/>
          <p14:tracePt t="23415" x="4032250" y="3657600"/>
          <p14:tracePt t="23432" x="4064000" y="3657600"/>
          <p14:tracePt t="23448" x="4121150" y="3657600"/>
          <p14:tracePt t="23465" x="4171950" y="3657600"/>
          <p14:tracePt t="23482" x="4235450" y="3651250"/>
          <p14:tracePt t="23498" x="4292600" y="3651250"/>
          <p14:tracePt t="23515" x="4337050" y="3651250"/>
          <p14:tracePt t="23518" x="4349750" y="3651250"/>
          <p14:tracePt t="23533" x="4375150" y="3651250"/>
          <p14:tracePt t="23549" x="4381500" y="3651250"/>
          <p14:tracePt t="23565" x="4400550" y="3651250"/>
          <p14:tracePt t="23582" x="4425950" y="3638550"/>
          <p14:tracePt t="23598" x="4445000" y="3632200"/>
          <p14:tracePt t="23615" x="4476750" y="3619500"/>
          <p14:tracePt t="23632" x="4489450" y="3613150"/>
          <p14:tracePt t="23648" x="4495800" y="3613150"/>
          <p14:tracePt t="23665" x="4495800" y="3606800"/>
          <p14:tracePt t="23682" x="4502150" y="3606800"/>
          <p14:tracePt t="23698" x="4508500" y="3594100"/>
          <p14:tracePt t="23715" x="4514850" y="3587750"/>
          <p14:tracePt t="23733" x="4521200" y="3575050"/>
          <p14:tracePt t="23736" x="4533900" y="3568700"/>
          <p14:tracePt t="23752" x="4540250" y="3556000"/>
          <p14:tracePt t="23768" x="4540250" y="3549650"/>
          <p14:tracePt t="23782" x="4546600" y="3549650"/>
          <p14:tracePt t="23801" x="4552950" y="3536950"/>
          <p14:tracePt t="23816" x="4552950" y="3530600"/>
          <p14:tracePt t="23833" x="4552950" y="3524250"/>
          <p14:tracePt t="23848" x="4552950" y="3517900"/>
          <p14:tracePt t="23865" x="4552950" y="3505200"/>
          <p14:tracePt t="23882" x="4546600" y="3492500"/>
          <p14:tracePt t="23901" x="4546600" y="3479800"/>
          <p14:tracePt t="23908" x="4540250" y="3473450"/>
          <p14:tracePt t="23922" x="4540250" y="3467100"/>
          <p14:tracePt t="23932" x="4533900" y="3460750"/>
          <p14:tracePt t="23948" x="4527550" y="3441700"/>
          <p14:tracePt t="23965" x="4521200" y="3435350"/>
          <p14:tracePt t="23982" x="4508500" y="3416300"/>
          <p14:tracePt t="23998" x="4502150" y="3403600"/>
          <p14:tracePt t="24002" x="4489450" y="3390900"/>
          <p14:tracePt t="24017" x="4483100" y="3384550"/>
          <p14:tracePt t="24032" x="4476750" y="3378200"/>
          <p14:tracePt t="24035" x="4476750" y="3371850"/>
          <p14:tracePt t="24049" x="4464050" y="3365500"/>
          <p14:tracePt t="24065" x="4438650" y="3352800"/>
          <p14:tracePt t="24082" x="4406900" y="3340100"/>
          <p14:tracePt t="24098" x="4381500" y="3327400"/>
          <p14:tracePt t="24115" x="4330700" y="3314700"/>
          <p14:tracePt t="24132" x="4279900" y="3295650"/>
          <p14:tracePt t="24148" x="4216400" y="3289300"/>
          <p14:tracePt t="24165" x="4152900" y="3276600"/>
          <p14:tracePt t="24182" x="4121150" y="3270250"/>
          <p14:tracePt t="24198" x="4070350" y="3263900"/>
          <p14:tracePt t="24215" x="4006850" y="3263900"/>
          <p14:tracePt t="24232" x="3930650" y="3263900"/>
          <p14:tracePt t="24248" x="3803650" y="3263900"/>
          <p14:tracePt t="24265" x="3695700" y="3276600"/>
          <p14:tracePt t="24267" x="3670300" y="3276600"/>
          <p14:tracePt t="24282" x="3594100" y="3282950"/>
          <p14:tracePt t="24299" x="3498850" y="3289300"/>
          <p14:tracePt t="24315" x="3441700" y="3289300"/>
          <p14:tracePt t="24332" x="3409950" y="3295650"/>
          <p14:tracePt t="24348" x="3378200" y="3295650"/>
          <p14:tracePt t="24365" x="3314700" y="3308350"/>
          <p14:tracePt t="24382" x="3244850" y="3314700"/>
          <p14:tracePt t="24399" x="3194050" y="3321050"/>
          <p14:tracePt t="24415" x="3111500" y="3327400"/>
          <p14:tracePt t="24432" x="3073400" y="3333750"/>
          <p14:tracePt t="24448" x="3041650" y="3333750"/>
          <p14:tracePt t="24465" x="3028950" y="3333750"/>
          <p14:tracePt t="24470" x="3016250" y="3333750"/>
          <p14:tracePt t="24482" x="3009900" y="3333750"/>
          <p14:tracePt t="24498" x="2984500" y="3333750"/>
          <p14:tracePt t="24501" x="2978150" y="3333750"/>
          <p14:tracePt t="24515" x="2965450" y="3333750"/>
          <p14:tracePt t="24532" x="2940050" y="3333750"/>
          <p14:tracePt t="24549" x="2914650" y="3333750"/>
          <p14:tracePt t="24565" x="2908300" y="3333750"/>
          <p14:tracePt t="24582" x="2895600" y="3333750"/>
          <p14:tracePt t="24598" x="2882900" y="3333750"/>
          <p14:tracePt t="24615" x="2863850" y="3333750"/>
          <p14:tracePt t="24632" x="2844800" y="3333750"/>
          <p14:tracePt t="24648" x="2825750" y="3340100"/>
          <p14:tracePt t="24665" x="2806700" y="3340100"/>
          <p14:tracePt t="24669" x="2800350" y="3340100"/>
          <p14:tracePt t="24682" x="2787650" y="3340100"/>
          <p14:tracePt t="24698" x="2774950" y="3340100"/>
          <p14:tracePt t="24715" x="2768600" y="3340100"/>
          <p14:tracePt t="25058" x="2768600" y="3346450"/>
          <p14:tracePt t="25098" x="2768600" y="3352800"/>
          <p14:tracePt t="25106" x="2774950" y="3352800"/>
          <p14:tracePt t="25122" x="2781300" y="3352800"/>
          <p14:tracePt t="25146" x="2787650" y="3352800"/>
          <p14:tracePt t="25162" x="2794000" y="3352800"/>
          <p14:tracePt t="25178" x="2800350" y="3352800"/>
          <p14:tracePt t="25188" x="2806700" y="3352800"/>
          <p14:tracePt t="25198" x="2813050" y="3352800"/>
          <p14:tracePt t="25219" x="2819400" y="3346450"/>
          <p14:tracePt t="25243" x="2825750" y="3340100"/>
          <p14:tracePt t="25244" x="0" y="0"/>
        </p14:tracePtLst>
        <p14:tracePtLst>
          <p14:tracePt t="25998" x="3022600" y="3549650"/>
          <p14:tracePt t="26102" x="3016250" y="3549650"/>
          <p14:tracePt t="26117" x="3009900" y="3549650"/>
          <p14:tracePt t="26132" x="2997200" y="3549650"/>
          <p14:tracePt t="26149" x="2971800" y="3549650"/>
          <p14:tracePt t="26165" x="2940050" y="3543300"/>
          <p14:tracePt t="26182" x="2908300" y="3536950"/>
          <p14:tracePt t="26198" x="2882900" y="3530600"/>
          <p14:tracePt t="26215" x="2851150" y="3530600"/>
          <p14:tracePt t="26232" x="2832100" y="3530600"/>
          <p14:tracePt t="26249" x="2819400" y="3530600"/>
          <p14:tracePt t="26265" x="2813050" y="3530600"/>
          <p14:tracePt t="26282" x="2806700" y="3530600"/>
          <p14:tracePt t="26299" x="2781300" y="3530600"/>
          <p14:tracePt t="26315" x="2743200" y="3536950"/>
          <p14:tracePt t="26318" x="2730500" y="3543300"/>
          <p14:tracePt t="26332" x="2711450" y="3543300"/>
          <p14:tracePt t="26349" x="2635250" y="3549650"/>
          <p14:tracePt t="26365" x="2603500" y="3556000"/>
          <p14:tracePt t="26382" x="2578100" y="3556000"/>
          <p14:tracePt t="26384" x="2571750" y="3562350"/>
          <p14:tracePt t="26399" x="2552700" y="3568700"/>
          <p14:tracePt t="26415" x="2540000" y="3568700"/>
          <p14:tracePt t="26432" x="2533650" y="3575050"/>
          <p14:tracePt t="26449" x="2520950" y="3575050"/>
          <p14:tracePt t="26465" x="2514600" y="3581400"/>
          <p14:tracePt t="26482" x="2495550" y="3594100"/>
          <p14:tracePt t="26498" x="2482850" y="3600450"/>
          <p14:tracePt t="26515" x="2470150" y="3606800"/>
          <p14:tracePt t="26532" x="2463800" y="3613150"/>
          <p14:tracePt t="26549" x="2451100" y="3625850"/>
          <p14:tracePt t="26552" x="2438400" y="3625850"/>
          <p14:tracePt t="26565" x="2438400" y="3632200"/>
          <p14:tracePt t="26582" x="2425700" y="3632200"/>
          <p14:tracePt t="26584" x="2425700" y="3638550"/>
          <p14:tracePt t="26598" x="2419350" y="3644900"/>
          <p14:tracePt t="26615" x="2413000" y="3651250"/>
          <p14:tracePt t="26632" x="2406650" y="3657600"/>
          <p14:tracePt t="26649" x="2400300" y="3663950"/>
          <p14:tracePt t="26665" x="2400300" y="3676650"/>
          <p14:tracePt t="26681" x="2400300" y="3683000"/>
          <p14:tracePt t="26698" x="2400300" y="3689350"/>
          <p14:tracePt t="26715" x="2393950" y="3695700"/>
          <p14:tracePt t="26732" x="2393950" y="3702050"/>
          <p14:tracePt t="26748" x="2393950" y="3714750"/>
          <p14:tracePt t="26765" x="2393950" y="3721100"/>
          <p14:tracePt t="26782" x="2393950" y="3740150"/>
          <p14:tracePt t="26786" x="2393950" y="3746500"/>
          <p14:tracePt t="26798" x="2393950" y="3752850"/>
          <p14:tracePt t="26815" x="2393950" y="3765550"/>
          <p14:tracePt t="26832" x="2400300" y="3771900"/>
          <p14:tracePt t="26849" x="2419350" y="3790950"/>
          <p14:tracePt t="26865" x="2451100" y="3810000"/>
          <p14:tracePt t="26882" x="2463800" y="3816350"/>
          <p14:tracePt t="26899" x="2489200" y="3829050"/>
          <p14:tracePt t="26915" x="2527300" y="3841750"/>
          <p14:tracePt t="26932" x="2546350" y="3854450"/>
          <p14:tracePt t="26948" x="2578100" y="3860800"/>
          <p14:tracePt t="26965" x="2603500" y="3873500"/>
          <p14:tracePt t="26982" x="2622550" y="3873500"/>
          <p14:tracePt t="27000" x="2647950" y="3886200"/>
          <p14:tracePt t="27003" x="2660650" y="3892550"/>
          <p14:tracePt t="27015" x="2673350" y="3892550"/>
          <p14:tracePt t="27034" x="2686050" y="3892550"/>
          <p14:tracePt t="27036" x="2698750" y="3898900"/>
          <p14:tracePt t="27048" x="2711450" y="3905250"/>
          <p14:tracePt t="27067" x="2749550" y="3905250"/>
          <p14:tracePt t="27082" x="2768600" y="3905250"/>
          <p14:tracePt t="27100" x="2819400" y="3917950"/>
          <p14:tracePt t="27115" x="2863850" y="3924300"/>
          <p14:tracePt t="27133" x="2895600" y="3930650"/>
          <p14:tracePt t="27148" x="2921000" y="3930650"/>
          <p14:tracePt t="27166" x="2959100" y="3930650"/>
          <p14:tracePt t="27182" x="3016250" y="3930650"/>
          <p14:tracePt t="27198" x="3048000" y="3930650"/>
          <p14:tracePt t="27215" x="3086100" y="3930650"/>
          <p14:tracePt t="27232" x="3105150" y="3937000"/>
          <p14:tracePt t="27248" x="3124200" y="3937000"/>
          <p14:tracePt t="27265" x="3149600" y="3937000"/>
          <p14:tracePt t="27282" x="3168650" y="3937000"/>
          <p14:tracePt t="27298" x="3194050" y="3937000"/>
          <p14:tracePt t="27301" x="3213100" y="3937000"/>
          <p14:tracePt t="27315" x="3238500" y="3937000"/>
          <p14:tracePt t="27332" x="3289300" y="3937000"/>
          <p14:tracePt t="27334" x="3302000" y="3937000"/>
          <p14:tracePt t="27349" x="3352800" y="3937000"/>
          <p14:tracePt t="27365" x="3409950" y="3937000"/>
          <p14:tracePt t="27382" x="3441700" y="3937000"/>
          <p14:tracePt t="27398" x="3486150" y="3937000"/>
          <p14:tracePt t="27415" x="3536950" y="3937000"/>
          <p14:tracePt t="27432" x="3562350" y="3937000"/>
          <p14:tracePt t="27448" x="3600450" y="3937000"/>
          <p14:tracePt t="27466" x="3625850" y="3937000"/>
          <p14:tracePt t="27482" x="3663950" y="3937000"/>
          <p14:tracePt t="27498" x="3683000" y="3930650"/>
          <p14:tracePt t="27515" x="3727450" y="3917950"/>
          <p14:tracePt t="27532" x="3740150" y="3911600"/>
          <p14:tracePt t="27535" x="3752850" y="3905250"/>
          <p14:tracePt t="27548" x="3759200" y="3905250"/>
          <p14:tracePt t="27565" x="3778250" y="3892550"/>
          <p14:tracePt t="27567" x="3784600" y="3892550"/>
          <p14:tracePt t="27582" x="3784600" y="3886200"/>
          <p14:tracePt t="27599" x="3797300" y="3879850"/>
          <p14:tracePt t="27615" x="3797300" y="3867150"/>
          <p14:tracePt t="27632" x="3803650" y="3860800"/>
          <p14:tracePt t="27648" x="3810000" y="3841750"/>
          <p14:tracePt t="27665" x="3816350" y="3829050"/>
          <p14:tracePt t="27682" x="3822700" y="3803650"/>
          <p14:tracePt t="27699" x="3829050" y="3784600"/>
          <p14:tracePt t="27715" x="3835400" y="3765550"/>
          <p14:tracePt t="27732" x="3835400" y="3752850"/>
          <p14:tracePt t="27748" x="3835400" y="3746500"/>
          <p14:tracePt t="27765" x="3835400" y="3740150"/>
          <p14:tracePt t="27782" x="3835400" y="3733800"/>
          <p14:tracePt t="27798" x="3835400" y="3727450"/>
          <p14:tracePt t="27801" x="3835400" y="3721100"/>
          <p14:tracePt t="27818" x="3835400" y="3708400"/>
          <p14:tracePt t="27834" x="3835400" y="3702050"/>
          <p14:tracePt t="27849" x="3829050" y="3689350"/>
          <p14:tracePt t="27865" x="3829050" y="3683000"/>
          <p14:tracePt t="27882" x="3822700" y="3676650"/>
          <p14:tracePt t="27915" x="3816350" y="3663950"/>
          <p14:tracePt t="28140" x="0" y="0"/>
        </p14:tracePtLst>
        <p14:tracePtLst>
          <p14:tracePt t="32772" x="3670300" y="3860800"/>
          <p14:tracePt t="32964" x="3663950" y="3860800"/>
          <p14:tracePt t="32982" x="3657600" y="3860800"/>
          <p14:tracePt t="32999" x="3644900" y="3860800"/>
          <p14:tracePt t="33015" x="3625850" y="3860800"/>
          <p14:tracePt t="33032" x="3606800" y="3860800"/>
          <p14:tracePt t="33049" x="3587750" y="3860800"/>
          <p14:tracePt t="33054" x="3575050" y="3860800"/>
          <p14:tracePt t="33065" x="3568700" y="3860800"/>
          <p14:tracePt t="33082" x="3536950" y="3860800"/>
          <p14:tracePt t="33085" x="3524250" y="3860800"/>
          <p14:tracePt t="33101" x="3498850" y="3860800"/>
          <p14:tracePt t="33115" x="3479800" y="3860800"/>
          <p14:tracePt t="33132" x="3454400" y="3860800"/>
          <p14:tracePt t="33135" x="3435350" y="3860800"/>
          <p14:tracePt t="33150" x="3403600" y="3860800"/>
          <p14:tracePt t="33165" x="3365500" y="3860800"/>
          <p14:tracePt t="33182" x="3340100" y="3860800"/>
          <p14:tracePt t="33199" x="3314700" y="3854450"/>
          <p14:tracePt t="33215" x="3289300" y="3848100"/>
          <p14:tracePt t="33232" x="3263900" y="3848100"/>
          <p14:tracePt t="33249" x="3244850" y="3848100"/>
          <p14:tracePt t="33265" x="3206750" y="3841750"/>
          <p14:tracePt t="33282" x="3175000" y="3841750"/>
          <p14:tracePt t="33285" x="3149600" y="3835400"/>
          <p14:tracePt t="33298" x="3136900" y="3835400"/>
          <p14:tracePt t="33315" x="3098800" y="3829050"/>
          <p14:tracePt t="33318" x="3073400" y="3822700"/>
          <p14:tracePt t="33332" x="3048000" y="3816350"/>
          <p14:tracePt t="33349" x="2997200" y="3810000"/>
          <p14:tracePt t="33365" x="2965450" y="3803650"/>
          <p14:tracePt t="33382" x="2940050" y="3797300"/>
          <p14:tracePt t="33386" x="2927350" y="3797300"/>
          <p14:tracePt t="33399" x="2901950" y="3790950"/>
          <p14:tracePt t="33415" x="2882900" y="3790950"/>
          <p14:tracePt t="33432" x="2870200" y="3784600"/>
          <p14:tracePt t="33449" x="2844800" y="3784600"/>
          <p14:tracePt t="33465" x="2819400" y="3784600"/>
          <p14:tracePt t="33482" x="2806700" y="3784600"/>
          <p14:tracePt t="33499" x="2768600" y="3784600"/>
          <p14:tracePt t="33515" x="2749550" y="3784600"/>
          <p14:tracePt t="33532" x="2705100" y="3790950"/>
          <p14:tracePt t="33549" x="2679700" y="3790950"/>
          <p14:tracePt t="33553" x="2667000" y="3790950"/>
          <p14:tracePt t="33565" x="2641600" y="3797300"/>
          <p14:tracePt t="33582" x="2616200" y="3797300"/>
          <p14:tracePt t="33585" x="2603500" y="3803650"/>
          <p14:tracePt t="33601" x="2590800" y="3810000"/>
          <p14:tracePt t="33615" x="2571750" y="3810000"/>
          <p14:tracePt t="33633" x="2552700" y="3816350"/>
          <p14:tracePt t="33649" x="2527300" y="3822700"/>
          <p14:tracePt t="33668" x="2501900" y="3822700"/>
          <p14:tracePt t="33682" x="2463800" y="3829050"/>
          <p14:tracePt t="33699" x="2425700" y="3848100"/>
          <p14:tracePt t="33715" x="2393950" y="3854450"/>
          <p14:tracePt t="33733" x="2368550" y="3867150"/>
          <p14:tracePt t="33749" x="2349500" y="3867150"/>
          <p14:tracePt t="33765" x="2336800" y="3873500"/>
          <p14:tracePt t="33782" x="2324100" y="3879850"/>
          <p14:tracePt t="33842" x="2324100" y="3886200"/>
          <p14:tracePt t="33850" x="2317750" y="3886200"/>
          <p14:tracePt t="33875" x="2317750" y="3892550"/>
          <p14:tracePt t="33882" x="2311400" y="3898900"/>
          <p14:tracePt t="33901" x="2311400" y="3905250"/>
          <p14:tracePt t="33915" x="2311400" y="3911600"/>
          <p14:tracePt t="33932" x="2311400" y="3924300"/>
          <p14:tracePt t="33948" x="2311400" y="3930650"/>
          <p14:tracePt t="33965" x="2317750" y="3949700"/>
          <p14:tracePt t="33982" x="2336800" y="3968750"/>
          <p14:tracePt t="33998" x="2368550" y="3987800"/>
          <p14:tracePt t="34015" x="2393950" y="4000500"/>
          <p14:tracePt t="34032" x="2419350" y="4019550"/>
          <p14:tracePt t="34049" x="2444750" y="4038600"/>
          <p14:tracePt t="34065" x="2470150" y="4051300"/>
          <p14:tracePt t="34068" x="2482850" y="4064000"/>
          <p14:tracePt t="34082" x="2508250" y="4076700"/>
          <p14:tracePt t="34086" x="2520950" y="4076700"/>
          <p14:tracePt t="34099" x="2565400" y="4095750"/>
          <p14:tracePt t="34115" x="2597150" y="4102100"/>
          <p14:tracePt t="34132" x="2635250" y="4114800"/>
          <p14:tracePt t="34149" x="2660650" y="4127500"/>
          <p14:tracePt t="34165" x="2686050" y="4127500"/>
          <p14:tracePt t="34182" x="2717800" y="4127500"/>
          <p14:tracePt t="34199" x="2749550" y="4127500"/>
          <p14:tracePt t="34215" x="2794000" y="4127500"/>
          <p14:tracePt t="34232" x="2851150" y="4127500"/>
          <p14:tracePt t="34249" x="2876550" y="4127500"/>
          <p14:tracePt t="34266" x="2921000" y="4127500"/>
          <p14:tracePt t="34282" x="2959100" y="4127500"/>
          <p14:tracePt t="34299" x="2978150" y="4127500"/>
          <p14:tracePt t="34303" x="3003550" y="4127500"/>
          <p14:tracePt t="34315" x="3016250" y="4127500"/>
          <p14:tracePt t="34332" x="3067050" y="4127500"/>
          <p14:tracePt t="34335" x="3086100" y="4127500"/>
          <p14:tracePt t="34349" x="3130550" y="4127500"/>
          <p14:tracePt t="34365" x="3225800" y="4121150"/>
          <p14:tracePt t="34382" x="3270250" y="4121150"/>
          <p14:tracePt t="34399" x="3327400" y="4121150"/>
          <p14:tracePt t="34415" x="3403600" y="4114800"/>
          <p14:tracePt t="34432" x="3429000" y="4108450"/>
          <p14:tracePt t="34448" x="3454400" y="4108450"/>
          <p14:tracePt t="34465" x="3486150" y="4108450"/>
          <p14:tracePt t="34482" x="3505200" y="4102100"/>
          <p14:tracePt t="34499" x="3517900" y="4102100"/>
          <p14:tracePt t="34515" x="3543300" y="4095750"/>
          <p14:tracePt t="34532" x="3587750" y="4089400"/>
          <p14:tracePt t="34536" x="3606800" y="4083050"/>
          <p14:tracePt t="34549" x="3632200" y="4076700"/>
          <p14:tracePt t="34565" x="3714750" y="4051300"/>
          <p14:tracePt t="34569" x="3733800" y="4044950"/>
          <p14:tracePt t="34582" x="3752850" y="4044950"/>
          <p14:tracePt t="34599" x="3803650" y="4025900"/>
          <p14:tracePt t="34615" x="3835400" y="4006850"/>
          <p14:tracePt t="34632" x="3860800" y="3994150"/>
          <p14:tracePt t="34649" x="3879850" y="3981450"/>
          <p14:tracePt t="34665" x="3892550" y="3968750"/>
          <p14:tracePt t="34682" x="3898900" y="3962400"/>
          <p14:tracePt t="34699" x="3905250" y="3949700"/>
          <p14:tracePt t="34715" x="3911600" y="3937000"/>
          <p14:tracePt t="34732" x="3911600" y="3930650"/>
          <p14:tracePt t="34749" x="3917950" y="3917950"/>
          <p14:tracePt t="34765" x="3924300" y="3905250"/>
          <p14:tracePt t="34782" x="3924300" y="3892550"/>
          <p14:tracePt t="34799" x="3930650" y="3873500"/>
          <p14:tracePt t="34815" x="3937000" y="3860800"/>
          <p14:tracePt t="34832" x="3937000" y="3854450"/>
          <p14:tracePt t="34979" x="0" y="0"/>
        </p14:tracePtLst>
        <p14:tracePtLst>
          <p14:tracePt t="46890" x="3308350" y="5283200"/>
          <p14:tracePt t="46896" x="3295650" y="5295900"/>
          <p14:tracePt t="46905" x="3276600" y="5321300"/>
          <p14:tracePt t="46915" x="3251200" y="5359400"/>
          <p14:tracePt t="46933" x="3206750" y="5422900"/>
          <p14:tracePt t="46949" x="3143250" y="5562600"/>
          <p14:tracePt t="46966" x="3086100" y="5683250"/>
          <p14:tracePt t="46970" x="3060700" y="5753100"/>
          <p14:tracePt t="46982" x="3054350" y="5778500"/>
          <p14:tracePt t="46999" x="3041650" y="5803900"/>
          <p14:tracePt t="47002" x="3041650" y="5816600"/>
          <p14:tracePt t="47015" x="3035300" y="5829300"/>
          <p14:tracePt t="47032" x="3016250" y="5873750"/>
          <p14:tracePt t="47035" x="3003550" y="5911850"/>
          <p14:tracePt t="47050" x="2952750" y="6007100"/>
          <p14:tracePt t="47066" x="2914650" y="6115050"/>
          <p14:tracePt t="47082" x="2851150" y="6261100"/>
          <p14:tracePt t="47099" x="2813050" y="6356350"/>
          <p14:tracePt t="47116" x="2806700" y="6362700"/>
          <p14:tracePt t="47149" x="2806700" y="6343650"/>
          <p14:tracePt t="47166" x="2806700" y="6261100"/>
          <p14:tracePt t="47182" x="2800350" y="6140450"/>
          <p14:tracePt t="47199" x="2774950" y="6038850"/>
          <p14:tracePt t="47216" x="2730500" y="5930900"/>
          <p14:tracePt t="47232" x="2686050" y="5854700"/>
          <p14:tracePt t="47237" x="2660650" y="5803900"/>
          <p14:tracePt t="47249" x="2654300" y="5778500"/>
          <p14:tracePt t="47266" x="2635250" y="5702300"/>
          <p14:tracePt t="47269" x="2628900" y="5670550"/>
          <p14:tracePt t="47282" x="2622550" y="5645150"/>
          <p14:tracePt t="47300" x="2603500" y="5568950"/>
          <p14:tracePt t="47316" x="2590800" y="5543550"/>
          <p14:tracePt t="47332" x="2590800" y="5524500"/>
          <p14:tracePt t="47349" x="2584450" y="5499100"/>
          <p14:tracePt t="47366" x="2578100" y="5454650"/>
          <p14:tracePt t="47382" x="2578100" y="5397500"/>
          <p14:tracePt t="47399" x="2571750" y="5302250"/>
          <p14:tracePt t="47416" x="2559050" y="5194300"/>
          <p14:tracePt t="47432" x="2540000" y="5092700"/>
          <p14:tracePt t="47436" x="2520950" y="5022850"/>
          <p14:tracePt t="47449" x="2514600" y="4991100"/>
          <p14:tracePt t="47466" x="2451100" y="4826000"/>
          <p14:tracePt t="47482" x="2400300" y="4686300"/>
          <p14:tracePt t="47499" x="2362200" y="4597400"/>
          <p14:tracePt t="47504" x="2311400" y="4457700"/>
          <p14:tracePt t="47516" x="2292350" y="4413250"/>
          <p14:tracePt t="47532" x="2228850" y="4222750"/>
          <p14:tracePt t="47535" x="2178050" y="4095750"/>
          <p14:tracePt t="47550" x="2120900" y="3968750"/>
          <p14:tracePt t="47566" x="2082800" y="3886200"/>
          <p14:tracePt t="47582" x="2076450" y="3854450"/>
          <p14:tracePt t="47599" x="2070100" y="3848100"/>
          <p14:tracePt t="47616" x="2070100" y="3835400"/>
          <p14:tracePt t="47632" x="2070100" y="3816350"/>
          <p14:tracePt t="47649" x="2070100" y="3803650"/>
          <p14:tracePt t="47666" x="2070100" y="3790950"/>
          <p14:tracePt t="47682" x="2070100" y="3784600"/>
          <p14:tracePt t="47768" x="2070100" y="3790950"/>
          <p14:tracePt t="47776" x="2070100" y="3797300"/>
          <p14:tracePt t="47785" x="2082800" y="3810000"/>
          <p14:tracePt t="47800" x="2101850" y="3848100"/>
          <p14:tracePt t="47816" x="2120900" y="3886200"/>
          <p14:tracePt t="47832" x="2152650" y="3956050"/>
          <p14:tracePt t="47849" x="2203450" y="4070350"/>
          <p14:tracePt t="47865" x="2254250" y="4165600"/>
          <p14:tracePt t="47882" x="2286000" y="4267200"/>
          <p14:tracePt t="47899" x="2317750" y="4330700"/>
          <p14:tracePt t="47916" x="2336800" y="4368800"/>
          <p14:tracePt t="47933" x="2343150" y="4381500"/>
          <p14:tracePt t="47937" x="2349500" y="4387850"/>
          <p14:tracePt t="48178" x="2355850" y="4387850"/>
          <p14:tracePt t="48194" x="2362200" y="4381500"/>
          <p14:tracePt t="48203" x="2368550" y="4381500"/>
          <p14:tracePt t="48219" x="2374900" y="4381500"/>
          <p14:tracePt t="48235" x="2381250" y="4375150"/>
          <p14:tracePt t="48255" x="2387600" y="4375150"/>
          <p14:tracePt t="48260" x="2400300" y="4375150"/>
          <p14:tracePt t="48267" x="2406650" y="4375150"/>
          <p14:tracePt t="48283" x="2413000" y="4375150"/>
          <p14:tracePt t="48300" x="2438400" y="4375150"/>
          <p14:tracePt t="48316" x="2457450" y="4375150"/>
          <p14:tracePt t="48332" x="2476500" y="4375150"/>
          <p14:tracePt t="48349" x="2489200" y="4368800"/>
          <p14:tracePt t="48366" x="2495550" y="4368800"/>
          <p14:tracePt t="48382" x="2508250" y="4368800"/>
          <p14:tracePt t="48399" x="2520950" y="4368800"/>
          <p14:tracePt t="48418" x="2533650" y="4368800"/>
          <p14:tracePt t="48422" x="2540000" y="4368800"/>
          <p14:tracePt t="48432" x="2552700" y="4368800"/>
          <p14:tracePt t="48452" x="2590800" y="4368800"/>
          <p14:tracePt t="48466" x="2597150" y="4368800"/>
          <p14:tracePt t="48485" x="2635250" y="4368800"/>
          <p14:tracePt t="48500" x="2673350" y="4368800"/>
          <p14:tracePt t="48518" x="2686050" y="4368800"/>
          <p14:tracePt t="48532" x="2705100" y="4368800"/>
          <p14:tracePt t="48549" x="2711450" y="4368800"/>
          <p14:tracePt t="48566" x="2717800" y="4368800"/>
          <p14:tracePt t="51756" x="2724150" y="4368800"/>
          <p14:tracePt t="51764" x="2724150" y="4362450"/>
          <p14:tracePt t="51773" x="2730500" y="4362450"/>
          <p14:tracePt t="51975" x="2730500" y="4368800"/>
          <p14:tracePt t="51992" x="2730500" y="4375150"/>
          <p14:tracePt t="51998" x="2730500" y="4381500"/>
          <p14:tracePt t="52016" x="2736850" y="4394200"/>
          <p14:tracePt t="52032" x="2743200" y="4400550"/>
          <p14:tracePt t="52049" x="2743200" y="4419600"/>
          <p14:tracePt t="52066" x="2743200" y="4425950"/>
          <p14:tracePt t="52082" x="2749550" y="4438650"/>
          <p14:tracePt t="52102" x="2749550" y="4445000"/>
          <p14:tracePt t="52116" x="2749550" y="4451350"/>
          <p14:tracePt t="52132" x="2755900" y="4457700"/>
          <p14:tracePt t="52149" x="2755900" y="4464050"/>
          <p14:tracePt t="52169" x="2755900" y="4470400"/>
          <p14:tracePt t="52182" x="2755900" y="4476750"/>
          <p14:tracePt t="52186" x="2762250" y="4476750"/>
          <p14:tracePt t="52200" x="2762250" y="4483100"/>
          <p14:tracePt t="52217" x="2768600" y="4489450"/>
          <p14:tracePt t="52232" x="2774950" y="4489450"/>
          <p14:tracePt t="52249" x="2774950" y="4495800"/>
          <p14:tracePt t="52266" x="2774950" y="4502150"/>
          <p14:tracePt t="52395" x="2774950" y="4508500"/>
          <p14:tracePt t="52403" x="2781300" y="4508500"/>
          <p14:tracePt t="52427" x="2781300" y="4514850"/>
          <p14:tracePt t="52444" x="2781300" y="4521200"/>
          <p14:tracePt t="52451" x="2781300" y="4527550"/>
          <p14:tracePt t="52459" x="2781300" y="4533900"/>
          <p14:tracePt t="52476" x="2781300" y="4540250"/>
          <p14:tracePt t="52492" x="2787650" y="4546600"/>
          <p14:tracePt t="52499" x="2787650" y="4552950"/>
          <p14:tracePt t="52532" x="2787650" y="4559300"/>
          <p14:tracePt t="52549" x="2787650" y="4565650"/>
          <p14:tracePt t="52566" x="2787650" y="4572000"/>
          <p14:tracePt t="52582" x="2787650" y="4578350"/>
          <p14:tracePt t="52599" x="2787650" y="4584700"/>
          <p14:tracePt t="52616" x="2787650" y="4591050"/>
          <p14:tracePt t="52632" x="2787650" y="4597400"/>
          <p14:tracePt t="52649" x="2794000" y="4603750"/>
          <p14:tracePt t="52666" x="2794000" y="4610100"/>
          <p14:tracePt t="52682" x="2794000" y="4616450"/>
          <p14:tracePt t="52699" x="2794000" y="4622800"/>
          <p14:tracePt t="52716" x="2794000" y="4629150"/>
          <p14:tracePt t="52732" x="2794000" y="4635500"/>
          <p14:tracePt t="52749" x="2800350" y="4635500"/>
          <p14:tracePt t="52766" x="2800350" y="4641850"/>
          <p14:tracePt t="52799" x="2800350" y="4654550"/>
          <p14:tracePt t="52815" x="2806700" y="4654550"/>
          <p14:tracePt t="52832" x="2806700" y="4660900"/>
          <p14:tracePt t="52849" x="2806700" y="4667250"/>
          <p14:tracePt t="53006" x="2813050" y="4667250"/>
          <p14:tracePt t="53150" x="2819400" y="4654550"/>
          <p14:tracePt t="53160" x="2819400" y="4648200"/>
          <p14:tracePt t="53170" x="2819400" y="4629150"/>
          <p14:tracePt t="53182" x="2825750" y="4616450"/>
          <p14:tracePt t="53200" x="2838450" y="4572000"/>
          <p14:tracePt t="53216" x="2844800" y="4527550"/>
          <p14:tracePt t="53232" x="2857500" y="4470400"/>
          <p14:tracePt t="53249" x="2863850" y="4438650"/>
          <p14:tracePt t="53266" x="2863850" y="4413250"/>
          <p14:tracePt t="53282" x="2863850" y="4394200"/>
          <p14:tracePt t="53299" x="2863850" y="4387850"/>
          <p14:tracePt t="53315" x="2863850" y="4381500"/>
          <p14:tracePt t="53338" x="2863850" y="4375150"/>
          <p14:tracePt t="53353" x="2863850" y="4368800"/>
          <p14:tracePt t="53367" x="2863850" y="4362450"/>
          <p14:tracePt t="53369" x="2863850" y="4356100"/>
          <p14:tracePt t="53382" x="2863850" y="4343400"/>
          <p14:tracePt t="53402" x="2863850" y="4318000"/>
          <p14:tracePt t="53416" x="2863850" y="4292600"/>
          <p14:tracePt t="53435" x="2857500" y="4273550"/>
          <p14:tracePt t="53450" x="2857500" y="4260850"/>
          <p14:tracePt t="53467" x="2857500" y="4241800"/>
          <p14:tracePt t="53514" x="2857500" y="4235450"/>
          <p14:tracePt t="53578" x="2851150" y="4235450"/>
          <p14:tracePt t="53587" x="2851150" y="4241800"/>
          <p14:tracePt t="53603" x="2844800" y="4254500"/>
          <p14:tracePt t="53611" x="2838450" y="4260850"/>
          <p14:tracePt t="53619" x="2832100" y="4273550"/>
          <p14:tracePt t="53632" x="2825750" y="4286250"/>
          <p14:tracePt t="53635" x="2819400" y="4292600"/>
          <p14:tracePt t="53650" x="2806700" y="4324350"/>
          <p14:tracePt t="53666" x="2800350" y="4362450"/>
          <p14:tracePt t="53682" x="2794000" y="4381500"/>
          <p14:tracePt t="53700" x="2787650" y="4400550"/>
          <p14:tracePt t="53716" x="2787650" y="4406900"/>
          <p14:tracePt t="53732" x="2787650" y="4413250"/>
          <p14:tracePt t="53749" x="2787650" y="4425950"/>
          <p14:tracePt t="53766" x="2787650" y="4445000"/>
          <p14:tracePt t="53782" x="2781300" y="4470400"/>
          <p14:tracePt t="53799" x="2774950" y="4489450"/>
          <p14:tracePt t="53816" x="2774950" y="4508500"/>
          <p14:tracePt t="53832" x="2774950" y="4521200"/>
          <p14:tracePt t="53849" x="2774950" y="4533900"/>
          <p14:tracePt t="53865" x="2774950" y="4540250"/>
          <p14:tracePt t="53882" x="2774950" y="4546600"/>
          <p14:tracePt t="53900" x="2774950" y="4559300"/>
          <p14:tracePt t="53924" x="2774950" y="4565650"/>
          <p14:tracePt t="54064" x="2774950" y="4578350"/>
          <p14:tracePt t="54086" x="2774950" y="4584700"/>
          <p14:tracePt t="54103" x="2774950" y="4591050"/>
          <p14:tracePt t="54143" x="2774950" y="4597400"/>
          <p14:tracePt t="54238" x="2774950" y="4578350"/>
          <p14:tracePt t="54247" x="2774950" y="4559300"/>
          <p14:tracePt t="54259" x="2781300" y="4546600"/>
          <p14:tracePt t="54266" x="2787650" y="4521200"/>
          <p14:tracePt t="54282" x="2794000" y="4483100"/>
          <p14:tracePt t="54299" x="2794000" y="4451350"/>
          <p14:tracePt t="54316" x="2800350" y="4438650"/>
          <p14:tracePt t="54425" x="2800350" y="4432300"/>
          <p14:tracePt t="54441" x="2800350" y="4419600"/>
          <p14:tracePt t="54459" x="2800350" y="4406900"/>
          <p14:tracePt t="54464" x="2800350" y="4400550"/>
          <p14:tracePt t="54473" x="2800350" y="4387850"/>
          <p14:tracePt t="54482" x="2800350" y="4375150"/>
          <p14:tracePt t="54499" x="2806700" y="4349750"/>
          <p14:tracePt t="54516" x="2806700" y="4330700"/>
          <p14:tracePt t="54532" x="2806700" y="4324350"/>
          <p14:tracePt t="54549" x="2806700" y="4311650"/>
          <p14:tracePt t="54683" x="2806700" y="4305300"/>
          <p14:tracePt t="54804" x="2806700" y="4311650"/>
          <p14:tracePt t="54813" x="2806700" y="4318000"/>
          <p14:tracePt t="54822" x="2806700" y="4324350"/>
          <p14:tracePt t="54833" x="2806700" y="4330700"/>
          <p14:tracePt t="54849" x="2806700" y="4356100"/>
          <p14:tracePt t="54866" x="2806700" y="4381500"/>
          <p14:tracePt t="54869" x="2800350" y="4394200"/>
          <p14:tracePt t="54883" x="2800350" y="4406900"/>
          <p14:tracePt t="54900" x="2800350" y="4432300"/>
          <p14:tracePt t="54916" x="2800350" y="4445000"/>
          <p14:tracePt t="54932" x="2800350" y="4457700"/>
          <p14:tracePt t="54949" x="2800350" y="4470400"/>
          <p14:tracePt t="54966" x="2800350" y="4476750"/>
          <p14:tracePt t="54982" x="2800350" y="4483100"/>
          <p14:tracePt t="54999" x="2800350" y="4489450"/>
          <p14:tracePt t="55018" x="2800350" y="4495800"/>
          <p14:tracePt t="55060" x="2800350" y="4502150"/>
          <p14:tracePt t="55087" x="2800350" y="4508500"/>
          <p14:tracePt t="55094" x="2800350" y="4514850"/>
          <p14:tracePt t="55110" x="2800350" y="4521200"/>
          <p14:tracePt t="55135" x="2800350" y="4527550"/>
          <p14:tracePt t="55159" x="2800350" y="4533900"/>
          <p14:tracePt t="55167" x="2800350" y="4540250"/>
          <p14:tracePt t="57407" x="0" y="0"/>
        </p14:tracePtLst>
        <p14:tracePtLst>
          <p14:tracePt t="58517" x="2787650" y="4375150"/>
          <p14:tracePt t="58854" x="2794000" y="4375150"/>
          <p14:tracePt t="58927" x="2800350" y="4375150"/>
          <p14:tracePt t="58967" x="2806700" y="4375150"/>
          <p14:tracePt t="58983" x="2813050" y="4375150"/>
          <p14:tracePt t="58999" x="2819400" y="4375150"/>
          <p14:tracePt t="59016" x="2832100" y="4375150"/>
          <p14:tracePt t="59033" x="2838450" y="4381500"/>
          <p14:tracePt t="59049" x="2857500" y="4387850"/>
          <p14:tracePt t="59066" x="2889250" y="4394200"/>
          <p14:tracePt t="59083" x="2914650" y="4394200"/>
          <p14:tracePt t="59086" x="2927350" y="4394200"/>
          <p14:tracePt t="59103" x="2952750" y="4400550"/>
          <p14:tracePt t="59119" x="2965450" y="4400550"/>
          <p14:tracePt t="59137" x="2978150" y="4400550"/>
          <p14:tracePt t="59153" x="2984500" y="4400550"/>
          <p14:tracePt t="59166" x="2984500" y="4406900"/>
          <p14:tracePt t="59183" x="2990850" y="4406900"/>
          <p14:tracePt t="59186" x="2997200" y="4406900"/>
          <p14:tracePt t="59200" x="3009900" y="4413250"/>
          <p14:tracePt t="59216" x="3028950" y="4413250"/>
          <p14:tracePt t="59233" x="3041650" y="4419600"/>
          <p14:tracePt t="59249" x="3054350" y="4419600"/>
          <p14:tracePt t="59266" x="3067050" y="4419600"/>
          <p14:tracePt t="59282" x="3086100" y="4419600"/>
          <p14:tracePt t="59299" x="3098800" y="4425950"/>
          <p14:tracePt t="59316" x="3130550" y="4432300"/>
          <p14:tracePt t="59333" x="3149600" y="4432300"/>
          <p14:tracePt t="59349" x="3181350" y="4432300"/>
          <p14:tracePt t="59353" x="3200400" y="4432300"/>
          <p14:tracePt t="59366" x="3213100" y="4432300"/>
          <p14:tracePt t="59383" x="3232150" y="4432300"/>
          <p14:tracePt t="59387" x="3238500" y="4432300"/>
          <p14:tracePt t="59399" x="3257550" y="4432300"/>
          <p14:tracePt t="59402" x="3289300" y="4432300"/>
          <p14:tracePt t="59416" x="3302000" y="4432300"/>
          <p14:tracePt t="59420" x="3321050" y="4432300"/>
          <p14:tracePt t="59433" x="3333750" y="4432300"/>
          <p14:tracePt t="59450" x="3390900" y="4425950"/>
          <p14:tracePt t="59466" x="3429000" y="4419600"/>
          <p14:tracePt t="59482" x="3505200" y="4413250"/>
          <p14:tracePt t="59499" x="3543300" y="4413250"/>
          <p14:tracePt t="59516" x="3575050" y="4413250"/>
          <p14:tracePt t="59533" x="3600450" y="4406900"/>
          <p14:tracePt t="59549" x="3625850" y="4400550"/>
          <p14:tracePt t="59566" x="3644900" y="4400550"/>
          <p14:tracePt t="59583" x="3670300" y="4394200"/>
          <p14:tracePt t="59586" x="3683000" y="4394200"/>
          <p14:tracePt t="59599" x="3689350" y="4387850"/>
          <p14:tracePt t="59616" x="3714750" y="4381500"/>
          <p14:tracePt t="59620" x="3733800" y="4381500"/>
          <p14:tracePt t="59633" x="3752850" y="4381500"/>
          <p14:tracePt t="59650" x="3790950" y="4368800"/>
          <p14:tracePt t="59666" x="3803650" y="4368800"/>
          <p14:tracePt t="59683" x="3829050" y="4362450"/>
          <p14:tracePt t="59685" x="3835400" y="4356100"/>
          <p14:tracePt t="59700" x="3854450" y="4349750"/>
          <p14:tracePt t="59716" x="3867150" y="4349750"/>
          <p14:tracePt t="59732" x="3879850" y="4349750"/>
          <p14:tracePt t="59749" x="3892550" y="4343400"/>
          <p14:tracePt t="59766" x="3898900" y="4343400"/>
          <p14:tracePt t="59782" x="3917950" y="4337050"/>
          <p14:tracePt t="59799" x="3937000" y="4330700"/>
          <p14:tracePt t="59815" x="3949700" y="4324350"/>
          <p14:tracePt t="59833" x="3956050" y="4318000"/>
          <p14:tracePt t="59849" x="3962400" y="4318000"/>
          <p14:tracePt t="59903" x="3968750" y="4318000"/>
          <p14:tracePt t="59909" x="3968750" y="4311650"/>
          <p14:tracePt t="59943" x="3975100" y="4311650"/>
          <p14:tracePt t="59950" x="3975100" y="4305300"/>
          <p14:tracePt t="59975" x="3975100" y="4298950"/>
          <p14:tracePt t="59991" x="3975100" y="4292600"/>
          <p14:tracePt t="60001" x="3968750" y="4292600"/>
          <p14:tracePt t="60007" x="3968750" y="4286250"/>
          <p14:tracePt t="60016" x="3962400" y="4286250"/>
          <p14:tracePt t="60034" x="3943350" y="4267200"/>
          <p14:tracePt t="60049" x="3911600" y="4248150"/>
          <p14:tracePt t="60066" x="3873500" y="4229100"/>
          <p14:tracePt t="60083" x="3848100" y="4216400"/>
          <p14:tracePt t="60099" x="3810000" y="4203700"/>
          <p14:tracePt t="60102" x="3803650" y="4197350"/>
          <p14:tracePt t="60116" x="3784600" y="4191000"/>
          <p14:tracePt t="60132" x="3746500" y="4184650"/>
          <p14:tracePt t="60135" x="3733800" y="4178300"/>
          <p14:tracePt t="60150" x="3689350" y="4165600"/>
          <p14:tracePt t="60166" x="3670300" y="4165600"/>
          <p14:tracePt t="60182" x="3644900" y="4152900"/>
          <p14:tracePt t="60200" x="3613150" y="4152900"/>
          <p14:tracePt t="60216" x="3587750" y="4146550"/>
          <p14:tracePt t="60233" x="3575050" y="4146550"/>
          <p14:tracePt t="60249" x="3549650" y="4146550"/>
          <p14:tracePt t="60266" x="3536950" y="4146550"/>
          <p14:tracePt t="60283" x="3524250" y="4146550"/>
          <p14:tracePt t="60299" x="3511550" y="4146550"/>
          <p14:tracePt t="60316" x="3486150" y="4146550"/>
          <p14:tracePt t="60333" x="3467100" y="4146550"/>
          <p14:tracePt t="60337" x="3460750" y="4146550"/>
          <p14:tracePt t="60349" x="3454400" y="4146550"/>
          <p14:tracePt t="60366" x="3429000" y="4146550"/>
          <p14:tracePt t="60369" x="3416300" y="4146550"/>
          <p14:tracePt t="60383" x="3403600" y="4146550"/>
          <p14:tracePt t="60400" x="3359150" y="4159250"/>
          <p14:tracePt t="60416" x="3321050" y="4159250"/>
          <p14:tracePt t="60433" x="3282950" y="4165600"/>
          <p14:tracePt t="60449" x="3232150" y="4171950"/>
          <p14:tracePt t="60466" x="3168650" y="4178300"/>
          <p14:tracePt t="60482" x="3117850" y="4191000"/>
          <p14:tracePt t="60499" x="3054350" y="4191000"/>
          <p14:tracePt t="60516" x="3016250" y="4191000"/>
          <p14:tracePt t="60533" x="2990850" y="4197350"/>
          <p14:tracePt t="60549" x="2965450" y="4203700"/>
          <p14:tracePt t="60566" x="2946400" y="4210050"/>
          <p14:tracePt t="60583" x="2927350" y="4222750"/>
          <p14:tracePt t="60599" x="2901950" y="4235450"/>
          <p14:tracePt t="60603" x="2889250" y="4241800"/>
          <p14:tracePt t="60616" x="2882900" y="4248150"/>
          <p14:tracePt t="60633" x="2838450" y="4273550"/>
          <p14:tracePt t="60635" x="2825750" y="4279900"/>
          <p14:tracePt t="60650" x="2794000" y="4305300"/>
          <p14:tracePt t="60666" x="2762250" y="4318000"/>
          <p14:tracePt t="60682" x="2749550" y="4330700"/>
          <p14:tracePt t="60699" x="2730500" y="4343400"/>
          <p14:tracePt t="60716" x="2724150" y="4349750"/>
          <p14:tracePt t="60733" x="2724150" y="4356100"/>
          <p14:tracePt t="60749" x="2717800" y="4356100"/>
          <p14:tracePt t="60766" x="2717800" y="4362450"/>
          <p14:tracePt t="60783" x="2717800" y="4368800"/>
          <p14:tracePt t="60799" x="2717800" y="4375150"/>
          <p14:tracePt t="60816" x="2717800" y="4387850"/>
          <p14:tracePt t="60833" x="2730500" y="4394200"/>
          <p14:tracePt t="60849" x="2749550" y="4406900"/>
          <p14:tracePt t="60866" x="2800350" y="4425950"/>
          <p14:tracePt t="60869" x="2813050" y="4432300"/>
          <p14:tracePt t="60882" x="2832100" y="4438650"/>
          <p14:tracePt t="60899" x="2895600" y="4445000"/>
          <p14:tracePt t="60901" x="2914650" y="4445000"/>
          <p14:tracePt t="60916" x="2946400" y="4451350"/>
          <p14:tracePt t="60932" x="2984500" y="4457700"/>
          <p14:tracePt t="60949" x="3009900" y="4464050"/>
          <p14:tracePt t="60966" x="3035300" y="4464050"/>
          <p14:tracePt t="60983" x="3086100" y="4464050"/>
          <p14:tracePt t="60999" x="3124200" y="4470400"/>
          <p14:tracePt t="61016" x="3206750" y="4470400"/>
          <p14:tracePt t="61033" x="3276600" y="4470400"/>
          <p14:tracePt t="61049" x="3314700" y="4470400"/>
          <p14:tracePt t="61066" x="3378200" y="4470400"/>
          <p14:tracePt t="61083" x="3416300" y="4470400"/>
          <p14:tracePt t="61099" x="3448050" y="4470400"/>
          <p14:tracePt t="61102" x="3454400" y="4470400"/>
          <p14:tracePt t="61116" x="3467100" y="4464050"/>
          <p14:tracePt t="61132" x="3479800" y="4464050"/>
          <p14:tracePt t="61135" x="3479800" y="4457700"/>
          <p14:tracePt t="61150" x="3498850" y="4457700"/>
          <p14:tracePt t="61166" x="3505200" y="4451350"/>
          <p14:tracePt t="61183" x="3517900" y="4445000"/>
          <p14:tracePt t="61199" x="3530600" y="4438650"/>
          <p14:tracePt t="61216" x="3543300" y="4438650"/>
          <p14:tracePt t="61233" x="3549650" y="4438650"/>
          <p14:tracePt t="61249" x="3556000" y="4432300"/>
          <p14:tracePt t="61983" x="0" y="0"/>
        </p14:tracePtLst>
        <p14:tracePtLst>
          <p14:tracePt t="63249" x="4171950" y="4343400"/>
          <p14:tracePt t="65857" x="4171950" y="4337050"/>
          <p14:tracePt t="65888" x="4171950" y="4330700"/>
          <p14:tracePt t="65909" x="4171950" y="4324350"/>
          <p14:tracePt t="65947" x="4171950" y="4318000"/>
          <p14:tracePt t="65979" x="4171950" y="4311650"/>
          <p14:tracePt t="66010" x="4171950" y="4305300"/>
          <p14:tracePt t="66019" x="4171950" y="4298950"/>
          <p14:tracePt t="66035" x="4171950" y="4292600"/>
          <p14:tracePt t="66059" x="4171950" y="4286250"/>
          <p14:tracePt t="66157" x="4165600" y="4286250"/>
          <p14:tracePt t="66163" x="4165600" y="4292600"/>
          <p14:tracePt t="66173" x="4159250" y="4298950"/>
          <p14:tracePt t="66190" x="4152900" y="4305300"/>
          <p14:tracePt t="66199" x="4152900" y="4311650"/>
          <p14:tracePt t="66239" x="4152900" y="4318000"/>
          <p14:tracePt t="66365" x="4152900" y="4324350"/>
          <p14:tracePt t="66568" x="4152900" y="4318000"/>
          <p14:tracePt t="66575" x="4152900" y="4311650"/>
          <p14:tracePt t="66583" x="4152900" y="4305300"/>
          <p14:tracePt t="66601" x="4159250" y="4292600"/>
          <p14:tracePt t="66703" x="4159250" y="4298950"/>
          <p14:tracePt t="66729" x="4159250" y="4305300"/>
          <p14:tracePt t="66817" x="4159250" y="4311650"/>
          <p14:tracePt t="66865" x="4159250" y="4318000"/>
          <p14:tracePt t="66890" x="4165600" y="4324350"/>
          <p14:tracePt t="66906" x="4165600" y="4330700"/>
          <p14:tracePt t="67494" x="4171950" y="4330700"/>
          <p14:tracePt t="67525" x="4178300" y="4330700"/>
          <p14:tracePt t="67549" x="4184650" y="4330700"/>
          <p14:tracePt t="67962" x="0" y="0"/>
        </p14:tracePtLst>
        <p14:tracePtLst>
          <p14:tracePt t="70671" x="3752850" y="4387850"/>
          <p14:tracePt t="70686" x="3746500" y="4387850"/>
          <p14:tracePt t="70695" x="3746500" y="4381500"/>
          <p14:tracePt t="70710" x="3740150" y="4381500"/>
          <p14:tracePt t="70727" x="3733800" y="4381500"/>
          <p14:tracePt t="70748" x="3727450" y="4381500"/>
          <p14:tracePt t="70759" x="3727450" y="4375150"/>
          <p14:tracePt t="70766" x="3721100" y="4375150"/>
          <p14:tracePt t="70783" x="3714750" y="4375150"/>
          <p14:tracePt t="70799" x="3708400" y="4375150"/>
          <p14:tracePt t="70817" x="3689350" y="4375150"/>
          <p14:tracePt t="70833" x="3651250" y="4375150"/>
          <p14:tracePt t="70850" x="3606800" y="4375150"/>
          <p14:tracePt t="70866" x="3543300" y="4381500"/>
          <p14:tracePt t="70883" x="3479800" y="4387850"/>
          <p14:tracePt t="70900" x="3422650" y="4387850"/>
          <p14:tracePt t="70904" x="3384550" y="4394200"/>
          <p14:tracePt t="70916" x="3365500" y="4394200"/>
          <p14:tracePt t="70933" x="3333750" y="4400550"/>
          <p14:tracePt t="70936" x="3327400" y="4406900"/>
          <p14:tracePt t="70951" x="3302000" y="4406900"/>
          <p14:tracePt t="70967" x="3295650" y="4413250"/>
          <p14:tracePt t="70983" x="3276600" y="4419600"/>
          <p14:tracePt t="70999" x="3251200" y="4432300"/>
          <p14:tracePt t="71016" x="3238500" y="4438650"/>
          <p14:tracePt t="71033" x="3225800" y="4451350"/>
          <p14:tracePt t="71050" x="3219450" y="4457700"/>
          <p14:tracePt t="71066" x="3213100" y="4457700"/>
          <p14:tracePt t="71085" x="3206750" y="4464050"/>
          <p14:tracePt t="71099" x="3200400" y="4464050"/>
          <p14:tracePt t="71116" x="3200400" y="4470400"/>
          <p14:tracePt t="71133" x="3194050" y="4470400"/>
          <p14:tracePt t="71150" x="3194050" y="4483100"/>
          <p14:tracePt t="71166" x="3187700" y="4489450"/>
          <p14:tracePt t="71171" x="3187700" y="4495800"/>
          <p14:tracePt t="71183" x="3187700" y="4502150"/>
          <p14:tracePt t="71200" x="3181350" y="4521200"/>
          <p14:tracePt t="71216" x="3181350" y="4527550"/>
          <p14:tracePt t="71233" x="3181350" y="4533900"/>
          <p14:tracePt t="71249" x="3181350" y="4540250"/>
          <p14:tracePt t="71266" x="3181350" y="4546600"/>
          <p14:tracePt t="71283" x="3181350" y="4552950"/>
          <p14:tracePt t="71300" x="3181350" y="4559300"/>
          <p14:tracePt t="71316" x="3187700" y="4565650"/>
          <p14:tracePt t="71333" x="3187700" y="4572000"/>
          <p14:tracePt t="71350" x="3194050" y="4584700"/>
          <p14:tracePt t="71366" x="3200400" y="4597400"/>
          <p14:tracePt t="71383" x="3206750" y="4603750"/>
          <p14:tracePt t="71400" x="3213100" y="4610100"/>
          <p14:tracePt t="71402" x="3213100" y="4616450"/>
          <p14:tracePt t="71416" x="3219450" y="4616450"/>
          <p14:tracePt t="71433" x="3232150" y="4622800"/>
          <p14:tracePt t="71435" x="3232150" y="4629150"/>
          <p14:tracePt t="71452" x="3251200" y="4635500"/>
          <p14:tracePt t="71466" x="3270250" y="4641850"/>
          <p14:tracePt t="71485" x="3282950" y="4648200"/>
          <p14:tracePt t="71500" x="3308350" y="4654550"/>
          <p14:tracePt t="71517" x="3321050" y="4660900"/>
          <p14:tracePt t="71533" x="3352800" y="4667250"/>
          <p14:tracePt t="71551" x="3384550" y="4673600"/>
          <p14:tracePt t="71555" x="3397250" y="4679950"/>
          <p14:tracePt t="71566" x="3409950" y="4679950"/>
          <p14:tracePt t="71583" x="3422650" y="4686300"/>
          <p14:tracePt t="71600" x="3435350" y="4686300"/>
          <p14:tracePt t="71617" x="3441700" y="4686300"/>
          <p14:tracePt t="71633" x="3454400" y="4692650"/>
          <p14:tracePt t="71650" x="3467100" y="4705350"/>
          <p14:tracePt t="71653" x="3479800" y="4705350"/>
          <p14:tracePt t="71666" x="3486150" y="4705350"/>
          <p14:tracePt t="71683" x="3511550" y="4718050"/>
          <p14:tracePt t="71685" x="3517900" y="4718050"/>
          <p14:tracePt t="71701" x="3556000" y="4724400"/>
          <p14:tracePt t="71717" x="3581400" y="4730750"/>
          <p14:tracePt t="71733" x="3594100" y="4737100"/>
          <p14:tracePt t="71750" x="3619500" y="4737100"/>
          <p14:tracePt t="71766" x="3638550" y="4743450"/>
          <p14:tracePt t="71783" x="3663950" y="4756150"/>
          <p14:tracePt t="71800" x="3689350" y="4756150"/>
          <p14:tracePt t="71816" x="3714750" y="4756150"/>
          <p14:tracePt t="71833" x="3746500" y="4762500"/>
          <p14:tracePt t="71849" x="3778250" y="4762500"/>
          <p14:tracePt t="71852" x="3797300" y="4762500"/>
          <p14:tracePt t="71866" x="3810000" y="4768850"/>
          <p14:tracePt t="71883" x="3848100" y="4768850"/>
          <p14:tracePt t="71885" x="3867150" y="4775200"/>
          <p14:tracePt t="71899" x="3886200" y="4775200"/>
          <p14:tracePt t="71916" x="3930650" y="4775200"/>
          <p14:tracePt t="71920" x="3962400" y="4781550"/>
          <p14:tracePt t="71933" x="3987800" y="4781550"/>
          <p14:tracePt t="71950" x="4064000" y="4794250"/>
          <p14:tracePt t="71966" x="4140200" y="4806950"/>
          <p14:tracePt t="71983" x="4171950" y="4806950"/>
          <p14:tracePt t="72000" x="4241800" y="4813300"/>
          <p14:tracePt t="72017" x="4318000" y="4813300"/>
          <p14:tracePt t="72033" x="4375150" y="4813300"/>
          <p14:tracePt t="72050" x="4413250" y="4819650"/>
          <p14:tracePt t="72066" x="4438650" y="4819650"/>
          <p14:tracePt t="72083" x="4451350" y="4819650"/>
          <p14:tracePt t="72089" x="4464050" y="4819650"/>
          <p14:tracePt t="72103" x="4476750" y="4819650"/>
          <p14:tracePt t="72116" x="4489450" y="4819650"/>
          <p14:tracePt t="72120" x="4495800" y="4813300"/>
          <p14:tracePt t="72133" x="4508500" y="4813300"/>
          <p14:tracePt t="72151" x="4552950" y="4800600"/>
          <p14:tracePt t="72166" x="4565650" y="4794250"/>
          <p14:tracePt t="72183" x="4597400" y="4787900"/>
          <p14:tracePt t="72185" x="4610100" y="4781550"/>
          <p14:tracePt t="72200" x="4641850" y="4775200"/>
          <p14:tracePt t="72217" x="4660900" y="4775200"/>
          <p14:tracePt t="72233" x="4692650" y="4762500"/>
          <p14:tracePt t="72250" x="4724400" y="4756150"/>
          <p14:tracePt t="72266" x="4756150" y="4743450"/>
          <p14:tracePt t="72283" x="4787900" y="4737100"/>
          <p14:tracePt t="72300" x="4826000" y="4718050"/>
          <p14:tracePt t="72316" x="4845050" y="4718050"/>
          <p14:tracePt t="72333" x="4870450" y="4705350"/>
          <p14:tracePt t="72350" x="4895850" y="4699000"/>
          <p14:tracePt t="72354" x="4908550" y="4699000"/>
          <p14:tracePt t="72366" x="4914900" y="4692650"/>
          <p14:tracePt t="72383" x="4940300" y="4686300"/>
          <p14:tracePt t="72400" x="4953000" y="4679950"/>
          <p14:tracePt t="72416" x="4965700" y="4673600"/>
          <p14:tracePt t="72433" x="4978400" y="4667250"/>
          <p14:tracePt t="72450" x="4991100" y="4654550"/>
          <p14:tracePt t="72466" x="5003800" y="4641850"/>
          <p14:tracePt t="72483" x="5016500" y="4635500"/>
          <p14:tracePt t="72500" x="5016500" y="4622800"/>
          <p14:tracePt t="72516" x="5022850" y="4616450"/>
          <p14:tracePt t="72533" x="5029200" y="4603750"/>
          <p14:tracePt t="72550" x="5029200" y="4597400"/>
          <p14:tracePt t="72566" x="5035550" y="4584700"/>
          <p14:tracePt t="72583" x="5041900" y="4565650"/>
          <p14:tracePt t="72599" x="5041900" y="4559300"/>
          <p14:tracePt t="72616" x="5048250" y="4546600"/>
          <p14:tracePt t="72619" x="5048250" y="4540250"/>
          <p14:tracePt t="72635" x="5048250" y="4527550"/>
          <p14:tracePt t="72651" x="5048250" y="4514850"/>
          <p14:tracePt t="72666" x="5041900" y="4489450"/>
          <p14:tracePt t="72683" x="5022850" y="4470400"/>
          <p14:tracePt t="72700" x="5010150" y="4451350"/>
          <p14:tracePt t="72716" x="4978400" y="4432300"/>
          <p14:tracePt t="72733" x="4914900" y="4400550"/>
          <p14:tracePt t="72750" x="4876800" y="4387850"/>
          <p14:tracePt t="72766" x="4800600" y="4375150"/>
          <p14:tracePt t="72783" x="4705350" y="4362450"/>
          <p14:tracePt t="72800" x="4641850" y="4356100"/>
          <p14:tracePt t="72816" x="4546600" y="4356100"/>
          <p14:tracePt t="72833" x="4451350" y="4356100"/>
          <p14:tracePt t="72850" x="4394200" y="4356100"/>
          <p14:tracePt t="72852" x="4362450" y="4356100"/>
          <p14:tracePt t="72866" x="4279900" y="4362450"/>
          <p14:tracePt t="72883" x="4216400" y="4375150"/>
          <p14:tracePt t="72887" x="4191000" y="4375150"/>
          <p14:tracePt t="72901" x="4095750" y="4406900"/>
          <p14:tracePt t="72916" x="4038600" y="4413250"/>
          <p14:tracePt t="72933" x="3994150" y="4432300"/>
          <p14:tracePt t="72950" x="3930650" y="4451350"/>
          <p14:tracePt t="72966" x="3898900" y="4464050"/>
          <p14:tracePt t="72983" x="3873500" y="4470400"/>
          <p14:tracePt t="73000" x="3854450" y="4476750"/>
          <p14:tracePt t="73016" x="3829050" y="4483100"/>
          <p14:tracePt t="73033" x="3790950" y="4489450"/>
          <p14:tracePt t="73050" x="3759200" y="4489450"/>
          <p14:tracePt t="73069" x="3727450" y="4489450"/>
          <p14:tracePt t="73072" x="3708400" y="4489450"/>
          <p14:tracePt t="73083" x="3689350" y="4489450"/>
          <p14:tracePt t="73101" x="3632200" y="4489450"/>
          <p14:tracePt t="73105" x="3606800" y="4489450"/>
          <p14:tracePt t="73116" x="3581400" y="4489450"/>
          <p14:tracePt t="73134" x="3530600" y="4489450"/>
          <p14:tracePt t="73136" x="3511550" y="4495800"/>
          <p14:tracePt t="73150" x="3492500" y="4495800"/>
          <p14:tracePt t="73169" x="3448050" y="4508500"/>
          <p14:tracePt t="73183" x="3435350" y="4514850"/>
          <p14:tracePt t="73216" x="3429000" y="4521200"/>
          <p14:tracePt t="73233" x="3429000" y="4527550"/>
          <p14:tracePt t="73250" x="3422650" y="4533900"/>
          <p14:tracePt t="73266" x="3416300" y="4540250"/>
          <p14:tracePt t="73283" x="3416300" y="4552950"/>
          <p14:tracePt t="73300" x="3409950" y="4565650"/>
          <p14:tracePt t="73316" x="3409950" y="4578350"/>
          <p14:tracePt t="73333" x="3409950" y="4591050"/>
          <p14:tracePt t="73350" x="3409950" y="4597400"/>
          <p14:tracePt t="73383" x="3409950" y="4610100"/>
          <p14:tracePt t="73401" x="3409950" y="4616450"/>
          <p14:tracePt t="73416" x="3422650" y="4622800"/>
          <p14:tracePt t="73433" x="3435350" y="4629150"/>
          <p14:tracePt t="73450" x="3460750" y="4641850"/>
          <p14:tracePt t="73466" x="3486150" y="4654550"/>
          <p14:tracePt t="73483" x="3536950" y="4667250"/>
          <p14:tracePt t="73500" x="3606800" y="4686300"/>
          <p14:tracePt t="73517" x="3689350" y="4705350"/>
          <p14:tracePt t="73533" x="3727450" y="4711700"/>
          <p14:tracePt t="73550" x="3784600" y="4724400"/>
          <p14:tracePt t="73566" x="3810000" y="4730750"/>
          <p14:tracePt t="73583" x="3848100" y="4730750"/>
          <p14:tracePt t="73600" x="3879850" y="4737100"/>
          <p14:tracePt t="73604" x="3911600" y="4737100"/>
          <p14:tracePt t="73616" x="3930650" y="4737100"/>
          <p14:tracePt t="73633" x="3968750" y="4737100"/>
          <p14:tracePt t="73636" x="3987800" y="4737100"/>
          <p14:tracePt t="73650" x="4064000" y="4737100"/>
          <p14:tracePt t="73666" x="4159250" y="4737100"/>
          <p14:tracePt t="73683" x="4216400" y="4737100"/>
          <p14:tracePt t="73700" x="4311650" y="4737100"/>
          <p14:tracePt t="73716" x="4349750" y="4737100"/>
          <p14:tracePt t="73733" x="4381500" y="4737100"/>
          <p14:tracePt t="73750" x="4406900" y="4737100"/>
          <p14:tracePt t="73766" x="4432300" y="4724400"/>
          <p14:tracePt t="73783" x="4438650" y="4724400"/>
          <p14:tracePt t="73800" x="4445000" y="4724400"/>
          <p14:tracePt t="73816" x="4457700" y="4718050"/>
          <p14:tracePt t="74200" x="0" y="0"/>
        </p14:tracePtLst>
        <p14:tracePtLst>
          <p14:tracePt t="78501" x="6858000" y="4013200"/>
          <p14:tracePt t="78563" x="6858000" y="4006850"/>
          <p14:tracePt t="79009" x="6864350" y="4006850"/>
          <p14:tracePt t="79015" x="6864350" y="4013200"/>
          <p14:tracePt t="79033" x="6870700" y="4019550"/>
          <p14:tracePt t="79050" x="6877050" y="4032250"/>
          <p14:tracePt t="79066" x="6889750" y="4044950"/>
          <p14:tracePt t="79083" x="6896100" y="4057650"/>
          <p14:tracePt t="79100" x="6921500" y="4083050"/>
          <p14:tracePt t="79117" x="6953250" y="4114800"/>
          <p14:tracePt t="79119" x="6965950" y="4127500"/>
          <p14:tracePt t="79133" x="6978650" y="4133850"/>
          <p14:tracePt t="79150" x="7042150" y="4184650"/>
          <p14:tracePt t="79167" x="7061200" y="4203700"/>
          <p14:tracePt t="79183" x="7092950" y="4222750"/>
          <p14:tracePt t="79200" x="7124700" y="4235450"/>
          <p14:tracePt t="79216" x="7143750" y="4248150"/>
          <p14:tracePt t="79233" x="7162800" y="4260850"/>
          <p14:tracePt t="79250" x="7181850" y="4267200"/>
          <p14:tracePt t="79266" x="7188200" y="4273550"/>
          <p14:tracePt t="79283" x="7200900" y="4279900"/>
          <p14:tracePt t="79308" x="7213600" y="4292600"/>
          <p14:tracePt t="79322" x="7226300" y="4305300"/>
          <p14:tracePt t="79339" x="7239000" y="4311650"/>
          <p14:tracePt t="79350" x="7245350" y="4324350"/>
          <p14:tracePt t="79366" x="7264400" y="4337050"/>
          <p14:tracePt t="79383" x="7283450" y="4356100"/>
          <p14:tracePt t="79386" x="7302500" y="4368800"/>
          <p14:tracePt t="79400" x="7315200" y="4387850"/>
          <p14:tracePt t="79416" x="7353300" y="4406900"/>
          <p14:tracePt t="79433" x="7378700" y="4425950"/>
          <p14:tracePt t="79450" x="7391400" y="4432300"/>
          <p14:tracePt t="79466" x="7404100" y="4438650"/>
          <p14:tracePt t="79483" x="7404100" y="4445000"/>
          <p14:tracePt t="79500" x="7410450" y="4445000"/>
          <p14:tracePt t="79516" x="7410450" y="4451350"/>
          <p14:tracePt t="79533" x="7416800" y="4457700"/>
          <p14:tracePt t="79550" x="7423150" y="4457700"/>
          <p14:tracePt t="79566" x="7423150" y="4464050"/>
          <p14:tracePt t="79583" x="7429500" y="4470400"/>
          <p14:tracePt t="79600" x="7429500" y="4476750"/>
          <p14:tracePt t="79617" x="7435850" y="4483100"/>
          <p14:tracePt t="79620" x="7435850" y="4489450"/>
          <p14:tracePt t="80037" x="7429500" y="4489450"/>
          <p14:tracePt t="80046" x="7410450" y="4489450"/>
          <p14:tracePt t="80056" x="7385050" y="4489450"/>
          <p14:tracePt t="80066" x="7359650" y="4489450"/>
          <p14:tracePt t="80083" x="7283450" y="4489450"/>
          <p14:tracePt t="80100" x="7143750" y="4489450"/>
          <p14:tracePt t="80103" x="7054850" y="4483100"/>
          <p14:tracePt t="80117" x="6978650" y="4483100"/>
          <p14:tracePt t="80133" x="6769100" y="4470400"/>
          <p14:tracePt t="80136" x="6604000" y="4451350"/>
          <p14:tracePt t="80150" x="6299200" y="4425950"/>
          <p14:tracePt t="80166" x="5753100" y="4381500"/>
          <p14:tracePt t="80183" x="5435600" y="4368800"/>
          <p14:tracePt t="80200" x="4984750" y="4368800"/>
          <p14:tracePt t="80216" x="4679950" y="4425950"/>
          <p14:tracePt t="80233" x="4464050" y="4489450"/>
          <p14:tracePt t="80250" x="4324350" y="4546600"/>
          <p14:tracePt t="80266" x="4254500" y="4578350"/>
          <p14:tracePt t="80283" x="4216400" y="4597400"/>
          <p14:tracePt t="80300" x="4191000" y="4616450"/>
          <p14:tracePt t="80303" x="4171950" y="4635500"/>
          <p14:tracePt t="80316" x="4165600" y="4641850"/>
          <p14:tracePt t="80333" x="4146550" y="4667250"/>
          <p14:tracePt t="80337" x="4140200" y="4667250"/>
          <p14:tracePt t="80350" x="4140200" y="4679950"/>
          <p14:tracePt t="80366" x="4133850" y="4679950"/>
          <p14:tracePt t="80369" x="4133850" y="4686300"/>
          <p14:tracePt t="80505" x="4121150" y="4686300"/>
          <p14:tracePt t="80522" x="4102100" y="4679950"/>
          <p14:tracePt t="80530" x="4095750" y="4679950"/>
          <p14:tracePt t="80538" x="4064000" y="4673600"/>
          <p14:tracePt t="80550" x="4044950" y="4667250"/>
          <p14:tracePt t="80567" x="4000500" y="4660900"/>
          <p14:tracePt t="80569" x="3994150" y="4660900"/>
          <p14:tracePt t="80583" x="3975100" y="4648200"/>
          <p14:tracePt t="80600" x="3968750" y="4641850"/>
          <p14:tracePt t="80603" x="3956050" y="4635500"/>
          <p14:tracePt t="80617" x="3943350" y="4629150"/>
          <p14:tracePt t="80633" x="3892550" y="4603750"/>
          <p14:tracePt t="80636" x="3867150" y="4591050"/>
          <p14:tracePt t="80651" x="3797300" y="4572000"/>
          <p14:tracePt t="80666" x="3708400" y="4546600"/>
          <p14:tracePt t="80683" x="3625850" y="4533900"/>
          <p14:tracePt t="80700" x="3587750" y="4527550"/>
          <p14:tracePt t="80716" x="3575050" y="4527550"/>
          <p14:tracePt t="80803" x="3568700" y="4527550"/>
          <p14:tracePt t="80819" x="3556000" y="4527550"/>
          <p14:tracePt t="80828" x="3549650" y="4527550"/>
          <p14:tracePt t="80836" x="3536950" y="4533900"/>
          <p14:tracePt t="80850" x="3498850" y="4540250"/>
          <p14:tracePt t="80867" x="3467100" y="4552950"/>
          <p14:tracePt t="80886" x="3460750" y="4552950"/>
          <p14:tracePt t="80900" x="3454400" y="4552950"/>
          <p14:tracePt t="80949" x="3454400" y="4546600"/>
          <p14:tracePt t="80959" x="3454400" y="4540250"/>
          <p14:tracePt t="80966" x="3448050" y="4521200"/>
          <p14:tracePt t="80983" x="3441700" y="4502150"/>
          <p14:tracePt t="81000" x="3416300" y="4438650"/>
          <p14:tracePt t="81017" x="3378200" y="4356100"/>
          <p14:tracePt t="81033" x="3333750" y="4292600"/>
          <p14:tracePt t="81038" x="3295650" y="4254500"/>
          <p14:tracePt t="81050" x="3270250" y="4235450"/>
          <p14:tracePt t="81066" x="3225800" y="4197350"/>
          <p14:tracePt t="81069" x="3206750" y="4184650"/>
          <p14:tracePt t="81083" x="3187700" y="4171950"/>
          <p14:tracePt t="81100" x="3143250" y="4159250"/>
          <p14:tracePt t="81117" x="3105150" y="4146550"/>
          <p14:tracePt t="81133" x="3067050" y="4140200"/>
          <p14:tracePt t="81151" x="3035300" y="4140200"/>
          <p14:tracePt t="81166" x="2997200" y="4133850"/>
          <p14:tracePt t="81183" x="2965450" y="4127500"/>
          <p14:tracePt t="81200" x="2908300" y="4114800"/>
          <p14:tracePt t="81216" x="2876550" y="4108450"/>
          <p14:tracePt t="81233" x="2838450" y="4095750"/>
          <p14:tracePt t="81250" x="2794000" y="4083050"/>
          <p14:tracePt t="81266" x="2755900" y="4076700"/>
          <p14:tracePt t="81283" x="2730500" y="4070350"/>
          <p14:tracePt t="81300" x="2673350" y="4064000"/>
          <p14:tracePt t="81303" x="2660650" y="4057650"/>
          <p14:tracePt t="81319" x="2622550" y="4057650"/>
          <p14:tracePt t="81333" x="2603500" y="4057650"/>
          <p14:tracePt t="81350" x="2584450" y="4057650"/>
          <p14:tracePt t="81367" x="2571750" y="4057650"/>
          <p14:tracePt t="81392" x="2565400" y="4057650"/>
          <p14:tracePt t="81416" x="2565400" y="4064000"/>
          <p14:tracePt t="81426" x="2559050" y="4064000"/>
          <p14:tracePt t="81433" x="2559050" y="4070350"/>
          <p14:tracePt t="81450" x="2559050" y="4076700"/>
          <p14:tracePt t="81466" x="2552700" y="4089400"/>
          <p14:tracePt t="81483" x="2546350" y="4102100"/>
          <p14:tracePt t="81500" x="2546350" y="4121150"/>
          <p14:tracePt t="81517" x="2546350" y="4159250"/>
          <p14:tracePt t="81521" x="2546350" y="4178300"/>
          <p14:tracePt t="81533" x="2546350" y="4191000"/>
          <p14:tracePt t="81550" x="2540000" y="4235450"/>
          <p14:tracePt t="81554" x="2540000" y="4260850"/>
          <p14:tracePt t="81567" x="2540000" y="4279900"/>
          <p14:tracePt t="81583" x="2533650" y="4318000"/>
          <p14:tracePt t="81586" x="2533650" y="4356100"/>
          <p14:tracePt t="81601" x="2533650" y="4381500"/>
          <p14:tracePt t="81617" x="2533650" y="4400550"/>
          <p14:tracePt t="81633" x="2533650" y="4406900"/>
          <p14:tracePt t="81649" x="2533650" y="4413250"/>
          <p14:tracePt t="81666" x="2533650" y="4419600"/>
          <p14:tracePt t="81683" x="2533650" y="4432300"/>
          <p14:tracePt t="81700" x="2533650" y="4451350"/>
          <p14:tracePt t="81716" x="2533650" y="4464050"/>
          <p14:tracePt t="81733" x="2533650" y="4489450"/>
          <p14:tracePt t="81750" x="2533650" y="4502150"/>
          <p14:tracePt t="81767" x="2533650" y="4521200"/>
          <p14:tracePt t="81783" x="2533650" y="4533900"/>
          <p14:tracePt t="81800" x="2533650" y="4540250"/>
          <p14:tracePt t="81817" x="2533650" y="4552950"/>
          <p14:tracePt t="81833" x="2533650" y="4565650"/>
          <p14:tracePt t="81850" x="2533650" y="4578350"/>
          <p14:tracePt t="81853" x="2533650" y="4591050"/>
          <p14:tracePt t="81867" x="2533650" y="4610100"/>
          <p14:tracePt t="81883" x="2533650" y="4660900"/>
          <p14:tracePt t="81900" x="2527300" y="4699000"/>
          <p14:tracePt t="81917" x="2520950" y="4724400"/>
          <p14:tracePt t="81933" x="2520950" y="4749800"/>
          <p14:tracePt t="81950" x="2520950" y="4756150"/>
          <p14:tracePt t="81966" x="2520950" y="4762500"/>
          <p14:tracePt t="82000" x="2520950" y="4768850"/>
          <p14:tracePt t="82016" x="2520950" y="4775200"/>
          <p14:tracePt t="82033" x="2514600" y="4781550"/>
          <p14:tracePt t="82050" x="2514600" y="4800600"/>
          <p14:tracePt t="82066" x="2508250" y="4813300"/>
          <p14:tracePt t="82083" x="2508250" y="4826000"/>
          <p14:tracePt t="82086" x="2508250" y="4832350"/>
          <p14:tracePt t="82102" x="2508250" y="4845050"/>
          <p14:tracePt t="82117" x="2501900" y="4857750"/>
          <p14:tracePt t="82189" x="2501900" y="4864100"/>
          <p14:tracePt t="82197" x="2501900" y="4870450"/>
          <p14:tracePt t="82213" x="2501900" y="4876800"/>
          <p14:tracePt t="82222" x="2501900" y="4883150"/>
          <p14:tracePt t="82233" x="2501900" y="4889500"/>
          <p14:tracePt t="82250" x="2495550" y="4902200"/>
          <p14:tracePt t="82267" x="2489200" y="4914900"/>
          <p14:tracePt t="82283" x="2489200" y="4927600"/>
          <p14:tracePt t="82300" x="2489200" y="4933950"/>
          <p14:tracePt t="82316" x="2482850" y="4946650"/>
          <p14:tracePt t="82320" x="2482850" y="4959350"/>
          <p14:tracePt t="82335" x="2482850" y="4965700"/>
          <p14:tracePt t="82351" x="2482850" y="4972050"/>
          <p14:tracePt t="82367" x="2476500" y="4978400"/>
          <p14:tracePt t="82383" x="2476500" y="4984750"/>
          <p14:tracePt t="82400" x="2470150" y="4991100"/>
          <p14:tracePt t="82416" x="2470150" y="4997450"/>
          <p14:tracePt t="82442" x="2470150" y="5003800"/>
          <p14:tracePt t="82450" x="2470150" y="5010150"/>
          <p14:tracePt t="82512" x="2463800" y="5010150"/>
          <p14:tracePt t="82689" x="2463800" y="5003800"/>
          <p14:tracePt t="82729" x="2463800" y="4997450"/>
          <p14:tracePt t="83182" x="0" y="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 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&lt; 4:</a:t>
            </a:r>
          </a:p>
          <a:p>
            <a:pPr marL="0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...    y = x * 2 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...   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print(x) is in the indented block, and will be executed only if x is less than 4.</a:t>
            </a:r>
          </a:p>
          <a:p>
            <a:r>
              <a:rPr lang="en-US" i="1" dirty="0"/>
              <a:t>File: check_whitespace.py</a:t>
            </a:r>
            <a:endParaRPr lang="nl-BE" i="1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&lt; 4: </a:t>
            </a:r>
          </a:p>
          <a:p>
            <a:pPr marL="0" indent="0">
              <a:buNone/>
            </a:pP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...    y = x * 2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print(x) is outside the block, and will be executed regardless of the </a:t>
            </a:r>
            <a:r>
              <a:rPr lang="nl-BE" dirty="0" err="1"/>
              <a:t>value</a:t>
            </a:r>
            <a:r>
              <a:rPr lang="nl-BE" dirty="0"/>
              <a:t> of x,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7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75"/>
    </mc:Choice>
    <mc:Fallback xmlns="">
      <p:transition spd="slow" advTm="62675"/>
    </mc:Fallback>
  </mc:AlternateContent>
  <p:extLst>
    <p:ext uri="{3A86A75C-4F4B-4683-9AE1-C65F6400EC91}">
      <p14:laserTraceLst xmlns:p14="http://schemas.microsoft.com/office/powerpoint/2010/main">
        <p14:tracePtLst>
          <p14:tracePt t="7634" x="1866900" y="2495550"/>
          <p14:tracePt t="7762" x="1860550" y="2495550"/>
          <p14:tracePt t="7770" x="1854200" y="2495550"/>
          <p14:tracePt t="7787" x="1847850" y="2495550"/>
          <p14:tracePt t="7794" x="1841500" y="2495550"/>
          <p14:tracePt t="7812" x="1835150" y="2495550"/>
          <p14:tracePt t="7828" x="1828800" y="2495550"/>
          <p14:tracePt t="7851" x="1822450" y="2495550"/>
          <p14:tracePt t="7861" x="1822450" y="2501900"/>
          <p14:tracePt t="7885" x="1816100" y="2508250"/>
          <p14:tracePt t="7906" x="1816100" y="2514600"/>
          <p14:tracePt t="7916" x="1809750" y="2514600"/>
          <p14:tracePt t="7928" x="1809750" y="2520950"/>
          <p14:tracePt t="7970" x="1809750" y="2527300"/>
          <p14:tracePt t="7996" x="1809750" y="2533650"/>
          <p14:tracePt t="8021" x="1803400" y="2533650"/>
          <p14:tracePt t="8028" x="1803400" y="2540000"/>
          <p14:tracePt t="8069" x="1803400" y="2546350"/>
          <p14:tracePt t="8085" x="1803400" y="2552700"/>
          <p14:tracePt t="8092" x="1803400" y="2559050"/>
          <p14:tracePt t="8108" x="1803400" y="2565400"/>
          <p14:tracePt t="8116" x="1803400" y="2571750"/>
          <p14:tracePt t="8128" x="1803400" y="2578100"/>
          <p14:tracePt t="8147" x="1803400" y="2603500"/>
          <p14:tracePt t="8164" x="1803400" y="2609850"/>
          <p14:tracePt t="8179" x="1803400" y="2622550"/>
          <p14:tracePt t="8195" x="1803400" y="2641600"/>
          <p14:tracePt t="8212" x="1803400" y="2647950"/>
          <p14:tracePt t="8228" x="1803400" y="2660650"/>
          <p14:tracePt t="8245" x="1803400" y="2679700"/>
          <p14:tracePt t="8261" x="1803400" y="2705100"/>
          <p14:tracePt t="8278" x="1809750" y="2724150"/>
          <p14:tracePt t="8295" x="1809750" y="2736850"/>
          <p14:tracePt t="8311" x="1822450" y="2749550"/>
          <p14:tracePt t="8328" x="1835150" y="2768600"/>
          <p14:tracePt t="8345" x="1847850" y="2781300"/>
          <p14:tracePt t="8362" x="1866900" y="2806700"/>
          <p14:tracePt t="8378" x="1898650" y="2838450"/>
          <p14:tracePt t="8382" x="1917700" y="2851150"/>
          <p14:tracePt t="8395" x="1930400" y="2857500"/>
          <p14:tracePt t="8412" x="1981200" y="2895600"/>
          <p14:tracePt t="8415" x="2000250" y="2908300"/>
          <p14:tracePt t="8428" x="2019300" y="2921000"/>
          <p14:tracePt t="8445" x="2120900" y="2959100"/>
          <p14:tracePt t="8461" x="2222500" y="2990850"/>
          <p14:tracePt t="8478" x="2292350" y="3016250"/>
          <p14:tracePt t="8495" x="2374900" y="3041650"/>
          <p14:tracePt t="8512" x="2540000" y="3073400"/>
          <p14:tracePt t="8528" x="2622550" y="3079750"/>
          <p14:tracePt t="8545" x="2705100" y="3086100"/>
          <p14:tracePt t="8562" x="2844800" y="3086100"/>
          <p14:tracePt t="8578" x="2908300" y="3060700"/>
          <p14:tracePt t="8595" x="2959100" y="3035300"/>
          <p14:tracePt t="8611" x="2990850" y="3009900"/>
          <p14:tracePt t="8616" x="3003550" y="3003550"/>
          <p14:tracePt t="8629" x="3022600" y="2997200"/>
          <p14:tracePt t="8645" x="3041650" y="2984500"/>
          <p14:tracePt t="8649" x="3048000" y="2978150"/>
          <p14:tracePt t="8662" x="3060700" y="2978150"/>
          <p14:tracePt t="8678" x="3098800" y="2971800"/>
          <p14:tracePt t="8681" x="3111500" y="2965450"/>
          <p14:tracePt t="8695" x="3162300" y="2952750"/>
          <p14:tracePt t="8711" x="3225800" y="2946400"/>
          <p14:tracePt t="8728" x="3289300" y="2927350"/>
          <p14:tracePt t="8745" x="3333750" y="2908300"/>
          <p14:tracePt t="8762" x="3371850" y="2895600"/>
          <p14:tracePt t="8778" x="3390900" y="2889250"/>
          <p14:tracePt t="8882" x="3390900" y="2895600"/>
          <p14:tracePt t="8890" x="3390900" y="2901950"/>
          <p14:tracePt t="8898" x="3390900" y="2908300"/>
          <p14:tracePt t="8912" x="3390900" y="2921000"/>
          <p14:tracePt t="8928" x="3390900" y="2933700"/>
          <p14:tracePt t="8931" x="3390900" y="2940050"/>
          <p14:tracePt t="9140" x="3390900" y="2946400"/>
          <p14:tracePt t="9148" x="3403600" y="2952750"/>
          <p14:tracePt t="9156" x="3416300" y="2952750"/>
          <p14:tracePt t="9164" x="3435350" y="2959100"/>
          <p14:tracePt t="9178" x="3460750" y="2965450"/>
          <p14:tracePt t="9181" x="3467100" y="2965450"/>
          <p14:tracePt t="9196" x="3498850" y="2978150"/>
          <p14:tracePt t="9212" x="3524250" y="2984500"/>
          <p14:tracePt t="9228" x="3536950" y="2984500"/>
          <p14:tracePt t="9245" x="3543300" y="2984500"/>
          <p14:tracePt t="9261" x="3549650" y="2984500"/>
          <p14:tracePt t="9279" x="3556000" y="2984500"/>
          <p14:tracePt t="9294" x="3562350" y="2984500"/>
          <p14:tracePt t="9311" x="3568700" y="2984500"/>
          <p14:tracePt t="9328" x="3581400" y="2984500"/>
          <p14:tracePt t="9345" x="3594100" y="2978150"/>
          <p14:tracePt t="9361" x="3600450" y="2978150"/>
          <p14:tracePt t="9378" x="3613150" y="2971800"/>
          <p14:tracePt t="9381" x="3619500" y="2971800"/>
          <p14:tracePt t="9395" x="3625850" y="2965450"/>
          <p14:tracePt t="9412" x="3632200" y="2965450"/>
          <p14:tracePt t="9415" x="3638550" y="2959100"/>
          <p14:tracePt t="9428" x="3638550" y="2952750"/>
          <p14:tracePt t="9533" x="3638550" y="2946400"/>
          <p14:tracePt t="9574" x="3638550" y="2940050"/>
          <p14:tracePt t="9590" x="3638550" y="2933700"/>
          <p14:tracePt t="9608" x="3638550" y="2927350"/>
          <p14:tracePt t="10083" x="0" y="0"/>
        </p14:tracePtLst>
        <p14:tracePtLst>
          <p14:tracePt t="12366" x="2432050" y="3251200"/>
          <p14:tracePt t="12790" x="2432050" y="3244850"/>
          <p14:tracePt t="12846" x="2432050" y="3238500"/>
          <p14:tracePt t="13130" x="2438400" y="3232150"/>
          <p14:tracePt t="13138" x="2438400" y="3213100"/>
          <p14:tracePt t="13146" x="2438400" y="3194050"/>
          <p14:tracePt t="13162" x="2444750" y="3136900"/>
          <p14:tracePt t="13178" x="2444750" y="3098800"/>
          <p14:tracePt t="13195" x="2444750" y="3060700"/>
          <p14:tracePt t="13212" x="2444750" y="3041650"/>
          <p14:tracePt t="13228" x="2444750" y="3028950"/>
          <p14:tracePt t="13245" x="2451100" y="3009900"/>
          <p14:tracePt t="13262" x="2451100" y="2990850"/>
          <p14:tracePt t="13278" x="2457450" y="2984500"/>
          <p14:tracePt t="13295" x="2457450" y="2971800"/>
          <p14:tracePt t="13312" x="2463800" y="2965450"/>
          <p14:tracePt t="13328" x="2463800" y="2952750"/>
          <p14:tracePt t="13331" x="2470150" y="2946400"/>
          <p14:tracePt t="13347" x="2470150" y="2940050"/>
          <p14:tracePt t="13500" x="2476500" y="2940050"/>
          <p14:tracePt t="13532" x="2482850" y="2940050"/>
          <p14:tracePt t="13540" x="2489200" y="2940050"/>
          <p14:tracePt t="13558" x="2501900" y="2940050"/>
          <p14:tracePt t="13564" x="2514600" y="2940050"/>
          <p14:tracePt t="13580" x="2533650" y="2946400"/>
          <p14:tracePt t="13596" x="2552700" y="2946400"/>
          <p14:tracePt t="13612" x="2578100" y="2946400"/>
          <p14:tracePt t="13628" x="2616200" y="2952750"/>
          <p14:tracePt t="13645" x="2635250" y="2952750"/>
          <p14:tracePt t="13662" x="2667000" y="2952750"/>
          <p14:tracePt t="13678" x="2679700" y="2952750"/>
          <p14:tracePt t="13695" x="2686050" y="2952750"/>
          <p14:tracePt t="13742" x="2686050" y="2946400"/>
          <p14:tracePt t="13758" x="2686050" y="2940050"/>
          <p14:tracePt t="13783" x="2686050" y="2933700"/>
          <p14:tracePt t="13798" x="2686050" y="2927350"/>
          <p14:tracePt t="13806" x="2679700" y="2927350"/>
          <p14:tracePt t="13823" x="2679700" y="2921000"/>
          <p14:tracePt t="13831" x="2673350" y="2921000"/>
          <p14:tracePt t="14426" x="2679700" y="2921000"/>
          <p14:tracePt t="14434" x="2686050" y="2921000"/>
          <p14:tracePt t="14446" x="2698750" y="2921000"/>
          <p14:tracePt t="14462" x="2730500" y="2927350"/>
          <p14:tracePt t="14478" x="2762250" y="2933700"/>
          <p14:tracePt t="14495" x="2806700" y="2940050"/>
          <p14:tracePt t="14512" x="2832100" y="2940050"/>
          <p14:tracePt t="14528" x="2838450" y="2940050"/>
          <p14:tracePt t="14545" x="2844800" y="2940050"/>
          <p14:tracePt t="14758" x="2844800" y="2946400"/>
          <p14:tracePt t="14782" x="2838450" y="2946400"/>
          <p14:tracePt t="14790" x="2838450" y="2952750"/>
          <p14:tracePt t="14806" x="2832100" y="2952750"/>
          <p14:tracePt t="14822" x="2832100" y="2959100"/>
          <p14:tracePt t="14830" x="2825750" y="2959100"/>
          <p14:tracePt t="14845" x="2813050" y="2965450"/>
          <p14:tracePt t="14862" x="2800350" y="2978150"/>
          <p14:tracePt t="14878" x="2781300" y="2990850"/>
          <p14:tracePt t="14895" x="2768600" y="2990850"/>
          <p14:tracePt t="14912" x="2755900" y="2997200"/>
          <p14:tracePt t="14928" x="2749550" y="3003550"/>
          <p14:tracePt t="14945" x="2743200" y="3003550"/>
          <p14:tracePt t="15006" x="2736850" y="3003550"/>
          <p14:tracePt t="15017" x="2730500" y="3003550"/>
          <p14:tracePt t="15024" x="2730500" y="3009900"/>
          <p14:tracePt t="15040" x="2724150" y="3009900"/>
          <p14:tracePt t="15049" x="2717800" y="3009900"/>
          <p14:tracePt t="15062" x="2705100" y="3009900"/>
          <p14:tracePt t="15078" x="2686050" y="3016250"/>
          <p14:tracePt t="15081" x="2660650" y="3016250"/>
          <p14:tracePt t="15096" x="2628900" y="3022600"/>
          <p14:tracePt t="15112" x="2609850" y="3022600"/>
          <p14:tracePt t="15128" x="2603500" y="3022600"/>
          <p14:tracePt t="15169" x="2597150" y="3022600"/>
          <p14:tracePt t="15179" x="2597150" y="3028950"/>
          <p14:tracePt t="15195" x="2590800" y="3028950"/>
          <p14:tracePt t="15212" x="2578100" y="3028950"/>
          <p14:tracePt t="15228" x="2571750" y="3028950"/>
          <p14:tracePt t="15245" x="2559050" y="3028950"/>
          <p14:tracePt t="15262" x="2546350" y="3028950"/>
          <p14:tracePt t="15279" x="2533650" y="3035300"/>
          <p14:tracePt t="15281" x="2527300" y="3035300"/>
          <p14:tracePt t="15295" x="2520950" y="3041650"/>
          <p14:tracePt t="15312" x="2508250" y="3041650"/>
          <p14:tracePt t="15314" x="2495550" y="3048000"/>
          <p14:tracePt t="15328" x="2495550" y="3060700"/>
          <p14:tracePt t="15345" x="2476500" y="3073400"/>
          <p14:tracePt t="15362" x="2470150" y="3086100"/>
          <p14:tracePt t="15378" x="2457450" y="3111500"/>
          <p14:tracePt t="15395" x="2451100" y="3124200"/>
          <p14:tracePt t="15412" x="2438400" y="3143250"/>
          <p14:tracePt t="15428" x="2438400" y="3149600"/>
          <p14:tracePt t="15445" x="2438400" y="3155950"/>
          <p14:tracePt t="15462" x="2438400" y="3162300"/>
          <p14:tracePt t="15478" x="2432050" y="3168650"/>
          <p14:tracePt t="15495" x="2432050" y="3181350"/>
          <p14:tracePt t="15512" x="2432050" y="3187700"/>
          <p14:tracePt t="15515" x="2432050" y="3194050"/>
          <p14:tracePt t="15528" x="2432050" y="3206750"/>
          <p14:tracePt t="15545" x="2438400" y="3232150"/>
          <p14:tracePt t="15562" x="2438400" y="3244850"/>
          <p14:tracePt t="15578" x="2457450" y="3270250"/>
          <p14:tracePt t="15581" x="2463800" y="3282950"/>
          <p14:tracePt t="15596" x="2489200" y="3308350"/>
          <p14:tracePt t="15612" x="2501900" y="3321050"/>
          <p14:tracePt t="15628" x="2527300" y="3333750"/>
          <p14:tracePt t="15645" x="2546350" y="3352800"/>
          <p14:tracePt t="15662" x="2584450" y="3365500"/>
          <p14:tracePt t="15678" x="2622550" y="3378200"/>
          <p14:tracePt t="15695" x="2679700" y="3390900"/>
          <p14:tracePt t="15712" x="2730500" y="3409950"/>
          <p14:tracePt t="15728" x="2781300" y="3422650"/>
          <p14:tracePt t="15745" x="2838450" y="3441700"/>
          <p14:tracePt t="15749" x="2857500" y="3448050"/>
          <p14:tracePt t="15762" x="2870200" y="3448050"/>
          <p14:tracePt t="15778" x="2921000" y="3460750"/>
          <p14:tracePt t="15781" x="2940050" y="3467100"/>
          <p14:tracePt t="15795" x="2990850" y="3473450"/>
          <p14:tracePt t="15812" x="3022600" y="3473450"/>
          <p14:tracePt t="15828" x="3073400" y="3479800"/>
          <p14:tracePt t="15845" x="3136900" y="3479800"/>
          <p14:tracePt t="15862" x="3213100" y="3479800"/>
          <p14:tracePt t="15878" x="3251200" y="3479800"/>
          <p14:tracePt t="15895" x="3327400" y="3479800"/>
          <p14:tracePt t="15912" x="3352800" y="3479800"/>
          <p14:tracePt t="15928" x="3378200" y="3479800"/>
          <p14:tracePt t="15945" x="3416300" y="3479800"/>
          <p14:tracePt t="15962" x="3448050" y="3479800"/>
          <p14:tracePt t="15978" x="3479800" y="3479800"/>
          <p14:tracePt t="15982" x="3498850" y="3479800"/>
          <p14:tracePt t="15996" x="3517900" y="3479800"/>
          <p14:tracePt t="16012" x="3562350" y="3479800"/>
          <p14:tracePt t="16016" x="3632200" y="3479800"/>
          <p14:tracePt t="16028" x="3657600" y="3479800"/>
          <p14:tracePt t="16046" x="3727450" y="3479800"/>
          <p14:tracePt t="16062" x="3765550" y="3479800"/>
          <p14:tracePt t="16078" x="3803650" y="3479800"/>
          <p14:tracePt t="16096" x="3835400" y="3473450"/>
          <p14:tracePt t="16112" x="3867150" y="3467100"/>
          <p14:tracePt t="16128" x="3886200" y="3467100"/>
          <p14:tracePt t="16145" x="3905250" y="3454400"/>
          <p14:tracePt t="16162" x="3924300" y="3448050"/>
          <p14:tracePt t="16178" x="3949700" y="3435350"/>
          <p14:tracePt t="16195" x="3975100" y="3422650"/>
          <p14:tracePt t="16212" x="4006850" y="3409950"/>
          <p14:tracePt t="16215" x="4013200" y="3403600"/>
          <p14:tracePt t="16228" x="4025900" y="3403600"/>
          <p14:tracePt t="16245" x="4057650" y="3384550"/>
          <p14:tracePt t="16250" x="4070350" y="3378200"/>
          <p14:tracePt t="16264" x="4102100" y="3365500"/>
          <p14:tracePt t="16279" x="4127500" y="3359150"/>
          <p14:tracePt t="16297" x="4165600" y="3333750"/>
          <p14:tracePt t="16312" x="4178300" y="3327400"/>
          <p14:tracePt t="16329" x="4197350" y="3314700"/>
          <p14:tracePt t="16345" x="4216400" y="3308350"/>
          <p14:tracePt t="16365" x="4235450" y="3295650"/>
          <p14:tracePt t="16378" x="4241800" y="3289300"/>
          <p14:tracePt t="16396" x="4241800" y="3282950"/>
          <p14:tracePt t="16412" x="4248150" y="3276600"/>
          <p14:tracePt t="16428" x="4254500" y="3270250"/>
          <p14:tracePt t="16458" x="4254500" y="3263900"/>
          <p14:tracePt t="16474" x="4254500" y="3251200"/>
          <p14:tracePt t="16483" x="4254500" y="3244850"/>
          <p14:tracePt t="16495" x="4254500" y="3238500"/>
          <p14:tracePt t="16498" x="4254500" y="3232150"/>
          <p14:tracePt t="16512" x="4248150" y="3213100"/>
          <p14:tracePt t="16528" x="4235450" y="3194050"/>
          <p14:tracePt t="16545" x="4222750" y="3162300"/>
          <p14:tracePt t="16562" x="4203700" y="3149600"/>
          <p14:tracePt t="16578" x="4178300" y="3124200"/>
          <p14:tracePt t="16595" x="4152900" y="3105150"/>
          <p14:tracePt t="16612" x="4108450" y="3092450"/>
          <p14:tracePt t="16628" x="4083050" y="3079750"/>
          <p14:tracePt t="16645" x="4019550" y="3060700"/>
          <p14:tracePt t="16662" x="3937000" y="3054350"/>
          <p14:tracePt t="16678" x="3873500" y="3048000"/>
          <p14:tracePt t="16695" x="3759200" y="3022600"/>
          <p14:tracePt t="16712" x="3689350" y="3016250"/>
          <p14:tracePt t="16728" x="3606800" y="2990850"/>
          <p14:tracePt t="16731" x="3600450" y="2990850"/>
          <p14:tracePt t="16745" x="3575050" y="2978150"/>
          <p14:tracePt t="16748" x="3568700" y="2978150"/>
          <p14:tracePt t="16762" x="3536950" y="2971800"/>
          <p14:tracePt t="16765" x="3530600" y="2971800"/>
          <p14:tracePt t="16778" x="3524250" y="2971800"/>
          <p14:tracePt t="16796" x="3454400" y="2965450"/>
          <p14:tracePt t="16812" x="3378200" y="2959100"/>
          <p14:tracePt t="16829" x="3282950" y="2952750"/>
          <p14:tracePt t="16845" x="3213100" y="2940050"/>
          <p14:tracePt t="16862" x="3092450" y="2933700"/>
          <p14:tracePt t="16878" x="2984500" y="2921000"/>
          <p14:tracePt t="16895" x="2914650" y="2914650"/>
          <p14:tracePt t="16912" x="2844800" y="2914650"/>
          <p14:tracePt t="16928" x="2749550" y="2914650"/>
          <p14:tracePt t="16945" x="2705100" y="2914650"/>
          <p14:tracePt t="16962" x="2635250" y="2933700"/>
          <p14:tracePt t="16966" x="2616200" y="2933700"/>
          <p14:tracePt t="16979" x="2603500" y="2933700"/>
          <p14:tracePt t="16995" x="2584450" y="2946400"/>
          <p14:tracePt t="16998" x="2571750" y="2946400"/>
          <p14:tracePt t="17012" x="2565400" y="2946400"/>
          <p14:tracePt t="17029" x="2533650" y="2959100"/>
          <p14:tracePt t="17032" x="2514600" y="2959100"/>
          <p14:tracePt t="17046" x="2482850" y="2965450"/>
          <p14:tracePt t="17062" x="2451100" y="2978150"/>
          <p14:tracePt t="17078" x="2400300" y="2990850"/>
          <p14:tracePt t="17095" x="2362200" y="2997200"/>
          <p14:tracePt t="17112" x="2305050" y="3022600"/>
          <p14:tracePt t="17128" x="2286000" y="3035300"/>
          <p14:tracePt t="17145" x="2266950" y="3041650"/>
          <p14:tracePt t="17162" x="2254250" y="3054350"/>
          <p14:tracePt t="17178" x="2241550" y="3073400"/>
          <p14:tracePt t="17195" x="2235200" y="3079750"/>
          <p14:tracePt t="17212" x="2235200" y="3092450"/>
          <p14:tracePt t="17229" x="2235200" y="3105150"/>
          <p14:tracePt t="17233" x="2228850" y="3111500"/>
          <p14:tracePt t="17245" x="2228850" y="3117850"/>
          <p14:tracePt t="17262" x="2228850" y="3130550"/>
          <p14:tracePt t="17265" x="2228850" y="3143250"/>
          <p14:tracePt t="17278" x="2228850" y="3155950"/>
          <p14:tracePt t="17296" x="2241550" y="3187700"/>
          <p14:tracePt t="17312" x="2247900" y="3200400"/>
          <p14:tracePt t="17328" x="2273300" y="3232150"/>
          <p14:tracePt t="17345" x="2298700" y="3270250"/>
          <p14:tracePt t="17362" x="2317750" y="3289300"/>
          <p14:tracePt t="17378" x="2368550" y="3327400"/>
          <p14:tracePt t="17395" x="2393950" y="3346450"/>
          <p14:tracePt t="17412" x="2432050" y="3359150"/>
          <p14:tracePt t="17428" x="2470150" y="3378200"/>
          <p14:tracePt t="17445" x="2495550" y="3390900"/>
          <p14:tracePt t="17462" x="2514600" y="3397250"/>
          <p14:tracePt t="17479" x="2533650" y="3409950"/>
          <p14:tracePt t="17495" x="2540000" y="3409950"/>
          <p14:tracePt t="17497" x="2546350" y="3409950"/>
          <p14:tracePt t="17512" x="2546350" y="3416300"/>
          <p14:tracePt t="17528" x="2559050" y="3416300"/>
          <p14:tracePt t="17531" x="2565400" y="3416300"/>
          <p14:tracePt t="17547" x="2571750" y="3416300"/>
          <p14:tracePt t="17561" x="2578100" y="3416300"/>
          <p14:tracePt t="17578" x="2584450" y="3416300"/>
          <p14:tracePt t="17991" x="0" y="0"/>
        </p14:tracePtLst>
        <p14:tracePtLst>
          <p14:tracePt t="20357" x="2819400" y="3460750"/>
          <p14:tracePt t="20386" x="2813050" y="3454400"/>
          <p14:tracePt t="20395" x="2806700" y="3454400"/>
          <p14:tracePt t="20412" x="2794000" y="3454400"/>
          <p14:tracePt t="20445" x="2787650" y="3454400"/>
          <p14:tracePt t="20479" x="2781300" y="3454400"/>
          <p14:tracePt t="20495" x="2774950" y="3448050"/>
          <p14:tracePt t="20512" x="2743200" y="3441700"/>
          <p14:tracePt t="20529" x="2724150" y="3441700"/>
          <p14:tracePt t="20532" x="2711450" y="3441700"/>
          <p14:tracePt t="20545" x="2692400" y="3441700"/>
          <p14:tracePt t="20562" x="2660650" y="3441700"/>
          <p14:tracePt t="20564" x="2654300" y="3441700"/>
          <p14:tracePt t="20578" x="2641600" y="3441700"/>
          <p14:tracePt t="20596" x="2603500" y="3441700"/>
          <p14:tracePt t="20612" x="2590800" y="3441700"/>
          <p14:tracePt t="20628" x="2584450" y="3441700"/>
          <p14:tracePt t="20645" x="2578100" y="3441700"/>
          <p14:tracePt t="20662" x="2559050" y="3448050"/>
          <p14:tracePt t="20678" x="2546350" y="3454400"/>
          <p14:tracePt t="20695" x="2527300" y="3460750"/>
          <p14:tracePt t="20712" x="2514600" y="3473450"/>
          <p14:tracePt t="20728" x="2489200" y="3479800"/>
          <p14:tracePt t="20745" x="2470150" y="3486150"/>
          <p14:tracePt t="20762" x="2451100" y="3498850"/>
          <p14:tracePt t="20767" x="2444750" y="3498850"/>
          <p14:tracePt t="20779" x="2438400" y="3505200"/>
          <p14:tracePt t="20795" x="2425700" y="3511550"/>
          <p14:tracePt t="20798" x="2419350" y="3511550"/>
          <p14:tracePt t="20812" x="2419350" y="3517900"/>
          <p14:tracePt t="20829" x="2413000" y="3517900"/>
          <p14:tracePt t="20847" x="2406650" y="3524250"/>
          <p14:tracePt t="20862" x="2400300" y="3536950"/>
          <p14:tracePt t="20879" x="2393950" y="3549650"/>
          <p14:tracePt t="20895" x="2393950" y="3568700"/>
          <p14:tracePt t="20912" x="2387600" y="3587750"/>
          <p14:tracePt t="20929" x="2387600" y="3594100"/>
          <p14:tracePt t="20945" x="2381250" y="3613150"/>
          <p14:tracePt t="20962" x="2374900" y="3638550"/>
          <p14:tracePt t="20979" x="2374900" y="3651250"/>
          <p14:tracePt t="20995" x="2374900" y="3676650"/>
          <p14:tracePt t="21012" x="2374900" y="3702050"/>
          <p14:tracePt t="21029" x="2374900" y="3727450"/>
          <p14:tracePt t="21031" x="2374900" y="3733800"/>
          <p14:tracePt t="21046" x="2374900" y="3740150"/>
          <p14:tracePt t="21062" x="2381250" y="3759200"/>
          <p14:tracePt t="21065" x="2381250" y="3765550"/>
          <p14:tracePt t="21078" x="2381250" y="3771900"/>
          <p14:tracePt t="21096" x="2393950" y="3797300"/>
          <p14:tracePt t="21112" x="2413000" y="3816350"/>
          <p14:tracePt t="21129" x="2425700" y="3835400"/>
          <p14:tracePt t="21145" x="2444750" y="3854450"/>
          <p14:tracePt t="21162" x="2463800" y="3867150"/>
          <p14:tracePt t="21178" x="2489200" y="3879850"/>
          <p14:tracePt t="21195" x="2514600" y="3892550"/>
          <p14:tracePt t="21213" x="2552700" y="3911600"/>
          <p14:tracePt t="21216" x="2565400" y="3917950"/>
          <p14:tracePt t="21228" x="2584450" y="3924300"/>
          <p14:tracePt t="21247" x="2622550" y="3943350"/>
          <p14:tracePt t="21249" x="2679700" y="3962400"/>
          <p14:tracePt t="21262" x="2698750" y="3968750"/>
          <p14:tracePt t="21280" x="2755900" y="3987800"/>
          <p14:tracePt t="21283" x="2781300" y="3994150"/>
          <p14:tracePt t="21295" x="2851150" y="4013200"/>
          <p14:tracePt t="21315" x="2959100" y="4038600"/>
          <p14:tracePt t="21328" x="2984500" y="4044950"/>
          <p14:tracePt t="21346" x="3143250" y="4076700"/>
          <p14:tracePt t="21362" x="3206750" y="4089400"/>
          <p14:tracePt t="21379" x="3270250" y="4095750"/>
          <p14:tracePt t="21395" x="3359150" y="4114800"/>
          <p14:tracePt t="21412" x="3397250" y="4121150"/>
          <p14:tracePt t="21429" x="3429000" y="4127500"/>
          <p14:tracePt t="21445" x="3454400" y="4127500"/>
          <p14:tracePt t="21462" x="3486150" y="4127500"/>
          <p14:tracePt t="21478" x="3511550" y="4127500"/>
          <p14:tracePt t="21495" x="3543300" y="4127500"/>
          <p14:tracePt t="21498" x="3556000" y="4127500"/>
          <p14:tracePt t="21512" x="3568700" y="4127500"/>
          <p14:tracePt t="21515" x="3581400" y="4127500"/>
          <p14:tracePt t="21529" x="3600450" y="4127500"/>
          <p14:tracePt t="21545" x="3619500" y="4127500"/>
          <p14:tracePt t="21548" x="3638550" y="4121150"/>
          <p14:tracePt t="21562" x="3651250" y="4121150"/>
          <p14:tracePt t="21578" x="3689350" y="4114800"/>
          <p14:tracePt t="21581" x="3708400" y="4108450"/>
          <p14:tracePt t="21596" x="3746500" y="4095750"/>
          <p14:tracePt t="21612" x="3778250" y="4083050"/>
          <p14:tracePt t="21629" x="3816350" y="4070350"/>
          <p14:tracePt t="21645" x="3848100" y="4057650"/>
          <p14:tracePt t="21662" x="3879850" y="4038600"/>
          <p14:tracePt t="21679" x="3917950" y="4025900"/>
          <p14:tracePt t="21695" x="3943350" y="4013200"/>
          <p14:tracePt t="21712" x="3968750" y="4006850"/>
          <p14:tracePt t="21729" x="3981450" y="3987800"/>
          <p14:tracePt t="21745" x="4000500" y="3975100"/>
          <p14:tracePt t="21762" x="4006850" y="3968750"/>
          <p14:tracePt t="21779" x="4019550" y="3956050"/>
          <p14:tracePt t="21795" x="4019550" y="3943350"/>
          <p14:tracePt t="21812" x="4032250" y="3930650"/>
          <p14:tracePt t="21814" x="4032250" y="3917950"/>
          <p14:tracePt t="21829" x="4032250" y="3911600"/>
          <p14:tracePt t="21846" x="4032250" y="3879850"/>
          <p14:tracePt t="21862" x="4032250" y="3848100"/>
          <p14:tracePt t="21878" x="4032250" y="3829050"/>
          <p14:tracePt t="21895" x="4032250" y="3816350"/>
          <p14:tracePt t="21912" x="4019550" y="3778250"/>
          <p14:tracePt t="21929" x="4013200" y="3765550"/>
          <p14:tracePt t="21945" x="4000500" y="3740150"/>
          <p14:tracePt t="21962" x="3981450" y="3721100"/>
          <p14:tracePt t="21978" x="3937000" y="3683000"/>
          <p14:tracePt t="21982" x="3930650" y="3676650"/>
          <p14:tracePt t="21995" x="3892550" y="3657600"/>
          <p14:tracePt t="22012" x="3841750" y="3625850"/>
          <p14:tracePt t="22015" x="3822700" y="3619500"/>
          <p14:tracePt t="22028" x="3759200" y="3594100"/>
          <p14:tracePt t="22046" x="3638550" y="3562350"/>
          <p14:tracePt t="22062" x="3619500" y="3549650"/>
          <p14:tracePt t="22079" x="3543300" y="3543300"/>
          <p14:tracePt t="22081" x="3511550" y="3536950"/>
          <p14:tracePt t="22096" x="3441700" y="3517900"/>
          <p14:tracePt t="22112" x="3403600" y="3505200"/>
          <p14:tracePt t="22129" x="3327400" y="3492500"/>
          <p14:tracePt t="22145" x="3295650" y="3486150"/>
          <p14:tracePt t="22161" x="3238500" y="3473450"/>
          <p14:tracePt t="22179" x="3206750" y="3467100"/>
          <p14:tracePt t="22195" x="3181350" y="3460750"/>
          <p14:tracePt t="22212" x="3124200" y="3454400"/>
          <p14:tracePt t="22216" x="3105150" y="3454400"/>
          <p14:tracePt t="22229" x="3086100" y="3454400"/>
          <p14:tracePt t="22246" x="3048000" y="3454400"/>
          <p14:tracePt t="22249" x="3035300" y="3454400"/>
          <p14:tracePt t="22262" x="2990850" y="3454400"/>
          <p14:tracePt t="22279" x="2946400" y="3460750"/>
          <p14:tracePt t="22281" x="2933700" y="3460750"/>
          <p14:tracePt t="22296" x="2895600" y="3467100"/>
          <p14:tracePt t="22312" x="2870200" y="3473450"/>
          <p14:tracePt t="22329" x="2851150" y="3479800"/>
          <p14:tracePt t="22346" x="2825750" y="3498850"/>
          <p14:tracePt t="22362" x="2819400" y="3505200"/>
          <p14:tracePt t="22379" x="2813050" y="3517900"/>
          <p14:tracePt t="22395" x="2806700" y="3524250"/>
          <p14:tracePt t="22412" x="2800350" y="3524250"/>
          <p14:tracePt t="22428" x="2800350" y="3530600"/>
          <p14:tracePt t="22579" x="0" y="0"/>
        </p14:tracePtLst>
        <p14:tracePtLst>
          <p14:tracePt t="29778" x="7118350" y="3816350"/>
          <p14:tracePt t="30163" x="7118350" y="3822700"/>
          <p14:tracePt t="30221" x="7118350" y="3829050"/>
          <p14:tracePt t="30237" x="7118350" y="3835400"/>
          <p14:tracePt t="30253" x="7118350" y="3841750"/>
          <p14:tracePt t="30261" x="7118350" y="3848100"/>
          <p14:tracePt t="30269" x="7118350" y="3860800"/>
          <p14:tracePt t="30279" x="7118350" y="3867150"/>
          <p14:tracePt t="30349" x="7118350" y="3816350"/>
          <p14:tracePt t="30357" x="7118350" y="3784600"/>
          <p14:tracePt t="30364" x="7118350" y="3740150"/>
          <p14:tracePt t="30379" x="7118350" y="3695700"/>
          <p14:tracePt t="30396" x="7112000" y="3606800"/>
          <p14:tracePt t="30412" x="7099300" y="3587750"/>
          <p14:tracePt t="30429" x="7099300" y="3581400"/>
          <p14:tracePt t="30446" x="7092950" y="3575050"/>
          <p14:tracePt t="30462" x="7092950" y="3568700"/>
          <p14:tracePt t="30543" x="7092950" y="3575050"/>
          <p14:tracePt t="30550" x="7086600" y="3587750"/>
          <p14:tracePt t="30562" x="7080250" y="3613150"/>
          <p14:tracePt t="30579" x="7073900" y="3638550"/>
          <p14:tracePt t="30595" x="7061200" y="3683000"/>
          <p14:tracePt t="30600" x="7061200" y="3695700"/>
          <p14:tracePt t="30612" x="7061200" y="3708400"/>
          <p14:tracePt t="30629" x="7061200" y="3721100"/>
          <p14:tracePt t="30679" x="7061200" y="3727450"/>
          <p14:tracePt t="30694" x="7061200" y="3733800"/>
          <p14:tracePt t="30712" x="7061200" y="3740150"/>
          <p14:tracePt t="30729" x="7061200" y="3746500"/>
          <p14:tracePt t="30746" x="7061200" y="3752850"/>
          <p14:tracePt t="30816" x="7061200" y="3759200"/>
          <p14:tracePt t="30834" x="7061200" y="3771900"/>
          <p14:tracePt t="30849" x="7061200" y="3778250"/>
          <p14:tracePt t="30858" x="7061200" y="3784600"/>
          <p14:tracePt t="30953" x="7067550" y="3778250"/>
          <p14:tracePt t="30961" x="7067550" y="3759200"/>
          <p14:tracePt t="30963" x="0" y="0"/>
        </p14:tracePtLst>
        <p14:tracePtLst>
          <p14:tracePt t="36336" x="8362950" y="3028950"/>
          <p14:tracePt t="36368" x="8356600" y="3028950"/>
          <p14:tracePt t="36399" x="8350250" y="3028950"/>
          <p14:tracePt t="36407" x="8343900" y="3028950"/>
          <p14:tracePt t="36414" x="8337550" y="3028950"/>
          <p14:tracePt t="36446" x="8305800" y="3048000"/>
          <p14:tracePt t="36462" x="8280400" y="3054350"/>
          <p14:tracePt t="36479" x="8229600" y="3067050"/>
          <p14:tracePt t="36496" x="8178800" y="3079750"/>
          <p14:tracePt t="36512" x="8115300" y="3079750"/>
          <p14:tracePt t="36529" x="8058150" y="3086100"/>
          <p14:tracePt t="36546" x="8013700" y="3086100"/>
          <p14:tracePt t="36562" x="7988300" y="3086100"/>
          <p14:tracePt t="36579" x="7956550" y="3086100"/>
          <p14:tracePt t="36596" x="7943850" y="3092450"/>
          <p14:tracePt t="36612" x="7937500" y="3092450"/>
          <p14:tracePt t="36616" x="7931150" y="3092450"/>
          <p14:tracePt t="36629" x="7924800" y="3098800"/>
          <p14:tracePt t="36646" x="7905750" y="3098800"/>
          <p14:tracePt t="36662" x="7893050" y="3098800"/>
          <p14:tracePt t="36679" x="7867650" y="3111500"/>
          <p14:tracePt t="36683" x="7861300" y="3111500"/>
          <p14:tracePt t="36698" x="7823200" y="3117850"/>
          <p14:tracePt t="36712" x="7797800" y="3124200"/>
          <p14:tracePt t="36731" x="7778750" y="3136900"/>
          <p14:tracePt t="36746" x="7766050" y="3143250"/>
          <p14:tracePt t="36764" x="7747000" y="3155950"/>
          <p14:tracePt t="36779" x="7740650" y="3162300"/>
          <p14:tracePt t="36797" x="7727950" y="3175000"/>
          <p14:tracePt t="36800" x="7727950" y="3181350"/>
          <p14:tracePt t="36812" x="7721600" y="3187700"/>
          <p14:tracePt t="36830" x="7715250" y="3200400"/>
          <p14:tracePt t="36833" x="7715250" y="3206750"/>
          <p14:tracePt t="36846" x="7715250" y="3213100"/>
          <p14:tracePt t="36863" x="7715250" y="3225800"/>
          <p14:tracePt t="36882" x="7715250" y="3232150"/>
          <p14:tracePt t="36896" x="7715250" y="3238500"/>
          <p14:tracePt t="36912" x="7715250" y="3251200"/>
          <p14:tracePt t="36929" x="7715250" y="3270250"/>
          <p14:tracePt t="36931" x="7715250" y="3276600"/>
          <p14:tracePt t="36946" x="7715250" y="3302000"/>
          <p14:tracePt t="36963" x="7721600" y="3321050"/>
          <p14:tracePt t="36979" x="7740650" y="3346450"/>
          <p14:tracePt t="36995" x="7759700" y="3371850"/>
          <p14:tracePt t="37012" x="7791450" y="3397250"/>
          <p14:tracePt t="37029" x="7816850" y="3416300"/>
          <p14:tracePt t="37046" x="7854950" y="3429000"/>
          <p14:tracePt t="37062" x="7880350" y="3441700"/>
          <p14:tracePt t="37079" x="7918450" y="3454400"/>
          <p14:tracePt t="37096" x="7950200" y="3460750"/>
          <p14:tracePt t="37099" x="7956550" y="3460750"/>
          <p14:tracePt t="37112" x="7981950" y="3467100"/>
          <p14:tracePt t="37129" x="8013700" y="3467100"/>
          <p14:tracePt t="37132" x="8045450" y="3473450"/>
          <p14:tracePt t="37146" x="8077200" y="3479800"/>
          <p14:tracePt t="37162" x="8140700" y="3492500"/>
          <p14:tracePt t="37179" x="8197850" y="3498850"/>
          <p14:tracePt t="37196" x="8235950" y="3505200"/>
          <p14:tracePt t="37212" x="8305800" y="3505200"/>
          <p14:tracePt t="37229" x="8362950" y="3505200"/>
          <p14:tracePt t="37246" x="8464550" y="3505200"/>
          <p14:tracePt t="37262" x="8515350" y="3505200"/>
          <p14:tracePt t="37279" x="8566150" y="3498850"/>
          <p14:tracePt t="37296" x="8655050" y="3498850"/>
          <p14:tracePt t="37312" x="8686800" y="3498850"/>
          <p14:tracePt t="37329" x="8724900" y="3492500"/>
          <p14:tracePt t="37333" x="8750300" y="3492500"/>
          <p14:tracePt t="37346" x="8813800" y="3492500"/>
          <p14:tracePt t="37362" x="8858250" y="3492500"/>
          <p14:tracePt t="37365" x="8883650" y="3492500"/>
          <p14:tracePt t="37379" x="8909050" y="3492500"/>
          <p14:tracePt t="37396" x="8997950" y="3479800"/>
          <p14:tracePt t="37412" x="9042400" y="3473450"/>
          <p14:tracePt t="37429" x="9080500" y="3467100"/>
          <p14:tracePt t="37446" x="9124950" y="3454400"/>
          <p14:tracePt t="37462" x="9150350" y="3454400"/>
          <p14:tracePt t="37479" x="9188450" y="3441700"/>
          <p14:tracePt t="37496" x="9232900" y="3435350"/>
          <p14:tracePt t="37512" x="9277350" y="3435350"/>
          <p14:tracePt t="37529" x="9315450" y="3422650"/>
          <p14:tracePt t="37546" x="9359900" y="3416300"/>
          <p14:tracePt t="37562" x="9398000" y="3409950"/>
          <p14:tracePt t="37579" x="9436100" y="3409950"/>
          <p14:tracePt t="37596" x="9480550" y="3397250"/>
          <p14:tracePt t="37598" x="9493250" y="3397250"/>
          <p14:tracePt t="37612" x="9512300" y="3390900"/>
          <p14:tracePt t="37630" x="9550400" y="3371850"/>
          <p14:tracePt t="37646" x="9569450" y="3359150"/>
          <p14:tracePt t="37663" x="9575800" y="3359150"/>
          <p14:tracePt t="37679" x="9582150" y="3346450"/>
          <p14:tracePt t="37696" x="9588500" y="3340100"/>
          <p14:tracePt t="37712" x="9594850" y="3333750"/>
          <p14:tracePt t="37729" x="9594850" y="3321050"/>
          <p14:tracePt t="37755" x="9594850" y="3314700"/>
          <p14:tracePt t="37762" x="9594850" y="3308350"/>
          <p14:tracePt t="37779" x="9594850" y="3289300"/>
          <p14:tracePt t="37796" x="9594850" y="3270250"/>
          <p14:tracePt t="37812" x="9594850" y="3263900"/>
          <p14:tracePt t="37829" x="9594850" y="3244850"/>
          <p14:tracePt t="37832" x="9594850" y="3238500"/>
          <p14:tracePt t="37846" x="9582150" y="3225800"/>
          <p14:tracePt t="37862" x="9575800" y="3219450"/>
          <p14:tracePt t="37865" x="9569450" y="3213100"/>
          <p14:tracePt t="37879" x="9550400" y="3194050"/>
          <p14:tracePt t="37897" x="9493250" y="3168650"/>
          <p14:tracePt t="37912" x="9448800" y="3155950"/>
          <p14:tracePt t="37929" x="9359900" y="3136900"/>
          <p14:tracePt t="37946" x="9296400" y="3124200"/>
          <p14:tracePt t="37962" x="9188450" y="3105150"/>
          <p14:tracePt t="37979" x="9124950" y="3098800"/>
          <p14:tracePt t="37996" x="9023350" y="3086100"/>
          <p14:tracePt t="38012" x="8978900" y="3079750"/>
          <p14:tracePt t="38029" x="8947150" y="3079750"/>
          <p14:tracePt t="38046" x="8921750" y="3079750"/>
          <p14:tracePt t="38063" x="8902700" y="3079750"/>
          <p14:tracePt t="38079" x="8870950" y="3079750"/>
          <p14:tracePt t="38096" x="8839200" y="3079750"/>
          <p14:tracePt t="38099" x="8820150" y="3079750"/>
          <p14:tracePt t="38112" x="8807450" y="3086100"/>
          <p14:tracePt t="38129" x="8763000" y="3092450"/>
          <p14:tracePt t="38132" x="8750300" y="3092450"/>
          <p14:tracePt t="38146" x="8731250" y="3098800"/>
          <p14:tracePt t="38162" x="8705850" y="3105150"/>
          <p14:tracePt t="38179" x="8667750" y="3105150"/>
          <p14:tracePt t="38196" x="8642350" y="3105150"/>
          <p14:tracePt t="38212" x="8585200" y="3105150"/>
          <p14:tracePt t="38229" x="8534400" y="3105150"/>
          <p14:tracePt t="38246" x="8483600" y="3105150"/>
          <p14:tracePt t="38262" x="8426450" y="3111500"/>
          <p14:tracePt t="38279" x="8388350" y="3117850"/>
          <p14:tracePt t="38296" x="8350250" y="3124200"/>
          <p14:tracePt t="38312" x="8331200" y="3130550"/>
          <p14:tracePt t="38329" x="8299450" y="3136900"/>
          <p14:tracePt t="38332" x="8267700" y="3149600"/>
          <p14:tracePt t="38346" x="8255000" y="3155950"/>
          <p14:tracePt t="38362" x="8197850" y="3175000"/>
          <p14:tracePt t="38366" x="8166100" y="3181350"/>
          <p14:tracePt t="38382" x="8089900" y="3206750"/>
          <p14:tracePt t="38396" x="7988300" y="3232150"/>
          <p14:tracePt t="38412" x="7950200" y="3244850"/>
          <p14:tracePt t="38429" x="7905750" y="3263900"/>
          <p14:tracePt t="38447" x="7893050" y="3270250"/>
          <p14:tracePt t="38462" x="7886700" y="3276600"/>
          <p14:tracePt t="38559" x="7886700" y="3282950"/>
          <p14:tracePt t="38575" x="7886700" y="3295650"/>
          <p14:tracePt t="38584" x="7893050" y="3295650"/>
          <p14:tracePt t="38591" x="7893050" y="3302000"/>
          <p14:tracePt t="38599" x="7893050" y="3308350"/>
          <p14:tracePt t="38612" x="7899400" y="3308350"/>
          <p14:tracePt t="38629" x="7912100" y="3321050"/>
          <p14:tracePt t="38646" x="7924800" y="3333750"/>
          <p14:tracePt t="38662" x="7937500" y="3340100"/>
          <p14:tracePt t="38679" x="7950200" y="3352800"/>
          <p14:tracePt t="38696" x="7962900" y="3359150"/>
          <p14:tracePt t="38712" x="7969250" y="3359150"/>
          <p14:tracePt t="38729" x="7981950" y="3365500"/>
          <p14:tracePt t="38746" x="7988300" y="3378200"/>
          <p14:tracePt t="38762" x="8007350" y="3384550"/>
          <p14:tracePt t="38779" x="8026400" y="3397250"/>
          <p14:tracePt t="38783" x="8039100" y="3397250"/>
          <p14:tracePt t="38796" x="8045450" y="3403600"/>
          <p14:tracePt t="38812" x="8077200" y="3416300"/>
          <p14:tracePt t="38815" x="8096250" y="3429000"/>
          <p14:tracePt t="38829" x="8108950" y="3429000"/>
          <p14:tracePt t="38846" x="8153400" y="3441700"/>
          <p14:tracePt t="38850" x="8191500" y="3448050"/>
          <p14:tracePt t="38862" x="8204200" y="3454400"/>
          <p14:tracePt t="38879" x="8242300" y="3460750"/>
          <p14:tracePt t="38882" x="8248650" y="3460750"/>
          <p14:tracePt t="38896" x="8280400" y="3460750"/>
          <p14:tracePt t="38912" x="8299450" y="3460750"/>
          <p14:tracePt t="38929" x="8318500" y="3460750"/>
          <p14:tracePt t="38946" x="8337550" y="3460750"/>
          <p14:tracePt t="38962" x="8350250" y="3460750"/>
          <p14:tracePt t="38979" x="8369300" y="3460750"/>
          <p14:tracePt t="38996" x="8382000" y="3467100"/>
          <p14:tracePt t="39012" x="8401050" y="3467100"/>
          <p14:tracePt t="39017" x="8407400" y="3467100"/>
          <p14:tracePt t="39045" x="8413750" y="3467100"/>
          <p14:tracePt t="39349" x="8401050" y="3467100"/>
          <p14:tracePt t="39357" x="8388350" y="3467100"/>
          <p14:tracePt t="39364" x="8382000" y="3467100"/>
          <p14:tracePt t="39379" x="8362950" y="3467100"/>
          <p14:tracePt t="39382" x="8343900" y="3467100"/>
          <p14:tracePt t="39396" x="8305800" y="3467100"/>
          <p14:tracePt t="39412" x="8274050" y="3467100"/>
          <p14:tracePt t="39429" x="8248650" y="3467100"/>
          <p14:tracePt t="39446" x="8235950" y="3467100"/>
          <p14:tracePt t="39462" x="8229600" y="3467100"/>
          <p14:tracePt t="39479" x="8223250" y="3467100"/>
          <p14:tracePt t="39496" x="8210550" y="3467100"/>
          <p14:tracePt t="39512" x="8185150" y="3467100"/>
          <p14:tracePt t="39516" x="8178800" y="3467100"/>
          <p14:tracePt t="39529" x="8166100" y="3467100"/>
          <p14:tracePt t="39546" x="8134350" y="3473450"/>
          <p14:tracePt t="39549" x="8128000" y="3473450"/>
          <p14:tracePt t="39562" x="8108950" y="3473450"/>
          <p14:tracePt t="39579" x="8077200" y="3473450"/>
          <p14:tracePt t="39582" x="8070850" y="3473450"/>
          <p14:tracePt t="39596" x="8045450" y="3473450"/>
          <p14:tracePt t="39612" x="8026400" y="3473450"/>
          <p14:tracePt t="39617" x="8013700" y="3473450"/>
          <p14:tracePt t="39629" x="8007350" y="3473450"/>
          <p14:tracePt t="39646" x="7969250" y="3473450"/>
          <p14:tracePt t="39662" x="7950200" y="3473450"/>
          <p14:tracePt t="39679" x="7924800" y="3473450"/>
          <p14:tracePt t="39696" x="7893050" y="3473450"/>
          <p14:tracePt t="39712" x="7874000" y="3473450"/>
          <p14:tracePt t="39729" x="7848600" y="3473450"/>
          <p14:tracePt t="39746" x="7835900" y="3473450"/>
          <p14:tracePt t="39993" x="7842250" y="3473450"/>
          <p14:tracePt t="40009" x="7848600" y="3473450"/>
          <p14:tracePt t="40017" x="7861300" y="3473450"/>
          <p14:tracePt t="40031" x="7893050" y="3473450"/>
          <p14:tracePt t="40034" x="7905750" y="3473450"/>
          <p14:tracePt t="40046" x="7943850" y="3467100"/>
          <p14:tracePt t="40065" x="8032750" y="3467100"/>
          <p14:tracePt t="40079" x="8096250" y="3467100"/>
          <p14:tracePt t="40099" x="8216900" y="3467100"/>
          <p14:tracePt t="40112" x="8299450" y="3467100"/>
          <p14:tracePt t="40131" x="8362950" y="3467100"/>
          <p14:tracePt t="40146" x="8432800" y="3467100"/>
          <p14:tracePt t="40165" x="8470900" y="3467100"/>
          <p14:tracePt t="40179" x="8534400" y="3473450"/>
          <p14:tracePt t="40197" x="8604250" y="3473450"/>
          <p14:tracePt t="40212" x="8648700" y="3473450"/>
          <p14:tracePt t="40229" x="8712200" y="3473450"/>
          <p14:tracePt t="40246" x="8750300" y="3473450"/>
          <p14:tracePt t="40262" x="8826500" y="3473450"/>
          <p14:tracePt t="40279" x="8864600" y="3467100"/>
          <p14:tracePt t="40296" x="8953500" y="3460750"/>
          <p14:tracePt t="40299" x="8978900" y="3454400"/>
          <p14:tracePt t="40313" x="9004300" y="3454400"/>
          <p14:tracePt t="40329" x="9074150" y="3448050"/>
          <p14:tracePt t="40333" x="9105900" y="3441700"/>
          <p14:tracePt t="40346" x="9213850" y="3441700"/>
          <p14:tracePt t="40362" x="9283700" y="3441700"/>
          <p14:tracePt t="40379" x="9347200" y="3435350"/>
          <p14:tracePt t="40396" x="9391650" y="3429000"/>
          <p14:tracePt t="40413" x="9455150" y="3422650"/>
          <p14:tracePt t="40429" x="9486900" y="3416300"/>
          <p14:tracePt t="40446" x="9499600" y="3409950"/>
          <p14:tracePt t="40462" x="9512300" y="3409950"/>
          <p14:tracePt t="40479" x="9518650" y="3403600"/>
          <p14:tracePt t="40496" x="9525000" y="3403600"/>
          <p14:tracePt t="40512" x="9537700" y="3403600"/>
          <p14:tracePt t="40546" x="9544050" y="3403600"/>
          <p14:tracePt t="41098" x="0" y="0"/>
        </p14:tracePtLst>
        <p14:tracePtLst>
          <p14:tracePt t="44581" x="7721600" y="4070350"/>
          <p14:tracePt t="44741" x="7727950" y="4070350"/>
          <p14:tracePt t="44751" x="7734300" y="4070350"/>
          <p14:tracePt t="44757" x="7747000" y="4070350"/>
          <p14:tracePt t="44765" x="7753350" y="4070350"/>
          <p14:tracePt t="44779" x="7766050" y="4070350"/>
          <p14:tracePt t="44796" x="7829550" y="4070350"/>
          <p14:tracePt t="44813" x="7899400" y="4083050"/>
          <p14:tracePt t="44829" x="7962900" y="4102100"/>
          <p14:tracePt t="44846" x="8032750" y="4114800"/>
          <p14:tracePt t="44863" x="8115300" y="4127500"/>
          <p14:tracePt t="44879" x="8248650" y="4133850"/>
          <p14:tracePt t="44886" x="8274050" y="4133850"/>
          <p14:tracePt t="44896" x="8343900" y="4140200"/>
          <p14:tracePt t="44913" x="8445500" y="4140200"/>
          <p14:tracePt t="44929" x="8515350" y="4146550"/>
          <p14:tracePt t="44932" x="8610600" y="4159250"/>
          <p14:tracePt t="44949" x="8642350" y="4159250"/>
          <p14:tracePt t="44951" x="8750300" y="4178300"/>
          <p14:tracePt t="44963" x="8794750" y="4184650"/>
          <p14:tracePt t="44981" x="9004300" y="4184650"/>
          <p14:tracePt t="44997" x="9169400" y="4184650"/>
          <p14:tracePt t="45013" x="9353550" y="4165600"/>
          <p14:tracePt t="45029" x="9410700" y="4152900"/>
          <p14:tracePt t="45032" x="9442450" y="4140200"/>
          <p14:tracePt t="45049" x="9550400" y="4108450"/>
          <p14:tracePt t="45062" x="9620250" y="4076700"/>
          <p14:tracePt t="45080" x="9639300" y="4057650"/>
          <p14:tracePt t="45096" x="9658350" y="4032250"/>
          <p14:tracePt t="45113" x="9664700" y="4006850"/>
          <p14:tracePt t="45129" x="9671050" y="3968750"/>
          <p14:tracePt t="45146" x="9671050" y="3930650"/>
          <p14:tracePt t="45162" x="9652000" y="3879850"/>
          <p14:tracePt t="45179" x="9601200" y="3810000"/>
          <p14:tracePt t="45183" x="9569450" y="3784600"/>
          <p14:tracePt t="45196" x="9550400" y="3771900"/>
          <p14:tracePt t="45213" x="9436100" y="3708400"/>
          <p14:tracePt t="45216" x="9378950" y="3689350"/>
          <p14:tracePt t="45229" x="9347200" y="3683000"/>
          <p14:tracePt t="45246" x="9175750" y="3651250"/>
          <p14:tracePt t="45262" x="9042400" y="3644900"/>
          <p14:tracePt t="45279" x="9017000" y="3644900"/>
          <p14:tracePt t="45282" x="8940800" y="3644900"/>
          <p14:tracePt t="45296" x="8807450" y="3657600"/>
          <p14:tracePt t="45313" x="8661400" y="3689350"/>
          <p14:tracePt t="45329" x="8464550" y="3727450"/>
          <p14:tracePt t="45346" x="8229600" y="3765550"/>
          <p14:tracePt t="45362" x="7994650" y="3784600"/>
          <p14:tracePt t="45379" x="7785100" y="3784600"/>
          <p14:tracePt t="45396" x="7594600" y="3784600"/>
          <p14:tracePt t="45413" x="7499350" y="3784600"/>
          <p14:tracePt t="45429" x="7372350" y="3784600"/>
          <p14:tracePt t="45446" x="7207250" y="3790950"/>
          <p14:tracePt t="45448" x="7169150" y="3797300"/>
          <p14:tracePt t="45462" x="7080250" y="3822700"/>
          <p14:tracePt t="45479" x="6965950" y="3860800"/>
          <p14:tracePt t="45481" x="6940550" y="3879850"/>
          <p14:tracePt t="45496" x="6851650" y="3930650"/>
          <p14:tracePt t="45513" x="6807200" y="3962400"/>
          <p14:tracePt t="45529" x="6800850" y="3968750"/>
          <p14:tracePt t="45571" x="6794500" y="3968750"/>
          <p14:tracePt t="45579" x="6794500" y="3975100"/>
          <p14:tracePt t="45596" x="6794500" y="3981450"/>
          <p14:tracePt t="45612" x="6794500" y="3994150"/>
          <p14:tracePt t="45629" x="6794500" y="4000500"/>
          <p14:tracePt t="45646" x="6807200" y="4013200"/>
          <p14:tracePt t="45662" x="6864350" y="4032250"/>
          <p14:tracePt t="45679" x="6927850" y="4051300"/>
          <p14:tracePt t="45685" x="6997700" y="4076700"/>
          <p14:tracePt t="45696" x="7073900" y="4089400"/>
          <p14:tracePt t="45713" x="7181850" y="4114800"/>
          <p14:tracePt t="45715" x="7213600" y="4121150"/>
          <p14:tracePt t="45729" x="7302500" y="4133850"/>
          <p14:tracePt t="45746" x="7531100" y="4165600"/>
          <p14:tracePt t="45762" x="7689850" y="4171950"/>
          <p14:tracePt t="45779" x="7880350" y="4171950"/>
          <p14:tracePt t="45796" x="8077200" y="4159250"/>
          <p14:tracePt t="45813" x="8166100" y="4146550"/>
          <p14:tracePt t="45829" x="8274050" y="4127500"/>
          <p14:tracePt t="45846" x="8356600" y="4114800"/>
          <p14:tracePt t="45862" x="8375650" y="4114800"/>
          <p14:tracePt t="45879" x="8382000" y="4114800"/>
          <p14:tracePt t="46054" x="0" y="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0A2E-83B7-979E-6F65-5BE58E94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blocks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8FEE9-5E1B-C362-5EE7-E4EE23908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must be at least 1 statement in a block. </a:t>
            </a:r>
          </a:p>
          <a:p>
            <a:pPr lvl="1"/>
            <a:r>
              <a:rPr lang="en-US" dirty="0"/>
              <a:t>You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dirty="0"/>
              <a:t> as a way to make a dummy statement if you really need to.</a:t>
            </a:r>
          </a:p>
          <a:p>
            <a:pPr lvl="1"/>
            <a:r>
              <a:rPr lang="en-US" dirty="0"/>
              <a:t>When you do not know yet what code to write, put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dirty="0"/>
              <a:t> at that line.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10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use pass inside if statement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 &gt; 10: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pass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print('Hello’)</a:t>
            </a:r>
          </a:p>
          <a:p>
            <a:r>
              <a:rPr lang="en-US" dirty="0"/>
              <a:t>File: pass_example.py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97C65-184F-334E-9575-0A0AA6C19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664" y="365125"/>
            <a:ext cx="70713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Whitespace </a:t>
            </a:r>
            <a:endParaRPr lang="nl-BE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amount </a:t>
            </a:r>
            <a:r>
              <a:rPr lang="en-US" dirty="0"/>
              <a:t>of whitespace used for indenting code blocks is up to the user, as long as it is consistent </a:t>
            </a:r>
            <a:r>
              <a:rPr lang="nl-BE" dirty="0" err="1"/>
              <a:t>throughout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script.</a:t>
            </a:r>
          </a:p>
          <a:p>
            <a:r>
              <a:rPr lang="en-US" dirty="0"/>
              <a:t>Whitespace w</a:t>
            </a:r>
            <a:r>
              <a:rPr lang="en-US" i="1" dirty="0"/>
              <a:t>ithin </a:t>
            </a:r>
            <a:r>
              <a:rPr lang="en-US" dirty="0"/>
              <a:t>lines does not matter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In [4]: 	x=1+2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		x = 1 + 2   #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recommended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nl-BE">
                <a:latin typeface="Courier New" panose="02070309020205020404" pitchFamily="49" charset="0"/>
                <a:cs typeface="Courier New" panose="02070309020205020404" pitchFamily="49" charset="0"/>
              </a:rPr>
              <a:t> PEP-8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		x    =    1    +             2</a:t>
            </a:r>
          </a:p>
        </p:txBody>
      </p:sp>
    </p:spTree>
    <p:extLst>
      <p:ext uri="{BB962C8B-B14F-4D97-AF65-F5344CB8AC3E}">
        <p14:creationId xmlns:p14="http://schemas.microsoft.com/office/powerpoint/2010/main" val="90002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53"/>
    </mc:Choice>
    <mc:Fallback xmlns="">
      <p:transition spd="slow" advTm="59353"/>
    </mc:Fallback>
  </mc:AlternateContent>
  <p:extLst>
    <p:ext uri="{3A86A75C-4F4B-4683-9AE1-C65F6400EC91}">
      <p14:laserTraceLst xmlns:p14="http://schemas.microsoft.com/office/powerpoint/2010/main">
        <p14:tracePtLst>
          <p14:tracePt t="17798" x="2571750" y="3251200"/>
          <p14:tracePt t="17804" x="2590800" y="3263900"/>
          <p14:tracePt t="17821" x="2622550" y="3282950"/>
          <p14:tracePt t="17837" x="2654300" y="3302000"/>
          <p14:tracePt t="17854" x="2692400" y="3327400"/>
          <p14:tracePt t="17871" x="2705100" y="3327400"/>
          <p14:tracePt t="17887" x="2711450" y="3327400"/>
          <p14:tracePt t="17904" x="2717800" y="3327400"/>
          <p14:tracePt t="18110" x="2717800" y="3333750"/>
          <p14:tracePt t="18134" x="2717800" y="3340100"/>
          <p14:tracePt t="18144" x="2717800" y="3346450"/>
          <p14:tracePt t="18158" x="2717800" y="3352800"/>
          <p14:tracePt t="18166" x="2717800" y="3365500"/>
          <p14:tracePt t="18176" x="2717800" y="3378200"/>
          <p14:tracePt t="18187" x="2717800" y="3384550"/>
          <p14:tracePt t="18204" x="2711450" y="3409950"/>
          <p14:tracePt t="18221" x="2711450" y="3422650"/>
          <p14:tracePt t="18237" x="2711450" y="3435350"/>
          <p14:tracePt t="18243" x="2711450" y="3441700"/>
          <p14:tracePt t="18264" x="2711450" y="3448050"/>
          <p14:tracePt t="18288" x="2711450" y="3454400"/>
          <p14:tracePt t="18304" x="2717800" y="3460750"/>
          <p14:tracePt t="18313" x="2717800" y="3467100"/>
          <p14:tracePt t="18321" x="2724150" y="3467100"/>
          <p14:tracePt t="18337" x="2724150" y="3473450"/>
          <p14:tracePt t="18354" x="2730500" y="3473450"/>
          <p14:tracePt t="18371" x="2736850" y="3479800"/>
          <p14:tracePt t="18387" x="2749550" y="3486150"/>
          <p14:tracePt t="18405" x="2755900" y="3492500"/>
          <p14:tracePt t="18421" x="2768600" y="3498850"/>
          <p14:tracePt t="18437" x="2768600" y="3505200"/>
          <p14:tracePt t="18454" x="2774950" y="3517900"/>
          <p14:tracePt t="18457" x="2781300" y="3530600"/>
          <p14:tracePt t="18473" x="2787650" y="3543300"/>
          <p14:tracePt t="18487" x="2794000" y="3543300"/>
          <p14:tracePt t="18507" x="2806700" y="3562350"/>
          <p14:tracePt t="18522" x="2813050" y="3562350"/>
          <p14:tracePt t="18539" x="2813050" y="3568700"/>
          <p14:tracePt t="18554" x="2825750" y="3581400"/>
          <p14:tracePt t="18573" x="2825750" y="3606800"/>
          <p14:tracePt t="18587" x="2838450" y="3632200"/>
          <p14:tracePt t="18605" x="2838450" y="3638550"/>
          <p14:tracePt t="18730" x="2838450" y="3644900"/>
          <p14:tracePt t="18764" x="2844800" y="3644900"/>
          <p14:tracePt t="18773" x="2844800" y="3651250"/>
          <p14:tracePt t="18781" x="2851150" y="3651250"/>
          <p14:tracePt t="18796" x="2857500" y="3651250"/>
          <p14:tracePt t="18805" x="2863850" y="3657600"/>
          <p14:tracePt t="18821" x="2882900" y="3663950"/>
          <p14:tracePt t="18838" x="2901950" y="3663950"/>
          <p14:tracePt t="18854" x="2914650" y="3663950"/>
          <p14:tracePt t="18871" x="2921000" y="3663950"/>
          <p14:tracePt t="18964" x="2921000" y="3670300"/>
          <p14:tracePt t="18981" x="2921000" y="3676650"/>
          <p14:tracePt t="19400" x="2933700" y="3670300"/>
          <p14:tracePt t="19409" x="2946400" y="3670300"/>
          <p14:tracePt t="19416" x="2959100" y="3670300"/>
          <p14:tracePt t="19424" x="2971800" y="3663950"/>
          <p14:tracePt t="19437" x="2984500" y="3663950"/>
          <p14:tracePt t="19454" x="3016250" y="3657600"/>
          <p14:tracePt t="19457" x="3022600" y="3657600"/>
          <p14:tracePt t="19471" x="3028950" y="3657600"/>
          <p14:tracePt t="19578" x="3035300" y="3657600"/>
          <p14:tracePt t="19925" x="3041650" y="3651250"/>
          <p14:tracePt t="19939" x="3048000" y="3651250"/>
          <p14:tracePt t="19954" x="3054350" y="3651250"/>
          <p14:tracePt t="19972" x="3067050" y="3651250"/>
          <p14:tracePt t="19988" x="3073400" y="3651250"/>
          <p14:tracePt t="20004" x="3079750" y="3651250"/>
          <p14:tracePt t="20020" x="3086100" y="3651250"/>
          <p14:tracePt t="20037" x="3092450" y="3651250"/>
          <p14:tracePt t="20054" x="3098800" y="3651250"/>
          <p14:tracePt t="20070" x="3105150" y="3651250"/>
          <p14:tracePt t="20279" x="3111500" y="3651250"/>
          <p14:tracePt t="20294" x="3124200" y="3651250"/>
          <p14:tracePt t="20302" x="3124200" y="3657600"/>
          <p14:tracePt t="20311" x="3136900" y="3657600"/>
          <p14:tracePt t="20321" x="3143250" y="3657600"/>
          <p14:tracePt t="20337" x="3155950" y="3657600"/>
          <p14:tracePt t="20354" x="3162300" y="3657600"/>
          <p14:tracePt t="20384" x="3168650" y="3657600"/>
          <p14:tracePt t="20416" x="3168650" y="3663950"/>
          <p14:tracePt t="20432" x="3175000" y="3663950"/>
          <p14:tracePt t="20464" x="3181350" y="3663950"/>
          <p14:tracePt t="20600" x="3187700" y="3663950"/>
          <p14:tracePt t="20611" x="3187700" y="3670300"/>
          <p14:tracePt t="20618" x="3194050" y="3670300"/>
          <p14:tracePt t="20627" x="3200400" y="3676650"/>
          <p14:tracePt t="20637" x="3213100" y="3676650"/>
          <p14:tracePt t="20654" x="3244850" y="3676650"/>
          <p14:tracePt t="20671" x="3295650" y="3676650"/>
          <p14:tracePt t="20687" x="3308350" y="3676650"/>
          <p14:tracePt t="20690" x="3321050" y="3676650"/>
          <p14:tracePt t="20706" x="3327400" y="3676650"/>
          <p14:tracePt t="20810" x="3333750" y="3676650"/>
          <p14:tracePt t="20818" x="3340100" y="3676650"/>
          <p14:tracePt t="20834" x="3346450" y="3676650"/>
          <p14:tracePt t="20842" x="3352800" y="3676650"/>
          <p14:tracePt t="20854" x="3365500" y="3670300"/>
          <p14:tracePt t="20871" x="3384550" y="3663950"/>
          <p14:tracePt t="20888" x="3409950" y="3651250"/>
          <p14:tracePt t="20892" x="3416300" y="3651250"/>
          <p14:tracePt t="20904" x="3422650" y="3651250"/>
          <p14:tracePt t="21004" x="3429000" y="3651250"/>
          <p14:tracePt t="21028" x="3435350" y="3651250"/>
          <p14:tracePt t="21036" x="3441700" y="3651250"/>
          <p14:tracePt t="21054" x="3448050" y="3651250"/>
          <p14:tracePt t="21487" x="3448050" y="3657600"/>
          <p14:tracePt t="21504" x="3448050" y="3663950"/>
          <p14:tracePt t="21513" x="3448050" y="3670300"/>
          <p14:tracePt t="21528" x="3454400" y="3676650"/>
          <p14:tracePt t="21544" x="3454400" y="3683000"/>
          <p14:tracePt t="21568" x="3454400" y="3689350"/>
          <p14:tracePt t="22020" x="3441700" y="3683000"/>
          <p14:tracePt t="22028" x="3422650" y="3670300"/>
          <p14:tracePt t="22038" x="3403600" y="3663950"/>
          <p14:tracePt t="22054" x="3352800" y="3632200"/>
          <p14:tracePt t="22071" x="3314700" y="3613150"/>
          <p14:tracePt t="22087" x="3289300" y="3606800"/>
          <p14:tracePt t="22104" x="3276600" y="3606800"/>
          <p14:tracePt t="22121" x="3270250" y="3606800"/>
          <p14:tracePt t="22137" x="3263900" y="3606800"/>
          <p14:tracePt t="22140" x="3251200" y="3619500"/>
          <p14:tracePt t="22154" x="3251200" y="3625850"/>
          <p14:tracePt t="22171" x="3225800" y="3663950"/>
          <p14:tracePt t="22187" x="3219450" y="3683000"/>
          <p14:tracePt t="22204" x="3219450" y="3714750"/>
          <p14:tracePt t="22221" x="3232150" y="3733800"/>
          <p14:tracePt t="22237" x="3295650" y="3752850"/>
          <p14:tracePt t="22254" x="3397250" y="3759200"/>
          <p14:tracePt t="22271" x="3549650" y="3759200"/>
          <p14:tracePt t="22287" x="3695700" y="3752850"/>
          <p14:tracePt t="22304" x="3822700" y="3721100"/>
          <p14:tracePt t="22321" x="3930650" y="3676650"/>
          <p14:tracePt t="22337" x="3981450" y="3644900"/>
          <p14:tracePt t="22354" x="3994150" y="3625850"/>
          <p14:tracePt t="22371" x="4006850" y="3600450"/>
          <p14:tracePt t="22373" x="4006850" y="3587750"/>
          <p14:tracePt t="22387" x="4006850" y="3575050"/>
          <p14:tracePt t="22405" x="4006850" y="3524250"/>
          <p14:tracePt t="22421" x="4000500" y="3479800"/>
          <p14:tracePt t="22437" x="3949700" y="3403600"/>
          <p14:tracePt t="22454" x="3886200" y="3352800"/>
          <p14:tracePt t="22471" x="3797300" y="3302000"/>
          <p14:tracePt t="22487" x="3714750" y="3276600"/>
          <p14:tracePt t="22504" x="3644900" y="3270250"/>
          <p14:tracePt t="22521" x="3575050" y="3270250"/>
          <p14:tracePt t="22537" x="3530600" y="3270250"/>
          <p14:tracePt t="22554" x="3498850" y="3282950"/>
          <p14:tracePt t="22571" x="3486150" y="3289300"/>
          <p14:tracePt t="22587" x="3479800" y="3295650"/>
          <p14:tracePt t="22604" x="3467100" y="3308350"/>
          <p14:tracePt t="22608" x="3454400" y="3321050"/>
          <p14:tracePt t="22621" x="3435350" y="3340100"/>
          <p14:tracePt t="22637" x="3403600" y="3371850"/>
          <p14:tracePt t="22640" x="3397250" y="3390900"/>
          <p14:tracePt t="22654" x="3365500" y="3422650"/>
          <p14:tracePt t="22671" x="3321050" y="3492500"/>
          <p14:tracePt t="22687" x="3302000" y="3524250"/>
          <p14:tracePt t="22704" x="3302000" y="3536950"/>
          <p14:tracePt t="22721" x="3302000" y="3543300"/>
          <p14:tracePt t="22737" x="3302000" y="3556000"/>
          <p14:tracePt t="22754" x="3308350" y="3556000"/>
          <p14:tracePt t="22771" x="3333750" y="3575050"/>
          <p14:tracePt t="22788" x="3390900" y="3606800"/>
          <p14:tracePt t="22804" x="3486150" y="3651250"/>
          <p14:tracePt t="22810" x="3530600" y="3670300"/>
          <p14:tracePt t="22821" x="3543300" y="3676650"/>
          <p14:tracePt t="22838" x="3600450" y="3689350"/>
          <p14:tracePt t="22854" x="3606800" y="3695700"/>
          <p14:tracePt t="22907" x="3606800" y="3702050"/>
          <p14:tracePt t="22978" x="3600450" y="3702050"/>
          <p14:tracePt t="22986" x="3594100" y="3702050"/>
          <p14:tracePt t="22997" x="3575050" y="3702050"/>
          <p14:tracePt t="23004" x="3562350" y="3702050"/>
          <p14:tracePt t="23021" x="3524250" y="3708400"/>
          <p14:tracePt t="23037" x="3498850" y="3714750"/>
          <p14:tracePt t="23054" x="3486150" y="3714750"/>
          <p14:tracePt t="23071" x="3473450" y="3714750"/>
          <p14:tracePt t="23109" x="3467100" y="3714750"/>
          <p14:tracePt t="23132" x="3454400" y="3708400"/>
          <p14:tracePt t="23139" x="3454400" y="3702050"/>
          <p14:tracePt t="23154" x="3448050" y="3702050"/>
          <p14:tracePt t="23172" x="3441700" y="3695700"/>
          <p14:tracePt t="23188" x="3435350" y="3695700"/>
          <p14:tracePt t="24800" x="3441700" y="3695700"/>
          <p14:tracePt t="24816" x="3441700" y="3689350"/>
          <p14:tracePt t="24842" x="3448050" y="3689350"/>
          <p14:tracePt t="24880" x="3454400" y="3689350"/>
          <p14:tracePt t="24928" x="3460750" y="3689350"/>
          <p14:tracePt t="25139" x="3467100" y="3689350"/>
          <p14:tracePt t="25270" x="3473450" y="3689350"/>
          <p14:tracePt t="27330" x="3473450" y="3695700"/>
          <p14:tracePt t="27347" x="3467100" y="3702050"/>
          <p14:tracePt t="27354" x="3467100" y="3708400"/>
          <p14:tracePt t="27371" x="3467100" y="3714750"/>
          <p14:tracePt t="27388" x="3454400" y="3733800"/>
          <p14:tracePt t="27404" x="3454400" y="3752850"/>
          <p14:tracePt t="27421" x="3441700" y="3759200"/>
          <p14:tracePt t="27438" x="3441700" y="3771900"/>
          <p14:tracePt t="27454" x="3435350" y="3784600"/>
          <p14:tracePt t="27471" x="3435350" y="3790950"/>
          <p14:tracePt t="27488" x="3429000" y="3797300"/>
          <p14:tracePt t="27504" x="3429000" y="3810000"/>
          <p14:tracePt t="27521" x="3429000" y="3816350"/>
          <p14:tracePt t="27654" x="3429000" y="3822700"/>
          <p14:tracePt t="27662" x="3435350" y="3822700"/>
          <p14:tracePt t="27671" x="3448050" y="3822700"/>
          <p14:tracePt t="27688" x="3454400" y="3822700"/>
          <p14:tracePt t="27704" x="3460750" y="3822700"/>
          <p14:tracePt t="27750" x="3460750" y="3829050"/>
          <p14:tracePt t="27759" x="3460750" y="3835400"/>
          <p14:tracePt t="27771" x="3460750" y="3841750"/>
          <p14:tracePt t="27788" x="3460750" y="3860800"/>
          <p14:tracePt t="27804" x="3473450" y="3873500"/>
          <p14:tracePt t="27821" x="3473450" y="3879850"/>
          <p14:tracePt t="27837" x="3473450" y="3886200"/>
          <p14:tracePt t="27854" x="3479800" y="3892550"/>
          <p14:tracePt t="27871" x="3479800" y="3905250"/>
          <p14:tracePt t="27888" x="3479800" y="3924300"/>
          <p14:tracePt t="27904" x="3479800" y="3930650"/>
          <p14:tracePt t="27921" x="3486150" y="3943350"/>
          <p14:tracePt t="27978" x="3492500" y="3949700"/>
          <p14:tracePt t="27993" x="3492500" y="3962400"/>
          <p14:tracePt t="28000" x="3492500" y="3968750"/>
          <p14:tracePt t="28011" x="3492500" y="3981450"/>
          <p14:tracePt t="28021" x="3498850" y="3994150"/>
          <p14:tracePt t="28038" x="3505200" y="4032250"/>
          <p14:tracePt t="28040" x="3511550" y="4044950"/>
          <p14:tracePt t="28057" x="3511550" y="4057650"/>
          <p14:tracePt t="28071" x="3517900" y="4057650"/>
          <p14:tracePt t="28120" x="3517900" y="4064000"/>
          <p14:tracePt t="28136" x="3517900" y="4070350"/>
          <p14:tracePt t="28154" x="3517900" y="4076700"/>
          <p14:tracePt t="28171" x="3524250" y="4083050"/>
          <p14:tracePt t="28188" x="3524250" y="4089400"/>
          <p14:tracePt t="28330" x="3524250" y="4083050"/>
          <p14:tracePt t="28340" x="3530600" y="4083050"/>
          <p14:tracePt t="28346" x="3530600" y="4076700"/>
          <p14:tracePt t="28363" x="3530600" y="4070350"/>
          <p14:tracePt t="28386" x="3530600" y="4064000"/>
          <p14:tracePt t="28508" x="3530600" y="4076700"/>
          <p14:tracePt t="28516" x="3524250" y="4095750"/>
          <p14:tracePt t="28524" x="3524250" y="4102100"/>
          <p14:tracePt t="28537" x="3505200" y="4121150"/>
          <p14:tracePt t="28541" x="3486150" y="4152900"/>
          <p14:tracePt t="28554" x="3473450" y="4178300"/>
          <p14:tracePt t="28573" x="3448050" y="4210050"/>
          <p14:tracePt t="28589" x="3441700" y="4210050"/>
          <p14:tracePt t="28629" x="3435350" y="4210050"/>
          <p14:tracePt t="28644" x="3429000" y="4210050"/>
          <p14:tracePt t="28661" x="3422650" y="4203700"/>
          <p14:tracePt t="28670" x="3416300" y="4197350"/>
          <p14:tracePt t="28688" x="3397250" y="4178300"/>
          <p14:tracePt t="28704" x="3384550" y="4165600"/>
          <p14:tracePt t="28721" x="3378200" y="4159250"/>
          <p14:tracePt t="28738" x="3371850" y="4146550"/>
          <p14:tracePt t="28754" x="3359150" y="4133850"/>
          <p14:tracePt t="28771" x="3352800" y="4121150"/>
          <p14:tracePt t="28774" x="3340100" y="4108450"/>
          <p14:tracePt t="28788" x="3327400" y="4108450"/>
          <p14:tracePt t="28804" x="3314700" y="4108450"/>
          <p14:tracePt t="28807" x="3308350" y="4108450"/>
          <p14:tracePt t="28822" x="3289300" y="4108450"/>
          <p14:tracePt t="28838" x="3263900" y="4108450"/>
          <p14:tracePt t="28854" x="3244850" y="4114800"/>
          <p14:tracePt t="28871" x="3225800" y="4121150"/>
          <p14:tracePt t="28888" x="3219450" y="4121150"/>
          <p14:tracePt t="28904" x="3213100" y="4127500"/>
          <p14:tracePt t="28921" x="3206750" y="4127500"/>
          <p14:tracePt t="29000" x="3200400" y="4127500"/>
          <p14:tracePt t="29033" x="3194050" y="4127500"/>
          <p14:tracePt t="29040" x="3194050" y="4121150"/>
          <p14:tracePt t="29054" x="3187700" y="4121150"/>
          <p14:tracePt t="29104" x="3187700" y="4114800"/>
          <p14:tracePt t="29120" x="3181350" y="4108450"/>
          <p14:tracePt t="29138" x="3181350" y="4095750"/>
          <p14:tracePt t="29154" x="3168650" y="4076700"/>
          <p14:tracePt t="29171" x="3162300" y="4057650"/>
          <p14:tracePt t="29188" x="3155950" y="4032250"/>
          <p14:tracePt t="29204" x="3143250" y="4013200"/>
          <p14:tracePt t="29209" x="3130550" y="3987800"/>
          <p14:tracePt t="29224" x="3124200" y="3981450"/>
          <p14:tracePt t="29266" x="3117850" y="3981450"/>
          <p14:tracePt t="29274" x="3111500" y="4000500"/>
          <p14:tracePt t="29283" x="3098800" y="4019550"/>
          <p14:tracePt t="29290" x="3092450" y="4032250"/>
          <p14:tracePt t="29304" x="3086100" y="4057650"/>
          <p14:tracePt t="29308" x="3079750" y="4070350"/>
          <p14:tracePt t="29322" x="3073400" y="4108450"/>
          <p14:tracePt t="29338" x="3067050" y="4133850"/>
          <p14:tracePt t="29354" x="3067050" y="4140200"/>
          <p14:tracePt t="29371" x="3079750" y="4146550"/>
          <p14:tracePt t="29388" x="3086100" y="4152900"/>
          <p14:tracePt t="29404" x="3111500" y="4152900"/>
          <p14:tracePt t="29421" x="3149600" y="4152900"/>
          <p14:tracePt t="29438" x="3206750" y="4152900"/>
          <p14:tracePt t="29442" x="3225800" y="4152900"/>
          <p14:tracePt t="29455" x="3244850" y="4152900"/>
          <p14:tracePt t="29471" x="3282950" y="4152900"/>
          <p14:tracePt t="29474" x="3302000" y="4152900"/>
          <p14:tracePt t="29488" x="3321050" y="4152900"/>
          <p14:tracePt t="29504" x="3359150" y="4152900"/>
          <p14:tracePt t="29507" x="3371850" y="4152900"/>
          <p14:tracePt t="29522" x="3390900" y="4146550"/>
          <p14:tracePt t="29538" x="3397250" y="4140200"/>
          <p14:tracePt t="29541" x="3409950" y="4133850"/>
          <p14:tracePt t="29554" x="3416300" y="4133850"/>
          <p14:tracePt t="29572" x="3441700" y="4121150"/>
          <p14:tracePt t="29588" x="3454400" y="4121150"/>
          <p14:tracePt t="29604" x="3460750" y="4121150"/>
          <p14:tracePt t="29661" x="3460750" y="4114800"/>
          <p14:tracePt t="29668" x="3467100" y="4114800"/>
          <p14:tracePt t="29677" x="3473450" y="4108450"/>
          <p14:tracePt t="29688" x="3479800" y="4102100"/>
          <p14:tracePt t="29704" x="3492500" y="4089400"/>
          <p14:tracePt t="29709" x="3492500" y="4076700"/>
          <p14:tracePt t="29721" x="3505200" y="4057650"/>
          <p14:tracePt t="29738" x="3511550" y="4044950"/>
          <p14:tracePt t="29742" x="3511550" y="4032250"/>
          <p14:tracePt t="29756" x="3511550" y="4025900"/>
          <p14:tracePt t="29771" x="3517900" y="4019550"/>
          <p14:tracePt t="29846" x="3517900" y="4025900"/>
          <p14:tracePt t="29854" x="3517900" y="4032250"/>
          <p14:tracePt t="29871" x="3517900" y="4038600"/>
          <p14:tracePt t="29888" x="3517900" y="4051300"/>
          <p14:tracePt t="29904" x="3517900" y="4057650"/>
          <p14:tracePt t="29921" x="3530600" y="4089400"/>
          <p14:tracePt t="29938" x="3562350" y="4127500"/>
          <p14:tracePt t="29957" x="3594100" y="4152900"/>
          <p14:tracePt t="29960" x="3606800" y="4152900"/>
          <p14:tracePt t="29972" x="3625850" y="4171950"/>
          <p14:tracePt t="29990" x="3676650" y="4178300"/>
          <p14:tracePt t="30004" x="3683000" y="4178300"/>
          <p14:tracePt t="30024" x="3708400" y="4178300"/>
          <p14:tracePt t="30038" x="3727450" y="4171950"/>
          <p14:tracePt t="30056" x="3746500" y="4152900"/>
          <p14:tracePt t="30072" x="3765550" y="4133850"/>
          <p14:tracePt t="30089" x="3778250" y="4121150"/>
          <p14:tracePt t="30104" x="3790950" y="4108450"/>
          <p14:tracePt t="30121" x="3803650" y="4095750"/>
          <p14:tracePt t="30138" x="3810000" y="4089400"/>
          <p14:tracePt t="30171" x="3816350" y="4089400"/>
          <p14:tracePt t="30188" x="3822700" y="4089400"/>
          <p14:tracePt t="30204" x="3822700" y="4083050"/>
          <p14:tracePt t="30221" x="3829050" y="4076700"/>
          <p14:tracePt t="30238" x="3829050" y="4070350"/>
          <p14:tracePt t="30254" x="3829050" y="4064000"/>
          <p14:tracePt t="30257" x="3835400" y="4057650"/>
          <p14:tracePt t="30378" x="3835400" y="4064000"/>
          <p14:tracePt t="30387" x="3835400" y="4083050"/>
          <p14:tracePt t="30404" x="3848100" y="4140200"/>
          <p14:tracePt t="30421" x="3860800" y="4184650"/>
          <p14:tracePt t="30438" x="3886200" y="4222750"/>
          <p14:tracePt t="30454" x="3911600" y="4235450"/>
          <p14:tracePt t="30458" x="3917950" y="4241800"/>
          <p14:tracePt t="30471" x="3930650" y="4241800"/>
          <p14:tracePt t="30488" x="3962400" y="4241800"/>
          <p14:tracePt t="30490" x="3987800" y="4241800"/>
          <p14:tracePt t="30504" x="4013200" y="4235450"/>
          <p14:tracePt t="30522" x="4102100" y="4210050"/>
          <p14:tracePt t="30538" x="4184650" y="4178300"/>
          <p14:tracePt t="30554" x="4273550" y="4146550"/>
          <p14:tracePt t="30571" x="4343400" y="4121150"/>
          <p14:tracePt t="30588" x="4368800" y="4108450"/>
          <p14:tracePt t="30604" x="4394200" y="4095750"/>
          <p14:tracePt t="30621" x="4400550" y="4083050"/>
          <p14:tracePt t="30637" x="4400550" y="4076700"/>
          <p14:tracePt t="30788" x="4400550" y="4083050"/>
          <p14:tracePt t="30797" x="4400550" y="4089400"/>
          <p14:tracePt t="30814" x="4394200" y="4102100"/>
          <p14:tracePt t="30821" x="4387850" y="4114800"/>
          <p14:tracePt t="30838" x="4387850" y="4127500"/>
          <p14:tracePt t="30854" x="4387850" y="4140200"/>
          <p14:tracePt t="30871" x="4381500" y="4146550"/>
          <p14:tracePt t="30905" x="4381500" y="4152900"/>
          <p14:tracePt t="30921" x="4381500" y="4165600"/>
          <p14:tracePt t="30941" x="4381500" y="4171950"/>
          <p14:tracePt t="30954" x="4394200" y="4184650"/>
          <p14:tracePt t="30971" x="4406900" y="4191000"/>
          <p14:tracePt t="30988" x="4432300" y="4197350"/>
          <p14:tracePt t="30990" x="4438650" y="4197350"/>
          <p14:tracePt t="31004" x="4457700" y="4203700"/>
          <p14:tracePt t="31022" x="4521200" y="4203700"/>
          <p14:tracePt t="31038" x="4559300" y="4203700"/>
          <p14:tracePt t="31054" x="4591050" y="4197350"/>
          <p14:tracePt t="31071" x="4635500" y="4184650"/>
          <p14:tracePt t="31088" x="4660900" y="4178300"/>
          <p14:tracePt t="31104" x="4686300" y="4165600"/>
          <p14:tracePt t="31121" x="4718050" y="4152900"/>
          <p14:tracePt t="31138" x="4743450" y="4140200"/>
          <p14:tracePt t="31154" x="4756150" y="4133850"/>
          <p14:tracePt t="31184" x="4756150" y="4127500"/>
          <p14:tracePt t="31193" x="4762500" y="4127500"/>
          <p14:tracePt t="32441" x="0" y="0"/>
        </p14:tracePtLst>
        <p14:tracePtLst>
          <p14:tracePt t="37176" x="3517900" y="4699000"/>
          <p14:tracePt t="37325" x="3517900" y="4692650"/>
          <p14:tracePt t="37332" x="3517900" y="4686300"/>
          <p14:tracePt t="37339" x="3517900" y="4679950"/>
          <p14:tracePt t="37354" x="3517900" y="4667250"/>
          <p14:tracePt t="37357" x="3517900" y="4648200"/>
          <p14:tracePt t="37372" x="3517900" y="4629150"/>
          <p14:tracePt t="37388" x="3517900" y="4603750"/>
          <p14:tracePt t="37390" x="3511550" y="4591050"/>
          <p14:tracePt t="37405" x="3505200" y="4578350"/>
          <p14:tracePt t="37422" x="3498850" y="4552950"/>
          <p14:tracePt t="37438" x="3492500" y="4546600"/>
          <p14:tracePt t="37487" x="3492500" y="4540250"/>
          <p14:tracePt t="37505" x="3473450" y="4540250"/>
          <p14:tracePt t="37521" x="3454400" y="4540250"/>
          <p14:tracePt t="37538" x="3429000" y="4546600"/>
          <p14:tracePt t="37554" x="3397250" y="4565650"/>
          <p14:tracePt t="37558" x="3384550" y="4572000"/>
          <p14:tracePt t="37571" x="3365500" y="4584700"/>
          <p14:tracePt t="37588" x="3346450" y="4610100"/>
          <p14:tracePt t="37591" x="3340100" y="4622800"/>
          <p14:tracePt t="37605" x="3327400" y="4641850"/>
          <p14:tracePt t="37622" x="3321050" y="4686300"/>
          <p14:tracePt t="37638" x="3321050" y="4705350"/>
          <p14:tracePt t="37655" x="3321050" y="4730750"/>
          <p14:tracePt t="37658" x="3346450" y="4762500"/>
          <p14:tracePt t="37672" x="3403600" y="4806950"/>
          <p14:tracePt t="37688" x="3498850" y="4864100"/>
          <p14:tracePt t="37704" x="3613150" y="4921250"/>
          <p14:tracePt t="37721" x="3759200" y="4965700"/>
          <p14:tracePt t="37738" x="3873500" y="4984750"/>
          <p14:tracePt t="37755" x="4000500" y="5003800"/>
          <p14:tracePt t="37771" x="4051300" y="5003800"/>
          <p14:tracePt t="37788" x="4133850" y="5003800"/>
          <p14:tracePt t="37804" x="4197350" y="4984750"/>
          <p14:tracePt t="37821" x="4260850" y="4959350"/>
          <p14:tracePt t="37826" x="4273550" y="4953000"/>
          <p14:tracePt t="37838" x="4298950" y="4933950"/>
          <p14:tracePt t="37855" x="4337050" y="4902200"/>
          <p14:tracePt t="37858" x="4356100" y="4870450"/>
          <p14:tracePt t="37872" x="4400550" y="4819650"/>
          <p14:tracePt t="37888" x="4457700" y="4730750"/>
          <p14:tracePt t="37904" x="4483100" y="4667250"/>
          <p14:tracePt t="37922" x="4483100" y="4629150"/>
          <p14:tracePt t="37938" x="4489450" y="4616450"/>
          <p14:tracePt t="37995" x="4489450" y="4622800"/>
          <p14:tracePt t="38002" x="4476750" y="4635500"/>
          <p14:tracePt t="38011" x="4470400" y="4660900"/>
          <p14:tracePt t="38021" x="4464050" y="4679950"/>
          <p14:tracePt t="38038" x="4451350" y="4756150"/>
          <p14:tracePt t="38054" x="4451350" y="4813300"/>
          <p14:tracePt t="38058" x="4457700" y="4838700"/>
          <p14:tracePt t="38071" x="4470400" y="4864100"/>
          <p14:tracePt t="38088" x="4527550" y="4902200"/>
          <p14:tracePt t="38092" x="4572000" y="4921250"/>
          <p14:tracePt t="38104" x="4629150" y="4940300"/>
          <p14:tracePt t="38122" x="4851400" y="4978400"/>
          <p14:tracePt t="38138" x="5060950" y="4984750"/>
          <p14:tracePt t="38154" x="5283200" y="4984750"/>
          <p14:tracePt t="38171" x="5473700" y="4946650"/>
          <p14:tracePt t="38188" x="5588000" y="4889500"/>
          <p14:tracePt t="38205" x="5657850" y="4838700"/>
          <p14:tracePt t="38221" x="5702300" y="4787900"/>
          <p14:tracePt t="38239" x="5715000" y="4749800"/>
          <p14:tracePt t="38255" x="5721350" y="4711700"/>
          <p14:tracePt t="38273" x="5721350" y="4692650"/>
          <p14:tracePt t="38277" x="5721350" y="4686300"/>
          <p14:tracePt t="38333" x="5721350" y="4692650"/>
          <p14:tracePt t="38342" x="5715000" y="4705350"/>
          <p14:tracePt t="38349" x="5715000" y="4718050"/>
          <p14:tracePt t="38357" x="5702300" y="4743450"/>
          <p14:tracePt t="38372" x="5695950" y="4787900"/>
          <p14:tracePt t="38388" x="5695950" y="4819650"/>
          <p14:tracePt t="38407" x="5695950" y="4845050"/>
          <p14:tracePt t="38421" x="5695950" y="4857750"/>
          <p14:tracePt t="38438" x="5702300" y="4857750"/>
          <p14:tracePt t="38464" x="5715000" y="4857750"/>
          <p14:tracePt t="38480" x="5734050" y="4857750"/>
          <p14:tracePt t="38488" x="5753100" y="4857750"/>
          <p14:tracePt t="38504" x="5810250" y="4857750"/>
          <p14:tracePt t="38521" x="5867400" y="4864100"/>
          <p14:tracePt t="38538" x="5962650" y="4864100"/>
          <p14:tracePt t="38555" x="6045200" y="4864100"/>
          <p14:tracePt t="38571" x="6134100" y="4864100"/>
          <p14:tracePt t="38576" x="6223000" y="4857750"/>
          <p14:tracePt t="38588" x="6254750" y="4857750"/>
          <p14:tracePt t="38605" x="6451600" y="4819650"/>
          <p14:tracePt t="38608" x="6489700" y="4813300"/>
          <p14:tracePt t="38622" x="6642100" y="4787900"/>
          <p14:tracePt t="38638" x="6781800" y="4756150"/>
          <p14:tracePt t="38654" x="6915150" y="4730750"/>
          <p14:tracePt t="38671" x="7016750" y="4705350"/>
          <p14:tracePt t="38688" x="7073900" y="4686300"/>
          <p14:tracePt t="38705" x="7099300" y="4679950"/>
          <p14:tracePt t="38776" x="7099300" y="4686300"/>
          <p14:tracePt t="38794" x="7099300" y="4692650"/>
          <p14:tracePt t="38802" x="7105650" y="4699000"/>
          <p14:tracePt t="38821" x="7112000" y="4705350"/>
          <p14:tracePt t="38838" x="7118350" y="4711700"/>
          <p14:tracePt t="38855" x="7124700" y="4711700"/>
          <p14:tracePt t="39107" x="0" y="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Widescreen</PresentationFormat>
  <Paragraphs>107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system-ui</vt:lpstr>
      <vt:lpstr>Office Theme</vt:lpstr>
      <vt:lpstr>Python</vt:lpstr>
      <vt:lpstr>Key concepts in programming</vt:lpstr>
      <vt:lpstr>Python: basic syntax</vt:lpstr>
      <vt:lpstr>Python files</vt:lpstr>
      <vt:lpstr>Python syntax</vt:lpstr>
      <vt:lpstr>Comment</vt:lpstr>
      <vt:lpstr>Statement</vt:lpstr>
      <vt:lpstr>Code blocks</vt:lpstr>
      <vt:lpstr>Code blocks</vt:lpstr>
      <vt:lpstr>Indentation: Whitespace matters</vt:lpstr>
      <vt:lpstr>Code blocks</vt:lpstr>
      <vt:lpstr>Indentation </vt:lpstr>
      <vt:lpstr>Code blocks</vt:lpstr>
      <vt:lpstr>Whitespace 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Van Puyvelde</dc:creator>
  <cp:lastModifiedBy>Ehsan Moravveji</cp:lastModifiedBy>
  <cp:revision>594</cp:revision>
  <dcterms:created xsi:type="dcterms:W3CDTF">2017-04-04T14:55:01Z</dcterms:created>
  <dcterms:modified xsi:type="dcterms:W3CDTF">2026-10-02T08:59:17Z</dcterms:modified>
</cp:coreProperties>
</file>