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491" r:id="rId2"/>
    <p:sldId id="488" r:id="rId3"/>
    <p:sldId id="489" r:id="rId4"/>
    <p:sldId id="373" r:id="rId5"/>
    <p:sldId id="377" r:id="rId6"/>
    <p:sldId id="370" r:id="rId7"/>
    <p:sldId id="442" r:id="rId8"/>
    <p:sldId id="372" r:id="rId9"/>
    <p:sldId id="455" r:id="rId10"/>
    <p:sldId id="505" r:id="rId11"/>
    <p:sldId id="445" r:id="rId12"/>
    <p:sldId id="495" r:id="rId13"/>
    <p:sldId id="381" r:id="rId14"/>
    <p:sldId id="382" r:id="rId15"/>
    <p:sldId id="496" r:id="rId16"/>
    <p:sldId id="497" r:id="rId17"/>
    <p:sldId id="504" r:id="rId18"/>
    <p:sldId id="458" r:id="rId19"/>
    <p:sldId id="374" r:id="rId20"/>
    <p:sldId id="498" r:id="rId21"/>
    <p:sldId id="379" r:id="rId22"/>
    <p:sldId id="375" r:id="rId23"/>
    <p:sldId id="437" r:id="rId24"/>
    <p:sldId id="438" r:id="rId25"/>
    <p:sldId id="502" r:id="rId26"/>
    <p:sldId id="435" r:id="rId27"/>
    <p:sldId id="501" r:id="rId28"/>
    <p:sldId id="499" r:id="rId29"/>
    <p:sldId id="440" r:id="rId30"/>
    <p:sldId id="500" r:id="rId31"/>
    <p:sldId id="503" r:id="rId32"/>
    <p:sldId id="378" r:id="rId33"/>
    <p:sldId id="376" r:id="rId34"/>
    <p:sldId id="443" r:id="rId35"/>
    <p:sldId id="446" r:id="rId36"/>
    <p:sldId id="448" r:id="rId37"/>
    <p:sldId id="492" r:id="rId38"/>
    <p:sldId id="493" r:id="rId39"/>
    <p:sldId id="494" r:id="rId40"/>
    <p:sldId id="449" r:id="rId41"/>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166E9F-00A3-48C1-BDF5-E5144822804C}">
          <p14:sldIdLst>
            <p14:sldId id="491"/>
            <p14:sldId id="488"/>
            <p14:sldId id="489"/>
          </p14:sldIdLst>
        </p14:section>
        <p14:section name="IO" id="{E813C00E-2ED6-4EA6-9816-BEE78C29F0BF}">
          <p14:sldIdLst>
            <p14:sldId id="373"/>
            <p14:sldId id="377"/>
          </p14:sldIdLst>
        </p14:section>
        <p14:section name="IO-console" id="{5EB1446C-B329-42EB-A43B-38D023B99DE5}">
          <p14:sldIdLst>
            <p14:sldId id="370"/>
            <p14:sldId id="442"/>
            <p14:sldId id="372"/>
            <p14:sldId id="455"/>
            <p14:sldId id="505"/>
            <p14:sldId id="445"/>
            <p14:sldId id="495"/>
            <p14:sldId id="381"/>
            <p14:sldId id="382"/>
            <p14:sldId id="496"/>
            <p14:sldId id="497"/>
            <p14:sldId id="504"/>
            <p14:sldId id="458"/>
          </p14:sldIdLst>
        </p14:section>
        <p14:section name="IO-command line" id="{69647560-241D-4595-87D2-7D6C60D36586}">
          <p14:sldIdLst>
            <p14:sldId id="374"/>
            <p14:sldId id="498"/>
          </p14:sldIdLst>
        </p14:section>
        <p14:section name="IO-file" id="{A64A259C-E5F7-44C0-8E9F-4DE9CC7F0511}">
          <p14:sldIdLst>
            <p14:sldId id="379"/>
            <p14:sldId id="375"/>
            <p14:sldId id="437"/>
            <p14:sldId id="438"/>
            <p14:sldId id="502"/>
            <p14:sldId id="435"/>
            <p14:sldId id="501"/>
            <p14:sldId id="499"/>
            <p14:sldId id="440"/>
            <p14:sldId id="500"/>
            <p14:sldId id="503"/>
            <p14:sldId id="378"/>
            <p14:sldId id="376"/>
            <p14:sldId id="443"/>
          </p14:sldIdLst>
        </p14:section>
        <p14:section name="IO-data fomat" id="{A6FF026D-EA58-45DF-91B6-654EF9779595}">
          <p14:sldIdLst>
            <p14:sldId id="446"/>
            <p14:sldId id="448"/>
            <p14:sldId id="492"/>
            <p14:sldId id="493"/>
            <p14:sldId id="494"/>
            <p14:sldId id="449"/>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89" autoAdjust="0"/>
    <p:restoredTop sz="91767" autoAdjust="0"/>
  </p:normalViewPr>
  <p:slideViewPr>
    <p:cSldViewPr snapToGrid="0" showGuides="1">
      <p:cViewPr varScale="1">
        <p:scale>
          <a:sx n="64" d="100"/>
          <a:sy n="64" d="100"/>
        </p:scale>
        <p:origin x="468" y="40"/>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Van Puyvelde" userId="ba4190df-4674-45fe-be59-1502c3515486" providerId="ADAL" clId="{8EE15E35-8E4C-4335-8E1E-7E94E6BEFE65}"/>
    <pc:docChg chg="custSel modSld">
      <pc:chgData name="Frank Van Puyvelde" userId="ba4190df-4674-45fe-be59-1502c3515486" providerId="ADAL" clId="{8EE15E35-8E4C-4335-8E1E-7E94E6BEFE65}" dt="2025-01-03T16:33:44.262" v="33" actId="12385"/>
      <pc:docMkLst>
        <pc:docMk/>
      </pc:docMkLst>
      <pc:sldChg chg="delSp mod delAnim">
        <pc:chgData name="Frank Van Puyvelde" userId="ba4190df-4674-45fe-be59-1502c3515486" providerId="ADAL" clId="{8EE15E35-8E4C-4335-8E1E-7E94E6BEFE65}" dt="2025-01-03T16:28:50.305" v="3" actId="478"/>
        <pc:sldMkLst>
          <pc:docMk/>
          <pc:sldMk cId="1695854998" sldId="370"/>
        </pc:sldMkLst>
        <pc:picChg chg="del">
          <ac:chgData name="Frank Van Puyvelde" userId="ba4190df-4674-45fe-be59-1502c3515486" providerId="ADAL" clId="{8EE15E35-8E4C-4335-8E1E-7E94E6BEFE65}" dt="2025-01-03T16:28:50.305" v="3" actId="478"/>
          <ac:picMkLst>
            <pc:docMk/>
            <pc:sldMk cId="1695854998" sldId="370"/>
            <ac:picMk id="4" creationId="{A7DE8FC3-22A3-4823-91FD-CDBDB08E4D18}"/>
          </ac:picMkLst>
        </pc:picChg>
      </pc:sldChg>
      <pc:sldChg chg="delSp mod delAnim">
        <pc:chgData name="Frank Van Puyvelde" userId="ba4190df-4674-45fe-be59-1502c3515486" providerId="ADAL" clId="{8EE15E35-8E4C-4335-8E1E-7E94E6BEFE65}" dt="2025-01-03T16:28:53.050" v="5" actId="478"/>
        <pc:sldMkLst>
          <pc:docMk/>
          <pc:sldMk cId="4156364699" sldId="372"/>
        </pc:sldMkLst>
        <pc:picChg chg="del">
          <ac:chgData name="Frank Van Puyvelde" userId="ba4190df-4674-45fe-be59-1502c3515486" providerId="ADAL" clId="{8EE15E35-8E4C-4335-8E1E-7E94E6BEFE65}" dt="2025-01-03T16:28:53.050" v="5" actId="478"/>
          <ac:picMkLst>
            <pc:docMk/>
            <pc:sldMk cId="4156364699" sldId="372"/>
            <ac:picMk id="4" creationId="{D6DEA646-7B8B-484C-B27D-6012CB499C4F}"/>
          </ac:picMkLst>
        </pc:picChg>
      </pc:sldChg>
      <pc:sldChg chg="delSp mod delAnim">
        <pc:chgData name="Frank Van Puyvelde" userId="ba4190df-4674-45fe-be59-1502c3515486" providerId="ADAL" clId="{8EE15E35-8E4C-4335-8E1E-7E94E6BEFE65}" dt="2025-01-03T16:28:47.809" v="1" actId="478"/>
        <pc:sldMkLst>
          <pc:docMk/>
          <pc:sldMk cId="2576418169" sldId="373"/>
        </pc:sldMkLst>
        <pc:picChg chg="del">
          <ac:chgData name="Frank Van Puyvelde" userId="ba4190df-4674-45fe-be59-1502c3515486" providerId="ADAL" clId="{8EE15E35-8E4C-4335-8E1E-7E94E6BEFE65}" dt="2025-01-03T16:28:47.809" v="1" actId="478"/>
          <ac:picMkLst>
            <pc:docMk/>
            <pc:sldMk cId="2576418169" sldId="373"/>
            <ac:picMk id="2" creationId="{EC510EE5-E611-46DE-90AF-B7E9CBF07574}"/>
          </ac:picMkLst>
        </pc:picChg>
      </pc:sldChg>
      <pc:sldChg chg="delSp mod delAnim">
        <pc:chgData name="Frank Van Puyvelde" userId="ba4190df-4674-45fe-be59-1502c3515486" providerId="ADAL" clId="{8EE15E35-8E4C-4335-8E1E-7E94E6BEFE65}" dt="2025-01-03T16:29:00.969" v="12" actId="478"/>
        <pc:sldMkLst>
          <pc:docMk/>
          <pc:sldMk cId="2936197267" sldId="374"/>
        </pc:sldMkLst>
        <pc:picChg chg="del">
          <ac:chgData name="Frank Van Puyvelde" userId="ba4190df-4674-45fe-be59-1502c3515486" providerId="ADAL" clId="{8EE15E35-8E4C-4335-8E1E-7E94E6BEFE65}" dt="2025-01-03T16:29:00.969" v="12" actId="478"/>
          <ac:picMkLst>
            <pc:docMk/>
            <pc:sldMk cId="2936197267" sldId="374"/>
            <ac:picMk id="4" creationId="{5FF7B12D-1E56-4944-B666-0ED546F1BBC7}"/>
          </ac:picMkLst>
        </pc:picChg>
      </pc:sldChg>
      <pc:sldChg chg="delSp mod delAnim">
        <pc:chgData name="Frank Van Puyvelde" userId="ba4190df-4674-45fe-be59-1502c3515486" providerId="ADAL" clId="{8EE15E35-8E4C-4335-8E1E-7E94E6BEFE65}" dt="2025-01-03T16:29:06.466" v="15" actId="478"/>
        <pc:sldMkLst>
          <pc:docMk/>
          <pc:sldMk cId="2616509311" sldId="375"/>
        </pc:sldMkLst>
        <pc:picChg chg="del">
          <ac:chgData name="Frank Van Puyvelde" userId="ba4190df-4674-45fe-be59-1502c3515486" providerId="ADAL" clId="{8EE15E35-8E4C-4335-8E1E-7E94E6BEFE65}" dt="2025-01-03T16:29:06.466" v="15" actId="478"/>
          <ac:picMkLst>
            <pc:docMk/>
            <pc:sldMk cId="2616509311" sldId="375"/>
            <ac:picMk id="4" creationId="{C69C7FE6-2991-443C-AAF5-A26CA01F56B5}"/>
          </ac:picMkLst>
        </pc:picChg>
      </pc:sldChg>
      <pc:sldChg chg="delSp mod delAnim">
        <pc:chgData name="Frank Van Puyvelde" userId="ba4190df-4674-45fe-be59-1502c3515486" providerId="ADAL" clId="{8EE15E35-8E4C-4335-8E1E-7E94E6BEFE65}" dt="2025-01-03T16:29:25.564" v="23" actId="478"/>
        <pc:sldMkLst>
          <pc:docMk/>
          <pc:sldMk cId="2948505460" sldId="376"/>
        </pc:sldMkLst>
        <pc:picChg chg="del">
          <ac:chgData name="Frank Van Puyvelde" userId="ba4190df-4674-45fe-be59-1502c3515486" providerId="ADAL" clId="{8EE15E35-8E4C-4335-8E1E-7E94E6BEFE65}" dt="2025-01-03T16:29:25.564" v="23" actId="478"/>
          <ac:picMkLst>
            <pc:docMk/>
            <pc:sldMk cId="2948505460" sldId="376"/>
            <ac:picMk id="4" creationId="{923A9D4F-009A-47DF-B2A1-9A5B67C184AB}"/>
          </ac:picMkLst>
        </pc:picChg>
      </pc:sldChg>
      <pc:sldChg chg="delSp mod delAnim">
        <pc:chgData name="Frank Van Puyvelde" userId="ba4190df-4674-45fe-be59-1502c3515486" providerId="ADAL" clId="{8EE15E35-8E4C-4335-8E1E-7E94E6BEFE65}" dt="2025-01-03T16:28:49.082" v="2" actId="478"/>
        <pc:sldMkLst>
          <pc:docMk/>
          <pc:sldMk cId="659715713" sldId="377"/>
        </pc:sldMkLst>
        <pc:picChg chg="del">
          <ac:chgData name="Frank Van Puyvelde" userId="ba4190df-4674-45fe-be59-1502c3515486" providerId="ADAL" clId="{8EE15E35-8E4C-4335-8E1E-7E94E6BEFE65}" dt="2025-01-03T16:28:49.082" v="2" actId="478"/>
          <ac:picMkLst>
            <pc:docMk/>
            <pc:sldMk cId="659715713" sldId="377"/>
            <ac:picMk id="2" creationId="{C84407FC-945A-4671-8890-59317F68EF29}"/>
          </ac:picMkLst>
        </pc:picChg>
      </pc:sldChg>
      <pc:sldChg chg="delSp mod delAnim">
        <pc:chgData name="Frank Van Puyvelde" userId="ba4190df-4674-45fe-be59-1502c3515486" providerId="ADAL" clId="{8EE15E35-8E4C-4335-8E1E-7E94E6BEFE65}" dt="2025-01-03T16:29:24.170" v="22" actId="478"/>
        <pc:sldMkLst>
          <pc:docMk/>
          <pc:sldMk cId="3227971749" sldId="378"/>
        </pc:sldMkLst>
        <pc:picChg chg="del">
          <ac:chgData name="Frank Van Puyvelde" userId="ba4190df-4674-45fe-be59-1502c3515486" providerId="ADAL" clId="{8EE15E35-8E4C-4335-8E1E-7E94E6BEFE65}" dt="2025-01-03T16:29:24.170" v="22" actId="478"/>
          <ac:picMkLst>
            <pc:docMk/>
            <pc:sldMk cId="3227971749" sldId="378"/>
            <ac:picMk id="4" creationId="{21910831-6B73-48C6-8F8D-2D5E44194DD1}"/>
          </ac:picMkLst>
        </pc:picChg>
      </pc:sldChg>
      <pc:sldChg chg="delSp mod delAnim">
        <pc:chgData name="Frank Van Puyvelde" userId="ba4190df-4674-45fe-be59-1502c3515486" providerId="ADAL" clId="{8EE15E35-8E4C-4335-8E1E-7E94E6BEFE65}" dt="2025-01-03T16:29:05.290" v="14" actId="478"/>
        <pc:sldMkLst>
          <pc:docMk/>
          <pc:sldMk cId="774877101" sldId="379"/>
        </pc:sldMkLst>
        <pc:picChg chg="del">
          <ac:chgData name="Frank Van Puyvelde" userId="ba4190df-4674-45fe-be59-1502c3515486" providerId="ADAL" clId="{8EE15E35-8E4C-4335-8E1E-7E94E6BEFE65}" dt="2025-01-03T16:29:05.290" v="14" actId="478"/>
          <ac:picMkLst>
            <pc:docMk/>
            <pc:sldMk cId="774877101" sldId="379"/>
            <ac:picMk id="4" creationId="{E90C3753-A215-490A-A77D-EEC59C950C20}"/>
          </ac:picMkLst>
        </pc:picChg>
      </pc:sldChg>
      <pc:sldChg chg="delSp mod delAnim">
        <pc:chgData name="Frank Van Puyvelde" userId="ba4190df-4674-45fe-be59-1502c3515486" providerId="ADAL" clId="{8EE15E35-8E4C-4335-8E1E-7E94E6BEFE65}" dt="2025-01-03T16:28:56.378" v="8" actId="478"/>
        <pc:sldMkLst>
          <pc:docMk/>
          <pc:sldMk cId="2059546747" sldId="381"/>
        </pc:sldMkLst>
        <pc:picChg chg="del">
          <ac:chgData name="Frank Van Puyvelde" userId="ba4190df-4674-45fe-be59-1502c3515486" providerId="ADAL" clId="{8EE15E35-8E4C-4335-8E1E-7E94E6BEFE65}" dt="2025-01-03T16:28:56.378" v="8" actId="478"/>
          <ac:picMkLst>
            <pc:docMk/>
            <pc:sldMk cId="2059546747" sldId="381"/>
            <ac:picMk id="4" creationId="{EAC6478D-ABC8-43F3-8C94-8A92BA4E8EA2}"/>
          </ac:picMkLst>
        </pc:picChg>
      </pc:sldChg>
      <pc:sldChg chg="delSp modSp mod delAnim">
        <pc:chgData name="Frank Van Puyvelde" userId="ba4190df-4674-45fe-be59-1502c3515486" providerId="ADAL" clId="{8EE15E35-8E4C-4335-8E1E-7E94E6BEFE65}" dt="2025-01-03T16:33:06.726" v="31" actId="12385"/>
        <pc:sldMkLst>
          <pc:docMk/>
          <pc:sldMk cId="267148462" sldId="382"/>
        </pc:sldMkLst>
        <pc:graphicFrameChg chg="modGraphic">
          <ac:chgData name="Frank Van Puyvelde" userId="ba4190df-4674-45fe-be59-1502c3515486" providerId="ADAL" clId="{8EE15E35-8E4C-4335-8E1E-7E94E6BEFE65}" dt="2025-01-03T16:33:06.726" v="31" actId="12385"/>
          <ac:graphicFrameMkLst>
            <pc:docMk/>
            <pc:sldMk cId="267148462" sldId="382"/>
            <ac:graphicFrameMk id="4" creationId="{00000000-0000-0000-0000-000000000000}"/>
          </ac:graphicFrameMkLst>
        </pc:graphicFrameChg>
        <pc:picChg chg="del">
          <ac:chgData name="Frank Van Puyvelde" userId="ba4190df-4674-45fe-be59-1502c3515486" providerId="ADAL" clId="{8EE15E35-8E4C-4335-8E1E-7E94E6BEFE65}" dt="2025-01-03T16:28:57.529" v="9" actId="478"/>
          <ac:picMkLst>
            <pc:docMk/>
            <pc:sldMk cId="267148462" sldId="382"/>
            <ac:picMk id="3" creationId="{77CCC25A-BDBD-4E5A-B11C-A265348C38A3}"/>
          </ac:picMkLst>
        </pc:picChg>
      </pc:sldChg>
      <pc:sldChg chg="delSp mod delAnim">
        <pc:chgData name="Frank Van Puyvelde" userId="ba4190df-4674-45fe-be59-1502c3515486" providerId="ADAL" clId="{8EE15E35-8E4C-4335-8E1E-7E94E6BEFE65}" dt="2025-01-03T16:29:17.451" v="18" actId="478"/>
        <pc:sldMkLst>
          <pc:docMk/>
          <pc:sldMk cId="4123768681" sldId="435"/>
        </pc:sldMkLst>
        <pc:picChg chg="del">
          <ac:chgData name="Frank Van Puyvelde" userId="ba4190df-4674-45fe-be59-1502c3515486" providerId="ADAL" clId="{8EE15E35-8E4C-4335-8E1E-7E94E6BEFE65}" dt="2025-01-03T16:29:17.451" v="18" actId="478"/>
          <ac:picMkLst>
            <pc:docMk/>
            <pc:sldMk cId="4123768681" sldId="435"/>
            <ac:picMk id="4" creationId="{69FB7584-B8FE-4C35-9CB1-3EF77C77169A}"/>
          </ac:picMkLst>
        </pc:picChg>
      </pc:sldChg>
      <pc:sldChg chg="delSp modSp mod delAnim">
        <pc:chgData name="Frank Van Puyvelde" userId="ba4190df-4674-45fe-be59-1502c3515486" providerId="ADAL" clId="{8EE15E35-8E4C-4335-8E1E-7E94E6BEFE65}" dt="2025-01-03T16:33:37.894" v="32" actId="12385"/>
        <pc:sldMkLst>
          <pc:docMk/>
          <pc:sldMk cId="968271888" sldId="437"/>
        </pc:sldMkLst>
        <pc:graphicFrameChg chg="modGraphic">
          <ac:chgData name="Frank Van Puyvelde" userId="ba4190df-4674-45fe-be59-1502c3515486" providerId="ADAL" clId="{8EE15E35-8E4C-4335-8E1E-7E94E6BEFE65}" dt="2025-01-03T16:33:37.894" v="32" actId="12385"/>
          <ac:graphicFrameMkLst>
            <pc:docMk/>
            <pc:sldMk cId="968271888" sldId="437"/>
            <ac:graphicFrameMk id="5" creationId="{00000000-0000-0000-0000-000000000000}"/>
          </ac:graphicFrameMkLst>
        </pc:graphicFrameChg>
        <pc:picChg chg="del">
          <ac:chgData name="Frank Van Puyvelde" userId="ba4190df-4674-45fe-be59-1502c3515486" providerId="ADAL" clId="{8EE15E35-8E4C-4335-8E1E-7E94E6BEFE65}" dt="2025-01-03T16:29:07.866" v="16" actId="478"/>
          <ac:picMkLst>
            <pc:docMk/>
            <pc:sldMk cId="968271888" sldId="437"/>
            <ac:picMk id="3" creationId="{31B13EB1-A78C-45B4-ADDB-7657E2C9102C}"/>
          </ac:picMkLst>
        </pc:picChg>
      </pc:sldChg>
      <pc:sldChg chg="delSp modSp mod delAnim">
        <pc:chgData name="Frank Van Puyvelde" userId="ba4190df-4674-45fe-be59-1502c3515486" providerId="ADAL" clId="{8EE15E35-8E4C-4335-8E1E-7E94E6BEFE65}" dt="2025-01-03T16:33:44.262" v="33" actId="12385"/>
        <pc:sldMkLst>
          <pc:docMk/>
          <pc:sldMk cId="1962174969" sldId="438"/>
        </pc:sldMkLst>
        <pc:graphicFrameChg chg="modGraphic">
          <ac:chgData name="Frank Van Puyvelde" userId="ba4190df-4674-45fe-be59-1502c3515486" providerId="ADAL" clId="{8EE15E35-8E4C-4335-8E1E-7E94E6BEFE65}" dt="2025-01-03T16:33:44.262" v="33" actId="12385"/>
          <ac:graphicFrameMkLst>
            <pc:docMk/>
            <pc:sldMk cId="1962174969" sldId="438"/>
            <ac:graphicFrameMk id="5" creationId="{00000000-0000-0000-0000-000000000000}"/>
          </ac:graphicFrameMkLst>
        </pc:graphicFrameChg>
        <pc:picChg chg="del">
          <ac:chgData name="Frank Van Puyvelde" userId="ba4190df-4674-45fe-be59-1502c3515486" providerId="ADAL" clId="{8EE15E35-8E4C-4335-8E1E-7E94E6BEFE65}" dt="2025-01-03T16:29:09.099" v="17" actId="478"/>
          <ac:picMkLst>
            <pc:docMk/>
            <pc:sldMk cId="1962174969" sldId="438"/>
            <ac:picMk id="4" creationId="{D2F346F1-3D44-4EE6-AC44-D5455D824783}"/>
          </ac:picMkLst>
        </pc:picChg>
      </pc:sldChg>
      <pc:sldChg chg="delSp mod delAnim">
        <pc:chgData name="Frank Van Puyvelde" userId="ba4190df-4674-45fe-be59-1502c3515486" providerId="ADAL" clId="{8EE15E35-8E4C-4335-8E1E-7E94E6BEFE65}" dt="2025-01-03T16:29:21.915" v="20" actId="478"/>
        <pc:sldMkLst>
          <pc:docMk/>
          <pc:sldMk cId="186281508" sldId="440"/>
        </pc:sldMkLst>
        <pc:picChg chg="del">
          <ac:chgData name="Frank Van Puyvelde" userId="ba4190df-4674-45fe-be59-1502c3515486" providerId="ADAL" clId="{8EE15E35-8E4C-4335-8E1E-7E94E6BEFE65}" dt="2025-01-03T16:29:21.915" v="20" actId="478"/>
          <ac:picMkLst>
            <pc:docMk/>
            <pc:sldMk cId="186281508" sldId="440"/>
            <ac:picMk id="4" creationId="{59B7AB0E-84ED-486F-B06D-27B6BE596241}"/>
          </ac:picMkLst>
        </pc:picChg>
      </pc:sldChg>
      <pc:sldChg chg="delSp mod delAnim">
        <pc:chgData name="Frank Van Puyvelde" userId="ba4190df-4674-45fe-be59-1502c3515486" providerId="ADAL" clId="{8EE15E35-8E4C-4335-8E1E-7E94E6BEFE65}" dt="2025-01-03T16:28:51.754" v="4" actId="478"/>
        <pc:sldMkLst>
          <pc:docMk/>
          <pc:sldMk cId="849078091" sldId="442"/>
        </pc:sldMkLst>
        <pc:picChg chg="del">
          <ac:chgData name="Frank Van Puyvelde" userId="ba4190df-4674-45fe-be59-1502c3515486" providerId="ADAL" clId="{8EE15E35-8E4C-4335-8E1E-7E94E6BEFE65}" dt="2025-01-03T16:28:51.754" v="4" actId="478"/>
          <ac:picMkLst>
            <pc:docMk/>
            <pc:sldMk cId="849078091" sldId="442"/>
            <ac:picMk id="4" creationId="{75BEE9E6-E1E7-42A7-9CB7-C7D734CE0985}"/>
          </ac:picMkLst>
        </pc:picChg>
      </pc:sldChg>
      <pc:sldChg chg="delSp mod delAnim">
        <pc:chgData name="Frank Van Puyvelde" userId="ba4190df-4674-45fe-be59-1502c3515486" providerId="ADAL" clId="{8EE15E35-8E4C-4335-8E1E-7E94E6BEFE65}" dt="2025-01-03T16:29:26.675" v="24" actId="478"/>
        <pc:sldMkLst>
          <pc:docMk/>
          <pc:sldMk cId="3404084518" sldId="443"/>
        </pc:sldMkLst>
        <pc:picChg chg="del">
          <ac:chgData name="Frank Van Puyvelde" userId="ba4190df-4674-45fe-be59-1502c3515486" providerId="ADAL" clId="{8EE15E35-8E4C-4335-8E1E-7E94E6BEFE65}" dt="2025-01-03T16:29:26.675" v="24" actId="478"/>
          <ac:picMkLst>
            <pc:docMk/>
            <pc:sldMk cId="3404084518" sldId="443"/>
            <ac:picMk id="4" creationId="{8E0C9E55-CCA4-4CE4-9B1A-C2DFFBECAED5}"/>
          </ac:picMkLst>
        </pc:picChg>
      </pc:sldChg>
      <pc:sldChg chg="delSp mod delAnim">
        <pc:chgData name="Frank Van Puyvelde" userId="ba4190df-4674-45fe-be59-1502c3515486" providerId="ADAL" clId="{8EE15E35-8E4C-4335-8E1E-7E94E6BEFE65}" dt="2025-01-03T16:28:54.185" v="6" actId="478"/>
        <pc:sldMkLst>
          <pc:docMk/>
          <pc:sldMk cId="826048574" sldId="445"/>
        </pc:sldMkLst>
        <pc:picChg chg="del">
          <ac:chgData name="Frank Van Puyvelde" userId="ba4190df-4674-45fe-be59-1502c3515486" providerId="ADAL" clId="{8EE15E35-8E4C-4335-8E1E-7E94E6BEFE65}" dt="2025-01-03T16:28:54.185" v="6" actId="478"/>
          <ac:picMkLst>
            <pc:docMk/>
            <pc:sldMk cId="826048574" sldId="445"/>
            <ac:picMk id="4" creationId="{A5123F9C-F794-45D2-A6BC-CB2A45CDE64F}"/>
          </ac:picMkLst>
        </pc:picChg>
      </pc:sldChg>
      <pc:sldChg chg="delSp mod delAnim">
        <pc:chgData name="Frank Van Puyvelde" userId="ba4190df-4674-45fe-be59-1502c3515486" providerId="ADAL" clId="{8EE15E35-8E4C-4335-8E1E-7E94E6BEFE65}" dt="2025-01-03T16:29:27.843" v="25" actId="478"/>
        <pc:sldMkLst>
          <pc:docMk/>
          <pc:sldMk cId="4094373231" sldId="446"/>
        </pc:sldMkLst>
        <pc:picChg chg="del">
          <ac:chgData name="Frank Van Puyvelde" userId="ba4190df-4674-45fe-be59-1502c3515486" providerId="ADAL" clId="{8EE15E35-8E4C-4335-8E1E-7E94E6BEFE65}" dt="2025-01-03T16:29:27.843" v="25" actId="478"/>
          <ac:picMkLst>
            <pc:docMk/>
            <pc:sldMk cId="4094373231" sldId="446"/>
            <ac:picMk id="4" creationId="{933F29E5-5A83-48E6-9ED6-3A1417CBB989}"/>
          </ac:picMkLst>
        </pc:picChg>
      </pc:sldChg>
      <pc:sldChg chg="delSp mod delAnim">
        <pc:chgData name="Frank Van Puyvelde" userId="ba4190df-4674-45fe-be59-1502c3515486" providerId="ADAL" clId="{8EE15E35-8E4C-4335-8E1E-7E94E6BEFE65}" dt="2025-01-03T16:29:29.027" v="26" actId="478"/>
        <pc:sldMkLst>
          <pc:docMk/>
          <pc:sldMk cId="3540055499" sldId="448"/>
        </pc:sldMkLst>
        <pc:picChg chg="del">
          <ac:chgData name="Frank Van Puyvelde" userId="ba4190df-4674-45fe-be59-1502c3515486" providerId="ADAL" clId="{8EE15E35-8E4C-4335-8E1E-7E94E6BEFE65}" dt="2025-01-03T16:29:29.027" v="26" actId="478"/>
          <ac:picMkLst>
            <pc:docMk/>
            <pc:sldMk cId="3540055499" sldId="448"/>
            <ac:picMk id="4" creationId="{3C15112B-7F1D-4CEE-9F69-C87445C4B1EB}"/>
          </ac:picMkLst>
        </pc:picChg>
      </pc:sldChg>
      <pc:sldChg chg="delSp mod delAnim">
        <pc:chgData name="Frank Van Puyvelde" userId="ba4190df-4674-45fe-be59-1502c3515486" providerId="ADAL" clId="{8EE15E35-8E4C-4335-8E1E-7E94E6BEFE65}" dt="2025-01-03T16:28:45.057" v="0" actId="478"/>
        <pc:sldMkLst>
          <pc:docMk/>
          <pc:sldMk cId="3922655883" sldId="491"/>
        </pc:sldMkLst>
        <pc:picChg chg="del">
          <ac:chgData name="Frank Van Puyvelde" userId="ba4190df-4674-45fe-be59-1502c3515486" providerId="ADAL" clId="{8EE15E35-8E4C-4335-8E1E-7E94E6BEFE65}" dt="2025-01-03T16:28:45.057" v="0" actId="478"/>
          <ac:picMkLst>
            <pc:docMk/>
            <pc:sldMk cId="3922655883" sldId="491"/>
            <ac:picMk id="4" creationId="{D73AC5A4-ED03-4250-8EFF-1792CC674FED}"/>
          </ac:picMkLst>
        </pc:picChg>
      </pc:sldChg>
      <pc:sldChg chg="delSp mod delAnim">
        <pc:chgData name="Frank Van Puyvelde" userId="ba4190df-4674-45fe-be59-1502c3515486" providerId="ADAL" clId="{8EE15E35-8E4C-4335-8E1E-7E94E6BEFE65}" dt="2025-01-03T16:29:30.147" v="27" actId="478"/>
        <pc:sldMkLst>
          <pc:docMk/>
          <pc:sldMk cId="1487138037" sldId="492"/>
        </pc:sldMkLst>
        <pc:picChg chg="del">
          <ac:chgData name="Frank Van Puyvelde" userId="ba4190df-4674-45fe-be59-1502c3515486" providerId="ADAL" clId="{8EE15E35-8E4C-4335-8E1E-7E94E6BEFE65}" dt="2025-01-03T16:29:30.147" v="27" actId="478"/>
          <ac:picMkLst>
            <pc:docMk/>
            <pc:sldMk cId="1487138037" sldId="492"/>
            <ac:picMk id="4" creationId="{5E423099-720E-45E1-A32B-F284198BACE6}"/>
          </ac:picMkLst>
        </pc:picChg>
      </pc:sldChg>
      <pc:sldChg chg="delSp mod delAnim">
        <pc:chgData name="Frank Van Puyvelde" userId="ba4190df-4674-45fe-be59-1502c3515486" providerId="ADAL" clId="{8EE15E35-8E4C-4335-8E1E-7E94E6BEFE65}" dt="2025-01-03T16:29:33.675" v="28" actId="478"/>
        <pc:sldMkLst>
          <pc:docMk/>
          <pc:sldMk cId="2514903425" sldId="493"/>
        </pc:sldMkLst>
        <pc:picChg chg="del">
          <ac:chgData name="Frank Van Puyvelde" userId="ba4190df-4674-45fe-be59-1502c3515486" providerId="ADAL" clId="{8EE15E35-8E4C-4335-8E1E-7E94E6BEFE65}" dt="2025-01-03T16:29:33.675" v="28" actId="478"/>
          <ac:picMkLst>
            <pc:docMk/>
            <pc:sldMk cId="2514903425" sldId="493"/>
            <ac:picMk id="4" creationId="{27FB7A81-3D1D-46E8-8C93-FC9861A4011B}"/>
          </ac:picMkLst>
        </pc:picChg>
      </pc:sldChg>
      <pc:sldChg chg="delSp mod delAnim">
        <pc:chgData name="Frank Van Puyvelde" userId="ba4190df-4674-45fe-be59-1502c3515486" providerId="ADAL" clId="{8EE15E35-8E4C-4335-8E1E-7E94E6BEFE65}" dt="2025-01-03T16:29:34.932" v="29" actId="478"/>
        <pc:sldMkLst>
          <pc:docMk/>
          <pc:sldMk cId="1813727893" sldId="494"/>
        </pc:sldMkLst>
        <pc:picChg chg="del">
          <ac:chgData name="Frank Van Puyvelde" userId="ba4190df-4674-45fe-be59-1502c3515486" providerId="ADAL" clId="{8EE15E35-8E4C-4335-8E1E-7E94E6BEFE65}" dt="2025-01-03T16:29:34.932" v="29" actId="478"/>
          <ac:picMkLst>
            <pc:docMk/>
            <pc:sldMk cId="1813727893" sldId="494"/>
            <ac:picMk id="4" creationId="{22520869-401C-4F0E-B5F8-282385E549FB}"/>
          </ac:picMkLst>
        </pc:picChg>
      </pc:sldChg>
      <pc:sldChg chg="delSp mod delAnim">
        <pc:chgData name="Frank Van Puyvelde" userId="ba4190df-4674-45fe-be59-1502c3515486" providerId="ADAL" clId="{8EE15E35-8E4C-4335-8E1E-7E94E6BEFE65}" dt="2025-01-03T16:28:55.304" v="7" actId="478"/>
        <pc:sldMkLst>
          <pc:docMk/>
          <pc:sldMk cId="182520061" sldId="495"/>
        </pc:sldMkLst>
        <pc:picChg chg="del">
          <ac:chgData name="Frank Van Puyvelde" userId="ba4190df-4674-45fe-be59-1502c3515486" providerId="ADAL" clId="{8EE15E35-8E4C-4335-8E1E-7E94E6BEFE65}" dt="2025-01-03T16:28:55.304" v="7" actId="478"/>
          <ac:picMkLst>
            <pc:docMk/>
            <pc:sldMk cId="182520061" sldId="495"/>
            <ac:picMk id="4" creationId="{018C1903-61EB-4B01-BF59-F6A87D2E3E97}"/>
          </ac:picMkLst>
        </pc:picChg>
      </pc:sldChg>
      <pc:sldChg chg="delSp mod delAnim">
        <pc:chgData name="Frank Van Puyvelde" userId="ba4190df-4674-45fe-be59-1502c3515486" providerId="ADAL" clId="{8EE15E35-8E4C-4335-8E1E-7E94E6BEFE65}" dt="2025-01-03T16:28:58.698" v="10" actId="478"/>
        <pc:sldMkLst>
          <pc:docMk/>
          <pc:sldMk cId="3140230106" sldId="496"/>
        </pc:sldMkLst>
        <pc:picChg chg="del">
          <ac:chgData name="Frank Van Puyvelde" userId="ba4190df-4674-45fe-be59-1502c3515486" providerId="ADAL" clId="{8EE15E35-8E4C-4335-8E1E-7E94E6BEFE65}" dt="2025-01-03T16:28:58.698" v="10" actId="478"/>
          <ac:picMkLst>
            <pc:docMk/>
            <pc:sldMk cId="3140230106" sldId="496"/>
            <ac:picMk id="4" creationId="{53DF7882-7EDF-4252-BB1C-3E4B42300B8B}"/>
          </ac:picMkLst>
        </pc:picChg>
      </pc:sldChg>
      <pc:sldChg chg="delSp mod delAnim">
        <pc:chgData name="Frank Van Puyvelde" userId="ba4190df-4674-45fe-be59-1502c3515486" providerId="ADAL" clId="{8EE15E35-8E4C-4335-8E1E-7E94E6BEFE65}" dt="2025-01-03T16:28:59.850" v="11" actId="478"/>
        <pc:sldMkLst>
          <pc:docMk/>
          <pc:sldMk cId="3761232325" sldId="497"/>
        </pc:sldMkLst>
        <pc:picChg chg="del">
          <ac:chgData name="Frank Van Puyvelde" userId="ba4190df-4674-45fe-be59-1502c3515486" providerId="ADAL" clId="{8EE15E35-8E4C-4335-8E1E-7E94E6BEFE65}" dt="2025-01-03T16:28:59.850" v="11" actId="478"/>
          <ac:picMkLst>
            <pc:docMk/>
            <pc:sldMk cId="3761232325" sldId="497"/>
            <ac:picMk id="4" creationId="{7D199F64-AD88-41FE-A194-C0EC6DCAA9CA}"/>
          </ac:picMkLst>
        </pc:picChg>
      </pc:sldChg>
      <pc:sldChg chg="delSp mod delAnim">
        <pc:chgData name="Frank Van Puyvelde" userId="ba4190df-4674-45fe-be59-1502c3515486" providerId="ADAL" clId="{8EE15E35-8E4C-4335-8E1E-7E94E6BEFE65}" dt="2025-01-03T16:29:04.009" v="13" actId="478"/>
        <pc:sldMkLst>
          <pc:docMk/>
          <pc:sldMk cId="3197569124" sldId="498"/>
        </pc:sldMkLst>
        <pc:picChg chg="del">
          <ac:chgData name="Frank Van Puyvelde" userId="ba4190df-4674-45fe-be59-1502c3515486" providerId="ADAL" clId="{8EE15E35-8E4C-4335-8E1E-7E94E6BEFE65}" dt="2025-01-03T16:29:04.009" v="13" actId="478"/>
          <ac:picMkLst>
            <pc:docMk/>
            <pc:sldMk cId="3197569124" sldId="498"/>
            <ac:picMk id="2" creationId="{7F86036B-5414-47DB-9C46-DEE199A31928}"/>
          </ac:picMkLst>
        </pc:picChg>
      </pc:sldChg>
      <pc:sldChg chg="delSp mod delAnim">
        <pc:chgData name="Frank Van Puyvelde" userId="ba4190df-4674-45fe-be59-1502c3515486" providerId="ADAL" clId="{8EE15E35-8E4C-4335-8E1E-7E94E6BEFE65}" dt="2025-01-03T16:29:19.667" v="19" actId="478"/>
        <pc:sldMkLst>
          <pc:docMk/>
          <pc:sldMk cId="3465685276" sldId="499"/>
        </pc:sldMkLst>
        <pc:picChg chg="del">
          <ac:chgData name="Frank Van Puyvelde" userId="ba4190df-4674-45fe-be59-1502c3515486" providerId="ADAL" clId="{8EE15E35-8E4C-4335-8E1E-7E94E6BEFE65}" dt="2025-01-03T16:29:19.667" v="19" actId="478"/>
          <ac:picMkLst>
            <pc:docMk/>
            <pc:sldMk cId="3465685276" sldId="499"/>
            <ac:picMk id="2" creationId="{1AE1C64B-059B-4CDE-93BF-B342B342A4A4}"/>
          </ac:picMkLst>
        </pc:picChg>
      </pc:sldChg>
      <pc:sldChg chg="delSp mod delAnim">
        <pc:chgData name="Frank Van Puyvelde" userId="ba4190df-4674-45fe-be59-1502c3515486" providerId="ADAL" clId="{8EE15E35-8E4C-4335-8E1E-7E94E6BEFE65}" dt="2025-01-03T16:29:23.092" v="21" actId="478"/>
        <pc:sldMkLst>
          <pc:docMk/>
          <pc:sldMk cId="3264505959" sldId="500"/>
        </pc:sldMkLst>
        <pc:picChg chg="del">
          <ac:chgData name="Frank Van Puyvelde" userId="ba4190df-4674-45fe-be59-1502c3515486" providerId="ADAL" clId="{8EE15E35-8E4C-4335-8E1E-7E94E6BEFE65}" dt="2025-01-03T16:29:23.092" v="21" actId="478"/>
          <ac:picMkLst>
            <pc:docMk/>
            <pc:sldMk cId="3264505959" sldId="500"/>
            <ac:picMk id="2" creationId="{CD81C041-1FF6-426C-9872-2B627081B428}"/>
          </ac:picMkLst>
        </pc:picChg>
      </pc:sldChg>
    </pc:docChg>
  </pc:docChgLst>
  <pc:docChgLst>
    <pc:chgData name="Frank Van Puyvelde" userId="ba4190df-4674-45fe-be59-1502c3515486" providerId="ADAL" clId="{DB051C38-6E65-4364-8E37-453150B9D509}"/>
    <pc:docChg chg="custSel addSld modSld modSection">
      <pc:chgData name="Frank Van Puyvelde" userId="ba4190df-4674-45fe-be59-1502c3515486" providerId="ADAL" clId="{DB051C38-6E65-4364-8E37-453150B9D509}" dt="2023-02-10T13:38:58.370" v="87" actId="6549"/>
      <pc:docMkLst>
        <pc:docMk/>
      </pc:docMkLst>
      <pc:sldChg chg="modSp mod">
        <pc:chgData name="Frank Van Puyvelde" userId="ba4190df-4674-45fe-be59-1502c3515486" providerId="ADAL" clId="{DB051C38-6E65-4364-8E37-453150B9D509}" dt="2023-02-10T13:38:58.370" v="87" actId="6549"/>
        <pc:sldMkLst>
          <pc:docMk/>
          <pc:sldMk cId="3227971749" sldId="378"/>
        </pc:sldMkLst>
        <pc:spChg chg="mod">
          <ac:chgData name="Frank Van Puyvelde" userId="ba4190df-4674-45fe-be59-1502c3515486" providerId="ADAL" clId="{DB051C38-6E65-4364-8E37-453150B9D509}" dt="2023-02-10T13:38:58.370" v="87" actId="6549"/>
          <ac:spMkLst>
            <pc:docMk/>
            <pc:sldMk cId="3227971749" sldId="378"/>
            <ac:spMk id="3" creationId="{00000000-0000-0000-0000-000000000000}"/>
          </ac:spMkLst>
        </pc:spChg>
      </pc:sldChg>
      <pc:sldChg chg="modSp mod">
        <pc:chgData name="Frank Van Puyvelde" userId="ba4190df-4674-45fe-be59-1502c3515486" providerId="ADAL" clId="{DB051C38-6E65-4364-8E37-453150B9D509}" dt="2023-02-10T10:51:35.637" v="1" actId="14734"/>
        <pc:sldMkLst>
          <pc:docMk/>
          <pc:sldMk cId="267148462" sldId="382"/>
        </pc:sldMkLst>
        <pc:graphicFrameChg chg="modGraphic">
          <ac:chgData name="Frank Van Puyvelde" userId="ba4190df-4674-45fe-be59-1502c3515486" providerId="ADAL" clId="{DB051C38-6E65-4364-8E37-453150B9D509}" dt="2023-02-10T10:51:35.637" v="1" actId="14734"/>
          <ac:graphicFrameMkLst>
            <pc:docMk/>
            <pc:sldMk cId="267148462" sldId="382"/>
            <ac:graphicFrameMk id="4" creationId="{00000000-0000-0000-0000-000000000000}"/>
          </ac:graphicFrameMkLst>
        </pc:graphicFrameChg>
      </pc:sldChg>
      <pc:sldChg chg="modSp mod">
        <pc:chgData name="Frank Van Puyvelde" userId="ba4190df-4674-45fe-be59-1502c3515486" providerId="ADAL" clId="{DB051C38-6E65-4364-8E37-453150B9D509}" dt="2023-02-10T13:07:42.157" v="22" actId="27636"/>
        <pc:sldMkLst>
          <pc:docMk/>
          <pc:sldMk cId="4123768681" sldId="435"/>
        </pc:sldMkLst>
        <pc:spChg chg="mod">
          <ac:chgData name="Frank Van Puyvelde" userId="ba4190df-4674-45fe-be59-1502c3515486" providerId="ADAL" clId="{DB051C38-6E65-4364-8E37-453150B9D509}" dt="2023-02-10T13:07:42.157" v="22" actId="27636"/>
          <ac:spMkLst>
            <pc:docMk/>
            <pc:sldMk cId="4123768681" sldId="435"/>
            <ac:spMk id="3" creationId="{00000000-0000-0000-0000-000000000000}"/>
          </ac:spMkLst>
        </pc:spChg>
      </pc:sldChg>
      <pc:sldChg chg="modSp new mod">
        <pc:chgData name="Frank Van Puyvelde" userId="ba4190df-4674-45fe-be59-1502c3515486" providerId="ADAL" clId="{DB051C38-6E65-4364-8E37-453150B9D509}" dt="2023-02-10T13:10:13.298" v="29" actId="20577"/>
        <pc:sldMkLst>
          <pc:docMk/>
          <pc:sldMk cId="3654205600" sldId="501"/>
        </pc:sldMkLst>
        <pc:spChg chg="mod">
          <ac:chgData name="Frank Van Puyvelde" userId="ba4190df-4674-45fe-be59-1502c3515486" providerId="ADAL" clId="{DB051C38-6E65-4364-8E37-453150B9D509}" dt="2023-02-10T13:07:11.301" v="20"/>
          <ac:spMkLst>
            <pc:docMk/>
            <pc:sldMk cId="3654205600" sldId="501"/>
            <ac:spMk id="2" creationId="{207C85B7-BF57-2232-3895-81779D41DF6A}"/>
          </ac:spMkLst>
        </pc:spChg>
        <pc:spChg chg="mod">
          <ac:chgData name="Frank Van Puyvelde" userId="ba4190df-4674-45fe-be59-1502c3515486" providerId="ADAL" clId="{DB051C38-6E65-4364-8E37-453150B9D509}" dt="2023-02-10T13:10:13.298" v="29" actId="20577"/>
          <ac:spMkLst>
            <pc:docMk/>
            <pc:sldMk cId="3654205600" sldId="501"/>
            <ac:spMk id="3" creationId="{2EDF6617-4C3B-DEE8-295A-FA51534E18D5}"/>
          </ac:spMkLst>
        </pc:spChg>
      </pc:sldChg>
    </pc:docChg>
  </pc:docChgLst>
  <pc:docChgLst>
    <pc:chgData name="Frank Van Puyvelde" userId="ba4190df-4674-45fe-be59-1502c3515486" providerId="ADAL" clId="{376247D9-933C-4BAF-97C5-C60B3B310CFB}"/>
    <pc:docChg chg="modSld">
      <pc:chgData name="Frank Van Puyvelde" userId="ba4190df-4674-45fe-be59-1502c3515486" providerId="ADAL" clId="{376247D9-933C-4BAF-97C5-C60B3B310CFB}" dt="2024-02-08T14:09:35.979" v="1"/>
      <pc:docMkLst>
        <pc:docMk/>
      </pc:docMkLst>
      <pc:sldChg chg="modSp mod">
        <pc:chgData name="Frank Van Puyvelde" userId="ba4190df-4674-45fe-be59-1502c3515486" providerId="ADAL" clId="{376247D9-933C-4BAF-97C5-C60B3B310CFB}" dt="2024-02-08T14:09:35.979" v="1"/>
        <pc:sldMkLst>
          <pc:docMk/>
          <pc:sldMk cId="774877101" sldId="379"/>
        </pc:sldMkLst>
        <pc:spChg chg="mod">
          <ac:chgData name="Frank Van Puyvelde" userId="ba4190df-4674-45fe-be59-1502c3515486" providerId="ADAL" clId="{376247D9-933C-4BAF-97C5-C60B3B310CFB}" dt="2024-02-08T14:09:35.979" v="1"/>
          <ac:spMkLst>
            <pc:docMk/>
            <pc:sldMk cId="774877101" sldId="379"/>
            <ac:spMk id="3" creationId="{00000000-0000-0000-0000-000000000000}"/>
          </ac:spMkLst>
        </pc:spChg>
      </pc:sldChg>
    </pc:docChg>
  </pc:docChgLst>
  <pc:docChgLst>
    <pc:chgData name="Frank Van Puyvelde" userId="ba4190df-4674-45fe-be59-1502c3515486" providerId="ADAL" clId="{F31D5BBE-9580-4A7A-B9A1-FEEFB4ACF884}"/>
    <pc:docChg chg="custSel modSld">
      <pc:chgData name="Frank Van Puyvelde" userId="ba4190df-4674-45fe-be59-1502c3515486" providerId="ADAL" clId="{F31D5BBE-9580-4A7A-B9A1-FEEFB4ACF884}" dt="2022-11-12T14:14:41.070" v="47" actId="6549"/>
      <pc:docMkLst>
        <pc:docMk/>
      </pc:docMkLst>
      <pc:sldChg chg="modSp mod">
        <pc:chgData name="Frank Van Puyvelde" userId="ba4190df-4674-45fe-be59-1502c3515486" providerId="ADAL" clId="{F31D5BBE-9580-4A7A-B9A1-FEEFB4ACF884}" dt="2022-11-12T14:14:41.070" v="47" actId="6549"/>
        <pc:sldMkLst>
          <pc:docMk/>
          <pc:sldMk cId="2616509311" sldId="375"/>
        </pc:sldMkLst>
        <pc:spChg chg="mod">
          <ac:chgData name="Frank Van Puyvelde" userId="ba4190df-4674-45fe-be59-1502c3515486" providerId="ADAL" clId="{F31D5BBE-9580-4A7A-B9A1-FEEFB4ACF884}" dt="2022-11-12T14:14:41.070" v="47" actId="6549"/>
          <ac:spMkLst>
            <pc:docMk/>
            <pc:sldMk cId="2616509311" sldId="375"/>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74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375BC9-5AAE-4E1F-9FAE-BC04149B1DB3}" type="datetimeFigureOut">
              <a:rPr lang="nl-BE" smtClean="0"/>
              <a:t>14/10/2025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0F272-7F92-4FF0-959A-28E623229BE1}" type="slidenum">
              <a:rPr lang="nl-BE" smtClean="0"/>
              <a:t>‹#›</a:t>
            </a:fld>
            <a:endParaRPr lang="nl-BE"/>
          </a:p>
        </p:txBody>
      </p:sp>
    </p:spTree>
    <p:extLst>
      <p:ext uri="{BB962C8B-B14F-4D97-AF65-F5344CB8AC3E}">
        <p14:creationId xmlns:p14="http://schemas.microsoft.com/office/powerpoint/2010/main" val="361353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051317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59457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12321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16542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25D4C14B-8B81-49E7-9BC7-8AE29B5E2ADB}" type="datetimeFigureOut">
              <a:rPr lang="nl-BE" smtClean="0"/>
              <a:t>14/10/2025</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38836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25D4C14B-8B81-49E7-9BC7-8AE29B5E2ADB}" type="datetimeFigureOut">
              <a:rPr lang="nl-BE" smtClean="0"/>
              <a:t>14/10/2025</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6371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4C14B-8B81-49E7-9BC7-8AE29B5E2ADB}" type="datetimeFigureOut">
              <a:rPr lang="nl-BE" smtClean="0"/>
              <a:t>14/10/2025</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0003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181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763940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044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45651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4C14B-8B81-49E7-9BC7-8AE29B5E2ADB}" type="datetimeFigureOut">
              <a:rPr lang="nl-BE" smtClean="0"/>
              <a:t>14/10/2025</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0C1B6-92E4-4DE3-9E6A-1F6BB5BBD198}" type="slidenum">
              <a:rPr lang="nl-BE" smtClean="0"/>
              <a:t>‹#›</a:t>
            </a:fld>
            <a:endParaRPr lang="nl-BE"/>
          </a:p>
        </p:txBody>
      </p:sp>
    </p:spTree>
    <p:extLst>
      <p:ext uri="{BB962C8B-B14F-4D97-AF65-F5344CB8AC3E}">
        <p14:creationId xmlns:p14="http://schemas.microsoft.com/office/powerpoint/2010/main" val="54030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oreilly.com/programming/free/files/a-whirlwind-tour-of-python.pdf" TargetMode="External"/><Relationship Id="rId2" Type="http://schemas.openxmlformats.org/officeDocument/2006/relationships/hyperlink" Target="https://github.com/gjbex/training-material/tree/master/Python" TargetMode="External"/><Relationship Id="rId1" Type="http://schemas.openxmlformats.org/officeDocument/2006/relationships/slideLayout" Target="../slideLayouts/slideLayout2.xml"/><Relationship Id="rId6" Type="http://schemas.openxmlformats.org/officeDocument/2006/relationships/hyperlink" Target="https://fabienmaussion.info/scientific_programming/html/00-Introduction.html" TargetMode="External"/><Relationship Id="rId5" Type="http://schemas.openxmlformats.org/officeDocument/2006/relationships/hyperlink" Target="http://www.cs.cornell.edu/courses/cs1110/2018sp/" TargetMode="External"/><Relationship Id="rId4" Type="http://schemas.openxmlformats.org/officeDocument/2006/relationships/hyperlink" Target="https://arcs.virginia.edu/python-quickstar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parrt/msan501" TargetMode="External"/><Relationship Id="rId3" Type="http://schemas.openxmlformats.org/officeDocument/2006/relationships/hyperlink" Target="http://troll.cs.ua.edu/ACP-PY/index.html" TargetMode="External"/><Relationship Id="rId7" Type="http://schemas.openxmlformats.org/officeDocument/2006/relationships/hyperlink" Target="https://www2.cs.duke.edu/courses/spring18/compsci101/index.php" TargetMode="External"/><Relationship Id="rId2" Type="http://schemas.openxmlformats.org/officeDocument/2006/relationships/hyperlink" Target="https://www.math.ubc.ca/~pwalls/math-python/" TargetMode="External"/><Relationship Id="rId1" Type="http://schemas.openxmlformats.org/officeDocument/2006/relationships/slideLayout" Target="../slideLayouts/slideLayout2.xml"/><Relationship Id="rId6" Type="http://schemas.openxmlformats.org/officeDocument/2006/relationships/hyperlink" Target="https://anh.cs.luc.edu/python/hands-on/3.1/handsonHtml/index.html" TargetMode="External"/><Relationship Id="rId5" Type="http://schemas.openxmlformats.org/officeDocument/2006/relationships/hyperlink" Target="http://pages.physics.cornell.edu/~myers/teaching/ComputationalMethods/GettingStarted.html" TargetMode="External"/><Relationship Id="rId4" Type="http://schemas.openxmlformats.org/officeDocument/2006/relationships/hyperlink" Target="https://data-flair.training/blogs/python-lambda-expressions/" TargetMode="External"/><Relationship Id="rId9" Type="http://schemas.openxmlformats.org/officeDocument/2006/relationships/hyperlink" Target="https://docs.python-guide.org/intro/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realpython.com/python-string-formatt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python-course.eu/python3_formatted_output.ph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realpython.com/python-input-outpu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pythoncheatsheet.org/cheatsheet/string-formatti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realpython.com/python-command-line-argument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www.pythonforbeginners.com/files/reading-and-writing-files-in-python" TargetMode="External"/><Relationship Id="rId2" Type="http://schemas.openxmlformats.org/officeDocument/2006/relationships/hyperlink" Target="https://python.camden.rutgers.edu/python_resources/python3_book/files.html" TargetMode="External"/><Relationship Id="rId1" Type="http://schemas.openxmlformats.org/officeDocument/2006/relationships/slideLayout" Target="../slideLayouts/slideLayout2.xml"/><Relationship Id="rId4" Type="http://schemas.openxmlformats.org/officeDocument/2006/relationships/hyperlink" Target="https://www.datacamp.com/community/tutorials/reading-writing-files-python"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realpython.com/read-write-files-pyth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tutorialspoint.com/python/python_files_io.ht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tutorialspoint.com/python/python_files_io.ht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cvw.cac.cornell.edu/python-intro/input-output/file-io"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gjbex/training-material/tree/master/Python/DataFormat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gjbex/training-material/tree/master/Pyth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alexkras.com/how-to-read-csv-file-in-python/" TargetMode="External"/><Relationship Id="rId2" Type="http://schemas.openxmlformats.org/officeDocument/2006/relationships/hyperlink" Target="https://realpython.com/python-csv/"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tutorialspoint.com/reading-and-writing-csv-file-using-python"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A </a:t>
            </a:r>
            <a:r>
              <a:rPr lang="en-US" dirty="0" err="1"/>
              <a:t>quickstart</a:t>
            </a:r>
            <a:r>
              <a:rPr lang="en-US" dirty="0"/>
              <a:t> into the key concepts of programming</a:t>
            </a:r>
          </a:p>
          <a:p>
            <a:r>
              <a:rPr lang="en-US" dirty="0"/>
              <a:t>I/O</a:t>
            </a:r>
            <a:endParaRPr lang="nl-BE" dirty="0"/>
          </a:p>
        </p:txBody>
      </p:sp>
    </p:spTree>
    <p:extLst>
      <p:ext uri="{BB962C8B-B14F-4D97-AF65-F5344CB8AC3E}">
        <p14:creationId xmlns:p14="http://schemas.microsoft.com/office/powerpoint/2010/main" val="3922655883"/>
      </p:ext>
    </p:extLst>
  </p:cSld>
  <p:clrMapOvr>
    <a:masterClrMapping/>
  </p:clrMapOvr>
  <mc:AlternateContent xmlns:mc="http://schemas.openxmlformats.org/markup-compatibility/2006" xmlns:p14="http://schemas.microsoft.com/office/powerpoint/2010/main">
    <mc:Choice Requires="p14">
      <p:transition spd="slow" p14:dur="2000" advTm="9474"/>
    </mc:Choice>
    <mc:Fallback xmlns="">
      <p:transition spd="slow" advTm="9474"/>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nl-BE" dirty="0"/>
          </a:p>
        </p:txBody>
      </p:sp>
      <p:sp>
        <p:nvSpPr>
          <p:cNvPr id="3" name="Content Placeholder 2"/>
          <p:cNvSpPr>
            <a:spLocks noGrp="1"/>
          </p:cNvSpPr>
          <p:nvPr>
            <p:ph idx="1"/>
          </p:nvPr>
        </p:nvSpPr>
        <p:spPr/>
        <p:txBody>
          <a:bodyPr>
            <a:normAutofit fontScale="92500" lnSpcReduction="10000"/>
          </a:bodyPr>
          <a:lstStyle/>
          <a:p>
            <a:r>
              <a:rPr lang="nl-BE" dirty="0">
                <a:hlinkClick r:id="rId2"/>
              </a:rPr>
              <a:t>https://github.com/gjbex/training-material/tree/master/Python</a:t>
            </a:r>
            <a:endParaRPr lang="en-US" i="1" dirty="0"/>
          </a:p>
          <a:p>
            <a:r>
              <a:rPr lang="en-US" i="1" dirty="0"/>
              <a:t>Whirlwind Tour of Python </a:t>
            </a:r>
            <a:r>
              <a:rPr lang="en-US" dirty="0"/>
              <a:t>by Jake </a:t>
            </a:r>
            <a:r>
              <a:rPr lang="en-US" dirty="0" err="1"/>
              <a:t>VanderPlas</a:t>
            </a:r>
            <a:r>
              <a:rPr lang="en-US" dirty="0"/>
              <a:t> (O’Reilly). </a:t>
            </a:r>
            <a:br>
              <a:rPr lang="en-US" dirty="0"/>
            </a:br>
            <a:r>
              <a:rPr lang="en-US" dirty="0"/>
              <a:t>Copyright </a:t>
            </a:r>
            <a:r>
              <a:rPr lang="es-ES" dirty="0"/>
              <a:t>2016 </a:t>
            </a:r>
            <a:r>
              <a:rPr lang="es-ES" dirty="0" err="1"/>
              <a:t>O’Reilly</a:t>
            </a:r>
            <a:r>
              <a:rPr lang="es-ES" dirty="0"/>
              <a:t> Media, Inc., 978-1-491-96465-1.</a:t>
            </a:r>
            <a:br>
              <a:rPr lang="es-ES" dirty="0"/>
            </a:br>
            <a:r>
              <a:rPr lang="es-ES" dirty="0">
                <a:hlinkClick r:id="rId3"/>
              </a:rPr>
              <a:t>https://www.oreilly.com/programming/free/files/a-whirlwind-tour-of-python.pdf</a:t>
            </a:r>
            <a:r>
              <a:rPr lang="es-ES" dirty="0"/>
              <a:t> </a:t>
            </a:r>
          </a:p>
          <a:p>
            <a:r>
              <a:rPr lang="es-ES" dirty="0" err="1"/>
              <a:t>University</a:t>
            </a:r>
            <a:r>
              <a:rPr lang="es-ES" dirty="0"/>
              <a:t> of Virginia, </a:t>
            </a:r>
            <a:r>
              <a:rPr lang="es-ES" dirty="0" err="1"/>
              <a:t>Advanced</a:t>
            </a:r>
            <a:r>
              <a:rPr lang="es-ES" dirty="0"/>
              <a:t> </a:t>
            </a:r>
            <a:r>
              <a:rPr lang="es-ES" dirty="0" err="1"/>
              <a:t>Research</a:t>
            </a:r>
            <a:r>
              <a:rPr lang="es-ES" dirty="0"/>
              <a:t> Computing </a:t>
            </a:r>
            <a:r>
              <a:rPr lang="es-ES" dirty="0" err="1"/>
              <a:t>Services</a:t>
            </a:r>
            <a:r>
              <a:rPr lang="es-ES" dirty="0"/>
              <a:t>, Python </a:t>
            </a:r>
            <a:r>
              <a:rPr lang="es-ES" dirty="0" err="1"/>
              <a:t>Quickstart</a:t>
            </a:r>
            <a:br>
              <a:rPr lang="es-ES" dirty="0"/>
            </a:br>
            <a:r>
              <a:rPr lang="es-ES" dirty="0">
                <a:hlinkClick r:id="rId4"/>
              </a:rPr>
              <a:t>https://arcs.virginia.edu/python-quickstart</a:t>
            </a:r>
            <a:r>
              <a:rPr lang="es-ES" dirty="0"/>
              <a:t> </a:t>
            </a:r>
          </a:p>
          <a:p>
            <a:r>
              <a:rPr lang="es-ES" dirty="0">
                <a:hlinkClick r:id="rId5"/>
              </a:rPr>
              <a:t>http://www.cs.cornell.edu/courses/cs1110/2018sp/</a:t>
            </a:r>
            <a:r>
              <a:rPr lang="es-ES" dirty="0"/>
              <a:t> </a:t>
            </a:r>
          </a:p>
          <a:p>
            <a:r>
              <a:rPr lang="es-ES" dirty="0">
                <a:hlinkClick r:id="rId6"/>
              </a:rPr>
              <a:t>https://fabienmaussion.info/scientific_programming/html/00-Introduction.html</a:t>
            </a:r>
            <a:r>
              <a:rPr lang="es-ES" dirty="0"/>
              <a:t> </a:t>
            </a:r>
          </a:p>
          <a:p>
            <a:endParaRPr lang="nl-BE" dirty="0"/>
          </a:p>
        </p:txBody>
      </p:sp>
    </p:spTree>
    <p:extLst>
      <p:ext uri="{BB962C8B-B14F-4D97-AF65-F5344CB8AC3E}">
        <p14:creationId xmlns:p14="http://schemas.microsoft.com/office/powerpoint/2010/main" val="241291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See also</a:t>
            </a:r>
            <a:endParaRPr lang="nl-BE" dirty="0"/>
          </a:p>
        </p:txBody>
      </p:sp>
      <p:sp>
        <p:nvSpPr>
          <p:cNvPr id="3" name="Content Placeholder 2"/>
          <p:cNvSpPr>
            <a:spLocks noGrp="1"/>
          </p:cNvSpPr>
          <p:nvPr>
            <p:ph idx="1"/>
          </p:nvPr>
        </p:nvSpPr>
        <p:spPr/>
        <p:txBody>
          <a:bodyPr>
            <a:normAutofit fontScale="92500"/>
          </a:bodyPr>
          <a:lstStyle/>
          <a:p>
            <a:r>
              <a:rPr lang="nl-BE" dirty="0">
                <a:hlinkClick r:id="rId2"/>
              </a:rPr>
              <a:t>https://www.math.ubc.ca/~pwalls/math-python/</a:t>
            </a:r>
            <a:endParaRPr lang="nl-BE" dirty="0"/>
          </a:p>
          <a:p>
            <a:r>
              <a:rPr lang="nl-BE" dirty="0">
                <a:hlinkClick r:id="rId3"/>
              </a:rPr>
              <a:t>http://troll.cs.ua.edu/ACP-PY/index.html</a:t>
            </a:r>
            <a:endParaRPr lang="nl-BE" dirty="0"/>
          </a:p>
          <a:p>
            <a:r>
              <a:rPr lang="nl-BE" dirty="0">
                <a:hlinkClick r:id="rId4"/>
              </a:rPr>
              <a:t>https://data-flair.training/blogs/python-lambda-expressions/</a:t>
            </a:r>
            <a:r>
              <a:rPr lang="nl-BE" dirty="0"/>
              <a:t> </a:t>
            </a:r>
          </a:p>
          <a:p>
            <a:r>
              <a:rPr lang="nl-BE" dirty="0">
                <a:hlinkClick r:id="rId5"/>
              </a:rPr>
              <a:t>http://pages.physics.cornell.edu/~myers/teaching/ComputationalMethods/GettingStarted.html</a:t>
            </a:r>
            <a:endParaRPr lang="nl-BE" dirty="0"/>
          </a:p>
          <a:p>
            <a:r>
              <a:rPr lang="nl-BE" dirty="0">
                <a:hlinkClick r:id="rId6"/>
              </a:rPr>
              <a:t>https://anh.cs.luc.edu/python/hands-on/3.1/handsonHtml/index.html</a:t>
            </a:r>
            <a:r>
              <a:rPr lang="nl-BE" dirty="0"/>
              <a:t> </a:t>
            </a:r>
          </a:p>
          <a:p>
            <a:r>
              <a:rPr lang="nl-BE" dirty="0">
                <a:hlinkClick r:id="rId7"/>
              </a:rPr>
              <a:t>https://www2.cs.duke.edu/courses/spring18/compsci101/index.php</a:t>
            </a:r>
            <a:r>
              <a:rPr lang="nl-BE" dirty="0"/>
              <a:t> </a:t>
            </a:r>
          </a:p>
          <a:p>
            <a:r>
              <a:rPr lang="nl-BE" dirty="0">
                <a:hlinkClick r:id="rId8"/>
              </a:rPr>
              <a:t>https://github.com/parrt/msan501</a:t>
            </a:r>
            <a:r>
              <a:rPr lang="nl-BE" dirty="0"/>
              <a:t> </a:t>
            </a:r>
          </a:p>
          <a:p>
            <a:r>
              <a:rPr lang="nl-BE" dirty="0">
                <a:hlinkClick r:id="rId9"/>
              </a:rPr>
              <a:t>https://docs.python-guide.org/intro/learning/</a:t>
            </a:r>
            <a:r>
              <a:rPr lang="nl-BE" dirty="0"/>
              <a:t> </a:t>
            </a:r>
          </a:p>
          <a:p>
            <a:endParaRPr lang="nl-BE" dirty="0"/>
          </a:p>
        </p:txBody>
      </p:sp>
    </p:spTree>
    <p:extLst>
      <p:ext uri="{BB962C8B-B14F-4D97-AF65-F5344CB8AC3E}">
        <p14:creationId xmlns:p14="http://schemas.microsoft.com/office/powerpoint/2010/main" val="369520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I/O</a:t>
            </a:r>
            <a:endParaRPr lang="nl-BE" dirty="0"/>
          </a:p>
        </p:txBody>
      </p:sp>
      <p:sp>
        <p:nvSpPr>
          <p:cNvPr id="5" name="Text Placeholder 4"/>
          <p:cNvSpPr>
            <a:spLocks noGrp="1"/>
          </p:cNvSpPr>
          <p:nvPr>
            <p:ph type="body" idx="1"/>
          </p:nvPr>
        </p:nvSpPr>
        <p:spPr/>
        <p:txBody>
          <a:bodyPr/>
          <a:lstStyle/>
          <a:p>
            <a:r>
              <a:rPr lang="en-US" dirty="0" err="1"/>
              <a:t>io.ipynb</a:t>
            </a:r>
            <a:endParaRPr lang="nl-BE" dirty="0"/>
          </a:p>
        </p:txBody>
      </p:sp>
    </p:spTree>
    <p:extLst>
      <p:ext uri="{BB962C8B-B14F-4D97-AF65-F5344CB8AC3E}">
        <p14:creationId xmlns:p14="http://schemas.microsoft.com/office/powerpoint/2010/main" val="2576418169"/>
      </p:ext>
    </p:extLst>
  </p:cSld>
  <p:clrMapOvr>
    <a:masterClrMapping/>
  </p:clrMapOvr>
  <mc:AlternateContent xmlns:mc="http://schemas.openxmlformats.org/markup-compatibility/2006" xmlns:p14="http://schemas.microsoft.com/office/powerpoint/2010/main">
    <mc:Choice Requires="p14">
      <p:transition spd="slow" p14:dur="2000" advTm="9503"/>
    </mc:Choice>
    <mc:Fallback xmlns="">
      <p:transition spd="slow" advTm="950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Getting data inside your program</a:t>
            </a:r>
            <a:endParaRPr lang="nl-BE" dirty="0"/>
          </a:p>
        </p:txBody>
      </p:sp>
      <p:sp>
        <p:nvSpPr>
          <p:cNvPr id="5" name="Content Placeholder 4"/>
          <p:cNvSpPr>
            <a:spLocks noGrp="1"/>
          </p:cNvSpPr>
          <p:nvPr>
            <p:ph idx="1"/>
          </p:nvPr>
        </p:nvSpPr>
        <p:spPr/>
        <p:txBody>
          <a:bodyPr/>
          <a:lstStyle/>
          <a:p>
            <a:r>
              <a:rPr lang="en-US" dirty="0"/>
              <a:t>Hard coding</a:t>
            </a:r>
          </a:p>
          <a:p>
            <a:r>
              <a:rPr lang="en-US" dirty="0"/>
              <a:t>Console IO (interactive)</a:t>
            </a:r>
          </a:p>
          <a:p>
            <a:r>
              <a:rPr lang="en-US" dirty="0"/>
              <a:t>Command line IO</a:t>
            </a:r>
          </a:p>
          <a:p>
            <a:r>
              <a:rPr lang="en-US" dirty="0"/>
              <a:t>File IO</a:t>
            </a:r>
            <a:endParaRPr lang="nl-BE" dirty="0"/>
          </a:p>
        </p:txBody>
      </p:sp>
    </p:spTree>
    <p:extLst>
      <p:ext uri="{BB962C8B-B14F-4D97-AF65-F5344CB8AC3E}">
        <p14:creationId xmlns:p14="http://schemas.microsoft.com/office/powerpoint/2010/main" val="659715713"/>
      </p:ext>
    </p:extLst>
  </p:cSld>
  <p:clrMapOvr>
    <a:masterClrMapping/>
  </p:clrMapOvr>
  <mc:AlternateContent xmlns:mc="http://schemas.openxmlformats.org/markup-compatibility/2006" xmlns:p14="http://schemas.microsoft.com/office/powerpoint/2010/main">
    <mc:Choice Requires="p14">
      <p:transition spd="slow" p14:dur="2000" advTm="72593"/>
    </mc:Choice>
    <mc:Fallback xmlns="">
      <p:transition spd="slow" advTm="7259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Console Input Output</a:t>
            </a:r>
            <a:endParaRPr lang="nl-BE" dirty="0"/>
          </a:p>
        </p:txBody>
      </p:sp>
      <p:sp>
        <p:nvSpPr>
          <p:cNvPr id="3" name="Content Placeholder 2"/>
          <p:cNvSpPr>
            <a:spLocks noGrp="1"/>
          </p:cNvSpPr>
          <p:nvPr>
            <p:ph idx="1"/>
          </p:nvPr>
        </p:nvSpPr>
        <p:spPr/>
        <p:txBody>
          <a:bodyPr/>
          <a:lstStyle/>
          <a:p>
            <a:r>
              <a:rPr lang="en-US" dirty="0"/>
              <a:t>Standard file handles:</a:t>
            </a:r>
          </a:p>
          <a:p>
            <a:pPr lvl="1"/>
            <a:r>
              <a:rPr lang="en-US" dirty="0" err="1">
                <a:latin typeface="Courier New" pitchFamily="49" charset="0"/>
                <a:cs typeface="Courier New" pitchFamily="49" charset="0"/>
              </a:rPr>
              <a:t>sys.stdin</a:t>
            </a:r>
            <a:r>
              <a:rPr lang="en-US" dirty="0"/>
              <a:t>: standard input (keyboard, pipe in)</a:t>
            </a:r>
          </a:p>
          <a:p>
            <a:pPr lvl="1"/>
            <a:r>
              <a:rPr lang="en-US" dirty="0" err="1">
                <a:latin typeface="Courier New" pitchFamily="49" charset="0"/>
                <a:cs typeface="Courier New" pitchFamily="49" charset="0"/>
              </a:rPr>
              <a:t>sys.stdout</a:t>
            </a:r>
            <a:r>
              <a:rPr lang="en-US" dirty="0"/>
              <a:t>: standard output (screen, pipe out)</a:t>
            </a:r>
          </a:p>
          <a:p>
            <a:pPr lvl="1"/>
            <a:r>
              <a:rPr lang="en-US" dirty="0" err="1">
                <a:latin typeface="Courier New" pitchFamily="49" charset="0"/>
                <a:cs typeface="Courier New" pitchFamily="49" charset="0"/>
              </a:rPr>
              <a:t>sys.stderr</a:t>
            </a:r>
            <a:r>
              <a:rPr lang="en-US" dirty="0"/>
              <a:t>: standard error (screen, pipe out)</a:t>
            </a:r>
          </a:p>
          <a:p>
            <a:r>
              <a:rPr lang="en-US" dirty="0"/>
              <a:t>Input: read from the console</a:t>
            </a:r>
          </a:p>
          <a:p>
            <a:pPr lvl="1"/>
            <a:r>
              <a:rPr lang="en-US" dirty="0">
                <a:latin typeface="Courier New" panose="02070309020205020404" pitchFamily="49" charset="0"/>
                <a:cs typeface="Courier New" panose="02070309020205020404" pitchFamily="49" charset="0"/>
              </a:rPr>
              <a:t>input([prompt]) </a:t>
            </a:r>
            <a:r>
              <a:rPr lang="en-US" dirty="0"/>
              <a:t>returns a value (string)</a:t>
            </a:r>
          </a:p>
          <a:p>
            <a:pPr lvl="1"/>
            <a:r>
              <a:rPr lang="en-US" dirty="0"/>
              <a:t>To convert the string to a number, cast the string to the desired data type with </a:t>
            </a:r>
            <a:r>
              <a:rPr lang="en-US" dirty="0" err="1"/>
              <a:t>int</a:t>
            </a:r>
            <a:r>
              <a:rPr lang="en-US" dirty="0"/>
              <a:t>(), float() </a:t>
            </a:r>
          </a:p>
          <a:p>
            <a:r>
              <a:rPr lang="en-US" i="1" dirty="0"/>
              <a:t>File: input_1.py</a:t>
            </a:r>
          </a:p>
          <a:p>
            <a:endParaRPr lang="nl-BE" dirty="0"/>
          </a:p>
        </p:txBody>
      </p:sp>
    </p:spTree>
    <p:extLst>
      <p:ext uri="{BB962C8B-B14F-4D97-AF65-F5344CB8AC3E}">
        <p14:creationId xmlns:p14="http://schemas.microsoft.com/office/powerpoint/2010/main" val="1695854998"/>
      </p:ext>
    </p:extLst>
  </p:cSld>
  <p:clrMapOvr>
    <a:masterClrMapping/>
  </p:clrMapOvr>
  <mc:AlternateContent xmlns:mc="http://schemas.openxmlformats.org/markup-compatibility/2006" xmlns:p14="http://schemas.microsoft.com/office/powerpoint/2010/main">
    <mc:Choice Requires="p14">
      <p:transition spd="slow" p14:dur="2000" advTm="95538"/>
    </mc:Choice>
    <mc:Fallback xmlns="">
      <p:transition spd="slow" advTm="9553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Console Output</a:t>
            </a:r>
            <a:endParaRPr lang="nl-BE" dirty="0"/>
          </a:p>
        </p:txBody>
      </p:sp>
      <p:sp>
        <p:nvSpPr>
          <p:cNvPr id="3" name="Content Placeholder 2"/>
          <p:cNvSpPr>
            <a:spLocks noGrp="1"/>
          </p:cNvSpPr>
          <p:nvPr>
            <p:ph idx="1"/>
          </p:nvPr>
        </p:nvSpPr>
        <p:spPr/>
        <p:txBody>
          <a:bodyPr/>
          <a:lstStyle/>
          <a:p>
            <a:r>
              <a:rPr lang="en-US" dirty="0"/>
              <a:t>The </a:t>
            </a:r>
            <a:r>
              <a:rPr lang="en-US" dirty="0">
                <a:latin typeface="Courier New" panose="02070309020205020404" pitchFamily="49" charset="0"/>
                <a:cs typeface="Courier New" panose="02070309020205020404" pitchFamily="49" charset="0"/>
              </a:rPr>
              <a:t>print</a:t>
            </a:r>
            <a:r>
              <a:rPr lang="en-US" dirty="0"/>
              <a:t> function is the most commonly used command to print information to the “standard output device” which is normally the screen.</a:t>
            </a:r>
          </a:p>
          <a:p>
            <a:r>
              <a:rPr lang="en-US" dirty="0"/>
              <a:t>2 modes to use print.</a:t>
            </a:r>
          </a:p>
          <a:p>
            <a:pPr lvl="1"/>
            <a:r>
              <a:rPr lang="en-US" dirty="0"/>
              <a:t>Simple print</a:t>
            </a:r>
          </a:p>
          <a:p>
            <a:pPr lvl="2"/>
            <a:r>
              <a:rPr lang="en-US" dirty="0"/>
              <a:t>The easiest way to use the print command is to list the variables to be printed, separated by comma. </a:t>
            </a:r>
          </a:p>
          <a:p>
            <a:pPr lvl="1"/>
            <a:r>
              <a:rPr lang="en-US" dirty="0"/>
              <a:t>Formatted print</a:t>
            </a:r>
          </a:p>
          <a:p>
            <a:pPr lvl="2"/>
            <a:r>
              <a:rPr lang="en-US" dirty="0"/>
              <a:t>The more sophisticated way of formatting output uses a syntax very similar to </a:t>
            </a:r>
            <a:r>
              <a:rPr lang="en-US" dirty="0" err="1"/>
              <a:t>Matlab’s</a:t>
            </a:r>
            <a:r>
              <a:rPr lang="en-US" dirty="0"/>
              <a:t> </a:t>
            </a:r>
            <a:r>
              <a:rPr lang="en-US" dirty="0" err="1"/>
              <a:t>fprintf</a:t>
            </a:r>
            <a:r>
              <a:rPr lang="en-US" dirty="0"/>
              <a:t> (also similar to C’s </a:t>
            </a:r>
            <a:r>
              <a:rPr lang="en-US" dirty="0" err="1"/>
              <a:t>printf</a:t>
            </a:r>
            <a:r>
              <a:rPr lang="en-US" dirty="0"/>
              <a:t>).</a:t>
            </a:r>
            <a:endParaRPr lang="nl-BE" dirty="0"/>
          </a:p>
        </p:txBody>
      </p:sp>
    </p:spTree>
    <p:extLst>
      <p:ext uri="{BB962C8B-B14F-4D97-AF65-F5344CB8AC3E}">
        <p14:creationId xmlns:p14="http://schemas.microsoft.com/office/powerpoint/2010/main" val="849078091"/>
      </p:ext>
    </p:extLst>
  </p:cSld>
  <p:clrMapOvr>
    <a:masterClrMapping/>
  </p:clrMapOvr>
  <mc:AlternateContent xmlns:mc="http://schemas.openxmlformats.org/markup-compatibility/2006" xmlns:p14="http://schemas.microsoft.com/office/powerpoint/2010/main">
    <mc:Choice Requires="p14">
      <p:transition spd="slow" p14:dur="2000" advTm="79729"/>
    </mc:Choice>
    <mc:Fallback xmlns="">
      <p:transition spd="slow" advTm="7972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Print</a:t>
            </a:r>
            <a:endParaRPr lang="nl-BE" dirty="0"/>
          </a:p>
        </p:txBody>
      </p:sp>
      <p:sp>
        <p:nvSpPr>
          <p:cNvPr id="3" name="Content Placeholder 2"/>
          <p:cNvSpPr>
            <a:spLocks noGrp="1"/>
          </p:cNvSpPr>
          <p:nvPr>
            <p:ph idx="1"/>
          </p:nvPr>
        </p:nvSpPr>
        <p:spPr/>
        <p:txBody>
          <a:bodyPr>
            <a:normAutofit fontScale="92500" lnSpcReduction="20000"/>
          </a:bodyPr>
          <a:lstStyle/>
          <a:p>
            <a:r>
              <a:rPr lang="en-US" dirty="0">
                <a:latin typeface="Courier New" panose="02070309020205020404" pitchFamily="49" charset="0"/>
                <a:cs typeface="Courier New" panose="02070309020205020404" pitchFamily="49" charset="0"/>
              </a:rPr>
              <a:t>print()</a:t>
            </a:r>
            <a:r>
              <a:rPr lang="en-US" dirty="0"/>
              <a:t> writes objects to </a:t>
            </a:r>
            <a:r>
              <a:rPr lang="en-US" dirty="0" err="1">
                <a:latin typeface="Courier New" pitchFamily="49" charset="0"/>
                <a:cs typeface="Courier New" pitchFamily="49" charset="0"/>
              </a:rPr>
              <a:t>sys.stdout</a:t>
            </a:r>
            <a:r>
              <a:rPr lang="en-US" dirty="0"/>
              <a:t>, adds '</a:t>
            </a:r>
            <a:r>
              <a:rPr lang="en-US" dirty="0">
                <a:latin typeface="Courier New" pitchFamily="49" charset="0"/>
                <a:cs typeface="Courier New" pitchFamily="49" charset="0"/>
              </a:rPr>
              <a:t>\n</a:t>
            </a:r>
            <a:r>
              <a:rPr lang="en-US" dirty="0"/>
              <a:t>' (or '</a:t>
            </a:r>
            <a:r>
              <a:rPr lang="en-US" dirty="0">
                <a:latin typeface="Courier New" pitchFamily="49" charset="0"/>
                <a:cs typeface="Courier New" pitchFamily="49" charset="0"/>
              </a:rPr>
              <a:t>\r\n</a:t>
            </a:r>
            <a:r>
              <a:rPr lang="en-US" dirty="0"/>
              <a:t>') and applies </a:t>
            </a:r>
            <a:r>
              <a:rPr lang="en-US" dirty="0" err="1">
                <a:latin typeface="Courier New" pitchFamily="49" charset="0"/>
                <a:cs typeface="Courier New" pitchFamily="49" charset="0"/>
              </a:rPr>
              <a:t>str</a:t>
            </a:r>
            <a:r>
              <a:rPr lang="en-US" dirty="0">
                <a:latin typeface="Courier New" pitchFamily="49" charset="0"/>
                <a:cs typeface="Courier New" pitchFamily="49" charset="0"/>
              </a:rPr>
              <a:t>()</a:t>
            </a:r>
            <a:r>
              <a:rPr lang="en-US" dirty="0"/>
              <a:t> conversion function by default</a:t>
            </a:r>
          </a:p>
          <a:p>
            <a:r>
              <a:rPr lang="en-US" dirty="0">
                <a:latin typeface="Courier New" panose="02070309020205020404" pitchFamily="49" charset="0"/>
                <a:cs typeface="Courier New" panose="02070309020205020404" pitchFamily="49" charset="0"/>
              </a:rPr>
              <a:t>print</a:t>
            </a:r>
            <a:r>
              <a:rPr lang="en-US" dirty="0"/>
              <a:t> automatically puts a single space between items and a newline at the end.</a:t>
            </a:r>
          </a:p>
          <a:p>
            <a:r>
              <a:rPr lang="en-US" dirty="0"/>
              <a:t>Syntax: </a:t>
            </a:r>
            <a:r>
              <a:rPr lang="en-US" dirty="0">
                <a:latin typeface="Courier New" panose="02070309020205020404" pitchFamily="49" charset="0"/>
                <a:cs typeface="Courier New" panose="02070309020205020404" pitchFamily="49" charset="0"/>
              </a:rPr>
              <a:t>print(objects, </a:t>
            </a:r>
            <a:r>
              <a:rPr lang="en-US" dirty="0" err="1">
                <a:latin typeface="Courier New" panose="02070309020205020404" pitchFamily="49" charset="0"/>
                <a:cs typeface="Courier New" panose="02070309020205020404" pitchFamily="49" charset="0"/>
              </a:rPr>
              <a:t>sep</a:t>
            </a:r>
            <a:r>
              <a:rPr lang="en-US" dirty="0">
                <a:latin typeface="Courier New" panose="02070309020205020404" pitchFamily="49" charset="0"/>
                <a:cs typeface="Courier New" panose="02070309020205020404" pitchFamily="49" charset="0"/>
              </a:rPr>
              <a:t>=' ', end='\n', file=</a:t>
            </a:r>
            <a:r>
              <a:rPr lang="en-US" dirty="0" err="1">
                <a:latin typeface="Courier New" panose="02070309020205020404" pitchFamily="49" charset="0"/>
                <a:cs typeface="Courier New" panose="02070309020205020404" pitchFamily="49" charset="0"/>
              </a:rPr>
              <a:t>sys.stdout</a:t>
            </a:r>
            <a:r>
              <a:rPr lang="en-US" dirty="0">
                <a:latin typeface="Courier New" panose="02070309020205020404" pitchFamily="49" charset="0"/>
                <a:cs typeface="Courier New" panose="02070309020205020404" pitchFamily="49" charset="0"/>
              </a:rPr>
              <a:t>, flush=False)</a:t>
            </a:r>
          </a:p>
          <a:p>
            <a:r>
              <a:rPr lang="en-US" dirty="0">
                <a:cs typeface="Courier New" panose="02070309020205020404" pitchFamily="49" charset="0"/>
              </a:rPr>
              <a:t>Parameters</a:t>
            </a:r>
          </a:p>
          <a:p>
            <a:pPr lvl="1"/>
            <a:r>
              <a:rPr lang="en-US" dirty="0">
                <a:latin typeface="Courier New" panose="02070309020205020404" pitchFamily="49" charset="0"/>
                <a:cs typeface="Courier New" panose="02070309020205020404" pitchFamily="49" charset="0"/>
              </a:rPr>
              <a:t>objects</a:t>
            </a:r>
            <a:r>
              <a:rPr lang="en-US" dirty="0">
                <a:cs typeface="Courier New" panose="02070309020205020404" pitchFamily="49" charset="0"/>
              </a:rPr>
              <a:t> - objects to be printed. </a:t>
            </a:r>
          </a:p>
          <a:p>
            <a:pPr lvl="1"/>
            <a:r>
              <a:rPr lang="en-US" dirty="0" err="1">
                <a:latin typeface="Courier New" panose="02070309020205020404" pitchFamily="49" charset="0"/>
                <a:cs typeface="Courier New" panose="02070309020205020404" pitchFamily="49" charset="0"/>
              </a:rPr>
              <a:t>sep</a:t>
            </a:r>
            <a:r>
              <a:rPr lang="en-US" dirty="0">
                <a:cs typeface="Courier New" panose="02070309020205020404" pitchFamily="49" charset="0"/>
              </a:rPr>
              <a:t> - objects are separated by </a:t>
            </a:r>
            <a:r>
              <a:rPr lang="en-US" dirty="0" err="1">
                <a:cs typeface="Courier New" panose="02070309020205020404" pitchFamily="49" charset="0"/>
              </a:rPr>
              <a:t>sep.</a:t>
            </a:r>
            <a:r>
              <a:rPr lang="en-US" dirty="0">
                <a:cs typeface="Courier New" panose="02070309020205020404" pitchFamily="49" charset="0"/>
              </a:rPr>
              <a:t> Default value: ' '</a:t>
            </a:r>
          </a:p>
          <a:p>
            <a:pPr lvl="1"/>
            <a:r>
              <a:rPr lang="en-US" dirty="0">
                <a:latin typeface="Courier New" panose="02070309020205020404" pitchFamily="49" charset="0"/>
                <a:cs typeface="Courier New" panose="02070309020205020404" pitchFamily="49" charset="0"/>
              </a:rPr>
              <a:t>end</a:t>
            </a:r>
            <a:r>
              <a:rPr lang="en-US" dirty="0">
                <a:cs typeface="Courier New" panose="02070309020205020404" pitchFamily="49" charset="0"/>
              </a:rPr>
              <a:t> - end is printed at last</a:t>
            </a:r>
          </a:p>
          <a:p>
            <a:pPr lvl="1"/>
            <a:r>
              <a:rPr lang="en-US" dirty="0">
                <a:latin typeface="Courier New" panose="02070309020205020404" pitchFamily="49" charset="0"/>
                <a:cs typeface="Courier New" panose="02070309020205020404" pitchFamily="49" charset="0"/>
              </a:rPr>
              <a:t>file</a:t>
            </a:r>
            <a:r>
              <a:rPr lang="en-US" dirty="0">
                <a:cs typeface="Courier New" panose="02070309020205020404" pitchFamily="49" charset="0"/>
              </a:rPr>
              <a:t> - must be an object with write(string) method. Default: </a:t>
            </a:r>
            <a:r>
              <a:rPr lang="en-US" dirty="0" err="1">
                <a:latin typeface="Courier New" panose="02070309020205020404" pitchFamily="49" charset="0"/>
                <a:cs typeface="Courier New" panose="02070309020205020404" pitchFamily="49" charset="0"/>
              </a:rPr>
              <a:t>sys.stdout</a:t>
            </a:r>
            <a:r>
              <a:rPr lang="en-US" dirty="0">
                <a:cs typeface="Courier New" panose="02070309020205020404" pitchFamily="49" charset="0"/>
              </a:rPr>
              <a:t> (screen)</a:t>
            </a:r>
          </a:p>
          <a:p>
            <a:pPr lvl="1"/>
            <a:r>
              <a:rPr lang="en-US" dirty="0">
                <a:latin typeface="Courier New" panose="02070309020205020404" pitchFamily="49" charset="0"/>
                <a:cs typeface="Courier New" panose="02070309020205020404" pitchFamily="49" charset="0"/>
              </a:rPr>
              <a:t>flush</a:t>
            </a:r>
            <a:r>
              <a:rPr lang="en-US" dirty="0">
                <a:cs typeface="Courier New" panose="02070309020205020404" pitchFamily="49" charset="0"/>
              </a:rPr>
              <a:t> - If True, the stream is forcibly flushed. Default value: False</a:t>
            </a:r>
          </a:p>
        </p:txBody>
      </p:sp>
    </p:spTree>
    <p:extLst>
      <p:ext uri="{BB962C8B-B14F-4D97-AF65-F5344CB8AC3E}">
        <p14:creationId xmlns:p14="http://schemas.microsoft.com/office/powerpoint/2010/main" val="4156364699"/>
      </p:ext>
    </p:extLst>
  </p:cSld>
  <p:clrMapOvr>
    <a:masterClrMapping/>
  </p:clrMapOvr>
  <mc:AlternateContent xmlns:mc="http://schemas.openxmlformats.org/markup-compatibility/2006" xmlns:p14="http://schemas.microsoft.com/office/powerpoint/2010/main">
    <mc:Choice Requires="p14">
      <p:transition spd="slow" p14:dur="2000" advTm="101339"/>
    </mc:Choice>
    <mc:Fallback xmlns="">
      <p:transition spd="slow" advTm="10133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6882-1FF5-FC57-4929-690BC52D133B}"/>
              </a:ext>
            </a:extLst>
          </p:cNvPr>
          <p:cNvSpPr>
            <a:spLocks noGrp="1"/>
          </p:cNvSpPr>
          <p:nvPr>
            <p:ph type="title"/>
          </p:nvPr>
        </p:nvSpPr>
        <p:spPr/>
        <p:txBody>
          <a:bodyPr/>
          <a:lstStyle/>
          <a:p>
            <a:r>
              <a:rPr lang="en-US" dirty="0"/>
              <a:t>Format output</a:t>
            </a:r>
            <a:endParaRPr lang="en-BE" dirty="0"/>
          </a:p>
        </p:txBody>
      </p:sp>
      <p:sp>
        <p:nvSpPr>
          <p:cNvPr id="3" name="Content Placeholder 2">
            <a:extLst>
              <a:ext uri="{FF2B5EF4-FFF2-40B4-BE49-F238E27FC236}">
                <a16:creationId xmlns:a16="http://schemas.microsoft.com/office/drawing/2014/main" id="{2C24ACF8-3C5E-CE88-15C1-C316AC7607DD}"/>
              </a:ext>
            </a:extLst>
          </p:cNvPr>
          <p:cNvSpPr>
            <a:spLocks noGrp="1"/>
          </p:cNvSpPr>
          <p:nvPr>
            <p:ph idx="1"/>
          </p:nvPr>
        </p:nvSpPr>
        <p:spPr/>
        <p:txBody>
          <a:bodyPr>
            <a:normAutofit/>
          </a:bodyPr>
          <a:lstStyle/>
          <a:p>
            <a:r>
              <a:rPr lang="en-US" dirty="0">
                <a:cs typeface="Courier New" panose="02070309020205020404" pitchFamily="49" charset="0"/>
              </a:rPr>
              <a:t>Different possibilities</a:t>
            </a:r>
          </a:p>
          <a:p>
            <a:pPr marL="0" indent="0">
              <a:buNone/>
            </a:pPr>
            <a:r>
              <a:rPr lang="en-US" dirty="0">
                <a:latin typeface="Courier New" panose="02070309020205020404" pitchFamily="49" charset="0"/>
                <a:cs typeface="Courier New" panose="02070309020205020404" pitchFamily="49" charset="0"/>
              </a:rPr>
              <a:t>name = 'Peter'</a:t>
            </a:r>
          </a:p>
          <a:p>
            <a:pPr marL="0" indent="0">
              <a:buNone/>
            </a:pPr>
            <a:r>
              <a:rPr lang="en-US" dirty="0">
                <a:latin typeface="Courier New" panose="02070309020205020404" pitchFamily="49" charset="0"/>
                <a:cs typeface="Courier New" panose="02070309020205020404" pitchFamily="49" charset="0"/>
              </a:rPr>
              <a:t>age = 23</a:t>
            </a:r>
          </a:p>
          <a:p>
            <a:pPr marL="0" indent="0">
              <a:buNone/>
            </a:pPr>
            <a:r>
              <a:rPr lang="en-US" dirty="0">
                <a:latin typeface="Courier New" panose="02070309020205020404" pitchFamily="49" charset="0"/>
                <a:cs typeface="Courier New" panose="02070309020205020404" pitchFamily="49" charset="0"/>
              </a:rPr>
              <a:t>print('</a:t>
            </a:r>
            <a:r>
              <a:rPr lang="en-US" b="1" dirty="0">
                <a:latin typeface="Courier New" panose="02070309020205020404" pitchFamily="49" charset="0"/>
                <a:cs typeface="Courier New" panose="02070309020205020404" pitchFamily="49" charset="0"/>
              </a:rPr>
              <a:t>%s </a:t>
            </a:r>
            <a:r>
              <a:rPr lang="en-US" dirty="0">
                <a:latin typeface="Courier New" panose="02070309020205020404" pitchFamily="49" charset="0"/>
                <a:cs typeface="Courier New" panose="02070309020205020404" pitchFamily="49" charset="0"/>
              </a:rPr>
              <a:t>is </a:t>
            </a:r>
            <a:r>
              <a:rPr lang="en-US" b="1" dirty="0">
                <a:latin typeface="Courier New" panose="02070309020205020404" pitchFamily="49" charset="0"/>
                <a:cs typeface="Courier New" panose="02070309020205020404" pitchFamily="49" charset="0"/>
              </a:rPr>
              <a:t>%d</a:t>
            </a:r>
            <a:r>
              <a:rPr lang="en-US" dirty="0">
                <a:latin typeface="Courier New" panose="02070309020205020404" pitchFamily="49" charset="0"/>
                <a:cs typeface="Courier New" panose="02070309020205020404" pitchFamily="49" charset="0"/>
              </a:rPr>
              <a:t> years old' </a:t>
            </a:r>
            <a:r>
              <a:rPr lang="en-US" b="1" dirty="0">
                <a:latin typeface="Courier New" panose="02070309020205020404" pitchFamily="49" charset="0"/>
                <a:cs typeface="Courier New" panose="02070309020205020404" pitchFamily="49" charset="0"/>
              </a:rPr>
              <a:t>% (name, age)</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print('</a:t>
            </a:r>
            <a:r>
              <a:rPr lang="en-US" b="1"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is </a:t>
            </a:r>
            <a:r>
              <a:rPr lang="en-US" b="1"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years </a:t>
            </a:r>
            <a:r>
              <a:rPr lang="en-US" dirty="0" err="1">
                <a:latin typeface="Courier New" panose="02070309020205020404" pitchFamily="49" charset="0"/>
                <a:cs typeface="Courier New" panose="02070309020205020404" pitchFamily="49" charset="0"/>
              </a:rPr>
              <a:t>old'</a:t>
            </a:r>
            <a:r>
              <a:rPr lang="en-US" b="1" dirty="0" err="1">
                <a:latin typeface="Courier New" panose="02070309020205020404" pitchFamily="49" charset="0"/>
                <a:cs typeface="Courier New" panose="02070309020205020404" pitchFamily="49" charset="0"/>
              </a:rPr>
              <a:t>.format</a:t>
            </a:r>
            <a:r>
              <a:rPr lang="en-US" b="1" dirty="0">
                <a:latin typeface="Courier New" panose="02070309020205020404" pitchFamily="49" charset="0"/>
                <a:cs typeface="Courier New" panose="02070309020205020404" pitchFamily="49" charset="0"/>
              </a:rPr>
              <a:t>(name, age)</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print(</a:t>
            </a:r>
            <a:r>
              <a:rPr lang="en-US" b="1" dirty="0">
                <a:latin typeface="Courier New" panose="02070309020205020404" pitchFamily="49" charset="0"/>
                <a:cs typeface="Courier New" panose="02070309020205020404" pitchFamily="49" charset="0"/>
              </a:rPr>
              <a:t>f</a:t>
            </a:r>
            <a:r>
              <a:rPr lang="en-US" dirty="0">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{name} </a:t>
            </a:r>
            <a:r>
              <a:rPr lang="en-US" dirty="0">
                <a:latin typeface="Courier New" panose="02070309020205020404" pitchFamily="49" charset="0"/>
                <a:cs typeface="Courier New" panose="02070309020205020404" pitchFamily="49" charset="0"/>
              </a:rPr>
              <a:t>is </a:t>
            </a:r>
            <a:r>
              <a:rPr lang="en-US" b="1" dirty="0">
                <a:latin typeface="Courier New" panose="02070309020205020404" pitchFamily="49" charset="0"/>
                <a:cs typeface="Courier New" panose="02070309020205020404" pitchFamily="49" charset="0"/>
              </a:rPr>
              <a:t>{age} </a:t>
            </a:r>
            <a:r>
              <a:rPr lang="en-US" dirty="0">
                <a:latin typeface="Courier New" panose="02070309020205020404" pitchFamily="49" charset="0"/>
                <a:cs typeface="Courier New" panose="02070309020205020404" pitchFamily="49" charset="0"/>
              </a:rPr>
              <a:t>years old’)</a:t>
            </a:r>
          </a:p>
          <a:p>
            <a:r>
              <a:rPr lang="en-US" i="1" dirty="0">
                <a:cs typeface="Courier New" panose="02070309020205020404" pitchFamily="49" charset="0"/>
              </a:rPr>
              <a:t>File: fstring_01.py</a:t>
            </a:r>
          </a:p>
          <a:p>
            <a:r>
              <a:rPr lang="nl-BE" dirty="0">
                <a:cs typeface="Courier New" panose="02070309020205020404" pitchFamily="49" charset="0"/>
                <a:hlinkClick r:id="rId2"/>
              </a:rPr>
              <a:t>https://realpython.com/python-string-formatting/</a:t>
            </a:r>
            <a:r>
              <a:rPr lang="nl-BE" dirty="0">
                <a:cs typeface="Courier New" panose="02070309020205020404" pitchFamily="49" charset="0"/>
              </a:rPr>
              <a:t> </a:t>
            </a:r>
            <a:endParaRPr lang="en-BE" dirty="0">
              <a:cs typeface="Courier New" panose="02070309020205020404" pitchFamily="49" charset="0"/>
            </a:endParaRPr>
          </a:p>
        </p:txBody>
      </p:sp>
    </p:spTree>
    <p:extLst>
      <p:ext uri="{BB962C8B-B14F-4D97-AF65-F5344CB8AC3E}">
        <p14:creationId xmlns:p14="http://schemas.microsoft.com/office/powerpoint/2010/main" val="2796170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8485-CE1E-C022-4BD5-BE9AC371AAB6}"/>
              </a:ext>
            </a:extLst>
          </p:cNvPr>
          <p:cNvSpPr>
            <a:spLocks noGrp="1"/>
          </p:cNvSpPr>
          <p:nvPr>
            <p:ph type="title"/>
          </p:nvPr>
        </p:nvSpPr>
        <p:spPr/>
        <p:txBody>
          <a:bodyPr/>
          <a:lstStyle/>
          <a:p>
            <a:r>
              <a:rPr lang="en-US" dirty="0"/>
              <a:t>Old string formatting</a:t>
            </a:r>
          </a:p>
        </p:txBody>
      </p:sp>
      <p:sp>
        <p:nvSpPr>
          <p:cNvPr id="3" name="Content Placeholder 2">
            <a:extLst>
              <a:ext uri="{FF2B5EF4-FFF2-40B4-BE49-F238E27FC236}">
                <a16:creationId xmlns:a16="http://schemas.microsoft.com/office/drawing/2014/main" id="{CF765632-8C93-45D6-96DD-8B9C4C5BA979}"/>
              </a:ext>
            </a:extLst>
          </p:cNvPr>
          <p:cNvSpPr>
            <a:spLocks noGrp="1"/>
          </p:cNvSpPr>
          <p:nvPr>
            <p:ph idx="1"/>
          </p:nvPr>
        </p:nvSpPr>
        <p:spPr/>
        <p:txBody>
          <a:bodyPr/>
          <a:lstStyle/>
          <a:p>
            <a:r>
              <a:rPr lang="en-US" dirty="0"/>
              <a:t>The % operator (modulo) can be used for string formatting. </a:t>
            </a:r>
          </a:p>
          <a:p>
            <a:r>
              <a:rPr lang="en-US" dirty="0"/>
              <a:t>Given format % values (where format is a string), % conversion specifications in format are replaced with zero or more elements of values. </a:t>
            </a:r>
          </a:p>
          <a:p>
            <a:r>
              <a:rPr lang="en-US" dirty="0"/>
              <a:t>This operation is commonly known as string interpolation. </a:t>
            </a:r>
          </a:p>
        </p:txBody>
      </p:sp>
    </p:spTree>
    <p:extLst>
      <p:ext uri="{BB962C8B-B14F-4D97-AF65-F5344CB8AC3E}">
        <p14:creationId xmlns:p14="http://schemas.microsoft.com/office/powerpoint/2010/main" val="109497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Str.format</a:t>
            </a:r>
            <a:endParaRPr lang="nl-BE" dirty="0"/>
          </a:p>
        </p:txBody>
      </p:sp>
      <p:sp>
        <p:nvSpPr>
          <p:cNvPr id="3" name="Content Placeholder 2"/>
          <p:cNvSpPr>
            <a:spLocks noGrp="1"/>
          </p:cNvSpPr>
          <p:nvPr>
            <p:ph idx="1"/>
          </p:nvPr>
        </p:nvSpPr>
        <p:spPr/>
        <p:txBody>
          <a:bodyPr/>
          <a:lstStyle/>
          <a:p>
            <a:r>
              <a:rPr lang="nl-BE" b="1" dirty="0" err="1"/>
              <a:t>fill</a:t>
            </a:r>
            <a:r>
              <a:rPr lang="nl-BE" b="1" dirty="0"/>
              <a:t>-in-</a:t>
            </a:r>
            <a:r>
              <a:rPr lang="nl-BE" b="1" dirty="0" err="1"/>
              <a:t>the</a:t>
            </a:r>
            <a:r>
              <a:rPr lang="nl-BE" b="1" dirty="0"/>
              <a:t>-</a:t>
            </a:r>
            <a:r>
              <a:rPr lang="nl-BE" b="1" dirty="0" err="1"/>
              <a:t>braces</a:t>
            </a:r>
            <a:endParaRPr lang="nl-BE" b="1" dirty="0"/>
          </a:p>
          <a:p>
            <a:pPr lvl="1"/>
            <a:r>
              <a:rPr lang="en-US" dirty="0"/>
              <a:t>string type has </a:t>
            </a:r>
            <a:r>
              <a:rPr lang="en-US" dirty="0">
                <a:latin typeface="Courier New" panose="02070309020205020404" pitchFamily="49" charset="0"/>
                <a:cs typeface="Courier New" panose="02070309020205020404" pitchFamily="49" charset="0"/>
              </a:rPr>
              <a:t>format()</a:t>
            </a:r>
            <a:r>
              <a:rPr lang="en-US" dirty="0"/>
              <a:t> method which takes arguments and returns another string which is the original with the method’s arguments inserted into it in certain places. </a:t>
            </a:r>
          </a:p>
          <a:p>
            <a:pPr lvl="1"/>
            <a:r>
              <a:rPr lang="en-US" dirty="0">
                <a:latin typeface="Courier New" panose="02070309020205020404" pitchFamily="49" charset="0"/>
                <a:cs typeface="Courier New" panose="02070309020205020404" pitchFamily="49" charset="0"/>
              </a:rPr>
              <a:t>format()</a:t>
            </a:r>
            <a:r>
              <a:rPr lang="en-US" dirty="0"/>
              <a:t> replaces each pair of curly brackets with the corresponding argument. </a:t>
            </a:r>
          </a:p>
          <a:p>
            <a:r>
              <a:rPr lang="nl-BE" dirty="0">
                <a:cs typeface="Courier New" panose="02070309020205020404" pitchFamily="49" charset="0"/>
              </a:rPr>
              <a:t>Syntax:</a:t>
            </a:r>
            <a:r>
              <a:rPr lang="nl-BE" dirty="0">
                <a:latin typeface="Courier New" panose="02070309020205020404" pitchFamily="49" charset="0"/>
                <a:cs typeface="Courier New" panose="02070309020205020404" pitchFamily="49" charset="0"/>
              </a:rPr>
              <a:t> </a:t>
            </a:r>
            <a:r>
              <a:rPr lang="nl-BE" dirty="0" err="1">
                <a:latin typeface="Courier New" panose="02070309020205020404" pitchFamily="49" charset="0"/>
                <a:cs typeface="Courier New" panose="02070309020205020404" pitchFamily="49" charset="0"/>
              </a:rPr>
              <a:t>S.format</a:t>
            </a:r>
            <a:r>
              <a:rPr lang="nl-BE" dirty="0">
                <a:latin typeface="Courier New" panose="02070309020205020404" pitchFamily="49" charset="0"/>
                <a:cs typeface="Courier New" panose="02070309020205020404" pitchFamily="49" charset="0"/>
              </a:rPr>
              <a:t>(item0, item1, item2, ..., </a:t>
            </a:r>
            <a:r>
              <a:rPr lang="nl-BE" dirty="0" err="1">
                <a:latin typeface="Courier New" panose="02070309020205020404" pitchFamily="49" charset="0"/>
                <a:cs typeface="Courier New" panose="02070309020205020404" pitchFamily="49" charset="0"/>
              </a:rPr>
              <a:t>itemk</a:t>
            </a:r>
            <a:r>
              <a:rPr lang="nl-BE" dirty="0">
                <a:latin typeface="Courier New" panose="02070309020205020404" pitchFamily="49" charset="0"/>
                <a:cs typeface="Courier New" panose="02070309020205020404" pitchFamily="49" charset="0"/>
              </a:rPr>
              <a:t>) </a:t>
            </a:r>
          </a:p>
          <a:p>
            <a:pPr lvl="1"/>
            <a:r>
              <a:rPr lang="en-US" dirty="0"/>
              <a:t>S:  string consisting of substrings and formatting instructions for each item in the form of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index:format-specifier</a:t>
            </a:r>
            <a:r>
              <a:rPr lang="en-US" dirty="0">
                <a:latin typeface="Courier New" panose="02070309020205020404" pitchFamily="49" charset="0"/>
                <a:cs typeface="Courier New" panose="02070309020205020404" pitchFamily="49" charset="0"/>
              </a:rPr>
              <a:t>}</a:t>
            </a:r>
            <a:r>
              <a:rPr lang="en-US" dirty="0"/>
              <a:t>. </a:t>
            </a:r>
          </a:p>
          <a:p>
            <a:pPr lvl="1"/>
            <a:r>
              <a:rPr lang="en-US" dirty="0"/>
              <a:t>index refers to the item and format-specifier specifies how the item is formatted. (Optional)</a:t>
            </a:r>
          </a:p>
          <a:p>
            <a:endParaRPr lang="nl-BE" dirty="0"/>
          </a:p>
        </p:txBody>
      </p:sp>
    </p:spTree>
    <p:extLst>
      <p:ext uri="{BB962C8B-B14F-4D97-AF65-F5344CB8AC3E}">
        <p14:creationId xmlns:p14="http://schemas.microsoft.com/office/powerpoint/2010/main" val="826048574"/>
      </p:ext>
    </p:extLst>
  </p:cSld>
  <p:clrMapOvr>
    <a:masterClrMapping/>
  </p:clrMapOvr>
  <mc:AlternateContent xmlns:mc="http://schemas.openxmlformats.org/markup-compatibility/2006" xmlns:p14="http://schemas.microsoft.com/office/powerpoint/2010/main">
    <mc:Choice Requires="p14">
      <p:transition spd="slow" p14:dur="2000" advTm="36362"/>
    </mc:Choice>
    <mc:Fallback xmlns="">
      <p:transition spd="slow" advTm="3636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 output</a:t>
            </a:r>
            <a:endParaRPr lang="nl-BE"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These are indicated by a pair of curly braces {}</a:t>
            </a:r>
          </a:p>
          <a:p>
            <a:r>
              <a:rPr lang="nl-BE" dirty="0"/>
              <a:t> </a:t>
            </a:r>
            <a:r>
              <a:rPr lang="nl-BE" u="sng" dirty="0"/>
              <a:t>Empty </a:t>
            </a:r>
            <a:r>
              <a:rPr lang="nl-BE" u="sng" dirty="0" err="1"/>
              <a:t>braces</a:t>
            </a:r>
            <a:br>
              <a:rPr lang="nl-BE" dirty="0"/>
            </a:br>
            <a:r>
              <a:rPr lang="en-US" dirty="0">
                <a:latin typeface="Courier New" panose="02070309020205020404" pitchFamily="49" charset="0"/>
                <a:cs typeface="Courier New" panose="02070309020205020404" pitchFamily="49" charset="0"/>
              </a:rPr>
              <a:t>'The {} in the {}'.format(‘elephant', ‘room')</a:t>
            </a:r>
            <a:r>
              <a:rPr lang="en-US" dirty="0"/>
              <a:t> returns 'The elephant in the room'</a:t>
            </a:r>
          </a:p>
          <a:p>
            <a:r>
              <a:rPr lang="nl-BE" dirty="0"/>
              <a:t> </a:t>
            </a:r>
            <a:r>
              <a:rPr lang="nl-BE" u="sng" dirty="0" err="1"/>
              <a:t>Braces</a:t>
            </a:r>
            <a:r>
              <a:rPr lang="nl-BE" u="sng" dirty="0"/>
              <a:t> </a:t>
            </a:r>
            <a:r>
              <a:rPr lang="nl-BE" u="sng" dirty="0" err="1"/>
              <a:t>with</a:t>
            </a:r>
            <a:r>
              <a:rPr lang="nl-BE" u="sng" dirty="0"/>
              <a:t> index</a:t>
            </a:r>
            <a:br>
              <a:rPr lang="nl-BE" dirty="0"/>
            </a:br>
            <a:r>
              <a:rPr lang="nl-BE" dirty="0">
                <a:latin typeface="Courier New" panose="02070309020205020404" pitchFamily="49" charset="0"/>
                <a:cs typeface="Courier New" panose="02070309020205020404" pitchFamily="49" charset="0"/>
              </a:rPr>
              <a:t>‘{2} </a:t>
            </a:r>
            <a:r>
              <a:rPr lang="nl-BE" dirty="0" err="1">
                <a:latin typeface="Courier New" panose="02070309020205020404" pitchFamily="49" charset="0"/>
                <a:cs typeface="Courier New" panose="02070309020205020404" pitchFamily="49" charset="0"/>
              </a:rPr>
              <a:t>color</a:t>
            </a:r>
            <a:r>
              <a:rPr lang="nl-BE" dirty="0">
                <a:latin typeface="Courier New" panose="02070309020205020404" pitchFamily="49" charset="0"/>
                <a:cs typeface="Courier New" panose="02070309020205020404" pitchFamily="49" charset="0"/>
              </a:rPr>
              <a:t> {1}, {0} {3}'.format(‘</a:t>
            </a:r>
            <a:r>
              <a:rPr lang="nl-BE" dirty="0" err="1">
                <a:latin typeface="Courier New" panose="02070309020205020404" pitchFamily="49" charset="0"/>
                <a:cs typeface="Courier New" panose="02070309020205020404" pitchFamily="49" charset="0"/>
              </a:rPr>
              <a:t>dark</a:t>
            </a:r>
            <a:r>
              <a:rPr lang="nl-BE" dirty="0">
                <a:latin typeface="Courier New" panose="02070309020205020404" pitchFamily="49" charset="0"/>
                <a:cs typeface="Courier New" panose="02070309020205020404" pitchFamily="49" charset="0"/>
              </a:rPr>
              <a:t>', ‘</a:t>
            </a:r>
            <a:r>
              <a:rPr lang="nl-BE" dirty="0" err="1">
                <a:latin typeface="Courier New" panose="02070309020205020404" pitchFamily="49" charset="0"/>
                <a:cs typeface="Courier New" panose="02070309020205020404" pitchFamily="49" charset="0"/>
              </a:rPr>
              <a:t>brown</a:t>
            </a:r>
            <a:r>
              <a:rPr lang="nl-BE" dirty="0">
                <a:latin typeface="Courier New" panose="02070309020205020404" pitchFamily="49" charset="0"/>
                <a:cs typeface="Courier New" panose="02070309020205020404" pitchFamily="49" charset="0"/>
              </a:rPr>
              <a:t>', ‘</a:t>
            </a:r>
            <a:r>
              <a:rPr lang="nl-BE" dirty="0" err="1">
                <a:latin typeface="Courier New" panose="02070309020205020404" pitchFamily="49" charset="0"/>
                <a:cs typeface="Courier New" panose="02070309020205020404" pitchFamily="49" charset="0"/>
              </a:rPr>
              <a:t>yellow</a:t>
            </a:r>
            <a:r>
              <a:rPr lang="nl-BE" dirty="0">
                <a:latin typeface="Courier New" panose="02070309020205020404" pitchFamily="49" charset="0"/>
                <a:cs typeface="Courier New" panose="02070309020205020404" pitchFamily="49" charset="0"/>
              </a:rPr>
              <a:t>‘, ‘red’)</a:t>
            </a:r>
            <a:r>
              <a:rPr lang="nl-BE" dirty="0"/>
              <a:t> returns </a:t>
            </a:r>
            <a:r>
              <a:rPr lang="en-US" dirty="0"/>
              <a:t>‘yellow color brown, dark red'</a:t>
            </a:r>
          </a:p>
          <a:p>
            <a:r>
              <a:rPr lang="nl-BE" u="sng" dirty="0" err="1"/>
              <a:t>Braces</a:t>
            </a:r>
            <a:r>
              <a:rPr lang="nl-BE" u="sng" dirty="0"/>
              <a:t> </a:t>
            </a:r>
            <a:r>
              <a:rPr lang="nl-BE" u="sng" dirty="0" err="1"/>
              <a:t>with</a:t>
            </a:r>
            <a:r>
              <a:rPr lang="nl-BE" u="sng" dirty="0"/>
              <a:t> </a:t>
            </a:r>
            <a:r>
              <a:rPr lang="nl-BE" u="sng" dirty="0" err="1"/>
              <a:t>keywords</a:t>
            </a:r>
            <a:endParaRPr lang="nl-BE" u="sng" dirty="0"/>
          </a:p>
          <a:p>
            <a:r>
              <a:rPr lang="en-US" dirty="0"/>
              <a:t>braces contain a keyword and parameter of the form &lt;</a:t>
            </a:r>
            <a:r>
              <a:rPr lang="nl-BE" dirty="0" err="1"/>
              <a:t>keyword</a:t>
            </a:r>
            <a:r>
              <a:rPr lang="nl-BE" dirty="0"/>
              <a:t> &gt;=&lt; </a:t>
            </a:r>
            <a:r>
              <a:rPr lang="nl-BE" dirty="0" err="1"/>
              <a:t>value</a:t>
            </a:r>
            <a:r>
              <a:rPr lang="nl-BE" dirty="0"/>
              <a:t> &gt;</a:t>
            </a:r>
            <a:br>
              <a:rPr lang="nl-BE" dirty="0"/>
            </a:br>
            <a:r>
              <a:rPr lang="nl-BE" dirty="0">
                <a:latin typeface="Courier New" panose="02070309020205020404" pitchFamily="49" charset="0"/>
                <a:cs typeface="Courier New" panose="02070309020205020404" pitchFamily="49" charset="0"/>
              </a:rPr>
              <a:t>‘{c} </a:t>
            </a:r>
            <a:r>
              <a:rPr lang="nl-BE" dirty="0" err="1">
                <a:latin typeface="Courier New" panose="02070309020205020404" pitchFamily="49" charset="0"/>
                <a:cs typeface="Courier New" panose="02070309020205020404" pitchFamily="49" charset="0"/>
              </a:rPr>
              <a:t>color</a:t>
            </a:r>
            <a:r>
              <a:rPr lang="nl-BE" dirty="0">
                <a:latin typeface="Courier New" panose="02070309020205020404" pitchFamily="49" charset="0"/>
                <a:cs typeface="Courier New" panose="02070309020205020404" pitchFamily="49" charset="0"/>
              </a:rPr>
              <a:t> {b}, {a} {d}'.format(a=‘</a:t>
            </a:r>
            <a:r>
              <a:rPr lang="nl-BE" dirty="0" err="1">
                <a:latin typeface="Courier New" panose="02070309020205020404" pitchFamily="49" charset="0"/>
                <a:cs typeface="Courier New" panose="02070309020205020404" pitchFamily="49" charset="0"/>
              </a:rPr>
              <a:t>dark</a:t>
            </a:r>
            <a:r>
              <a:rPr lang="nl-BE" dirty="0">
                <a:latin typeface="Courier New" panose="02070309020205020404" pitchFamily="49" charset="0"/>
                <a:cs typeface="Courier New" panose="02070309020205020404" pitchFamily="49" charset="0"/>
              </a:rPr>
              <a:t>', b=‘</a:t>
            </a:r>
            <a:r>
              <a:rPr lang="nl-BE" dirty="0" err="1">
                <a:latin typeface="Courier New" panose="02070309020205020404" pitchFamily="49" charset="0"/>
                <a:cs typeface="Courier New" panose="02070309020205020404" pitchFamily="49" charset="0"/>
              </a:rPr>
              <a:t>brown</a:t>
            </a:r>
            <a:r>
              <a:rPr lang="nl-BE" dirty="0">
                <a:latin typeface="Courier New" panose="02070309020205020404" pitchFamily="49" charset="0"/>
                <a:cs typeface="Courier New" panose="02070309020205020404" pitchFamily="49" charset="0"/>
              </a:rPr>
              <a:t>', c=‘</a:t>
            </a:r>
            <a:r>
              <a:rPr lang="nl-BE" dirty="0" err="1">
                <a:latin typeface="Courier New" panose="02070309020205020404" pitchFamily="49" charset="0"/>
                <a:cs typeface="Courier New" panose="02070309020205020404" pitchFamily="49" charset="0"/>
              </a:rPr>
              <a:t>yellow</a:t>
            </a:r>
            <a:r>
              <a:rPr lang="nl-BE" dirty="0">
                <a:latin typeface="Courier New" panose="02070309020205020404" pitchFamily="49" charset="0"/>
                <a:cs typeface="Courier New" panose="02070309020205020404" pitchFamily="49" charset="0"/>
              </a:rPr>
              <a:t>‘, d=‘red’)</a:t>
            </a:r>
            <a:r>
              <a:rPr lang="nl-BE" dirty="0"/>
              <a:t> returns </a:t>
            </a:r>
            <a:r>
              <a:rPr lang="en-US" dirty="0"/>
              <a:t>‘yellow color brown, dark red'</a:t>
            </a:r>
          </a:p>
          <a:p>
            <a:pPr marL="0" indent="0">
              <a:buNone/>
            </a:pPr>
            <a:endParaRPr lang="nl-BE" dirty="0"/>
          </a:p>
        </p:txBody>
      </p:sp>
    </p:spTree>
    <p:extLst>
      <p:ext uri="{BB962C8B-B14F-4D97-AF65-F5344CB8AC3E}">
        <p14:creationId xmlns:p14="http://schemas.microsoft.com/office/powerpoint/2010/main" val="182520061"/>
      </p:ext>
    </p:extLst>
  </p:cSld>
  <p:clrMapOvr>
    <a:masterClrMapping/>
  </p:clrMapOvr>
  <mc:AlternateContent xmlns:mc="http://schemas.openxmlformats.org/markup-compatibility/2006" xmlns:p14="http://schemas.microsoft.com/office/powerpoint/2010/main">
    <mc:Choice Requires="p14">
      <p:transition spd="slow" p14:dur="2000" advTm="169688"/>
    </mc:Choice>
    <mc:Fallback xmlns="">
      <p:transition spd="slow" advTm="169688"/>
    </mc:Fallback>
  </mc:AlternateContent>
  <p:extLst>
    <p:ext uri="{3A86A75C-4F4B-4683-9AE1-C65F6400EC91}">
      <p14:laserTraceLst xmlns:p14="http://schemas.microsoft.com/office/powerpoint/2010/main">
        <p14:tracePtLst>
          <p14:tracePt t="10405" x="615950" y="2559050"/>
          <p14:tracePt t="10431" x="615950" y="2578100"/>
          <p14:tracePt t="10487" x="615950" y="2584450"/>
          <p14:tracePt t="10556" x="615950" y="2590800"/>
          <p14:tracePt t="10589" x="622300" y="2590800"/>
          <p14:tracePt t="10598" x="622300" y="2597150"/>
          <p14:tracePt t="10606" x="628650" y="2603500"/>
          <p14:tracePt t="10622" x="641350" y="2603500"/>
          <p14:tracePt t="10639" x="647700" y="2609850"/>
          <p14:tracePt t="10656" x="660400" y="2616200"/>
          <p14:tracePt t="10673" x="673100" y="2622550"/>
          <p14:tracePt t="10676" x="679450" y="2628900"/>
          <p14:tracePt t="10691" x="685800" y="2628900"/>
          <p14:tracePt t="10706" x="692150" y="2635250"/>
          <p14:tracePt t="10707" x="698500" y="2635250"/>
          <p14:tracePt t="10724" x="711200" y="2641600"/>
          <p14:tracePt t="10739" x="723900" y="2647950"/>
          <p14:tracePt t="10756" x="736600" y="2654300"/>
          <p14:tracePt t="10773" x="755650" y="2667000"/>
          <p14:tracePt t="10789" x="768350" y="2673350"/>
          <p14:tracePt t="10806" x="787400" y="2686050"/>
          <p14:tracePt t="10823" x="806450" y="2698750"/>
          <p14:tracePt t="10840" x="825500" y="2705100"/>
          <p14:tracePt t="10856" x="838200" y="2711450"/>
          <p14:tracePt t="10873" x="863600" y="2711450"/>
          <p14:tracePt t="10889" x="876300" y="2724150"/>
          <p14:tracePt t="10906" x="895350" y="2724150"/>
          <p14:tracePt t="10922" x="914400" y="2730500"/>
          <p14:tracePt t="10939" x="927100" y="2736850"/>
          <p14:tracePt t="10942" x="939800" y="2743200"/>
          <p14:tracePt t="10965" x="952500" y="2743200"/>
          <p14:tracePt t="10977" x="977900" y="2749550"/>
          <p14:tracePt t="10982" x="984250" y="2749550"/>
          <p14:tracePt t="10989" x="996950" y="2755900"/>
          <p14:tracePt t="11006" x="1016000" y="2755900"/>
          <p14:tracePt t="11023" x="1035050" y="2762250"/>
          <p14:tracePt t="11039" x="1047750" y="2762250"/>
          <p14:tracePt t="11056" x="1060450" y="2768600"/>
          <p14:tracePt t="11073" x="1066800" y="2768600"/>
          <p14:tracePt t="11120" x="1073150" y="2768600"/>
          <p14:tracePt t="11145" x="1079500" y="2768600"/>
          <p14:tracePt t="11152" x="1085850" y="2774950"/>
          <p14:tracePt t="11160" x="1092200" y="2774950"/>
          <p14:tracePt t="11176" x="1098550" y="2774950"/>
          <p14:tracePt t="11189" x="1104900" y="2781300"/>
          <p14:tracePt t="11206" x="1111250" y="2781300"/>
          <p14:tracePt t="11209" x="1117600" y="2787650"/>
          <p14:tracePt t="11223" x="1130300" y="2794000"/>
          <p14:tracePt t="11239" x="1149350" y="2800350"/>
          <p14:tracePt t="11256" x="1162050" y="2806700"/>
          <p14:tracePt t="11273" x="1181100" y="2813050"/>
          <p14:tracePt t="11289" x="1187450" y="2813050"/>
          <p14:tracePt t="11306" x="1200150" y="2819400"/>
          <p14:tracePt t="11323" x="1212850" y="2819400"/>
          <p14:tracePt t="11340" x="1219200" y="2819400"/>
          <p14:tracePt t="11356" x="1225550" y="2825750"/>
          <p14:tracePt t="11389" x="1231900" y="2832100"/>
          <p14:tracePt t="11406" x="1244600" y="2832100"/>
          <p14:tracePt t="11423" x="1250950" y="2832100"/>
          <p14:tracePt t="11431" x="1257300" y="2838450"/>
          <p14:tracePt t="11433" x="1263650" y="2838450"/>
          <p14:tracePt t="11471" x="1289050" y="2844800"/>
          <p14:tracePt t="11474" x="1295400" y="2851150"/>
          <p14:tracePt t="11499" x="1308100" y="2851150"/>
          <p14:tracePt t="11506" x="1308100" y="2857500"/>
          <p14:tracePt t="11523" x="1314450" y="2857500"/>
          <p14:tracePt t="11539" x="1327150" y="2863850"/>
          <p14:tracePt t="11588" x="1333500" y="2870200"/>
          <p14:tracePt t="11620" x="1333500" y="2876550"/>
          <p14:tracePt t="11631" x="1339850" y="2876550"/>
          <p14:tracePt t="11645" x="1346200" y="2882900"/>
          <p14:tracePt t="11656" x="1346200" y="2889250"/>
          <p14:tracePt t="11673" x="1352550" y="2889250"/>
          <p14:tracePt t="11676" x="1352550" y="2895600"/>
          <p14:tracePt t="11700" x="1358900" y="2895600"/>
          <p14:tracePt t="11732" x="1358900" y="2901950"/>
          <p14:tracePt t="11788" x="1358900" y="2908300"/>
          <p14:tracePt t="11806" x="1365250" y="2908300"/>
          <p14:tracePt t="11823" x="1371600" y="2914650"/>
          <p14:tracePt t="11880" x="1377950" y="2914650"/>
          <p14:tracePt t="12732" x="1384300" y="2914650"/>
          <p14:tracePt t="12750" x="1397000" y="2914650"/>
          <p14:tracePt t="12756" x="1403350" y="2914650"/>
          <p14:tracePt t="12773" x="1416050" y="2914650"/>
          <p14:tracePt t="12790" x="1441450" y="2921000"/>
          <p14:tracePt t="12806" x="1454150" y="2921000"/>
          <p14:tracePt t="12823" x="1473200" y="2921000"/>
          <p14:tracePt t="12840" x="1485900" y="2921000"/>
          <p14:tracePt t="12856" x="1504950" y="2927350"/>
          <p14:tracePt t="12861" x="1517650" y="2927350"/>
          <p14:tracePt t="12873" x="1530350" y="2927350"/>
          <p14:tracePt t="12893" x="1574800" y="2933700"/>
          <p14:tracePt t="12906" x="1581150" y="2933700"/>
          <p14:tracePt t="12923" x="1612900" y="2933700"/>
          <p14:tracePt t="12927" x="1625600" y="2940050"/>
          <p14:tracePt t="12939" x="1638300" y="2940050"/>
          <p14:tracePt t="12957" x="1657350" y="2946400"/>
          <p14:tracePt t="12959" x="1670050" y="2946400"/>
          <p14:tracePt t="12974" x="1695450" y="2946400"/>
          <p14:tracePt t="12989" x="1720850" y="2946400"/>
          <p14:tracePt t="13006" x="1746250" y="2946400"/>
          <p14:tracePt t="13023" x="1771650" y="2946400"/>
          <p14:tracePt t="13040" x="1784350" y="2946400"/>
          <p14:tracePt t="13056" x="1803400" y="2952750"/>
          <p14:tracePt t="13073" x="1816100" y="2952750"/>
          <p14:tracePt t="13090" x="1828800" y="2959100"/>
          <p14:tracePt t="13106" x="1835150" y="2959100"/>
          <p14:tracePt t="13123" x="1854200" y="2959100"/>
          <p14:tracePt t="13128" x="1860550" y="2959100"/>
          <p14:tracePt t="13139" x="1873250" y="2959100"/>
          <p14:tracePt t="13156" x="1898650" y="2965450"/>
          <p14:tracePt t="13159" x="1905000" y="2965450"/>
          <p14:tracePt t="13173" x="1930400" y="2965450"/>
          <p14:tracePt t="13190" x="1955800" y="2971800"/>
          <p14:tracePt t="13206" x="1962150" y="2971800"/>
          <p14:tracePt t="13224" x="1987550" y="2971800"/>
          <p14:tracePt t="13239" x="2000250" y="2971800"/>
          <p14:tracePt t="13256" x="2012950" y="2971800"/>
          <p14:tracePt t="13273" x="2032000" y="2978150"/>
          <p14:tracePt t="13289" x="2051050" y="2978150"/>
          <p14:tracePt t="13306" x="2057400" y="2978150"/>
          <p14:tracePt t="13323" x="2089150" y="2978150"/>
          <p14:tracePt t="13340" x="2095500" y="2978150"/>
          <p14:tracePt t="13356" x="2127250" y="2978150"/>
          <p14:tracePt t="13359" x="2139950" y="2978150"/>
          <p14:tracePt t="13373" x="2146300" y="2978150"/>
          <p14:tracePt t="13390" x="2165350" y="2978150"/>
          <p14:tracePt t="13393" x="2178050" y="2984500"/>
          <p14:tracePt t="13406" x="2184400" y="2984500"/>
          <p14:tracePt t="13423" x="2228850" y="2984500"/>
          <p14:tracePt t="13439" x="2247900" y="2990850"/>
          <p14:tracePt t="13456" x="2260600" y="2990850"/>
          <p14:tracePt t="13459" x="2273300" y="2990850"/>
          <p14:tracePt t="13476" x="2292350" y="2997200"/>
          <p14:tracePt t="13490" x="2317750" y="2997200"/>
          <p14:tracePt t="13508" x="2362200" y="3003550"/>
          <p14:tracePt t="13523" x="2381250" y="3003550"/>
          <p14:tracePt t="13540" x="2413000" y="3003550"/>
          <p14:tracePt t="13556" x="2425700" y="3003550"/>
          <p14:tracePt t="13575" x="2444750" y="3003550"/>
          <p14:tracePt t="13579" x="2463800" y="3003550"/>
          <p14:tracePt t="13590" x="2476500" y="3003550"/>
          <p14:tracePt t="13607" x="2495550" y="3003550"/>
          <p14:tracePt t="13611" x="2508250" y="3003550"/>
          <p14:tracePt t="13623" x="2527300" y="3003550"/>
          <p14:tracePt t="13641" x="2571750" y="3003550"/>
          <p14:tracePt t="13656" x="2590800" y="3003550"/>
          <p14:tracePt t="13675" x="2622550" y="3009900"/>
          <p14:tracePt t="13689" x="2647950" y="3009900"/>
          <p14:tracePt t="13706" x="2654300" y="3009900"/>
          <p14:tracePt t="13709" x="2667000" y="3009900"/>
          <p14:tracePt t="13723" x="2673350" y="3009900"/>
          <p14:tracePt t="13739" x="2705100" y="3016250"/>
          <p14:tracePt t="13756" x="2736850" y="3022600"/>
          <p14:tracePt t="13773" x="2774950" y="3022600"/>
          <p14:tracePt t="13790" x="2813050" y="3022600"/>
          <p14:tracePt t="13806" x="2851150" y="3022600"/>
          <p14:tracePt t="13823" x="2870200" y="3022600"/>
          <p14:tracePt t="13839" x="2908300" y="3022600"/>
          <p14:tracePt t="13856" x="2940050" y="3022600"/>
          <p14:tracePt t="13873" x="2959100" y="3022600"/>
          <p14:tracePt t="13876" x="2978150" y="3022600"/>
          <p14:tracePt t="13889" x="2997200" y="3028950"/>
          <p14:tracePt t="13906" x="3041650" y="3028950"/>
          <p14:tracePt t="13910" x="3067050" y="3028950"/>
          <p14:tracePt t="13923" x="3092450" y="3028950"/>
          <p14:tracePt t="13939" x="3162300" y="3028950"/>
          <p14:tracePt t="13956" x="3232150" y="3028950"/>
          <p14:tracePt t="13972" x="3257550" y="3028950"/>
          <p14:tracePt t="13989" x="3321050" y="3028950"/>
          <p14:tracePt t="14006" x="3359150" y="3028950"/>
          <p14:tracePt t="14023" x="3378200" y="3028950"/>
          <p14:tracePt t="14040" x="3403600" y="3028950"/>
          <p14:tracePt t="14056" x="3422650" y="3028950"/>
          <p14:tracePt t="14073" x="3441700" y="3028950"/>
          <p14:tracePt t="14090" x="3467100" y="3028950"/>
          <p14:tracePt t="14106" x="3492500" y="3035300"/>
          <p14:tracePt t="14110" x="3511550" y="3035300"/>
          <p14:tracePt t="14123" x="3524250" y="3035300"/>
          <p14:tracePt t="14140" x="3556000" y="3035300"/>
          <p14:tracePt t="14142" x="3575050" y="3035300"/>
          <p14:tracePt t="14156" x="3600450" y="3035300"/>
          <p14:tracePt t="14173" x="3638550" y="3035300"/>
          <p14:tracePt t="14189" x="3683000" y="3041650"/>
          <p14:tracePt t="14206" x="3727450" y="3041650"/>
          <p14:tracePt t="14223" x="3784600" y="3041650"/>
          <p14:tracePt t="14240" x="3835400" y="3041650"/>
          <p14:tracePt t="14256" x="3886200" y="3041650"/>
          <p14:tracePt t="14273" x="3905250" y="3041650"/>
          <p14:tracePt t="14290" x="3937000" y="3041650"/>
          <p14:tracePt t="14306" x="3975100" y="3041650"/>
          <p14:tracePt t="14323" x="4006850" y="3041650"/>
          <p14:tracePt t="14340" x="4019550" y="3041650"/>
          <p14:tracePt t="14356" x="4051300" y="3041650"/>
          <p14:tracePt t="14373" x="4076700" y="3041650"/>
          <p14:tracePt t="14376" x="4095750" y="3041650"/>
          <p14:tracePt t="14392" x="4108450" y="3041650"/>
          <p14:tracePt t="14406" x="4127500" y="3041650"/>
          <p14:tracePt t="14410" x="4140200" y="3041650"/>
          <p14:tracePt t="14424" x="4178300" y="3041650"/>
          <p14:tracePt t="14440" x="4197350" y="3041650"/>
          <p14:tracePt t="14457" x="4235450" y="3041650"/>
          <p14:tracePt t="14473" x="4273550" y="3041650"/>
          <p14:tracePt t="14489" x="4292600" y="3041650"/>
          <p14:tracePt t="14506" x="4343400" y="3041650"/>
          <p14:tracePt t="14523" x="4368800" y="3035300"/>
          <p14:tracePt t="14540" x="4413250" y="3028950"/>
          <p14:tracePt t="14556" x="4464050" y="3022600"/>
          <p14:tracePt t="14573" x="4483100" y="3016250"/>
          <p14:tracePt t="14590" x="4521200" y="3016250"/>
          <p14:tracePt t="14606" x="4533900" y="3016250"/>
          <p14:tracePt t="14623" x="4552950" y="3009900"/>
          <p14:tracePt t="14639" x="4572000" y="3003550"/>
          <p14:tracePt t="14642" x="4578350" y="3003550"/>
          <p14:tracePt t="14656" x="4584700" y="3003550"/>
          <p14:tracePt t="14673" x="4616450" y="2997200"/>
          <p14:tracePt t="14690" x="4635500" y="2990850"/>
          <p14:tracePt t="14706" x="4648200" y="2990850"/>
          <p14:tracePt t="14723" x="4673600" y="2984500"/>
          <p14:tracePt t="14740" x="4679950" y="2978150"/>
          <p14:tracePt t="14756" x="4705350" y="2971800"/>
          <p14:tracePt t="14773" x="4711700" y="2965450"/>
          <p14:tracePt t="14790" x="4724400" y="2959100"/>
          <p14:tracePt t="14806" x="4730750" y="2952750"/>
          <p14:tracePt t="14823" x="4737100" y="2946400"/>
          <p14:tracePt t="14839" x="4749800" y="2933700"/>
          <p14:tracePt t="14856" x="4749800" y="2921000"/>
          <p14:tracePt t="14873" x="4762500" y="2908300"/>
          <p14:tracePt t="14875" x="4762500" y="2901950"/>
          <p14:tracePt t="14890" x="4762500" y="2889250"/>
          <p14:tracePt t="14906" x="4768850" y="2882900"/>
          <p14:tracePt t="14909" x="4775200" y="2870200"/>
          <p14:tracePt t="14924" x="4781550" y="2844800"/>
          <p14:tracePt t="14939" x="4787900" y="2832100"/>
          <p14:tracePt t="14956" x="4794250" y="2813050"/>
          <p14:tracePt t="14973" x="4800600" y="2794000"/>
          <p14:tracePt t="14989" x="4806950" y="2774950"/>
          <p14:tracePt t="15006" x="4813300" y="2749550"/>
          <p14:tracePt t="15023" x="4819650" y="2743200"/>
          <p14:tracePt t="15040" x="4826000" y="2724150"/>
          <p14:tracePt t="15056" x="4826000" y="2711450"/>
          <p14:tracePt t="15073" x="4826000" y="2705100"/>
          <p14:tracePt t="15090" x="4832350" y="2692400"/>
          <p14:tracePt t="15106" x="4832350" y="2686050"/>
          <p14:tracePt t="15123" x="4832350" y="2679700"/>
          <p14:tracePt t="15140" x="4832350" y="2667000"/>
          <p14:tracePt t="15143" x="4832350" y="2660650"/>
          <p14:tracePt t="15156" x="4832350" y="2654300"/>
          <p14:tracePt t="15173" x="4832350" y="2635250"/>
          <p14:tracePt t="15191" x="4838700" y="2622550"/>
          <p14:tracePt t="15206" x="4838700" y="2609850"/>
          <p14:tracePt t="15225" x="4838700" y="2603500"/>
          <p14:tracePt t="15239" x="4838700" y="2590800"/>
          <p14:tracePt t="15258" x="4838700" y="2584450"/>
          <p14:tracePt t="15273" x="4838700" y="2578100"/>
          <p14:tracePt t="15290" x="4838700" y="2571750"/>
          <p14:tracePt t="15294" x="4838700" y="2565400"/>
          <p14:tracePt t="15320" x="4838700" y="2559050"/>
          <p14:tracePt t="15336" x="4838700" y="2552700"/>
          <p14:tracePt t="15361" x="4832350" y="2546350"/>
          <p14:tracePt t="15368" x="4832350" y="2540000"/>
          <p14:tracePt t="15384" x="4832350" y="2533650"/>
          <p14:tracePt t="15393" x="4826000" y="2533650"/>
          <p14:tracePt t="15416" x="4819650" y="2527300"/>
          <p14:tracePt t="15425" x="4813300" y="2520950"/>
          <p14:tracePt t="15440" x="4794250" y="2508250"/>
          <p14:tracePt t="15456" x="4787900" y="2508250"/>
          <p14:tracePt t="15473" x="4756150" y="2489200"/>
          <p14:tracePt t="15490" x="4730750" y="2482850"/>
          <p14:tracePt t="15506" x="4718050" y="2476500"/>
          <p14:tracePt t="15523" x="4686300" y="2476500"/>
          <p14:tracePt t="15540" x="4667250" y="2470150"/>
          <p14:tracePt t="15556" x="4641850" y="2463800"/>
          <p14:tracePt t="15560" x="4622800" y="2457450"/>
          <p14:tracePt t="15573" x="4610100" y="2457450"/>
          <p14:tracePt t="15589" x="4591050" y="2457450"/>
          <p14:tracePt t="15606" x="4546600" y="2444750"/>
          <p14:tracePt t="15623" x="4514850" y="2438400"/>
          <p14:tracePt t="15626" x="4489450" y="2432050"/>
          <p14:tracePt t="15639" x="4464050" y="2432050"/>
          <p14:tracePt t="15656" x="4432300" y="2425700"/>
          <p14:tracePt t="15659" x="4406900" y="2419350"/>
          <p14:tracePt t="15674" x="4362450" y="2419350"/>
          <p14:tracePt t="15689" x="4337050" y="2413000"/>
          <p14:tracePt t="15706" x="4279900" y="2413000"/>
          <p14:tracePt t="15723" x="4254500" y="2413000"/>
          <p14:tracePt t="15740" x="4203700" y="2406650"/>
          <p14:tracePt t="15756" x="4178300" y="2406650"/>
          <p14:tracePt t="15773" x="4114800" y="2406650"/>
          <p14:tracePt t="15790" x="4089400" y="2406650"/>
          <p14:tracePt t="15806" x="4025900" y="2406650"/>
          <p14:tracePt t="15823" x="4000500" y="2406650"/>
          <p14:tracePt t="15826" x="3975100" y="2406650"/>
          <p14:tracePt t="15840" x="3949700" y="2406650"/>
          <p14:tracePt t="15856" x="3917950" y="2406650"/>
          <p14:tracePt t="15859" x="3886200" y="2406650"/>
          <p14:tracePt t="15873" x="3854450" y="2406650"/>
          <p14:tracePt t="15889" x="3822700" y="2406650"/>
          <p14:tracePt t="15893" x="3784600" y="2406650"/>
          <p14:tracePt t="15908" x="3752850" y="2406650"/>
          <p14:tracePt t="15924" x="3683000" y="2406650"/>
          <p14:tracePt t="15940" x="3644900" y="2406650"/>
          <p14:tracePt t="15956" x="3581400" y="2406650"/>
          <p14:tracePt t="15973" x="3536950" y="2406650"/>
          <p14:tracePt t="15990" x="3498850" y="2406650"/>
          <p14:tracePt t="16006" x="3429000" y="2400300"/>
          <p14:tracePt t="16023" x="3397250" y="2393950"/>
          <p14:tracePt t="16040" x="3327400" y="2381250"/>
          <p14:tracePt t="16056" x="3289300" y="2374900"/>
          <p14:tracePt t="16060" x="3251200" y="2368550"/>
          <p14:tracePt t="16073" x="3225800" y="2368550"/>
          <p14:tracePt t="16090" x="3200400" y="2368550"/>
          <p14:tracePt t="16093" x="3175000" y="2368550"/>
          <p14:tracePt t="16106" x="3149600" y="2368550"/>
          <p14:tracePt t="16123" x="3124200" y="2368550"/>
          <p14:tracePt t="16126" x="3098800" y="2368550"/>
          <p14:tracePt t="16140" x="3067050" y="2368550"/>
          <p14:tracePt t="16156" x="3041650" y="2368550"/>
          <p14:tracePt t="16160" x="3016250" y="2368550"/>
          <p14:tracePt t="16175" x="2978150" y="2374900"/>
          <p14:tracePt t="16190" x="2908300" y="2381250"/>
          <p14:tracePt t="16207" x="2876550" y="2387600"/>
          <p14:tracePt t="16223" x="2800350" y="2387600"/>
          <p14:tracePt t="16240" x="2755900" y="2387600"/>
          <p14:tracePt t="16256" x="2705100" y="2387600"/>
          <p14:tracePt t="16273" x="2603500" y="2387600"/>
          <p14:tracePt t="16290" x="2552700" y="2387600"/>
          <p14:tracePt t="16306" x="2438400" y="2387600"/>
          <p14:tracePt t="16323" x="2387600" y="2387600"/>
          <p14:tracePt t="16325" x="2336800" y="2381250"/>
          <p14:tracePt t="16339" x="2292350" y="2381250"/>
          <p14:tracePt t="16356" x="2254250" y="2381250"/>
          <p14:tracePt t="16359" x="2209800" y="2374900"/>
          <p14:tracePt t="16373" x="2171700" y="2374900"/>
          <p14:tracePt t="16390" x="2133600" y="2374900"/>
          <p14:tracePt t="16393" x="2095500" y="2374900"/>
          <p14:tracePt t="16406" x="2057400" y="2374900"/>
          <p14:tracePt t="16423" x="1962150" y="2374900"/>
          <p14:tracePt t="16441" x="1911350" y="2374900"/>
          <p14:tracePt t="16456" x="1816100" y="2368550"/>
          <p14:tracePt t="16473" x="1778000" y="2368550"/>
          <p14:tracePt t="16490" x="1720850" y="2362200"/>
          <p14:tracePt t="16506" x="1682750" y="2362200"/>
          <p14:tracePt t="16523" x="1625600" y="2362200"/>
          <p14:tracePt t="16540" x="1562100" y="2362200"/>
          <p14:tracePt t="16556" x="1536700" y="2362200"/>
          <p14:tracePt t="16560" x="1504950" y="2362200"/>
          <p14:tracePt t="16573" x="1473200" y="2362200"/>
          <p14:tracePt t="16590" x="1447800" y="2362200"/>
          <p14:tracePt t="16593" x="1428750" y="2362200"/>
          <p14:tracePt t="16606" x="1409700" y="2362200"/>
          <p14:tracePt t="16624" x="1371600" y="2362200"/>
          <p14:tracePt t="16640" x="1352550" y="2362200"/>
          <p14:tracePt t="16656" x="1333500" y="2362200"/>
          <p14:tracePt t="16659" x="1314450" y="2362200"/>
          <p14:tracePt t="16674" x="1276350" y="2362200"/>
          <p14:tracePt t="16690" x="1263650" y="2368550"/>
          <p14:tracePt t="16707" x="1231900" y="2368550"/>
          <p14:tracePt t="16723" x="1219200" y="2374900"/>
          <p14:tracePt t="16739" x="1193800" y="2387600"/>
          <p14:tracePt t="16756" x="1181100" y="2387600"/>
          <p14:tracePt t="16773" x="1168400" y="2393950"/>
          <p14:tracePt t="16790" x="1162050" y="2400300"/>
          <p14:tracePt t="16806" x="1155700" y="2406650"/>
          <p14:tracePt t="16823" x="1143000" y="2413000"/>
          <p14:tracePt t="16827" x="1136650" y="2419350"/>
          <p14:tracePt t="16844" x="1130300" y="2425700"/>
          <p14:tracePt t="16856" x="1123950" y="2432050"/>
          <p14:tracePt t="16876" x="1104900" y="2451100"/>
          <p14:tracePt t="16883" x="1098550" y="2463800"/>
          <p14:tracePt t="16898" x="1092200" y="2470150"/>
          <p14:tracePt t="16909" x="1085850" y="2482850"/>
          <p14:tracePt t="16923" x="1079500" y="2495550"/>
          <p14:tracePt t="16941" x="1073150" y="2514600"/>
          <p14:tracePt t="16956" x="1073150" y="2520950"/>
          <p14:tracePt t="16974" x="1066800" y="2540000"/>
          <p14:tracePt t="16990" x="1066800" y="2546350"/>
          <p14:tracePt t="17007" x="1066800" y="2571750"/>
          <p14:tracePt t="17023" x="1066800" y="2590800"/>
          <p14:tracePt t="17040" x="1066800" y="2616200"/>
          <p14:tracePt t="17056" x="1066800" y="2641600"/>
          <p14:tracePt t="17073" x="1066800" y="2660650"/>
          <p14:tracePt t="17075" x="1066800" y="2673350"/>
          <p14:tracePt t="17089" x="1066800" y="2679700"/>
          <p14:tracePt t="17106" x="1073150" y="2692400"/>
          <p14:tracePt t="17124" x="1079500" y="2705100"/>
          <p14:tracePt t="17140" x="1085850" y="2717800"/>
          <p14:tracePt t="17156" x="1092200" y="2724150"/>
          <p14:tracePt t="17173" x="1092200" y="2730500"/>
          <p14:tracePt t="17190" x="1104900" y="2743200"/>
          <p14:tracePt t="17207" x="1111250" y="2755900"/>
          <p14:tracePt t="17223" x="1123950" y="2768600"/>
          <p14:tracePt t="17240" x="1136650" y="2781300"/>
          <p14:tracePt t="17256" x="1143000" y="2781300"/>
          <p14:tracePt t="17273" x="1155700" y="2794000"/>
          <p14:tracePt t="17290" x="1168400" y="2800350"/>
          <p14:tracePt t="17306" x="1174750" y="2806700"/>
          <p14:tracePt t="17323" x="1181100" y="2813050"/>
          <p14:tracePt t="17340" x="1193800" y="2813050"/>
          <p14:tracePt t="17344" x="1193800" y="2819400"/>
          <p14:tracePt t="17356" x="1200150" y="2819400"/>
          <p14:tracePt t="17373" x="1212850" y="2819400"/>
          <p14:tracePt t="17406" x="1212850" y="2825750"/>
          <p14:tracePt t="17608" x="1219200" y="2825750"/>
          <p14:tracePt t="17850" x="1225550" y="2825750"/>
          <p14:tracePt t="17882" x="1225550" y="2819400"/>
          <p14:tracePt t="17954" x="1231900" y="2813050"/>
          <p14:tracePt t="17979" x="1238250" y="2813050"/>
          <p14:tracePt t="18004" x="1238250" y="2806700"/>
          <p14:tracePt t="18012" x="1244600" y="2806700"/>
          <p14:tracePt t="18022" x="1244600" y="2800350"/>
          <p14:tracePt t="18040" x="1257300" y="2800350"/>
          <p14:tracePt t="18056" x="1270000" y="2794000"/>
          <p14:tracePt t="18073" x="1282700" y="2794000"/>
          <p14:tracePt t="18077" x="1301750" y="2787650"/>
          <p14:tracePt t="18092" x="1314450" y="2787650"/>
          <p14:tracePt t="18108" x="1333500" y="2787650"/>
          <p14:tracePt t="18124" x="1346200" y="2787650"/>
          <p14:tracePt t="18140" x="1358900" y="2787650"/>
          <p14:tracePt t="18156" x="1371600" y="2787650"/>
          <p14:tracePt t="18173" x="1377950" y="2787650"/>
          <p14:tracePt t="18189" x="1384300" y="2787650"/>
          <p14:tracePt t="18206" x="1397000" y="2794000"/>
          <p14:tracePt t="18223" x="1422400" y="2794000"/>
          <p14:tracePt t="18240" x="1447800" y="2794000"/>
          <p14:tracePt t="18256" x="1466850" y="2800350"/>
          <p14:tracePt t="18273" x="1498600" y="2800350"/>
          <p14:tracePt t="18290" x="1511300" y="2806700"/>
          <p14:tracePt t="18306" x="1530350" y="2806700"/>
          <p14:tracePt t="18323" x="1543050" y="2806700"/>
          <p14:tracePt t="18339" x="1549400" y="2806700"/>
          <p14:tracePt t="18356" x="1555750" y="2806700"/>
          <p14:tracePt t="18382" x="1562100" y="2806700"/>
          <p14:tracePt t="18399" x="1568450" y="2806700"/>
          <p14:tracePt t="18430" x="1574800" y="2806700"/>
          <p14:tracePt t="18608" x="1574800" y="2813050"/>
          <p14:tracePt t="18616" x="1581150" y="2813050"/>
          <p14:tracePt t="18633" x="1593850" y="2819400"/>
          <p14:tracePt t="18641" x="1600200" y="2819400"/>
          <p14:tracePt t="18656" x="1619250" y="2825750"/>
          <p14:tracePt t="18673" x="1663700" y="2838450"/>
          <p14:tracePt t="18690" x="1695450" y="2844800"/>
          <p14:tracePt t="18707" x="1765300" y="2857500"/>
          <p14:tracePt t="18723" x="1847850" y="2870200"/>
          <p14:tracePt t="18739" x="1892300" y="2876550"/>
          <p14:tracePt t="18756" x="1955800" y="2876550"/>
          <p14:tracePt t="18773" x="1993900" y="2876550"/>
          <p14:tracePt t="18790" x="2032000" y="2876550"/>
          <p14:tracePt t="18794" x="2051050" y="2870200"/>
          <p14:tracePt t="18806" x="2057400" y="2870200"/>
          <p14:tracePt t="18823" x="2063750" y="2863850"/>
          <p14:tracePt t="18827" x="2070100" y="2863850"/>
          <p14:tracePt t="18874" x="2070100" y="2857500"/>
          <p14:tracePt t="18898" x="2076450" y="2857500"/>
          <p14:tracePt t="18906" x="2076450" y="2851150"/>
          <p14:tracePt t="18923" x="2082800" y="2851150"/>
          <p14:tracePt t="18939" x="2089150" y="2851150"/>
          <p14:tracePt t="18957" x="2095500" y="2844800"/>
          <p14:tracePt t="18973" x="2114550" y="2844800"/>
          <p14:tracePt t="18990" x="2127250" y="2838450"/>
          <p14:tracePt t="19006" x="2146300" y="2838450"/>
          <p14:tracePt t="19023" x="2159000" y="2832100"/>
          <p14:tracePt t="19148" x="2165350" y="2832100"/>
          <p14:tracePt t="19156" x="2165350" y="2825750"/>
          <p14:tracePt t="19173" x="2165350" y="2819400"/>
          <p14:tracePt t="19190" x="2171700" y="2813050"/>
          <p14:tracePt t="19206" x="2178050" y="2806700"/>
          <p14:tracePt t="19223" x="2184400" y="2794000"/>
          <p14:tracePt t="19383" x="2184400" y="2800350"/>
          <p14:tracePt t="19390" x="2184400" y="2806700"/>
          <p14:tracePt t="19406" x="2197100" y="2825750"/>
          <p14:tracePt t="19423" x="2216150" y="2844800"/>
          <p14:tracePt t="19440" x="2235200" y="2863850"/>
          <p14:tracePt t="19456" x="2254250" y="2876550"/>
          <p14:tracePt t="19473" x="2279650" y="2882900"/>
          <p14:tracePt t="19490" x="2311400" y="2895600"/>
          <p14:tracePt t="19506" x="2381250" y="2914650"/>
          <p14:tracePt t="19523" x="2419350" y="2914650"/>
          <p14:tracePt t="19526" x="2432050" y="2914650"/>
          <p14:tracePt t="19539" x="2451100" y="2914650"/>
          <p14:tracePt t="19556" x="2476500" y="2914650"/>
          <p14:tracePt t="19559" x="2489200" y="2914650"/>
          <p14:tracePt t="19573" x="2495550" y="2914650"/>
          <p14:tracePt t="19590" x="2508250" y="2914650"/>
          <p14:tracePt t="19593" x="2514600" y="2914650"/>
          <p14:tracePt t="19606" x="2514600" y="2908300"/>
          <p14:tracePt t="19624" x="2533650" y="2889250"/>
          <p14:tracePt t="19640" x="2546350" y="2870200"/>
          <p14:tracePt t="19656" x="2559050" y="2851150"/>
          <p14:tracePt t="19673" x="2565400" y="2844800"/>
          <p14:tracePt t="19690" x="2571750" y="2832100"/>
          <p14:tracePt t="19706" x="2584450" y="2819400"/>
          <p14:tracePt t="19723" x="2584450" y="2813050"/>
          <p14:tracePt t="19740" x="2590800" y="2806700"/>
          <p14:tracePt t="19756" x="2590800" y="2800350"/>
          <p14:tracePt t="19773" x="2603500" y="2781300"/>
          <p14:tracePt t="19790" x="2603500" y="2749550"/>
          <p14:tracePt t="19792" x="2603500" y="2730500"/>
          <p14:tracePt t="19813" x="2603500" y="2717800"/>
          <p14:tracePt t="19823" x="2603500" y="2705100"/>
          <p14:tracePt t="19840" x="2603500" y="2679700"/>
          <p14:tracePt t="19842" x="2603500" y="2667000"/>
          <p14:tracePt t="19856" x="2603500" y="2654300"/>
          <p14:tracePt t="19874" x="2597150" y="2641600"/>
          <p14:tracePt t="19890" x="2590800" y="2635250"/>
          <p14:tracePt t="19906" x="2584450" y="2628900"/>
          <p14:tracePt t="19940" x="2578100" y="2616200"/>
          <p14:tracePt t="19956" x="2565400" y="2603500"/>
          <p14:tracePt t="19973" x="2559050" y="2597150"/>
          <p14:tracePt t="19990" x="2533650" y="2578100"/>
          <p14:tracePt t="20006" x="2514600" y="2571750"/>
          <p14:tracePt t="20023" x="2508250" y="2565400"/>
          <p14:tracePt t="20026" x="2501900" y="2565400"/>
          <p14:tracePt t="20040" x="2489200" y="2559050"/>
          <p14:tracePt t="20056" x="2482850" y="2559050"/>
          <p14:tracePt t="20060" x="2476500" y="2552700"/>
          <p14:tracePt t="20076" x="2470150" y="2552700"/>
          <p14:tracePt t="20090" x="2463800" y="2552700"/>
          <p14:tracePt t="20106" x="2463800" y="2546350"/>
          <p14:tracePt t="20124" x="2444750" y="2546350"/>
          <p14:tracePt t="20142" x="2438400" y="2546350"/>
          <p14:tracePt t="20156" x="2419350" y="2546350"/>
          <p14:tracePt t="20190" x="2400300" y="2546350"/>
          <p14:tracePt t="20207" x="2393950" y="2546350"/>
          <p14:tracePt t="20223" x="2381250" y="2546350"/>
          <p14:tracePt t="20240" x="2374900" y="2546350"/>
          <p14:tracePt t="20256" x="2362200" y="2546350"/>
          <p14:tracePt t="20276" x="2355850" y="2546350"/>
          <p14:tracePt t="20289" x="2349500" y="2546350"/>
          <p14:tracePt t="20306" x="2343150" y="2546350"/>
          <p14:tracePt t="20310" x="2330450" y="2546350"/>
          <p14:tracePt t="20323" x="2317750" y="2552700"/>
          <p14:tracePt t="20340" x="2298700" y="2559050"/>
          <p14:tracePt t="20356" x="2279650" y="2571750"/>
          <p14:tracePt t="20374" x="2247900" y="2590800"/>
          <p14:tracePt t="20391" x="2235200" y="2597150"/>
          <p14:tracePt t="20406" x="2203450" y="2609850"/>
          <p14:tracePt t="20423" x="2197100" y="2622550"/>
          <p14:tracePt t="20440" x="2190750" y="2622550"/>
          <p14:tracePt t="20456" x="2184400" y="2628900"/>
          <p14:tracePt t="20490" x="2178050" y="2635250"/>
          <p14:tracePt t="20506" x="2178050" y="2647950"/>
          <p14:tracePt t="20509" x="2171700" y="2654300"/>
          <p14:tracePt t="20523" x="2165350" y="2660650"/>
          <p14:tracePt t="20540" x="2165350" y="2679700"/>
          <p14:tracePt t="20543" x="2165350" y="2686050"/>
          <p14:tracePt t="20556" x="2159000" y="2686050"/>
          <p14:tracePt t="20573" x="2159000" y="2698750"/>
          <p14:tracePt t="20589" x="2159000" y="2705100"/>
          <p14:tracePt t="20606" x="2159000" y="2711450"/>
          <p14:tracePt t="20624" x="2159000" y="2724150"/>
          <p14:tracePt t="20640" x="2159000" y="2736850"/>
          <p14:tracePt t="20656" x="2159000" y="2749550"/>
          <p14:tracePt t="20673" x="2165350" y="2755900"/>
          <p14:tracePt t="20690" x="2171700" y="2774950"/>
          <p14:tracePt t="20706" x="2178050" y="2794000"/>
          <p14:tracePt t="20723" x="2184400" y="2800350"/>
          <p14:tracePt t="20740" x="2190750" y="2813050"/>
          <p14:tracePt t="20756" x="2190750" y="2819400"/>
          <p14:tracePt t="20773" x="2203450" y="2832100"/>
          <p14:tracePt t="20776" x="2203450" y="2838450"/>
          <p14:tracePt t="20790" x="2216150" y="2844800"/>
          <p14:tracePt t="20806" x="2222500" y="2857500"/>
          <p14:tracePt t="20809" x="2228850" y="2863850"/>
          <p14:tracePt t="20825" x="2241550" y="2870200"/>
          <p14:tracePt t="20840" x="2247900" y="2876550"/>
          <p14:tracePt t="20856" x="2266950" y="2895600"/>
          <p14:tracePt t="20873" x="2279650" y="2895600"/>
          <p14:tracePt t="20889" x="2292350" y="2908300"/>
          <p14:tracePt t="20906" x="2311400" y="2914650"/>
          <p14:tracePt t="20923" x="2317750" y="2921000"/>
          <p14:tracePt t="20939" x="2343150" y="2927350"/>
          <p14:tracePt t="20956" x="2362200" y="2933700"/>
          <p14:tracePt t="20973" x="2381250" y="2933700"/>
          <p14:tracePt t="20989" x="2406650" y="2940050"/>
          <p14:tracePt t="21006" x="2419350" y="2940050"/>
          <p14:tracePt t="21023" x="2438400" y="2940050"/>
          <p14:tracePt t="21040" x="2451100" y="2940050"/>
          <p14:tracePt t="21056" x="2457450" y="2940050"/>
          <p14:tracePt t="21073" x="2476500" y="2940050"/>
          <p14:tracePt t="21098" x="2482850" y="2940050"/>
          <p14:tracePt t="21106" x="2489200" y="2940050"/>
          <p14:tracePt t="21123" x="2489200" y="2933700"/>
          <p14:tracePt t="21139" x="2495550" y="2933700"/>
          <p14:tracePt t="23300" x="2501900" y="2933700"/>
          <p14:tracePt t="26112" x="2508250" y="2933700"/>
          <p14:tracePt t="26152" x="2514600" y="2933700"/>
          <p14:tracePt t="26176" x="2520950" y="2933700"/>
          <p14:tracePt t="26202" x="2527300" y="2933700"/>
          <p14:tracePt t="26216" x="2540000" y="2933700"/>
          <p14:tracePt t="26235" x="2546350" y="2933700"/>
          <p14:tracePt t="26242" x="2559050" y="2933700"/>
          <p14:tracePt t="26258" x="2571750" y="2933700"/>
          <p14:tracePt t="26274" x="2590800" y="2933700"/>
          <p14:tracePt t="26290" x="2603500" y="2933700"/>
          <p14:tracePt t="26306" x="2616200" y="2933700"/>
          <p14:tracePt t="26323" x="2628900" y="2933700"/>
          <p14:tracePt t="26340" x="2635250" y="2933700"/>
          <p14:tracePt t="26356" x="2641600" y="2933700"/>
          <p14:tracePt t="26381" x="2647950" y="2933700"/>
          <p14:tracePt t="26743" x="2654300" y="2933700"/>
          <p14:tracePt t="26750" x="2660650" y="2933700"/>
          <p14:tracePt t="26767" x="2667000" y="2933700"/>
          <p14:tracePt t="26783" x="2679700" y="2933700"/>
          <p14:tracePt t="26799" x="2686050" y="2933700"/>
          <p14:tracePt t="26809" x="2692400" y="2933700"/>
          <p14:tracePt t="26824" x="2698750" y="2933700"/>
          <p14:tracePt t="26840" x="2711450" y="2933700"/>
          <p14:tracePt t="26856" x="2724150" y="2933700"/>
          <p14:tracePt t="26873" x="2730500" y="2933700"/>
          <p14:tracePt t="26897" x="2736850" y="2933700"/>
          <p14:tracePt t="26927" x="2743200" y="2933700"/>
          <p14:tracePt t="26942" x="2749550" y="2933700"/>
          <p14:tracePt t="26958" x="2755900" y="2933700"/>
          <p14:tracePt t="26983" x="2762250" y="2933700"/>
          <p14:tracePt t="27016" x="2768600" y="2933700"/>
          <p14:tracePt t="27032" x="2774950" y="2933700"/>
          <p14:tracePt t="27056" x="2781300" y="2933700"/>
          <p14:tracePt t="27081" x="2787650" y="2933700"/>
          <p14:tracePt t="27106" x="2794000" y="2933700"/>
          <p14:tracePt t="27121" x="2800350" y="2933700"/>
          <p14:tracePt t="27129" x="2806700" y="2933700"/>
          <p14:tracePt t="27153" x="2813050" y="2933700"/>
          <p14:tracePt t="27169" x="2813050" y="2927350"/>
          <p14:tracePt t="27184" x="2819400" y="2927350"/>
          <p14:tracePt t="27209" x="2825750" y="2927350"/>
          <p14:tracePt t="27217" x="2832100" y="2927350"/>
          <p14:tracePt t="27241" x="2838450" y="2927350"/>
          <p14:tracePt t="27282" x="2844800" y="2927350"/>
          <p14:tracePt t="27330" x="2851150" y="2927350"/>
          <p14:tracePt t="27338" x="2857500" y="2927350"/>
          <p14:tracePt t="27378" x="2863850" y="2927350"/>
          <p14:tracePt t="27451" x="2870200" y="2927350"/>
          <p14:tracePt t="27660" x="2876550" y="2927350"/>
          <p14:tracePt t="27668" x="2882900" y="2927350"/>
          <p14:tracePt t="27693" x="2889250" y="2921000"/>
          <p14:tracePt t="27756" x="2895600" y="2921000"/>
          <p14:tracePt t="27807" x="2901950" y="2921000"/>
          <p14:tracePt t="27822" x="2908300" y="2921000"/>
          <p14:tracePt t="27873" x="2914650" y="2921000"/>
          <p14:tracePt t="28636" x="2921000" y="2921000"/>
          <p14:tracePt t="28653" x="2927350" y="2921000"/>
          <p14:tracePt t="28660" x="2933700" y="2921000"/>
          <p14:tracePt t="28677" x="2940050" y="2921000"/>
          <p14:tracePt t="28690" x="2946400" y="2921000"/>
          <p14:tracePt t="28694" x="2952750" y="2921000"/>
          <p14:tracePt t="28706" x="2959100" y="2921000"/>
          <p14:tracePt t="28724" x="2978150" y="2921000"/>
          <p14:tracePt t="28741" x="2984500" y="2921000"/>
          <p14:tracePt t="28758" x="2990850" y="2921000"/>
          <p14:tracePt t="28773" x="2997200" y="2921000"/>
          <p14:tracePt t="28807" x="3003550" y="2921000"/>
          <p14:tracePt t="28823" x="3009900" y="2921000"/>
          <p14:tracePt t="28840" x="3016250" y="2921000"/>
          <p14:tracePt t="28857" x="3022600" y="2921000"/>
          <p14:tracePt t="28873" x="3028950" y="2921000"/>
          <p14:tracePt t="28892" x="3035300" y="2921000"/>
          <p14:tracePt t="28896" x="3048000" y="2921000"/>
          <p14:tracePt t="28906" x="3054350" y="2921000"/>
          <p14:tracePt t="28923" x="3060700" y="2921000"/>
          <p14:tracePt t="28926" x="3067050" y="2921000"/>
          <p14:tracePt t="28940" x="3073400" y="2921000"/>
          <p14:tracePt t="28973" x="3079750" y="2921000"/>
          <p14:tracePt t="29256" x="3073400" y="2921000"/>
          <p14:tracePt t="29264" x="3067050" y="2921000"/>
          <p14:tracePt t="29273" x="3054350" y="2914650"/>
          <p14:tracePt t="29290" x="3022600" y="2914650"/>
          <p14:tracePt t="29307" x="2978150" y="2901950"/>
          <p14:tracePt t="29323" x="2940050" y="2895600"/>
          <p14:tracePt t="29341" x="2889250" y="2889250"/>
          <p14:tracePt t="29356" x="2844800" y="2882900"/>
          <p14:tracePt t="29373" x="2813050" y="2876550"/>
          <p14:tracePt t="29390" x="2787650" y="2870200"/>
          <p14:tracePt t="29407" x="2755900" y="2863850"/>
          <p14:tracePt t="29423" x="2711450" y="2851150"/>
          <p14:tracePt t="29426" x="2692400" y="2844800"/>
          <p14:tracePt t="29440" x="2679700" y="2844800"/>
          <p14:tracePt t="29456" x="2641600" y="2832100"/>
          <p14:tracePt t="29459" x="2622550" y="2825750"/>
          <p14:tracePt t="29474" x="2584450" y="2813050"/>
          <p14:tracePt t="29490" x="2565400" y="2806700"/>
          <p14:tracePt t="29507" x="2559050" y="2794000"/>
          <p14:tracePt t="29523" x="2552700" y="2787650"/>
          <p14:tracePt t="29550" x="2552700" y="2781300"/>
          <p14:tracePt t="29563" x="2546350" y="2768600"/>
          <p14:tracePt t="29581" x="2546350" y="2762250"/>
          <p14:tracePt t="29590" x="2546350" y="2749550"/>
          <p14:tracePt t="29607" x="2546350" y="2736850"/>
          <p14:tracePt t="29623" x="2546350" y="2724150"/>
          <p14:tracePt t="29627" x="2546350" y="2717800"/>
          <p14:tracePt t="29640" x="2546350" y="2711450"/>
          <p14:tracePt t="29657" x="2546350" y="2698750"/>
          <p14:tracePt t="29661" x="2546350" y="2686050"/>
          <p14:tracePt t="29676" x="2546350" y="2679700"/>
          <p14:tracePt t="29690" x="2546350" y="2667000"/>
          <p14:tracePt t="29707" x="2546350" y="2660650"/>
          <p14:tracePt t="29710" x="2546350" y="2647950"/>
          <p14:tracePt t="29724" x="2546350" y="2628900"/>
          <p14:tracePt t="29740" x="2546350" y="2609850"/>
          <p14:tracePt t="29757" x="2546350" y="2590800"/>
          <p14:tracePt t="29773" x="2546350" y="2578100"/>
          <p14:tracePt t="29790" x="2546350" y="2559050"/>
          <p14:tracePt t="29807" x="2546350" y="2552700"/>
          <p14:tracePt t="29823" x="2540000" y="2546350"/>
          <p14:tracePt t="29840" x="2533650" y="2540000"/>
          <p14:tracePt t="29857" x="2520950" y="2533650"/>
          <p14:tracePt t="29880" x="2508250" y="2527300"/>
          <p14:tracePt t="29890" x="2501900" y="2527300"/>
          <p14:tracePt t="29906" x="2482850" y="2527300"/>
          <p14:tracePt t="29910" x="2470150" y="2527300"/>
          <p14:tracePt t="29927" x="2457450" y="2527300"/>
          <p14:tracePt t="29940" x="2444750" y="2527300"/>
          <p14:tracePt t="29957" x="2425700" y="2527300"/>
          <p14:tracePt t="29959" x="2413000" y="2527300"/>
          <p14:tracePt t="29975" x="2393950" y="2527300"/>
          <p14:tracePt t="29990" x="2381250" y="2527300"/>
          <p14:tracePt t="30009" x="2362200" y="2527300"/>
          <p14:tracePt t="30023" x="2343150" y="2527300"/>
          <p14:tracePt t="30041" x="2330450" y="2527300"/>
          <p14:tracePt t="30057" x="2311400" y="2527300"/>
          <p14:tracePt t="30074" x="2286000" y="2527300"/>
          <p14:tracePt t="30090" x="2279650" y="2533650"/>
          <p14:tracePt t="30107" x="2266950" y="2533650"/>
          <p14:tracePt t="30110" x="2260600" y="2540000"/>
          <p14:tracePt t="30126" x="2254250" y="2546350"/>
          <p14:tracePt t="30142" x="2247900" y="2552700"/>
          <p14:tracePt t="30157" x="2241550" y="2552700"/>
          <p14:tracePt t="30173" x="2235200" y="2565400"/>
          <p14:tracePt t="30177" x="2228850" y="2578100"/>
          <p14:tracePt t="30192" x="2222500" y="2584450"/>
          <p14:tracePt t="30206" x="2222500" y="2590800"/>
          <p14:tracePt t="30209" x="2222500" y="2597150"/>
          <p14:tracePt t="30224" x="2216150" y="2603500"/>
          <p14:tracePt t="30240" x="2209800" y="2616200"/>
          <p14:tracePt t="30257" x="2203450" y="2635250"/>
          <p14:tracePt t="30273" x="2203450" y="2647950"/>
          <p14:tracePt t="30290" x="2203450" y="2667000"/>
          <p14:tracePt t="30307" x="2203450" y="2679700"/>
          <p14:tracePt t="30323" x="2203450" y="2705100"/>
          <p14:tracePt t="30340" x="2203450" y="2724150"/>
          <p14:tracePt t="30357" x="2203450" y="2762250"/>
          <p14:tracePt t="30373" x="2209800" y="2774950"/>
          <p14:tracePt t="30390" x="2216150" y="2781300"/>
          <p14:tracePt t="30407" x="2216150" y="2787650"/>
          <p14:tracePt t="30409" x="2222500" y="2794000"/>
          <p14:tracePt t="30424" x="2228850" y="2800350"/>
          <p14:tracePt t="30440" x="2235200" y="2806700"/>
          <p14:tracePt t="30457" x="2241550" y="2806700"/>
          <p14:tracePt t="30474" x="2254250" y="2819400"/>
          <p14:tracePt t="30490" x="2266950" y="2825750"/>
          <p14:tracePt t="30506" x="2286000" y="2832100"/>
          <p14:tracePt t="30523" x="2292350" y="2838450"/>
          <p14:tracePt t="30540" x="2305050" y="2844800"/>
          <p14:tracePt t="30557" x="2317750" y="2851150"/>
          <p14:tracePt t="30573" x="2336800" y="2851150"/>
          <p14:tracePt t="30590" x="2349500" y="2857500"/>
          <p14:tracePt t="30607" x="2368550" y="2863850"/>
          <p14:tracePt t="30611" x="2381250" y="2863850"/>
          <p14:tracePt t="30623" x="2393950" y="2863850"/>
          <p14:tracePt t="30640" x="2419350" y="2863850"/>
          <p14:tracePt t="30643" x="2438400" y="2863850"/>
          <p14:tracePt t="30657" x="2451100" y="2863850"/>
          <p14:tracePt t="30674" x="2489200" y="2857500"/>
          <p14:tracePt t="30690" x="2520950" y="2844800"/>
          <p14:tracePt t="30707" x="2546350" y="2819400"/>
          <p14:tracePt t="30724" x="2565400" y="2794000"/>
          <p14:tracePt t="30740" x="2571750" y="2781300"/>
          <p14:tracePt t="30757" x="2584450" y="2762250"/>
          <p14:tracePt t="30773" x="2590800" y="2743200"/>
          <p14:tracePt t="30790" x="2590800" y="2730500"/>
          <p14:tracePt t="30807" x="2590800" y="2705100"/>
          <p14:tracePt t="30823" x="2590800" y="2673350"/>
          <p14:tracePt t="30840" x="2590800" y="2654300"/>
          <p14:tracePt t="30857" x="2578100" y="2616200"/>
          <p14:tracePt t="30873" x="2571750" y="2584450"/>
          <p14:tracePt t="30876" x="2552700" y="2546350"/>
          <p14:tracePt t="30890" x="2546350" y="2540000"/>
          <p14:tracePt t="30907" x="2514600" y="2495550"/>
          <p14:tracePt t="30909" x="2501900" y="2489200"/>
          <p14:tracePt t="30924" x="2470150" y="2457450"/>
          <p14:tracePt t="30940" x="2438400" y="2444750"/>
          <p14:tracePt t="30956" x="2400300" y="2425700"/>
          <p14:tracePt t="30973" x="2368550" y="2419350"/>
          <p14:tracePt t="30990" x="2343150" y="2419350"/>
          <p14:tracePt t="31007" x="2330450" y="2419350"/>
          <p14:tracePt t="31023" x="2311400" y="2419350"/>
          <p14:tracePt t="31040" x="2305050" y="2419350"/>
          <p14:tracePt t="31056" x="2298700" y="2425700"/>
          <p14:tracePt t="31073" x="2292350" y="2425700"/>
          <p14:tracePt t="31090" x="2286000" y="2432050"/>
          <p14:tracePt t="31106" x="2279650" y="2432050"/>
          <p14:tracePt t="31123" x="2273300" y="2438400"/>
          <p14:tracePt t="31140" x="2266950" y="2444750"/>
          <p14:tracePt t="31142" x="2254250" y="2451100"/>
          <p14:tracePt t="31159" x="2241550" y="2457450"/>
          <p14:tracePt t="31176" x="2235200" y="2470150"/>
          <p14:tracePt t="31190" x="2216150" y="2489200"/>
          <p14:tracePt t="31207" x="2203450" y="2495550"/>
          <p14:tracePt t="31223" x="2197100" y="2508250"/>
          <p14:tracePt t="31240" x="2184400" y="2520950"/>
          <p14:tracePt t="31257" x="2184400" y="2533650"/>
          <p14:tracePt t="31273" x="2178050" y="2552700"/>
          <p14:tracePt t="31290" x="2178050" y="2559050"/>
          <p14:tracePt t="31307" x="2171700" y="2571750"/>
          <p14:tracePt t="31323" x="2171700" y="2590800"/>
          <p14:tracePt t="31340" x="2171700" y="2597150"/>
          <p14:tracePt t="31357" x="2171700" y="2622550"/>
          <p14:tracePt t="31373" x="2171700" y="2647950"/>
          <p14:tracePt t="31377" x="2171700" y="2660650"/>
          <p14:tracePt t="31390" x="2171700" y="2673350"/>
          <p14:tracePt t="31407" x="2184400" y="2686050"/>
          <p14:tracePt t="31409" x="2190750" y="2705100"/>
          <p14:tracePt t="31425" x="2197100" y="2711450"/>
          <p14:tracePt t="31440" x="2203450" y="2730500"/>
          <p14:tracePt t="31457" x="2209800" y="2736850"/>
          <p14:tracePt t="31473" x="2222500" y="2755900"/>
          <p14:tracePt t="31490" x="2222500" y="2762250"/>
          <p14:tracePt t="31507" x="2228850" y="2774950"/>
          <p14:tracePt t="31523" x="2241550" y="2781300"/>
          <p14:tracePt t="31540" x="2241550" y="2794000"/>
          <p14:tracePt t="31557" x="2247900" y="2800350"/>
          <p14:tracePt t="31590" x="2254250" y="2806700"/>
          <p14:tracePt t="31607" x="2260600" y="2813050"/>
          <p14:tracePt t="31625" x="2266950" y="2819400"/>
          <p14:tracePt t="31640" x="2273300" y="2819400"/>
          <p14:tracePt t="31659" x="2279650" y="2825750"/>
          <p14:tracePt t="31675" x="2286000" y="2825750"/>
          <p14:tracePt t="31691" x="2292350" y="2825750"/>
          <p14:tracePt t="31707" x="2298700" y="2832100"/>
          <p14:tracePt t="31725" x="2305050" y="2832100"/>
          <p14:tracePt t="31740" x="2317750" y="2832100"/>
          <p14:tracePt t="31758" x="2324100" y="2832100"/>
          <p14:tracePt t="31773" x="2330450" y="2832100"/>
          <p14:tracePt t="31806" x="2336800" y="2832100"/>
          <p14:tracePt t="31823" x="2343150" y="2832100"/>
          <p14:tracePt t="31908" x="2349500" y="2832100"/>
          <p14:tracePt t="31941" x="2349500" y="2825750"/>
          <p14:tracePt t="31959" x="2355850" y="2825750"/>
          <p14:tracePt t="31973" x="2355850" y="2819400"/>
          <p14:tracePt t="31990" x="2355850" y="2813050"/>
          <p14:tracePt t="31998" x="2362200" y="2813050"/>
          <p14:tracePt t="32013" x="2362200" y="2806700"/>
          <p14:tracePt t="32497" x="2368550" y="2806700"/>
          <p14:tracePt t="32504" x="2374900" y="2806700"/>
          <p14:tracePt t="32520" x="2381250" y="2806700"/>
          <p14:tracePt t="32537" x="2393950" y="2813050"/>
          <p14:tracePt t="32545" x="2400300" y="2825750"/>
          <p14:tracePt t="32556" x="2406650" y="2825750"/>
          <p14:tracePt t="32574" x="2432050" y="2838450"/>
          <p14:tracePt t="32590" x="2457450" y="2851150"/>
          <p14:tracePt t="32607" x="2489200" y="2863850"/>
          <p14:tracePt t="32623" x="2527300" y="2882900"/>
          <p14:tracePt t="32627" x="2559050" y="2895600"/>
          <p14:tracePt t="32640" x="2578100" y="2908300"/>
          <p14:tracePt t="32657" x="2628900" y="2921000"/>
          <p14:tracePt t="32660" x="2667000" y="2940050"/>
          <p14:tracePt t="32674" x="2724150" y="2959100"/>
          <p14:tracePt t="32690" x="2800350" y="2978150"/>
          <p14:tracePt t="32707" x="2857500" y="2990850"/>
          <p14:tracePt t="32723" x="2921000" y="3003550"/>
          <p14:tracePt t="32740" x="2971800" y="3003550"/>
          <p14:tracePt t="32757" x="3022600" y="3003550"/>
          <p14:tracePt t="32773" x="3086100" y="3003550"/>
          <p14:tracePt t="32790" x="3155950" y="3003550"/>
          <p14:tracePt t="32794" x="3175000" y="3003550"/>
          <p14:tracePt t="32807" x="3206750" y="3003550"/>
          <p14:tracePt t="32823" x="3251200" y="3003550"/>
          <p14:tracePt t="32826" x="3282950" y="3003550"/>
          <p14:tracePt t="32840" x="3302000" y="3003550"/>
          <p14:tracePt t="32857" x="3390900" y="3003550"/>
          <p14:tracePt t="32861" x="3409950" y="3003550"/>
          <p14:tracePt t="32873" x="3460750" y="3003550"/>
          <p14:tracePt t="32890" x="3536950" y="3003550"/>
          <p14:tracePt t="32893" x="3562350" y="3003550"/>
          <p14:tracePt t="32907" x="3619500" y="3003550"/>
          <p14:tracePt t="32924" x="3727450" y="3009900"/>
          <p14:tracePt t="32941" x="3822700" y="3009900"/>
          <p14:tracePt t="32957" x="3873500" y="3009900"/>
          <p14:tracePt t="32973" x="3962400" y="3016250"/>
          <p14:tracePt t="32990" x="4064000" y="3016250"/>
          <p14:tracePt t="33007" x="4127500" y="3016250"/>
          <p14:tracePt t="33023" x="4241800" y="3022600"/>
          <p14:tracePt t="33040" x="4343400" y="3022600"/>
          <p14:tracePt t="33057" x="4400550" y="3022600"/>
          <p14:tracePt t="33060" x="4432300" y="3022600"/>
          <p14:tracePt t="33073" x="4457700" y="3022600"/>
          <p14:tracePt t="33079" x="4508500" y="3022600"/>
          <p14:tracePt t="33090" x="4521200" y="3022600"/>
          <p14:tracePt t="33107" x="4546600" y="3022600"/>
          <p14:tracePt t="33112" x="4552950" y="3022600"/>
          <p14:tracePt t="33124" x="4559300" y="3016250"/>
          <p14:tracePt t="33140" x="4565650" y="3009900"/>
          <p14:tracePt t="33174" x="4572000" y="3003550"/>
          <p14:tracePt t="33190" x="4584700" y="2990850"/>
          <p14:tracePt t="33207" x="4591050" y="2978150"/>
          <p14:tracePt t="33223" x="4603750" y="2959100"/>
          <p14:tracePt t="33240" x="4616450" y="2946400"/>
          <p14:tracePt t="33257" x="4629150" y="2933700"/>
          <p14:tracePt t="33273" x="4629150" y="2927350"/>
          <p14:tracePt t="33290" x="4635500" y="2921000"/>
          <p14:tracePt t="33308" x="4641850" y="2908300"/>
          <p14:tracePt t="33323" x="4641850" y="2901950"/>
          <p14:tracePt t="33342" x="4641850" y="2895600"/>
          <p14:tracePt t="33357" x="4641850" y="2889250"/>
          <p14:tracePt t="33375" x="4641850" y="2876550"/>
          <p14:tracePt t="33389" x="4635500" y="2870200"/>
          <p14:tracePt t="33408" x="4622800" y="2863850"/>
          <p14:tracePt t="33424" x="4610100" y="2851150"/>
          <p14:tracePt t="33441" x="4597400" y="2844800"/>
          <p14:tracePt t="33457" x="4584700" y="2838450"/>
          <p14:tracePt t="33474" x="4578350" y="2825750"/>
          <p14:tracePt t="33490" x="4565650" y="2806700"/>
          <p14:tracePt t="33507" x="4552950" y="2787650"/>
          <p14:tracePt t="33523" x="4546600" y="2762250"/>
          <p14:tracePt t="33540" x="4540250" y="2749550"/>
          <p14:tracePt t="33557" x="4533900" y="2730500"/>
          <p14:tracePt t="33573" x="4527550" y="2705100"/>
          <p14:tracePt t="33577" x="4527550" y="2692400"/>
          <p14:tracePt t="33592" x="4527550" y="2679700"/>
          <p14:tracePt t="33607" x="4521200" y="2667000"/>
          <p14:tracePt t="33610" x="4521200" y="2647950"/>
          <p14:tracePt t="33625" x="4514850" y="2641600"/>
          <p14:tracePt t="33640" x="4514850" y="2628900"/>
          <p14:tracePt t="33656" x="4514850" y="2622550"/>
          <p14:tracePt t="33674" x="4508500" y="2609850"/>
          <p14:tracePt t="33690" x="4508500" y="2597150"/>
          <p14:tracePt t="33707" x="4502150" y="2584450"/>
          <p14:tracePt t="33723" x="4495800" y="2552700"/>
          <p14:tracePt t="33740" x="4489450" y="2533650"/>
          <p14:tracePt t="33757" x="4483100" y="2514600"/>
          <p14:tracePt t="33773" x="4470400" y="2495550"/>
          <p14:tracePt t="33790" x="4457700" y="2476500"/>
          <p14:tracePt t="33807" x="4445000" y="2463800"/>
          <p14:tracePt t="33810" x="4438650" y="2457450"/>
          <p14:tracePt t="33823" x="4425950" y="2451100"/>
          <p14:tracePt t="33840" x="4406900" y="2438400"/>
          <p14:tracePt t="33843" x="4394200" y="2432050"/>
          <p14:tracePt t="33857" x="4375150" y="2425700"/>
          <p14:tracePt t="33874" x="4343400" y="2425700"/>
          <p14:tracePt t="33890" x="4324350" y="2419350"/>
          <p14:tracePt t="33907" x="4305300" y="2419350"/>
          <p14:tracePt t="33924" x="4279900" y="2419350"/>
          <p14:tracePt t="33940" x="4254500" y="2419350"/>
          <p14:tracePt t="33957" x="4229100" y="2419350"/>
          <p14:tracePt t="33973" x="4191000" y="2425700"/>
          <p14:tracePt t="33990" x="4171950" y="2438400"/>
          <p14:tracePt t="34007" x="4133850" y="2444750"/>
          <p14:tracePt t="34023" x="4102100" y="2457450"/>
          <p14:tracePt t="34040" x="4057650" y="2476500"/>
          <p14:tracePt t="34056" x="4025900" y="2495550"/>
          <p14:tracePt t="34073" x="4000500" y="2520950"/>
          <p14:tracePt t="34090" x="3987800" y="2540000"/>
          <p14:tracePt t="34106" x="3975100" y="2578100"/>
          <p14:tracePt t="34107" x="3968750" y="2584450"/>
          <p14:tracePt t="34123" x="3968750" y="2609850"/>
          <p14:tracePt t="34140" x="3968750" y="2641600"/>
          <p14:tracePt t="34157" x="3968750" y="2660650"/>
          <p14:tracePt t="34174" x="3968750" y="2679700"/>
          <p14:tracePt t="34190" x="3968750" y="2698750"/>
          <p14:tracePt t="34207" x="3975100" y="2730500"/>
          <p14:tracePt t="34223" x="3981450" y="2768600"/>
          <p14:tracePt t="34240" x="3981450" y="2794000"/>
          <p14:tracePt t="34257" x="3981450" y="2819400"/>
          <p14:tracePt t="34273" x="3987800" y="2832100"/>
          <p14:tracePt t="34290" x="3994150" y="2844800"/>
          <p14:tracePt t="34307" x="4000500" y="2857500"/>
          <p14:tracePt t="34323" x="4000500" y="2863850"/>
          <p14:tracePt t="34340" x="4013200" y="2870200"/>
          <p14:tracePt t="34342" x="4013200" y="2876550"/>
          <p14:tracePt t="34357" x="4019550" y="2876550"/>
          <p14:tracePt t="34374" x="4038600" y="2889250"/>
          <p14:tracePt t="34390" x="4057650" y="2895600"/>
          <p14:tracePt t="34407" x="4076700" y="2901950"/>
          <p14:tracePt t="34423" x="4108450" y="2908300"/>
          <p14:tracePt t="34440" x="4140200" y="2914650"/>
          <p14:tracePt t="34457" x="4159250" y="2921000"/>
          <p14:tracePt t="34473" x="4197350" y="2927350"/>
          <p14:tracePt t="34490" x="4241800" y="2933700"/>
          <p14:tracePt t="34507" x="4279900" y="2940050"/>
          <p14:tracePt t="34523" x="4330700" y="2940050"/>
          <p14:tracePt t="34540" x="4356100" y="2940050"/>
          <p14:tracePt t="34557" x="4387850" y="2940050"/>
          <p14:tracePt t="34574" x="4400550" y="2933700"/>
          <p14:tracePt t="34578" x="4406900" y="2933700"/>
          <p14:tracePt t="34590" x="4413250" y="2927350"/>
          <p14:tracePt t="34607" x="4419600" y="2921000"/>
          <p14:tracePt t="34609" x="4425950" y="2921000"/>
          <p14:tracePt t="34624" x="4432300" y="2914650"/>
          <p14:tracePt t="34640" x="4445000" y="2908300"/>
          <p14:tracePt t="34657" x="4451350" y="2895600"/>
          <p14:tracePt t="34673" x="4464050" y="2876550"/>
          <p14:tracePt t="34690" x="4470400" y="2863850"/>
          <p14:tracePt t="34707" x="4483100" y="2838450"/>
          <p14:tracePt t="34723" x="4495800" y="2813050"/>
          <p14:tracePt t="34740" x="4502150" y="2794000"/>
          <p14:tracePt t="34757" x="4514850" y="2762250"/>
          <p14:tracePt t="34773" x="4514850" y="2743200"/>
          <p14:tracePt t="34790" x="4514850" y="2717800"/>
          <p14:tracePt t="34807" x="4514850" y="2705100"/>
          <p14:tracePt t="34809" x="4514850" y="2698750"/>
          <p14:tracePt t="34823" x="4514850" y="2686050"/>
          <p14:tracePt t="34840" x="4508500" y="2667000"/>
          <p14:tracePt t="34843" x="4502150" y="2667000"/>
          <p14:tracePt t="34857" x="4495800" y="2660650"/>
          <p14:tracePt t="34874" x="4476750" y="2641600"/>
          <p14:tracePt t="34890" x="4464050" y="2628900"/>
          <p14:tracePt t="34906" x="4457700" y="2628900"/>
          <p14:tracePt t="34924" x="4451350" y="2616200"/>
          <p14:tracePt t="34940" x="4451350" y="2609850"/>
          <p14:tracePt t="34957" x="4438650" y="2597150"/>
          <p14:tracePt t="34973" x="4438650" y="2590800"/>
          <p14:tracePt t="34992" x="4425950" y="2571750"/>
          <p14:tracePt t="35007" x="4419600" y="2552700"/>
          <p14:tracePt t="35024" x="4413250" y="2546350"/>
          <p14:tracePt t="35040" x="4406900" y="2540000"/>
          <p14:tracePt t="35057" x="4394200" y="2533650"/>
          <p14:tracePt t="35060" x="4394200" y="2527300"/>
          <p14:tracePt t="35073" x="4387850" y="2520950"/>
          <p14:tracePt t="35090" x="4368800" y="2520950"/>
          <p14:tracePt t="35093" x="4356100" y="2514600"/>
          <p14:tracePt t="35110" x="4343400" y="2508250"/>
          <p14:tracePt t="35124" x="4324350" y="2508250"/>
          <p14:tracePt t="35140" x="4305300" y="2508250"/>
          <p14:tracePt t="35173" x="4298950" y="2508250"/>
          <p14:tracePt t="36712" x="4298950" y="2514600"/>
          <p14:tracePt t="36720" x="4305300" y="2520950"/>
          <p14:tracePt t="36736" x="4311650" y="2527300"/>
          <p14:tracePt t="36746" x="4318000" y="2527300"/>
          <p14:tracePt t="36757" x="4318000" y="2533650"/>
          <p14:tracePt t="36774" x="4324350" y="2540000"/>
          <p14:tracePt t="36790" x="4324350" y="2546350"/>
          <p14:tracePt t="36807" x="4330700" y="2546350"/>
          <p14:tracePt t="36824" x="4330700" y="2552700"/>
          <p14:tracePt t="36843" x="4337050" y="2552700"/>
          <p14:tracePt t="36857" x="4343400" y="2565400"/>
          <p14:tracePt t="36874" x="4349750" y="2578100"/>
          <p14:tracePt t="36890" x="4356100" y="2597150"/>
          <p14:tracePt t="36907" x="4368800" y="2616200"/>
          <p14:tracePt t="36923" x="4368800" y="2635250"/>
          <p14:tracePt t="36940" x="4375150" y="2647950"/>
          <p14:tracePt t="36957" x="4381500" y="2660650"/>
          <p14:tracePt t="36974" x="4381500" y="2686050"/>
          <p14:tracePt t="36990" x="4387850" y="2705100"/>
          <p14:tracePt t="37007" x="4387850" y="2724150"/>
          <p14:tracePt t="37010" x="4387850" y="2749550"/>
          <p14:tracePt t="37023" x="4387850" y="2768600"/>
          <p14:tracePt t="37040" x="4387850" y="2838450"/>
          <p14:tracePt t="37043" x="4387850" y="2851150"/>
          <p14:tracePt t="37057" x="4387850" y="2876550"/>
          <p14:tracePt t="37073" x="4387850" y="2901950"/>
          <p14:tracePt t="37076" x="4387850" y="2914650"/>
          <p14:tracePt t="37090" x="4387850" y="2921000"/>
          <p14:tracePt t="37106" x="4387850" y="2927350"/>
          <p14:tracePt t="37125" x="4387850" y="2933700"/>
          <p14:tracePt t="37172" x="4387850" y="2940050"/>
          <p14:tracePt t="37205" x="4394200" y="2946400"/>
          <p14:tracePt t="37212" x="4394200" y="2952750"/>
          <p14:tracePt t="37230" x="4400550" y="2952750"/>
          <p14:tracePt t="37240" x="4406900" y="2959100"/>
          <p14:tracePt t="37274" x="4413250" y="2965450"/>
          <p14:tracePt t="37290" x="4419600" y="2965450"/>
          <p14:tracePt t="37307" x="4432300" y="2965450"/>
          <p14:tracePt t="37309" x="4438650" y="2965450"/>
          <p14:tracePt t="37324" x="4457700" y="2971800"/>
          <p14:tracePt t="37340" x="4476750" y="2978150"/>
          <p14:tracePt t="37357" x="4502150" y="2978150"/>
          <p14:tracePt t="37374" x="4521200" y="2978150"/>
          <p14:tracePt t="37390" x="4540250" y="2978150"/>
          <p14:tracePt t="37407" x="4546600" y="2978150"/>
          <p14:tracePt t="37423" x="4559300" y="2978150"/>
          <p14:tracePt t="37440" x="4565650" y="2978150"/>
          <p14:tracePt t="37457" x="4572000" y="2971800"/>
          <p14:tracePt t="37473" x="4578350" y="2971800"/>
          <p14:tracePt t="37490" x="4584700" y="2971800"/>
          <p14:tracePt t="37507" x="4597400" y="2965450"/>
          <p14:tracePt t="37511" x="4603750" y="2959100"/>
          <p14:tracePt t="37524" x="4616450" y="2959100"/>
          <p14:tracePt t="37540" x="4622800" y="2952750"/>
          <p14:tracePt t="37544" x="4629150" y="2946400"/>
          <p14:tracePt t="37557" x="4635500" y="2946400"/>
          <p14:tracePt t="37573" x="4641850" y="2946400"/>
          <p14:tracePt t="37761" x="4641850" y="2940050"/>
          <p14:tracePt t="37769" x="4648200" y="2940050"/>
          <p14:tracePt t="37777" x="4648200" y="2933700"/>
          <p14:tracePt t="37790" x="4648200" y="2927350"/>
          <p14:tracePt t="37807" x="4660900" y="2914650"/>
          <p14:tracePt t="37810" x="4660900" y="2908300"/>
          <p14:tracePt t="37824" x="4673600" y="2889250"/>
          <p14:tracePt t="37840" x="4673600" y="2882900"/>
          <p14:tracePt t="37857" x="4679950" y="2882900"/>
          <p14:tracePt t="38051" x="4673600" y="2882900"/>
          <p14:tracePt t="38060" x="4667250" y="2882900"/>
          <p14:tracePt t="38068" x="4648200" y="2882900"/>
          <p14:tracePt t="38075" x="4622800" y="2882900"/>
          <p14:tracePt t="38090" x="4533900" y="2882900"/>
          <p14:tracePt t="38107" x="4451350" y="2889250"/>
          <p14:tracePt t="38123" x="4318000" y="2895600"/>
          <p14:tracePt t="38140" x="4191000" y="2895600"/>
          <p14:tracePt t="38157" x="4070350" y="2895600"/>
          <p14:tracePt t="38173" x="3956050" y="2895600"/>
          <p14:tracePt t="38190" x="3771900" y="2876550"/>
          <p14:tracePt t="38207" x="3581400" y="2857500"/>
          <p14:tracePt t="38224" x="3409950" y="2844800"/>
          <p14:tracePt t="38240" x="3168650" y="2819400"/>
          <p14:tracePt t="38258" x="2984500" y="2813050"/>
          <p14:tracePt t="38260" x="2901950" y="2813050"/>
          <p14:tracePt t="38273" x="2819400" y="2813050"/>
          <p14:tracePt t="38292" x="2597150" y="2813050"/>
          <p14:tracePt t="38307" x="2540000" y="2813050"/>
          <p14:tracePt t="38326" x="2463800" y="2813050"/>
          <p14:tracePt t="38341" x="2457450" y="2813050"/>
          <p14:tracePt t="38446" x="2470150" y="2813050"/>
          <p14:tracePt t="38454" x="2489200" y="2813050"/>
          <p14:tracePt t="38474" x="2559050" y="2813050"/>
          <p14:tracePt t="38490" x="2673350" y="2825750"/>
          <p14:tracePt t="38495" x="2749550" y="2832100"/>
          <p14:tracePt t="38507" x="2813050" y="2844800"/>
          <p14:tracePt t="38523" x="2990850" y="2876550"/>
          <p14:tracePt t="38527" x="3067050" y="2889250"/>
          <p14:tracePt t="38540" x="3143250" y="2901950"/>
          <p14:tracePt t="38557" x="3263900" y="2921000"/>
          <p14:tracePt t="38560" x="3340100" y="2933700"/>
          <p14:tracePt t="38574" x="3429000" y="2946400"/>
          <p14:tracePt t="38590" x="3530600" y="2959100"/>
          <p14:tracePt t="38607" x="3644900" y="2984500"/>
          <p14:tracePt t="38624" x="3721100" y="2990850"/>
          <p14:tracePt t="38640" x="3822700" y="2997200"/>
          <p14:tracePt t="38657" x="3911600" y="3003550"/>
          <p14:tracePt t="38674" x="3987800" y="3003550"/>
          <p14:tracePt t="38690" x="4076700" y="3003550"/>
          <p14:tracePt t="38707" x="4146550" y="3003550"/>
          <p14:tracePt t="38723" x="4191000" y="2997200"/>
          <p14:tracePt t="38740" x="4235450" y="2990850"/>
          <p14:tracePt t="38757" x="4267200" y="2984500"/>
          <p14:tracePt t="38761" x="4279900" y="2984500"/>
          <p14:tracePt t="38773" x="4292600" y="2978150"/>
          <p14:tracePt t="38790" x="4311650" y="2971800"/>
          <p14:tracePt t="38793" x="4324350" y="2965450"/>
          <p14:tracePt t="38807" x="4330700" y="2965450"/>
          <p14:tracePt t="38824" x="4362450" y="2959100"/>
          <p14:tracePt t="38840" x="4375150" y="2959100"/>
          <p14:tracePt t="38857" x="4394200" y="2952750"/>
          <p14:tracePt t="38876" x="4400550" y="2952750"/>
          <p14:tracePt t="38890" x="4406900" y="2952750"/>
          <p14:tracePt t="38907" x="4419600" y="2952750"/>
          <p14:tracePt t="38924" x="4438650" y="2952750"/>
          <p14:tracePt t="38941" x="4470400" y="2952750"/>
          <p14:tracePt t="38957" x="4495800" y="2952750"/>
          <p14:tracePt t="38974" x="4508500" y="2952750"/>
          <p14:tracePt t="38990" x="4514850" y="2952750"/>
          <p14:tracePt t="39007" x="4527550" y="2952750"/>
          <p14:tracePt t="39023" x="4546600" y="2952750"/>
          <p14:tracePt t="39027" x="4546600" y="2959100"/>
          <p14:tracePt t="39040" x="4552950" y="2959100"/>
          <p14:tracePt t="39057" x="4591050" y="2959100"/>
          <p14:tracePt t="39060" x="4616450" y="2959100"/>
          <p14:tracePt t="39074" x="4635500" y="2959100"/>
          <p14:tracePt t="39090" x="4654550" y="2959100"/>
          <p14:tracePt t="39107" x="4667250" y="2959100"/>
          <p14:tracePt t="39123" x="4673600" y="2952750"/>
          <p14:tracePt t="39164" x="4679950" y="2952750"/>
          <p14:tracePt t="39170" x="4679950" y="2946400"/>
          <p14:tracePt t="39195" x="4686300" y="2946400"/>
          <p14:tracePt t="39202" x="4692650" y="2946400"/>
          <p14:tracePt t="39211" x="4692650" y="2940050"/>
          <p14:tracePt t="39227" x="4699000" y="2940050"/>
          <p14:tracePt t="39252" x="4705350" y="2940050"/>
          <p14:tracePt t="39301" x="4705350" y="2933700"/>
          <p14:tracePt t="39309" x="4711700" y="2933700"/>
          <p14:tracePt t="39318" x="4718050" y="2933700"/>
          <p14:tracePt t="39333" x="4724400" y="2927350"/>
          <p14:tracePt t="39351" x="4730750" y="2927350"/>
          <p14:tracePt t="39365" x="4737100" y="2927350"/>
          <p14:tracePt t="39373" x="4743450" y="2921000"/>
          <p14:tracePt t="39469" x="4749800" y="2921000"/>
          <p14:tracePt t="39477" x="4756150" y="2914650"/>
          <p14:tracePt t="39485" x="4762500" y="2914650"/>
          <p14:tracePt t="39507" x="4781550" y="2908300"/>
          <p14:tracePt t="39524" x="4794250" y="2901950"/>
          <p14:tracePt t="39528" x="4800600" y="2901950"/>
          <p14:tracePt t="39540" x="4806950" y="2901950"/>
          <p14:tracePt t="39556" x="4806950" y="2895600"/>
          <p14:tracePt t="39800" x="4806950" y="2901950"/>
          <p14:tracePt t="39818" x="4806950" y="2908300"/>
          <p14:tracePt t="39825" x="4806950" y="2914650"/>
          <p14:tracePt t="39841" x="4806950" y="2927350"/>
          <p14:tracePt t="39857" x="4819650" y="2933700"/>
          <p14:tracePt t="39874" x="4845050" y="2940050"/>
          <p14:tracePt t="39890" x="4889500" y="2946400"/>
          <p14:tracePt t="39909" x="4959350" y="2946400"/>
          <p14:tracePt t="39923" x="5041900" y="2946400"/>
          <p14:tracePt t="39941" x="5105400" y="2933700"/>
          <p14:tracePt t="39945" x="5149850" y="2921000"/>
          <p14:tracePt t="39957" x="5181600" y="2914650"/>
          <p14:tracePt t="39976" x="5232400" y="2908300"/>
          <p14:tracePt t="39990" x="5238750" y="2908300"/>
          <p14:tracePt t="40008" x="5251450" y="2908300"/>
          <p14:tracePt t="40010" x="5257800" y="2908300"/>
          <p14:tracePt t="40025" x="5264150" y="2908300"/>
          <p14:tracePt t="40040" x="5270500" y="2908300"/>
          <p14:tracePt t="40044" x="5283200" y="2908300"/>
          <p14:tracePt t="40059" x="5308600" y="2908300"/>
          <p14:tracePt t="40074" x="5346700" y="2908300"/>
          <p14:tracePt t="40090" x="5403850" y="2908300"/>
          <p14:tracePt t="40107" x="5441950" y="2908300"/>
          <p14:tracePt t="40124" x="5511800" y="2908300"/>
          <p14:tracePt t="40140" x="5568950" y="2908300"/>
          <p14:tracePt t="40157" x="5607050" y="2908300"/>
          <p14:tracePt t="40173" x="5651500" y="2908300"/>
          <p14:tracePt t="40190" x="5683250" y="2908300"/>
          <p14:tracePt t="40207" x="5695950" y="2908300"/>
          <p14:tracePt t="40211" x="5702300" y="2908300"/>
          <p14:tracePt t="40224" x="5715000" y="2908300"/>
          <p14:tracePt t="40240" x="5734050" y="2914650"/>
          <p14:tracePt t="40243" x="5746750" y="2914650"/>
          <p14:tracePt t="40257" x="5791200" y="2921000"/>
          <p14:tracePt t="40273" x="5861050" y="2927350"/>
          <p14:tracePt t="40276" x="5873750" y="2927350"/>
          <p14:tracePt t="40290" x="5962650" y="2927350"/>
          <p14:tracePt t="40307" x="6007100" y="2927350"/>
          <p14:tracePt t="40311" x="6051550" y="2933700"/>
          <p14:tracePt t="40324" x="6134100" y="2933700"/>
          <p14:tracePt t="40340" x="6178550" y="2933700"/>
          <p14:tracePt t="40357" x="6203950" y="2933700"/>
          <p14:tracePt t="40374" x="6216650" y="2933700"/>
          <p14:tracePt t="40461" x="6216650" y="2927350"/>
          <p14:tracePt t="40470" x="6223000" y="2927350"/>
          <p14:tracePt t="40476" x="6223000" y="2921000"/>
          <p14:tracePt t="40490" x="6229350" y="2908300"/>
          <p14:tracePt t="40507" x="6235700" y="2901950"/>
          <p14:tracePt t="40510" x="6235700" y="2889250"/>
          <p14:tracePt t="40524" x="6248400" y="2870200"/>
          <p14:tracePt t="40540" x="6267450" y="2838450"/>
          <p14:tracePt t="40557" x="6280150" y="2794000"/>
          <p14:tracePt t="40574" x="6280150" y="2774950"/>
          <p14:tracePt t="40590" x="6280150" y="2749550"/>
          <p14:tracePt t="40607" x="6273800" y="2730500"/>
          <p14:tracePt t="40624" x="6261100" y="2711450"/>
          <p14:tracePt t="40640" x="6235700" y="2698750"/>
          <p14:tracePt t="40657" x="6216650" y="2692400"/>
          <p14:tracePt t="40673" x="6184900" y="2679700"/>
          <p14:tracePt t="40691" x="6165850" y="2673350"/>
          <p14:tracePt t="40707" x="6146800" y="2660650"/>
          <p14:tracePt t="40710" x="6140450" y="2647950"/>
          <p14:tracePt t="40723" x="6134100" y="2641600"/>
          <p14:tracePt t="40740" x="6127750" y="2628900"/>
          <p14:tracePt t="40743" x="6121400" y="2628900"/>
          <p14:tracePt t="40757" x="6121400" y="2616200"/>
          <p14:tracePt t="40774" x="6108700" y="2597150"/>
          <p14:tracePt t="40790" x="6096000" y="2584450"/>
          <p14:tracePt t="40807" x="6089650" y="2571750"/>
          <p14:tracePt t="40824" x="6057900" y="2559050"/>
          <p14:tracePt t="40840" x="6026150" y="2540000"/>
          <p14:tracePt t="40857" x="5956300" y="2514600"/>
          <p14:tracePt t="40873" x="5886450" y="2495550"/>
          <p14:tracePt t="40881" x="5867400" y="2495550"/>
          <p14:tracePt t="40890" x="5835650" y="2489200"/>
          <p14:tracePt t="40907" x="5784850" y="2476500"/>
          <p14:tracePt t="40924" x="5759450" y="2470150"/>
          <p14:tracePt t="40940" x="5746750" y="2470150"/>
          <p14:tracePt t="40957" x="5740400" y="2463800"/>
          <p14:tracePt t="40974" x="5734050" y="2463800"/>
          <p14:tracePt t="40977" x="5734050" y="2457450"/>
          <p14:tracePt t="40991" x="5727700" y="2457450"/>
          <p14:tracePt t="41007" x="5708650" y="2451100"/>
          <p14:tracePt t="41009" x="5689600" y="2444750"/>
          <p14:tracePt t="41024" x="5651500" y="2438400"/>
          <p14:tracePt t="41040" x="5619750" y="2438400"/>
          <p14:tracePt t="41057" x="5568950" y="2438400"/>
          <p14:tracePt t="41074" x="5492750" y="2444750"/>
          <p14:tracePt t="41090" x="5422900" y="2463800"/>
          <p14:tracePt t="41107" x="5340350" y="2476500"/>
          <p14:tracePt t="41124" x="5302250" y="2476500"/>
          <p14:tracePt t="41140" x="5232400" y="2482850"/>
          <p14:tracePt t="41157" x="5187950" y="2482850"/>
          <p14:tracePt t="41174" x="5111750" y="2482850"/>
          <p14:tracePt t="41190" x="5054600" y="2482850"/>
          <p14:tracePt t="41207" x="4965700" y="2482850"/>
          <p14:tracePt t="41210" x="4946650" y="2482850"/>
          <p14:tracePt t="41224" x="4921250" y="2482850"/>
          <p14:tracePt t="41240" x="4883150" y="2482850"/>
          <p14:tracePt t="41243" x="4832350" y="2482850"/>
          <p14:tracePt t="41257" x="4819650" y="2482850"/>
          <p14:tracePt t="41275" x="4781550" y="2495550"/>
          <p14:tracePt t="41290" x="4737100" y="2508250"/>
          <p14:tracePt t="41307" x="4711700" y="2520950"/>
          <p14:tracePt t="41324" x="4679950" y="2540000"/>
          <p14:tracePt t="41340" x="4654550" y="2559050"/>
          <p14:tracePt t="41357" x="4629150" y="2584450"/>
          <p14:tracePt t="41373" x="4591050" y="2641600"/>
          <p14:tracePt t="41390" x="4578350" y="2673350"/>
          <p14:tracePt t="41407" x="4578350" y="2692400"/>
          <p14:tracePt t="41423" x="4578350" y="2711450"/>
          <p14:tracePt t="41440" x="4578350" y="2736850"/>
          <p14:tracePt t="41444" x="4584700" y="2749550"/>
          <p14:tracePt t="41457" x="4591050" y="2762250"/>
          <p14:tracePt t="41474" x="4622800" y="2794000"/>
          <p14:tracePt t="41477" x="4641850" y="2813050"/>
          <p14:tracePt t="41491" x="4673600" y="2844800"/>
          <p14:tracePt t="41507" x="4749800" y="2895600"/>
          <p14:tracePt t="41510" x="4781550" y="2914650"/>
          <p14:tracePt t="41525" x="4889500" y="2965450"/>
          <p14:tracePt t="41540" x="4946650" y="2997200"/>
          <p14:tracePt t="41557" x="5029200" y="3028950"/>
          <p14:tracePt t="41573" x="5073650" y="3041650"/>
          <p14:tracePt t="41593" x="5092700" y="3048000"/>
          <p14:tracePt t="41597" x="5105400" y="3054350"/>
          <p14:tracePt t="41607" x="5111750" y="3060700"/>
          <p14:tracePt t="41625" x="5124450" y="3060700"/>
          <p14:tracePt t="41640" x="5137150" y="3067050"/>
          <p14:tracePt t="41658" x="5149850" y="3073400"/>
          <p14:tracePt t="41674" x="5181600" y="3079750"/>
          <p14:tracePt t="41690" x="5219700" y="3086100"/>
          <p14:tracePt t="41707" x="5295900" y="3092450"/>
          <p14:tracePt t="41723" x="5346700" y="3098800"/>
          <p14:tracePt t="41726" x="5359400" y="3098800"/>
          <p14:tracePt t="41740" x="5397500" y="3098800"/>
          <p14:tracePt t="41757" x="5441950" y="3098800"/>
          <p14:tracePt t="41760" x="5454650" y="3098800"/>
          <p14:tracePt t="41774" x="5467350" y="3098800"/>
          <p14:tracePt t="41790" x="5480050" y="3098800"/>
          <p14:tracePt t="42605" x="5486400" y="3098800"/>
          <p14:tracePt t="42668" x="5492750" y="3098800"/>
          <p14:tracePt t="42743" x="5499100" y="3098800"/>
          <p14:tracePt t="42839" x="5505450" y="3098800"/>
          <p14:tracePt t="43379" x="5511800" y="3098800"/>
          <p14:tracePt t="43387" x="5524500" y="3098800"/>
          <p14:tracePt t="43396" x="5537200" y="3098800"/>
          <p14:tracePt t="43407" x="5549900" y="3098800"/>
          <p14:tracePt t="43423" x="5594350" y="3105150"/>
          <p14:tracePt t="43440" x="5664200" y="3111500"/>
          <p14:tracePt t="43443" x="5683250" y="3111500"/>
          <p14:tracePt t="43458" x="5721350" y="3111500"/>
          <p14:tracePt t="43474" x="5810250" y="3111500"/>
          <p14:tracePt t="43477" x="5842000" y="3111500"/>
          <p14:tracePt t="43490" x="5886450" y="3111500"/>
          <p14:tracePt t="43507" x="5969000" y="3111500"/>
          <p14:tracePt t="43510" x="6000750" y="3105150"/>
          <p14:tracePt t="43524" x="6064250" y="3092450"/>
          <p14:tracePt t="43540" x="6108700" y="3086100"/>
          <p14:tracePt t="43557" x="6134100" y="3079750"/>
          <p14:tracePt t="43574" x="6153150" y="3079750"/>
          <p14:tracePt t="43590" x="6178550" y="3067050"/>
          <p14:tracePt t="43607" x="6203950" y="3060700"/>
          <p14:tracePt t="43623" x="6235700" y="3041650"/>
          <p14:tracePt t="43640" x="6273800" y="3028950"/>
          <p14:tracePt t="43657" x="6286500" y="3022600"/>
          <p14:tracePt t="43673" x="6324600" y="3009900"/>
          <p14:tracePt t="43677" x="6330950" y="3009900"/>
          <p14:tracePt t="43690" x="6350000" y="3003550"/>
          <p14:tracePt t="43707" x="6394450" y="2990850"/>
          <p14:tracePt t="43710" x="6419850" y="2984500"/>
          <p14:tracePt t="43724" x="6445250" y="2984500"/>
          <p14:tracePt t="43740" x="6502400" y="2965450"/>
          <p14:tracePt t="43757" x="6534150" y="2959100"/>
          <p14:tracePt t="43774" x="6584950" y="2940050"/>
          <p14:tracePt t="43790" x="6604000" y="2933700"/>
          <p14:tracePt t="43807" x="6616700" y="2921000"/>
          <p14:tracePt t="43824" x="6623050" y="2921000"/>
          <p14:tracePt t="43840" x="6629400" y="2914650"/>
          <p14:tracePt t="43871" x="6629400" y="2908300"/>
          <p14:tracePt t="44145" x="6629400" y="2914650"/>
          <p14:tracePt t="44153" x="6623050" y="2921000"/>
          <p14:tracePt t="44161" x="6623050" y="2927350"/>
          <p14:tracePt t="44173" x="6623050" y="2933700"/>
          <p14:tracePt t="44190" x="6623050" y="2946400"/>
          <p14:tracePt t="44207" x="6616700" y="2959100"/>
          <p14:tracePt t="44225" x="6616700" y="2971800"/>
          <p14:tracePt t="44240" x="6616700" y="2978150"/>
          <p14:tracePt t="44257" x="6616700" y="2984500"/>
          <p14:tracePt t="44274" x="6629400" y="2990850"/>
          <p14:tracePt t="44290" x="6648450" y="2997200"/>
          <p14:tracePt t="44307" x="6673850" y="3003550"/>
          <p14:tracePt t="44324" x="6718300" y="3009900"/>
          <p14:tracePt t="44340" x="6781800" y="3016250"/>
          <p14:tracePt t="44357" x="6851650" y="3016250"/>
          <p14:tracePt t="44374" x="6927850" y="3016250"/>
          <p14:tracePt t="44390" x="6972300" y="3016250"/>
          <p14:tracePt t="44407" x="7010400" y="3016250"/>
          <p14:tracePt t="44423" x="7029450" y="3016250"/>
          <p14:tracePt t="44441" x="7048500" y="3016250"/>
          <p14:tracePt t="44443" x="7061200" y="3016250"/>
          <p14:tracePt t="44459" x="7073900" y="3016250"/>
          <p14:tracePt t="44476" x="7086600" y="3009900"/>
          <p14:tracePt t="44490" x="7105650" y="3003550"/>
          <p14:tracePt t="44507" x="7118350" y="2997200"/>
          <p14:tracePt t="44524" x="7143750" y="2990850"/>
          <p14:tracePt t="44540" x="7156450" y="2984500"/>
          <p14:tracePt t="44557" x="7162800" y="2978150"/>
          <p14:tracePt t="44590" x="7162800" y="2971800"/>
          <p14:tracePt t="44831" x="7162800" y="2978150"/>
          <p14:tracePt t="44839" x="7162800" y="2984500"/>
          <p14:tracePt t="44857" x="7175500" y="2997200"/>
          <p14:tracePt t="44874" x="7181850" y="3016250"/>
          <p14:tracePt t="44892" x="7200900" y="3028950"/>
          <p14:tracePt t="44897" x="7207250" y="3028950"/>
          <p14:tracePt t="44908" x="7213600" y="3035300"/>
          <p14:tracePt t="44925" x="7239000" y="3035300"/>
          <p14:tracePt t="44927" x="7251700" y="3035300"/>
          <p14:tracePt t="44941" x="7264400" y="3035300"/>
          <p14:tracePt t="44957" x="7289800" y="3035300"/>
          <p14:tracePt t="44959" x="7302500" y="3035300"/>
          <p14:tracePt t="44974" x="7321550" y="3028950"/>
          <p14:tracePt t="44991" x="7353300" y="3028950"/>
          <p14:tracePt t="45007" x="7378700" y="3028950"/>
          <p14:tracePt t="45023" x="7423150" y="3028950"/>
          <p14:tracePt t="45040" x="7461250" y="3028950"/>
          <p14:tracePt t="45057" x="7512050" y="3028950"/>
          <p14:tracePt t="45074" x="7550150" y="3028950"/>
          <p14:tracePt t="45090" x="7588250" y="3028950"/>
          <p14:tracePt t="45107" x="7613650" y="3028950"/>
          <p14:tracePt t="45123" x="7626350" y="3022600"/>
          <p14:tracePt t="45140" x="7639050" y="3016250"/>
          <p14:tracePt t="45157" x="7651750" y="3009900"/>
          <p14:tracePt t="45174" x="7658100" y="3003550"/>
          <p14:tracePt t="45190" x="7670800" y="2997200"/>
          <p14:tracePt t="45192" x="7670800" y="2990850"/>
          <p14:tracePt t="45207" x="7683500" y="2984500"/>
          <p14:tracePt t="45224" x="7689850" y="2978150"/>
          <p14:tracePt t="45240" x="7689850" y="2971800"/>
          <p14:tracePt t="45305" x="7696200" y="2971800"/>
          <p14:tracePt t="45323" x="7702550" y="2971800"/>
          <p14:tracePt t="45332" x="7715250" y="2978150"/>
          <p14:tracePt t="45340" x="7721600" y="2978150"/>
          <p14:tracePt t="45358" x="7804150" y="3009900"/>
          <p14:tracePt t="45374" x="7893050" y="3028950"/>
          <p14:tracePt t="45390" x="8039100" y="3054350"/>
          <p14:tracePt t="45407" x="8140700" y="3054350"/>
          <p14:tracePt t="45424" x="8286750" y="3054350"/>
          <p14:tracePt t="45427" x="8337550" y="3054350"/>
          <p14:tracePt t="45441" x="8394700" y="3048000"/>
          <p14:tracePt t="45457" x="8566150" y="3028950"/>
          <p14:tracePt t="45460" x="8623300" y="3016250"/>
          <p14:tracePt t="45474" x="8718550" y="2997200"/>
          <p14:tracePt t="45490" x="8775700" y="2978150"/>
          <p14:tracePt t="45507" x="8807450" y="2965450"/>
          <p14:tracePt t="45524" x="8813800" y="2959100"/>
          <p14:tracePt t="47757" x="8807450" y="2959100"/>
          <p14:tracePt t="47765" x="8801100" y="2959100"/>
          <p14:tracePt t="47773" x="8794750" y="2959100"/>
          <p14:tracePt t="47790" x="8782050" y="2971800"/>
          <p14:tracePt t="47807" x="8769350" y="2978150"/>
          <p14:tracePt t="47824" x="8750300" y="2984500"/>
          <p14:tracePt t="47840" x="8724900" y="2997200"/>
          <p14:tracePt t="47857" x="8705850" y="3003550"/>
          <p14:tracePt t="47873" x="8661400" y="3022600"/>
          <p14:tracePt t="47877" x="8636000" y="3035300"/>
          <p14:tracePt t="47890" x="8604250" y="3048000"/>
          <p14:tracePt t="47907" x="8515350" y="3073400"/>
          <p14:tracePt t="47909" x="8470900" y="3086100"/>
          <p14:tracePt t="47925" x="8312150" y="3117850"/>
          <p14:tracePt t="47940" x="8115300" y="3149600"/>
          <p14:tracePt t="47957" x="7829550" y="3213100"/>
          <p14:tracePt t="47974" x="7493000" y="3282950"/>
          <p14:tracePt t="47990" x="7226300" y="3327400"/>
          <p14:tracePt t="48007" x="6965950" y="3371850"/>
          <p14:tracePt t="48024" x="6737350" y="3384550"/>
          <p14:tracePt t="48040" x="6559550" y="3397250"/>
          <p14:tracePt t="48057" x="6438900" y="3384550"/>
          <p14:tracePt t="48074" x="6330950" y="3352800"/>
          <p14:tracePt t="48090" x="6223000" y="3302000"/>
          <p14:tracePt t="48107" x="6140450" y="3244850"/>
          <p14:tracePt t="48110" x="6102350" y="3232150"/>
          <p14:tracePt t="48125" x="6089650" y="3219450"/>
          <p14:tracePt t="48129" x="6064250" y="3200400"/>
          <p14:tracePt t="48140" x="6064250" y="3187700"/>
          <p14:tracePt t="48159" x="6045200" y="3155950"/>
          <p14:tracePt t="48174" x="6038850" y="3143250"/>
          <p14:tracePt t="48193" x="6038850" y="3130550"/>
          <p14:tracePt t="48207" x="6038850" y="3124200"/>
          <p14:tracePt t="48225" x="6038850" y="3111500"/>
          <p14:tracePt t="48240" x="6038850" y="3105150"/>
          <p14:tracePt t="48257" x="6038850" y="3098800"/>
          <p14:tracePt t="48274" x="6038850" y="3092450"/>
          <p14:tracePt t="48291" x="6038850" y="3073400"/>
          <p14:tracePt t="48307" x="6045200" y="3054350"/>
          <p14:tracePt t="48324" x="6070600" y="3022600"/>
          <p14:tracePt t="48341" x="6102350" y="2990850"/>
          <p14:tracePt t="48357" x="6140450" y="2965450"/>
          <p14:tracePt t="48360" x="6153150" y="2952750"/>
          <p14:tracePt t="48374" x="6172200" y="2946400"/>
          <p14:tracePt t="48390" x="6184900" y="2933700"/>
          <p14:tracePt t="48393" x="6197600" y="2933700"/>
          <p14:tracePt t="48409" x="6203950" y="2933700"/>
          <p14:tracePt t="48424" x="6216650" y="2927350"/>
          <p14:tracePt t="48441" x="6235700" y="2927350"/>
          <p14:tracePt t="48457" x="6273800" y="2927350"/>
          <p14:tracePt t="48474" x="6305550" y="2933700"/>
          <p14:tracePt t="48490" x="6356350" y="2946400"/>
          <p14:tracePt t="48507" x="6388100" y="2952750"/>
          <p14:tracePt t="48524" x="6413500" y="2952750"/>
          <p14:tracePt t="48540" x="6432550" y="2952750"/>
          <p14:tracePt t="48557" x="6464300" y="2952750"/>
          <p14:tracePt t="48574" x="6502400" y="2946400"/>
          <p14:tracePt t="48590" x="6559550" y="2927350"/>
          <p14:tracePt t="48607" x="6635750" y="2908300"/>
          <p14:tracePt t="48624" x="6699250" y="2895600"/>
          <p14:tracePt t="48628" x="6718300" y="2889250"/>
          <p14:tracePt t="48640" x="6756400" y="2882900"/>
          <p14:tracePt t="48657" x="6775450" y="2882900"/>
          <p14:tracePt t="48660" x="6788150" y="2876550"/>
          <p14:tracePt t="48676" x="6794500" y="2876550"/>
          <p14:tracePt t="48813" x="6800850" y="2870200"/>
          <p14:tracePt t="48821" x="6807200" y="2870200"/>
          <p14:tracePt t="48830" x="6807200" y="2863850"/>
          <p14:tracePt t="48840" x="6813550" y="2857500"/>
          <p14:tracePt t="48858" x="6826250" y="2838450"/>
          <p14:tracePt t="48861" x="6832600" y="2832100"/>
          <p14:tracePt t="48876" x="6838950" y="2825750"/>
          <p14:tracePt t="48950" x="6838950" y="2832100"/>
          <p14:tracePt t="48957" x="6838950" y="2838450"/>
          <p14:tracePt t="48965" x="6832600" y="2844800"/>
          <p14:tracePt t="48974" x="6832600" y="2863850"/>
          <p14:tracePt t="48990" x="6832600" y="2870200"/>
          <p14:tracePt t="49070" x="6832600" y="2876550"/>
          <p14:tracePt t="49088" x="6832600" y="2882900"/>
          <p14:tracePt t="49095" x="6832600" y="2889250"/>
          <p14:tracePt t="49107" x="6832600" y="2908300"/>
          <p14:tracePt t="49123" x="6851650" y="2933700"/>
          <p14:tracePt t="49127" x="6864350" y="2952750"/>
          <p14:tracePt t="49140" x="6877050" y="2965450"/>
          <p14:tracePt t="49157" x="6915150" y="2990850"/>
          <p14:tracePt t="49159" x="6934200" y="2997200"/>
          <p14:tracePt t="49174" x="6991350" y="3016250"/>
          <p14:tracePt t="49190" x="7061200" y="3028950"/>
          <p14:tracePt t="49207" x="7162800" y="3028950"/>
          <p14:tracePt t="49224" x="7283450" y="3028950"/>
          <p14:tracePt t="49240" x="7429500" y="3022600"/>
          <p14:tracePt t="49257" x="7537450" y="3009900"/>
          <p14:tracePt t="49274" x="7683500" y="2984500"/>
          <p14:tracePt t="49290" x="7778750" y="2965450"/>
          <p14:tracePt t="49307" x="7886700" y="2946400"/>
          <p14:tracePt t="49324" x="7937500" y="2940050"/>
          <p14:tracePt t="49340" x="7975600" y="2933700"/>
          <p14:tracePt t="49357" x="8001000" y="2927350"/>
          <p14:tracePt t="49361" x="8013700" y="2921000"/>
          <p14:tracePt t="49374" x="8020050" y="2921000"/>
          <p14:tracePt t="49390" x="8026400" y="2914650"/>
          <p14:tracePt t="49393" x="8026400" y="2908300"/>
          <p14:tracePt t="49407" x="8032750" y="2901950"/>
          <p14:tracePt t="49424" x="8039100" y="2895600"/>
          <p14:tracePt t="49442" x="8045450" y="2889250"/>
          <p14:tracePt t="49457" x="8051800" y="2882900"/>
          <p14:tracePt t="49474" x="8058150" y="2876550"/>
          <p14:tracePt t="49490" x="8070850" y="2863850"/>
          <p14:tracePt t="49507" x="8077200" y="2857500"/>
          <p14:tracePt t="49524" x="8096250" y="2838450"/>
          <p14:tracePt t="49540" x="8102600" y="2832100"/>
          <p14:tracePt t="49557" x="8115300" y="2819400"/>
          <p14:tracePt t="49739" x="8115300" y="2825750"/>
          <p14:tracePt t="49747" x="8108950" y="2832100"/>
          <p14:tracePt t="49757" x="8102600" y="2832100"/>
          <p14:tracePt t="49776" x="8096250" y="2838450"/>
          <p14:tracePt t="49779" x="8096250" y="2844800"/>
          <p14:tracePt t="49791" x="8089900" y="2851150"/>
          <p14:tracePt t="49809" x="8077200" y="2863850"/>
          <p14:tracePt t="49812" x="8077200" y="2870200"/>
          <p14:tracePt t="49824" x="8064500" y="2876550"/>
          <p14:tracePt t="49843" x="8051800" y="2889250"/>
          <p14:tracePt t="49847" x="8051800" y="2895600"/>
          <p14:tracePt t="49857" x="8039100" y="2908300"/>
          <p14:tracePt t="49875" x="8020050" y="2921000"/>
          <p14:tracePt t="49878" x="8007350" y="2940050"/>
          <p14:tracePt t="49890" x="8001000" y="2946400"/>
          <p14:tracePt t="49907" x="7975600" y="2971800"/>
          <p14:tracePt t="49909" x="7969250" y="2971800"/>
          <p14:tracePt t="49924" x="7956550" y="2990850"/>
          <p14:tracePt t="49942" x="7950200" y="2997200"/>
          <p14:tracePt t="49957" x="7937500" y="3003550"/>
          <p14:tracePt t="49974" x="7931150" y="3009900"/>
          <p14:tracePt t="49990" x="7918450" y="3016250"/>
          <p14:tracePt t="50007" x="7905750" y="3022600"/>
          <p14:tracePt t="50024" x="7893050" y="3028950"/>
          <p14:tracePt t="50040" x="7854950" y="3041650"/>
          <p14:tracePt t="50057" x="7797800" y="3054350"/>
          <p14:tracePt t="50074" x="7708900" y="3060700"/>
          <p14:tracePt t="50077" x="7689850" y="3060700"/>
          <p14:tracePt t="50090" x="7639050" y="3060700"/>
          <p14:tracePt t="50107" x="7569200" y="3073400"/>
          <p14:tracePt t="50111" x="7524750" y="3073400"/>
          <p14:tracePt t="50124" x="7512050" y="3073400"/>
          <p14:tracePt t="50141" x="7473950" y="3073400"/>
          <p14:tracePt t="50143" x="7454900" y="3073400"/>
          <p14:tracePt t="50157" x="7448550" y="3073400"/>
          <p14:tracePt t="50174" x="7423150" y="3073400"/>
          <p14:tracePt t="50191" x="7397750" y="3073400"/>
          <p14:tracePt t="50207" x="7366000" y="3073400"/>
          <p14:tracePt t="50224" x="7308850" y="3073400"/>
          <p14:tracePt t="50240" x="7270750" y="3073400"/>
          <p14:tracePt t="50257" x="7200900" y="3079750"/>
          <p14:tracePt t="50274" x="7169150" y="3086100"/>
          <p14:tracePt t="50291" x="7105650" y="3098800"/>
          <p14:tracePt t="50307" x="7080250" y="3098800"/>
          <p14:tracePt t="50311" x="7067550" y="3098800"/>
          <p14:tracePt t="50327" x="7054850" y="3098800"/>
          <p14:tracePt t="50340" x="7035800" y="3098800"/>
          <p14:tracePt t="50344" x="7023100" y="3105150"/>
          <p14:tracePt t="50357" x="7010400" y="3105150"/>
          <p14:tracePt t="50374" x="6953250" y="3105150"/>
          <p14:tracePt t="50390" x="6921500" y="3111500"/>
          <p14:tracePt t="50407" x="6864350" y="3117850"/>
          <p14:tracePt t="50410" x="6826250" y="3124200"/>
          <p14:tracePt t="50425" x="6762750" y="3136900"/>
          <p14:tracePt t="50440" x="6654800" y="3155950"/>
          <p14:tracePt t="50457" x="6559550" y="3175000"/>
          <p14:tracePt t="50474" x="6445250" y="3194050"/>
          <p14:tracePt t="50491" x="6311900" y="3206750"/>
          <p14:tracePt t="50507" x="6153150" y="3206750"/>
          <p14:tracePt t="50524" x="5956300" y="3206750"/>
          <p14:tracePt t="50541" x="5772150" y="3206750"/>
          <p14:tracePt t="50545" x="5632450" y="3206750"/>
          <p14:tracePt t="50557" x="5480050" y="3206750"/>
          <p14:tracePt t="50574" x="5245100" y="3206750"/>
          <p14:tracePt t="50577" x="5105400" y="3206750"/>
          <p14:tracePt t="50590" x="4933950" y="3206750"/>
          <p14:tracePt t="50607" x="4749800" y="3206750"/>
          <p14:tracePt t="50610" x="4692650" y="3206750"/>
          <p14:tracePt t="50625" x="4470400" y="3213100"/>
          <p14:tracePt t="50640" x="4438650" y="3213100"/>
          <p14:tracePt t="50644" x="4349750" y="3213100"/>
          <p14:tracePt t="50657" x="4318000" y="3213100"/>
          <p14:tracePt t="50675" x="4191000" y="3200400"/>
          <p14:tracePt t="50691" x="4114800" y="3187700"/>
          <p14:tracePt t="50707" x="4032250" y="3175000"/>
          <p14:tracePt t="50724" x="3949700" y="3155950"/>
          <p14:tracePt t="50740" x="3886200" y="3136900"/>
          <p14:tracePt t="50757" x="3867150" y="3130550"/>
          <p14:tracePt t="50773" x="3867150" y="3124200"/>
          <p14:tracePt t="50790" x="3867150" y="3117850"/>
          <p14:tracePt t="50807" x="3867150" y="3098800"/>
          <p14:tracePt t="50824" x="3873500" y="3092450"/>
          <p14:tracePt t="50840" x="3886200" y="3079750"/>
          <p14:tracePt t="50843" x="3898900" y="3067050"/>
          <p14:tracePt t="50857" x="3911600" y="3067050"/>
          <p14:tracePt t="50874" x="3943350" y="3060700"/>
          <p14:tracePt t="50890" x="4006850" y="3054350"/>
          <p14:tracePt t="50907" x="4051300" y="3054350"/>
          <p14:tracePt t="50910" x="4102100" y="3060700"/>
          <p14:tracePt t="50925" x="4311650" y="3086100"/>
          <p14:tracePt t="50942" x="4527550" y="3098800"/>
          <p14:tracePt t="50957" x="4845050" y="3098800"/>
          <p14:tracePt t="50974" x="5162550" y="3098800"/>
          <p14:tracePt t="50991" x="5397500" y="3073400"/>
          <p14:tracePt t="51007" x="5638800" y="3041650"/>
          <p14:tracePt t="51024" x="5861050" y="3009900"/>
          <p14:tracePt t="51040" x="6070600" y="2971800"/>
          <p14:tracePt t="51057" x="6191250" y="2946400"/>
          <p14:tracePt t="51074" x="6292850" y="2927350"/>
          <p14:tracePt t="51077" x="6337300" y="2921000"/>
          <p14:tracePt t="51090" x="6375400" y="2914650"/>
          <p14:tracePt t="51107" x="6432550" y="2901950"/>
          <p14:tracePt t="51110" x="6432550" y="2895600"/>
          <p14:tracePt t="51239" x="6438900" y="2895600"/>
          <p14:tracePt t="51257" x="6451600" y="2889250"/>
          <p14:tracePt t="51274" x="6483350" y="2876550"/>
          <p14:tracePt t="51290" x="6540500" y="2844800"/>
          <p14:tracePt t="51307" x="6578600" y="2819400"/>
          <p14:tracePt t="51311" x="6591300" y="2819400"/>
          <p14:tracePt t="51325" x="6597650" y="2813050"/>
          <p14:tracePt t="51340" x="6604000" y="2806700"/>
          <p14:tracePt t="52013" x="6604000" y="2800350"/>
          <p14:tracePt t="52022" x="6604000" y="2787650"/>
          <p14:tracePt t="52030" x="6597650" y="2768600"/>
          <p14:tracePt t="52040" x="6584950" y="2749550"/>
          <p14:tracePt t="52057" x="6565900" y="2698750"/>
          <p14:tracePt t="52062" x="6546850" y="2660650"/>
          <p14:tracePt t="52074" x="6527800" y="2635250"/>
          <p14:tracePt t="52091" x="6489700" y="2578100"/>
          <p14:tracePt t="52094" x="6464300" y="2559050"/>
          <p14:tracePt t="52108" x="6432550" y="2514600"/>
          <p14:tracePt t="52124" x="6343650" y="2438400"/>
          <p14:tracePt t="52140" x="6273800" y="2387600"/>
          <p14:tracePt t="52157" x="6178550" y="2330450"/>
          <p14:tracePt t="52174" x="6108700" y="2298700"/>
          <p14:tracePt t="52190" x="6013450" y="2247900"/>
          <p14:tracePt t="52207" x="5937250" y="2216150"/>
          <p14:tracePt t="52224" x="5854700" y="2171700"/>
          <p14:tracePt t="52240" x="5772150" y="2127250"/>
          <p14:tracePt t="52257" x="5683250" y="2082800"/>
          <p14:tracePt t="52274" x="5588000" y="2038350"/>
          <p14:tracePt t="52290" x="5524500" y="2006600"/>
          <p14:tracePt t="52307" x="5410200" y="1962150"/>
          <p14:tracePt t="52324" x="5321300" y="1930400"/>
          <p14:tracePt t="52326" x="5251450" y="1905000"/>
          <p14:tracePt t="52340" x="5219700" y="1898650"/>
          <p14:tracePt t="52357" x="5118100" y="1873250"/>
          <p14:tracePt t="52358" x="5035550" y="1847850"/>
          <p14:tracePt t="52374" x="4933950" y="1828800"/>
          <p14:tracePt t="52390" x="4838700" y="1822450"/>
          <p14:tracePt t="52407" x="4762500" y="1816100"/>
          <p14:tracePt t="52423" x="4686300" y="1816100"/>
          <p14:tracePt t="52440" x="4622800" y="1816100"/>
          <p14:tracePt t="52457" x="4552950" y="1816100"/>
          <p14:tracePt t="52473" x="4514850" y="1816100"/>
          <p14:tracePt t="52490" x="4451350" y="1816100"/>
          <p14:tracePt t="52507" x="4375150" y="1816100"/>
          <p14:tracePt t="52524" x="4337050" y="1816100"/>
          <p14:tracePt t="52541" x="4254500" y="1816100"/>
          <p14:tracePt t="52557" x="4203700" y="1816100"/>
          <p14:tracePt t="52561" x="4133850" y="1816100"/>
          <p14:tracePt t="52573" x="4095750" y="1816100"/>
          <p14:tracePt t="52590" x="4051300" y="1816100"/>
          <p14:tracePt t="52594" x="4025900" y="1816100"/>
          <p14:tracePt t="52607" x="3968750" y="1822450"/>
          <p14:tracePt t="52624" x="3898900" y="1835150"/>
          <p14:tracePt t="52640" x="3829050" y="1841500"/>
          <p14:tracePt t="52657" x="3790950" y="1847850"/>
          <p14:tracePt t="52674" x="3759200" y="1854200"/>
          <p14:tracePt t="52690" x="3727450" y="1860550"/>
          <p14:tracePt t="52707" x="3670300" y="1873250"/>
          <p14:tracePt t="52724" x="3651250" y="1885950"/>
          <p14:tracePt t="52741" x="3625850" y="1898650"/>
          <p14:tracePt t="52757" x="3606800" y="1911350"/>
          <p14:tracePt t="52774" x="3587750" y="1930400"/>
          <p14:tracePt t="52790" x="3575050" y="1949450"/>
          <p14:tracePt t="52795" x="3562350" y="1955800"/>
          <p14:tracePt t="52807" x="3556000" y="1962150"/>
          <p14:tracePt t="52824" x="3524250" y="1987550"/>
          <p14:tracePt t="52841" x="3505200" y="2000250"/>
          <p14:tracePt t="52846" x="3498850" y="2006600"/>
          <p14:tracePt t="52857" x="3486150" y="2019300"/>
          <p14:tracePt t="52875" x="3454400" y="2032000"/>
          <p14:tracePt t="52890" x="3416300" y="2057400"/>
          <p14:tracePt t="52907" x="3384550" y="2076450"/>
          <p14:tracePt t="52924" x="3346450" y="2101850"/>
          <p14:tracePt t="52940" x="3295650" y="2120900"/>
          <p14:tracePt t="52957" x="3244850" y="2146300"/>
          <p14:tracePt t="52974" x="3206750" y="2178050"/>
          <p14:tracePt t="52991" x="3187700" y="2184400"/>
          <p14:tracePt t="53007" x="3149600" y="2203450"/>
          <p14:tracePt t="53024" x="3117850" y="2216150"/>
          <p14:tracePt t="53041" x="3086100" y="2222500"/>
          <p14:tracePt t="53057" x="3054350" y="2235200"/>
          <p14:tracePt t="53061" x="3041650" y="2241550"/>
          <p14:tracePt t="53075" x="3028950" y="2241550"/>
          <p14:tracePt t="53091" x="3009900" y="2247900"/>
          <p14:tracePt t="53110" x="2959100" y="2260600"/>
          <p14:tracePt t="53124" x="2927350" y="2279650"/>
          <p14:tracePt t="53142" x="2895600" y="2286000"/>
          <p14:tracePt t="53157" x="2857500" y="2305050"/>
          <p14:tracePt t="53175" x="2813050" y="2317750"/>
          <p14:tracePt t="53191" x="2794000" y="2330450"/>
          <p14:tracePt t="53208" x="2774950" y="2336800"/>
          <p14:tracePt t="53224" x="2755900" y="2343150"/>
          <p14:tracePt t="53240" x="2749550" y="2349500"/>
          <p14:tracePt t="53257" x="2736850" y="2355850"/>
          <p14:tracePt t="53274" x="2724150" y="2362200"/>
          <p14:tracePt t="53277" x="2711450" y="2368550"/>
          <p14:tracePt t="53290" x="2705100" y="2368550"/>
          <p14:tracePt t="53307" x="2686050" y="2381250"/>
          <p14:tracePt t="53311" x="2679700" y="2387600"/>
          <p14:tracePt t="53324" x="2673350" y="2393950"/>
          <p14:tracePt t="53341" x="2660650" y="2400300"/>
          <p14:tracePt t="53343" x="2647950" y="2406650"/>
          <p14:tracePt t="53357" x="2641600" y="2413000"/>
          <p14:tracePt t="53375" x="2622550" y="2432050"/>
          <p14:tracePt t="53390" x="2609850" y="2438400"/>
          <p14:tracePt t="53407" x="2603500" y="2444750"/>
          <p14:tracePt t="53423" x="2597150" y="2451100"/>
          <p14:tracePt t="53457" x="2597150" y="2457450"/>
          <p14:tracePt t="53474" x="2590800" y="2457450"/>
          <p14:tracePt t="53496" x="2584450" y="2463800"/>
          <p14:tracePt t="53511" x="2584450" y="2470150"/>
          <p14:tracePt t="53524" x="2578100" y="2476500"/>
          <p14:tracePt t="53540" x="2565400" y="2482850"/>
          <p14:tracePt t="53545" x="2559050" y="2489200"/>
          <p14:tracePt t="53557" x="2552700" y="2495550"/>
          <p14:tracePt t="53574" x="2540000" y="2508250"/>
          <p14:tracePt t="53578" x="2527300" y="2520950"/>
          <p14:tracePt t="53593" x="2520950" y="2533650"/>
          <p14:tracePt t="53607" x="2514600" y="2533650"/>
          <p14:tracePt t="53609" x="2508250" y="2540000"/>
          <p14:tracePt t="53681" x="2508250" y="2546350"/>
          <p14:tracePt t="53697" x="2501900" y="2546350"/>
          <p14:tracePt t="53721" x="2501900" y="2552700"/>
          <p14:tracePt t="53729" x="2495550" y="2552700"/>
          <p14:tracePt t="53741" x="2495550" y="2559050"/>
          <p14:tracePt t="53757" x="2489200" y="2559050"/>
          <p14:tracePt t="53774" x="2482850" y="2565400"/>
          <p14:tracePt t="53790" x="2476500" y="2565400"/>
          <p14:tracePt t="53807" x="2476500" y="2571750"/>
          <p14:tracePt t="53809" x="2470150" y="2571750"/>
          <p14:tracePt t="53823" x="2470150" y="2578100"/>
          <p14:tracePt t="53840" x="2470150" y="2584450"/>
          <p14:tracePt t="53857" x="2463800" y="2584450"/>
          <p14:tracePt t="53890" x="2457450" y="2590800"/>
          <p14:tracePt t="53924" x="2451100" y="2597150"/>
          <p14:tracePt t="53963" x="2444750" y="2603500"/>
          <p14:tracePt t="54003" x="2444750" y="2609850"/>
          <p14:tracePt t="54399" x="2444750" y="2603500"/>
          <p14:tracePt t="54422" x="2451100" y="2597150"/>
          <p14:tracePt t="54439" x="2457450" y="2597150"/>
          <p14:tracePt t="54457" x="2470150" y="2590800"/>
          <p14:tracePt t="54474" x="2470150" y="2584450"/>
          <p14:tracePt t="54491" x="2482850" y="2578100"/>
          <p14:tracePt t="54507" x="2489200" y="2578100"/>
          <p14:tracePt t="54510" x="2495550" y="2571750"/>
          <p14:tracePt t="54524" x="2501900" y="2571750"/>
          <p14:tracePt t="54529" x="2508250" y="2571750"/>
          <p14:tracePt t="54540" x="2520950" y="2565400"/>
          <p14:tracePt t="54557" x="2546350" y="2552700"/>
          <p14:tracePt t="54562" x="2565400" y="2552700"/>
          <p14:tracePt t="54575" x="2590800" y="2540000"/>
          <p14:tracePt t="54590" x="2647950" y="2527300"/>
          <p14:tracePt t="54607" x="2679700" y="2520950"/>
          <p14:tracePt t="54610" x="2692400" y="2514600"/>
          <p14:tracePt t="54624" x="2743200" y="2501900"/>
          <p14:tracePt t="54640" x="2781300" y="2501900"/>
          <p14:tracePt t="54657" x="2825750" y="2489200"/>
          <p14:tracePt t="54674" x="2882900" y="2482850"/>
          <p14:tracePt t="54691" x="2984500" y="2463800"/>
          <p14:tracePt t="54707" x="3073400" y="2451100"/>
          <p14:tracePt t="54725" x="3213100" y="2432050"/>
          <p14:tracePt t="54729" x="3295650" y="2419350"/>
          <p14:tracePt t="54741" x="3390900" y="2406650"/>
          <p14:tracePt t="54758" x="3530600" y="2381250"/>
          <p14:tracePt t="54761" x="3651250" y="2374900"/>
          <p14:tracePt t="54774" x="3790950" y="2368550"/>
          <p14:tracePt t="54793" x="4178300" y="2355850"/>
          <p14:tracePt t="54807" x="4241800" y="2355850"/>
          <p14:tracePt t="54825" x="4641850" y="2355850"/>
          <p14:tracePt t="54841" x="5003800" y="2374900"/>
          <p14:tracePt t="54858" x="5245100" y="2393950"/>
          <p14:tracePt t="54875" x="5524500" y="2419350"/>
          <p14:tracePt t="54892" x="5924550" y="2457450"/>
          <p14:tracePt t="54907" x="6172200" y="2489200"/>
          <p14:tracePt t="54925" x="6464300" y="2514600"/>
          <p14:tracePt t="54940" x="6889750" y="2559050"/>
          <p14:tracePt t="54957" x="7150100" y="2584450"/>
          <p14:tracePt t="54974" x="7505700" y="2622550"/>
          <p14:tracePt t="54991" x="7810500" y="2647950"/>
          <p14:tracePt t="54995" x="7861300" y="2654300"/>
          <p14:tracePt t="55007" x="7969250" y="2660650"/>
          <p14:tracePt t="55023" x="8121650" y="2686050"/>
          <p14:tracePt t="55026" x="8172450" y="2698750"/>
          <p14:tracePt t="55040" x="8216900" y="2705100"/>
          <p14:tracePt t="55057" x="8280400" y="2717800"/>
          <p14:tracePt t="55060" x="8305800" y="2717800"/>
          <p14:tracePt t="55075" x="8343900" y="2724150"/>
          <p14:tracePt t="55090" x="8382000" y="2730500"/>
          <p14:tracePt t="55107" x="8420100" y="2730500"/>
          <p14:tracePt t="55124" x="8451850" y="2736850"/>
          <p14:tracePt t="55140" x="8470900" y="2736850"/>
          <p14:tracePt t="55157" x="8489950" y="2736850"/>
          <p14:tracePt t="55174" x="8521700" y="2736850"/>
          <p14:tracePt t="55191" x="8566150" y="2743200"/>
          <p14:tracePt t="55207" x="8648700" y="2755900"/>
          <p14:tracePt t="55224" x="8769350" y="2768600"/>
          <p14:tracePt t="55241" x="8839200" y="2774950"/>
          <p14:tracePt t="55257" x="8902700" y="2774950"/>
          <p14:tracePt t="55261" x="8928100" y="2781300"/>
          <p14:tracePt t="55341" x="8921750" y="2781300"/>
          <p14:tracePt t="55350" x="8909050" y="2781300"/>
          <p14:tracePt t="55357" x="8902700" y="2781300"/>
          <p14:tracePt t="55374" x="8877300" y="2781300"/>
          <p14:tracePt t="55390" x="8851900" y="2781300"/>
          <p14:tracePt t="55407" x="8839200" y="2781300"/>
          <p14:tracePt t="55424" x="8832850" y="2781300"/>
          <p14:tracePt t="55441" x="8820150" y="2781300"/>
          <p14:tracePt t="55457" x="8813800" y="2781300"/>
          <p14:tracePt t="55474" x="8807450" y="2781300"/>
          <p14:tracePt t="55491" x="8801100" y="2781300"/>
          <p14:tracePt t="55507" x="8788400" y="2781300"/>
          <p14:tracePt t="55524" x="8782050" y="2781300"/>
          <p14:tracePt t="55527" x="8775700" y="2781300"/>
          <p14:tracePt t="55540" x="8769350" y="2781300"/>
          <p14:tracePt t="55557" x="8763000" y="2774950"/>
          <p14:tracePt t="55575" x="8750300" y="2774950"/>
          <p14:tracePt t="55591" x="8743950" y="2774950"/>
          <p14:tracePt t="55617" x="8737600" y="2774950"/>
          <p14:tracePt t="55769" x="8737600" y="2768600"/>
          <p14:tracePt t="55785" x="8737600" y="2762250"/>
          <p14:tracePt t="55801" x="8737600" y="2755900"/>
          <p14:tracePt t="55809" x="8737600" y="2749550"/>
          <p14:tracePt t="55826" x="8737600" y="2743200"/>
          <p14:tracePt t="55841" x="8724900" y="2717800"/>
          <p14:tracePt t="55857" x="8724900" y="2698750"/>
          <p14:tracePt t="55876" x="8705850" y="2673350"/>
          <p14:tracePt t="55891" x="8661400" y="2622550"/>
          <p14:tracePt t="55907" x="8585200" y="2565400"/>
          <p14:tracePt t="55924" x="8445500" y="2489200"/>
          <p14:tracePt t="55941" x="8299450" y="2425700"/>
          <p14:tracePt t="55957" x="8102600" y="2349500"/>
          <p14:tracePt t="55974" x="7924800" y="2292350"/>
          <p14:tracePt t="55991" x="7766050" y="2254250"/>
          <p14:tracePt t="56007" x="7639050" y="2216150"/>
          <p14:tracePt t="56024" x="7556500" y="2197100"/>
          <p14:tracePt t="56028" x="7512050" y="2184400"/>
          <p14:tracePt t="56040" x="7461250" y="2178050"/>
          <p14:tracePt t="56057" x="7397750" y="2165350"/>
          <p14:tracePt t="56059" x="7353300" y="2159000"/>
          <p14:tracePt t="56074" x="7270750" y="2152650"/>
          <p14:tracePt t="56090" x="7137400" y="2139950"/>
          <p14:tracePt t="56107" x="7010400" y="2127250"/>
          <p14:tracePt t="56124" x="6864350" y="2108200"/>
          <p14:tracePt t="56141" x="6711950" y="2082800"/>
          <p14:tracePt t="56157" x="6546850" y="2070100"/>
          <p14:tracePt t="56174" x="6400800" y="2057400"/>
          <p14:tracePt t="56191" x="6318250" y="2051050"/>
          <p14:tracePt t="56207" x="6191250" y="2051050"/>
          <p14:tracePt t="56224" x="6076950" y="2051050"/>
          <p14:tracePt t="56241" x="6007100" y="2051050"/>
          <p14:tracePt t="56257" x="5892800" y="2057400"/>
          <p14:tracePt t="56261" x="5861050" y="2063750"/>
          <p14:tracePt t="56274" x="5791200" y="2070100"/>
          <p14:tracePt t="56291" x="5727700" y="2076450"/>
          <p14:tracePt t="56294" x="5695950" y="2082800"/>
          <p14:tracePt t="56307" x="5607050" y="2089150"/>
          <p14:tracePt t="56325" x="5486400" y="2095500"/>
          <p14:tracePt t="56342" x="5340350" y="2095500"/>
          <p14:tracePt t="56357" x="5257800" y="2095500"/>
          <p14:tracePt t="56376" x="5111750" y="2095500"/>
          <p14:tracePt t="56390" x="5041900" y="2095500"/>
          <p14:tracePt t="56410" x="4978400" y="2095500"/>
          <p14:tracePt t="56424" x="4933950" y="2095500"/>
          <p14:tracePt t="56443" x="4851400" y="2095500"/>
          <p14:tracePt t="56445" x="4826000" y="2101850"/>
          <p14:tracePt t="56457" x="4806950" y="2101850"/>
          <p14:tracePt t="56474" x="4768850" y="2120900"/>
          <p14:tracePt t="56491" x="4737100" y="2133600"/>
          <p14:tracePt t="56507" x="4711700" y="2152650"/>
          <p14:tracePt t="56512" x="4699000" y="2165350"/>
          <p14:tracePt t="56524" x="4686300" y="2171700"/>
          <p14:tracePt t="56540" x="4667250" y="2197100"/>
          <p14:tracePt t="56543" x="4654550" y="2197100"/>
          <p14:tracePt t="56557" x="4648200" y="2209800"/>
          <p14:tracePt t="56575" x="4610100" y="2235200"/>
          <p14:tracePt t="56591" x="4584700" y="2254250"/>
          <p14:tracePt t="56607" x="4559300" y="2279650"/>
          <p14:tracePt t="56624" x="4521200" y="2305050"/>
          <p14:tracePt t="56640" x="4483100" y="2343150"/>
          <p14:tracePt t="56657" x="4457700" y="2368550"/>
          <p14:tracePt t="56674" x="4425950" y="2406650"/>
          <p14:tracePt t="56691" x="4413250" y="2425700"/>
          <p14:tracePt t="56707" x="4406900" y="2451100"/>
          <p14:tracePt t="56711" x="4400550" y="2457450"/>
          <p14:tracePt t="56724" x="4394200" y="2463800"/>
          <p14:tracePt t="56741" x="4394200" y="2476500"/>
          <p14:tracePt t="56762" x="4387850" y="2476500"/>
          <p14:tracePt t="56774" x="4387850" y="2482850"/>
          <p14:tracePt t="56790" x="4387850" y="2489200"/>
          <p14:tracePt t="56807" x="4381500" y="2495550"/>
          <p14:tracePt t="56825" x="4375150" y="2501900"/>
          <p14:tracePt t="56841" x="4368800" y="2508250"/>
          <p14:tracePt t="56857" x="4368800" y="2520950"/>
          <p14:tracePt t="56874" x="4362450" y="2527300"/>
          <p14:tracePt t="56900" x="4362450" y="2533650"/>
          <p14:tracePt t="56930" x="4362450" y="2540000"/>
          <p14:tracePt t="56937" x="4356100" y="2540000"/>
          <p14:tracePt t="57567" x="4356100" y="2533650"/>
          <p14:tracePt t="57575" x="4362450" y="2533650"/>
          <p14:tracePt t="57592" x="4362450" y="2527300"/>
          <p14:tracePt t="57608" x="4368800" y="2520950"/>
          <p14:tracePt t="57624" x="4375150" y="2514600"/>
          <p14:tracePt t="57641" x="4375150" y="2508250"/>
          <p14:tracePt t="57657" x="4381500" y="2501900"/>
          <p14:tracePt t="57674" x="4394200" y="2495550"/>
          <p14:tracePt t="57691" x="4400550" y="2489200"/>
          <p14:tracePt t="57707" x="4413250" y="2476500"/>
          <p14:tracePt t="57711" x="4419600" y="2470150"/>
          <p14:tracePt t="57724" x="4432300" y="2463800"/>
          <p14:tracePt t="57741" x="4457700" y="2444750"/>
          <p14:tracePt t="57743" x="4464050" y="2438400"/>
          <p14:tracePt t="57757" x="4476750" y="2425700"/>
          <p14:tracePt t="57775" x="4508500" y="2406650"/>
          <p14:tracePt t="57790" x="4527550" y="2393950"/>
          <p14:tracePt t="57807" x="4533900" y="2387600"/>
          <p14:tracePt t="57810" x="4540250" y="2387600"/>
          <p14:tracePt t="57826" x="4552950" y="2381250"/>
          <p14:tracePt t="57841" x="4559300" y="2381250"/>
          <p14:tracePt t="57857" x="4572000" y="2374900"/>
          <p14:tracePt t="57874" x="4578350" y="2368550"/>
          <p14:tracePt t="57891" x="4584700" y="2368550"/>
          <p14:tracePt t="57907" x="4584700" y="2362200"/>
          <p14:tracePt t="57924" x="4597400" y="2362200"/>
          <p14:tracePt t="59485" x="4603750" y="2362200"/>
          <p14:tracePt t="60709" x="4603750" y="2355850"/>
          <p14:tracePt t="63225" x="4610100" y="2355850"/>
          <p14:tracePt t="65079" x="4610100" y="2362200"/>
          <p14:tracePt t="65096" x="4610100" y="2368550"/>
          <p14:tracePt t="65103" x="4610100" y="2374900"/>
          <p14:tracePt t="65122" x="4610100" y="2381250"/>
          <p14:tracePt t="65127" x="4610100" y="2387600"/>
          <p14:tracePt t="65141" x="4610100" y="2393950"/>
          <p14:tracePt t="65157" x="4597400" y="2406650"/>
          <p14:tracePt t="65161" x="4597400" y="2413000"/>
          <p14:tracePt t="65175" x="4584700" y="2432050"/>
          <p14:tracePt t="65191" x="4572000" y="2451100"/>
          <p14:tracePt t="65207" x="4565650" y="2476500"/>
          <p14:tracePt t="65224" x="4552950" y="2495550"/>
          <p14:tracePt t="65241" x="4533900" y="2514600"/>
          <p14:tracePt t="65257" x="4527550" y="2533650"/>
          <p14:tracePt t="65274" x="4514850" y="2552700"/>
          <p14:tracePt t="65291" x="4495800" y="2584450"/>
          <p14:tracePt t="65308" x="4476750" y="2609850"/>
          <p14:tracePt t="65324" x="4464050" y="2635250"/>
          <p14:tracePt t="65341" x="4451350" y="2660650"/>
          <p14:tracePt t="65357" x="4432300" y="2673350"/>
          <p14:tracePt t="65362" x="4425950" y="2686050"/>
          <p14:tracePt t="65374" x="4419600" y="2692400"/>
          <p14:tracePt t="65390" x="4413250" y="2705100"/>
          <p14:tracePt t="65393" x="4406900" y="2711450"/>
          <p14:tracePt t="65407" x="4406900" y="2717800"/>
          <p14:tracePt t="65424" x="4387850" y="2743200"/>
          <p14:tracePt t="65441" x="4375150" y="2762250"/>
          <p14:tracePt t="65457" x="4368800" y="2781300"/>
          <p14:tracePt t="65474" x="4356100" y="2806700"/>
          <p14:tracePt t="65491" x="4343400" y="2819400"/>
          <p14:tracePt t="65507" x="4337050" y="2832100"/>
          <p14:tracePt t="65524" x="4330700" y="2844800"/>
          <p14:tracePt t="65541" x="4324350" y="2857500"/>
          <p14:tracePt t="65557" x="4318000" y="2870200"/>
          <p14:tracePt t="65574" x="4311650" y="2882900"/>
          <p14:tracePt t="65590" x="4305300" y="2895600"/>
          <p14:tracePt t="65607" x="4292600" y="2914650"/>
          <p14:tracePt t="65624" x="4273550" y="2946400"/>
          <p14:tracePt t="65627" x="4267200" y="2959100"/>
          <p14:tracePt t="65641" x="4260850" y="2971800"/>
          <p14:tracePt t="65657" x="4241800" y="2990850"/>
          <p14:tracePt t="65660" x="4235450" y="3003550"/>
          <p14:tracePt t="65676" x="4222750" y="3016250"/>
          <p14:tracePt t="65691" x="4222750" y="3022600"/>
          <p14:tracePt t="65707" x="4216400" y="3028950"/>
          <p14:tracePt t="65724" x="4210050" y="3041650"/>
          <p14:tracePt t="65741" x="4197350" y="3048000"/>
          <p14:tracePt t="65757" x="4184650" y="3067050"/>
          <p14:tracePt t="65774" x="4171950" y="3079750"/>
          <p14:tracePt t="65791" x="4165600" y="3086100"/>
          <p14:tracePt t="65816" x="4159250" y="3092450"/>
          <p14:tracePt t="65837" x="4146550" y="3092450"/>
          <p14:tracePt t="65848" x="4146550" y="3105150"/>
          <p14:tracePt t="65857" x="4140200" y="3105150"/>
          <p14:tracePt t="65874" x="4121150" y="3117850"/>
          <p14:tracePt t="65881" x="4114800" y="3136900"/>
          <p14:tracePt t="65890" x="4108450" y="3136900"/>
          <p14:tracePt t="65908" x="4089400" y="3155950"/>
          <p14:tracePt t="65911" x="4076700" y="3162300"/>
          <p14:tracePt t="65925" x="4057650" y="3181350"/>
          <p14:tracePt t="65941" x="4051300" y="3181350"/>
          <p14:tracePt t="66088" x="4051300" y="3187700"/>
          <p14:tracePt t="66103" x="4044950" y="3187700"/>
          <p14:tracePt t="66112" x="4038600" y="3194050"/>
          <p14:tracePt t="66124" x="4032250" y="3200400"/>
          <p14:tracePt t="66141" x="4025900" y="3200400"/>
          <p14:tracePt t="66157" x="4025900" y="3206750"/>
          <p14:tracePt t="66255" x="4019550" y="3206750"/>
          <p14:tracePt t="66280" x="4019550" y="3213100"/>
          <p14:tracePt t="66287" x="4013200" y="3213100"/>
          <p14:tracePt t="66296" x="4006850" y="3213100"/>
          <p14:tracePt t="66308" x="4006850" y="3219450"/>
          <p14:tracePt t="66337" x="4000500" y="3225800"/>
          <p14:tracePt t="66409" x="4000500" y="3232150"/>
          <p14:tracePt t="66417" x="3994150" y="3232150"/>
          <p14:tracePt t="66465" x="3994150" y="3238500"/>
          <p14:tracePt t="66482" x="3987800" y="3238500"/>
          <p14:tracePt t="66553" x="3981450" y="3238500"/>
          <p14:tracePt t="66587" x="3981450" y="3244850"/>
          <p14:tracePt t="66605" x="3975100" y="3244850"/>
          <p14:tracePt t="66699" x="3962400" y="3244850"/>
          <p14:tracePt t="66707" x="3956050" y="3244850"/>
          <p14:tracePt t="66724" x="3930650" y="3251200"/>
          <p14:tracePt t="66741" x="3886200" y="3263900"/>
          <p14:tracePt t="66757" x="3822700" y="3289300"/>
          <p14:tracePt t="66774" x="3733800" y="3314700"/>
          <p14:tracePt t="66791" x="3587750" y="3346450"/>
          <p14:tracePt t="66807" x="3479800" y="3371850"/>
          <p14:tracePt t="66811" x="3454400" y="3378200"/>
          <p14:tracePt t="66824" x="3384550" y="3384550"/>
          <p14:tracePt t="66827" x="3365500" y="3390900"/>
          <p14:tracePt t="66841" x="3340100" y="3390900"/>
          <p14:tracePt t="66857" x="3270250" y="3397250"/>
          <p14:tracePt t="66874" x="3200400" y="3403600"/>
          <p14:tracePt t="66878" x="3181350" y="3403600"/>
          <p14:tracePt t="66891" x="3136900" y="3409950"/>
          <p14:tracePt t="66907" x="3067050" y="3416300"/>
          <p14:tracePt t="66909" x="3041650" y="3416300"/>
          <p14:tracePt t="66925" x="2908300" y="3441700"/>
          <p14:tracePt t="66941" x="2825750" y="3448050"/>
          <p14:tracePt t="66958" x="2660650" y="3454400"/>
          <p14:tracePt t="66974" x="2559050" y="3460750"/>
          <p14:tracePt t="66991" x="2393950" y="3460750"/>
          <p14:tracePt t="67007" x="2324100" y="3460750"/>
          <p14:tracePt t="67024" x="2235200" y="3467100"/>
          <p14:tracePt t="67041" x="2184400" y="3467100"/>
          <p14:tracePt t="67057" x="2152650" y="3467100"/>
          <p14:tracePt t="67074" x="2108200" y="3473450"/>
          <p14:tracePt t="67077" x="2101850" y="3473450"/>
          <p14:tracePt t="67091" x="2076450" y="3479800"/>
          <p14:tracePt t="67108" x="2051050" y="3479800"/>
          <p14:tracePt t="67110" x="2038350" y="3479800"/>
          <p14:tracePt t="67124" x="2019300" y="3486150"/>
          <p14:tracePt t="67141" x="2000250" y="3486150"/>
          <p14:tracePt t="67143" x="1993900" y="3486150"/>
          <p14:tracePt t="67160" x="1981200" y="3486150"/>
          <p14:tracePt t="67176" x="1974850" y="3486150"/>
          <p14:tracePt t="67191" x="1968500" y="3486150"/>
          <p14:tracePt t="67207" x="1962150" y="3486150"/>
          <p14:tracePt t="67224" x="1955800" y="3486150"/>
          <p14:tracePt t="67241" x="1936750" y="3486150"/>
          <p14:tracePt t="67257" x="1917700" y="3492500"/>
          <p14:tracePt t="67274" x="1885950" y="3492500"/>
          <p14:tracePt t="67291" x="1873250" y="3492500"/>
          <p14:tracePt t="67308" x="1873250" y="3498850"/>
          <p14:tracePt t="67474" x="1866900" y="3498850"/>
          <p14:tracePt t="67489" x="1860550" y="3498850"/>
          <p14:tracePt t="67507" x="1854200" y="3498850"/>
          <p14:tracePt t="67524" x="1835150" y="3492500"/>
          <p14:tracePt t="67541" x="1822450" y="3492500"/>
          <p14:tracePt t="67557" x="1809750" y="3479800"/>
          <p14:tracePt t="67574" x="1790700" y="3479800"/>
          <p14:tracePt t="67577" x="1784350" y="3479800"/>
          <p14:tracePt t="67591" x="1778000" y="3473450"/>
          <p14:tracePt t="67607" x="1765300" y="3473450"/>
          <p14:tracePt t="67611" x="1752600" y="3473450"/>
          <p14:tracePt t="67625" x="1733550" y="3467100"/>
          <p14:tracePt t="67641" x="1714500" y="3467100"/>
          <p14:tracePt t="67657" x="1695450" y="3467100"/>
          <p14:tracePt t="67675" x="1682750" y="3467100"/>
          <p14:tracePt t="67691" x="1670050" y="3467100"/>
          <p14:tracePt t="67707" x="1657350" y="3467100"/>
          <p14:tracePt t="67724" x="1644650" y="3460750"/>
          <p14:tracePt t="67741" x="1631950" y="3454400"/>
          <p14:tracePt t="67758" x="1612900" y="3454400"/>
          <p14:tracePt t="67774" x="1600200" y="3454400"/>
          <p14:tracePt t="67791" x="1568450" y="3454400"/>
          <p14:tracePt t="67808" x="1555750" y="3448050"/>
          <p14:tracePt t="67811" x="1536700" y="3448050"/>
          <p14:tracePt t="67824" x="1524000" y="3441700"/>
          <p14:tracePt t="67841" x="1511300" y="3441700"/>
          <p14:tracePt t="67844" x="1498600" y="3441700"/>
          <p14:tracePt t="67858" x="1485900" y="3441700"/>
          <p14:tracePt t="67875" x="1473200" y="3441700"/>
          <p14:tracePt t="67892" x="1466850" y="3441700"/>
          <p14:tracePt t="67928" x="1460500" y="3441700"/>
          <p14:tracePt t="67960" x="1454150" y="3441700"/>
          <p14:tracePt t="67974" x="1447800" y="3441700"/>
          <p14:tracePt t="67991" x="1435100" y="3448050"/>
          <p14:tracePt t="68007" x="1428750" y="3454400"/>
          <p14:tracePt t="68025" x="1416050" y="3460750"/>
          <p14:tracePt t="68041" x="1403350" y="3473450"/>
          <p14:tracePt t="68058" x="1397000" y="3479800"/>
          <p14:tracePt t="68074" x="1390650" y="3486150"/>
          <p14:tracePt t="68091" x="1384300" y="3486150"/>
          <p14:tracePt t="68093" x="1384300" y="3492500"/>
          <p14:tracePt t="68118" x="1384300" y="3498850"/>
          <p14:tracePt t="68126" x="1377950" y="3498850"/>
          <p14:tracePt t="68140" x="1377950" y="3505200"/>
          <p14:tracePt t="68158" x="1371600" y="3517900"/>
          <p14:tracePt t="68174" x="1365250" y="3543300"/>
          <p14:tracePt t="68191" x="1352550" y="3556000"/>
          <p14:tracePt t="68208" x="1352550" y="3575050"/>
          <p14:tracePt t="68224" x="1352550" y="3594100"/>
          <p14:tracePt t="68241" x="1352550" y="3606800"/>
          <p14:tracePt t="68258" x="1352550" y="3613150"/>
          <p14:tracePt t="68311" x="1352550" y="3619500"/>
          <p14:tracePt t="68336" x="1352550" y="3625850"/>
          <p14:tracePt t="68351" x="1358900" y="3632200"/>
          <p14:tracePt t="68360" x="1358900" y="3638550"/>
          <p14:tracePt t="68375" x="1365250" y="3644900"/>
          <p14:tracePt t="68391" x="1371600" y="3657600"/>
          <p14:tracePt t="68407" x="1384300" y="3670300"/>
          <p14:tracePt t="68424" x="1390650" y="3676650"/>
          <p14:tracePt t="68440" x="1397000" y="3683000"/>
          <p14:tracePt t="68458" x="1403350" y="3683000"/>
          <p14:tracePt t="68474" x="1403350" y="3695700"/>
          <p14:tracePt t="68491" x="1409700" y="3702050"/>
          <p14:tracePt t="68507" x="1416050" y="3714750"/>
          <p14:tracePt t="68524" x="1422400" y="3721100"/>
          <p14:tracePt t="68541" x="1428750" y="3727450"/>
          <p14:tracePt t="68557" x="1435100" y="3733800"/>
          <p14:tracePt t="68561" x="1441450" y="3740150"/>
          <p14:tracePt t="68591" x="1454150" y="3746500"/>
          <p14:tracePt t="68594" x="1460500" y="3746500"/>
          <p14:tracePt t="68608" x="1466850" y="3752850"/>
          <p14:tracePt t="68625" x="1479550" y="3752850"/>
          <p14:tracePt t="68641" x="1492250" y="3759200"/>
          <p14:tracePt t="68657" x="1498600" y="3765550"/>
          <p14:tracePt t="68674" x="1511300" y="3765550"/>
          <p14:tracePt t="68691" x="1530350" y="3765550"/>
          <p14:tracePt t="68707" x="1549400" y="3771900"/>
          <p14:tracePt t="68724" x="1562100" y="3771900"/>
          <p14:tracePt t="68741" x="1587500" y="3778250"/>
          <p14:tracePt t="68758" x="1600200" y="3778250"/>
          <p14:tracePt t="68774" x="1619250" y="3778250"/>
          <p14:tracePt t="68791" x="1644650" y="3784600"/>
          <p14:tracePt t="68808" x="1657350" y="3784600"/>
          <p14:tracePt t="68824" x="1670050" y="3790950"/>
          <p14:tracePt t="68828" x="1682750" y="3790950"/>
          <p14:tracePt t="68841" x="1689100" y="3790950"/>
          <p14:tracePt t="68857" x="1701800" y="3790950"/>
          <p14:tracePt t="68860" x="1714500" y="3790950"/>
          <p14:tracePt t="68875" x="1733550" y="3790950"/>
          <p14:tracePt t="68891" x="1752600" y="3790950"/>
          <p14:tracePt t="68907" x="1784350" y="3790950"/>
          <p14:tracePt t="68924" x="1816100" y="3790950"/>
          <p14:tracePt t="68942" x="1835150" y="3790950"/>
          <p14:tracePt t="68958" x="1866900" y="3790950"/>
          <p14:tracePt t="68975" x="1892300" y="3790950"/>
          <p14:tracePt t="68991" x="1905000" y="3790950"/>
          <p14:tracePt t="69008" x="1924050" y="3790950"/>
          <p14:tracePt t="69024" x="1930400" y="3784600"/>
          <p14:tracePt t="69041" x="1943100" y="3784600"/>
          <p14:tracePt t="69057" x="1949450" y="3778250"/>
          <p14:tracePt t="69062" x="1955800" y="3778250"/>
          <p14:tracePt t="69091" x="1962150" y="3771900"/>
          <p14:tracePt t="69107" x="1968500" y="3765550"/>
          <p14:tracePt t="69125" x="1974850" y="3759200"/>
          <p14:tracePt t="69141" x="1987550" y="3740150"/>
          <p14:tracePt t="69157" x="1993900" y="3727450"/>
          <p14:tracePt t="69174" x="2000250" y="3714750"/>
          <p14:tracePt t="69191" x="2012950" y="3702050"/>
          <p14:tracePt t="69208" x="2012950" y="3689350"/>
          <p14:tracePt t="69224" x="2019300" y="3670300"/>
          <p14:tracePt t="69241" x="2025650" y="3651250"/>
          <p14:tracePt t="69257" x="2025650" y="3638550"/>
          <p14:tracePt t="69274" x="2025650" y="3625850"/>
          <p14:tracePt t="69291" x="2025650" y="3613150"/>
          <p14:tracePt t="69308" x="2025650" y="3600450"/>
          <p14:tracePt t="69324" x="2025650" y="3587750"/>
          <p14:tracePt t="69328" x="2025650" y="3581400"/>
          <p14:tracePt t="69340" x="2025650" y="3575050"/>
          <p14:tracePt t="69358" x="2019300" y="3568700"/>
          <p14:tracePt t="69360" x="2019300" y="3562350"/>
          <p14:tracePt t="69378" x="2019300" y="3556000"/>
          <p14:tracePt t="69391" x="2012950" y="3549650"/>
          <p14:tracePt t="69424" x="2006600" y="3543300"/>
          <p14:tracePt t="69456" x="2000250" y="3536950"/>
          <p14:tracePt t="69474" x="1993900" y="3530600"/>
          <p14:tracePt t="69491" x="1981200" y="3524250"/>
          <p14:tracePt t="69510" x="1968500" y="3517900"/>
          <p14:tracePt t="69514" x="1962150" y="3511550"/>
          <p14:tracePt t="69524" x="1955800" y="3511550"/>
          <p14:tracePt t="69543" x="1949450" y="3505200"/>
          <p14:tracePt t="69546" x="1943100" y="3505200"/>
          <p14:tracePt t="69557" x="1930400" y="3505200"/>
          <p14:tracePt t="69577" x="1905000" y="3492500"/>
          <p14:tracePt t="69591" x="1892300" y="3492500"/>
          <p14:tracePt t="69610" x="1873250" y="3492500"/>
          <p14:tracePt t="69625" x="1847850" y="3486150"/>
          <p14:tracePt t="69643" x="1828800" y="3486150"/>
          <p14:tracePt t="69658" x="1816100" y="3479800"/>
          <p14:tracePt t="69675" x="1784350" y="3479800"/>
          <p14:tracePt t="69691" x="1758950" y="3479800"/>
          <p14:tracePt t="69707" x="1739900" y="3473450"/>
          <p14:tracePt t="69724" x="1708150" y="3473450"/>
          <p14:tracePt t="69741" x="1689100" y="3467100"/>
          <p14:tracePt t="69757" x="1663700" y="3467100"/>
          <p14:tracePt t="69774" x="1638300" y="3467100"/>
          <p14:tracePt t="69791" x="1625600" y="3467100"/>
          <p14:tracePt t="69808" x="1606550" y="3467100"/>
          <p14:tracePt t="69811" x="1600200" y="3467100"/>
          <p14:tracePt t="69824" x="1593850" y="3467100"/>
          <p14:tracePt t="69827" x="1587500" y="3467100"/>
          <p14:tracePt t="69841" x="1581150" y="3467100"/>
          <p14:tracePt t="69844" x="1568450" y="3467100"/>
          <p14:tracePt t="69860" x="1562100" y="3467100"/>
          <p14:tracePt t="69877" x="1543050" y="3479800"/>
          <p14:tracePt t="69891" x="1517650" y="3486150"/>
          <p14:tracePt t="69908" x="1498600" y="3498850"/>
          <p14:tracePt t="69924" x="1479550" y="3511550"/>
          <p14:tracePt t="69941" x="1466850" y="3517900"/>
          <p14:tracePt t="69973" x="1460500" y="3524250"/>
          <p14:tracePt t="69980" x="1454150" y="3530600"/>
          <p14:tracePt t="69996" x="1447800" y="3536950"/>
          <p14:tracePt t="70012" x="1447800" y="3543300"/>
          <p14:tracePt t="70024" x="1441450" y="3549650"/>
          <p14:tracePt t="70041" x="1435100" y="3562350"/>
          <p14:tracePt t="70045" x="1435100" y="3568700"/>
          <p14:tracePt t="70058" x="1428750" y="3575050"/>
          <p14:tracePt t="70074" x="1428750" y="3587750"/>
          <p14:tracePt t="70094" x="1422400" y="3587750"/>
          <p14:tracePt t="70110" x="1422400" y="3594100"/>
          <p14:tracePt t="70213" x="1422400" y="3600450"/>
          <p14:tracePt t="70230" x="1422400" y="3606800"/>
          <p14:tracePt t="70238" x="1422400" y="3613150"/>
          <p14:tracePt t="70246" x="1422400" y="3619500"/>
          <p14:tracePt t="70262" x="1422400" y="3632200"/>
          <p14:tracePt t="70278" x="1422400" y="3638550"/>
          <p14:tracePt t="70291" x="1422400" y="3651250"/>
          <p14:tracePt t="70307" x="1422400" y="3657600"/>
          <p14:tracePt t="70324" x="1422400" y="3670300"/>
          <p14:tracePt t="70341" x="1422400" y="3676650"/>
          <p14:tracePt t="70358" x="1428750" y="3676650"/>
          <p14:tracePt t="70383" x="1428750" y="3683000"/>
          <p14:tracePt t="70423" x="1435100" y="3683000"/>
          <p14:tracePt t="70431" x="1435100" y="3689350"/>
          <p14:tracePt t="70441" x="1435100" y="3695700"/>
          <p14:tracePt t="70458" x="1441450" y="3695700"/>
          <p14:tracePt t="70491" x="1447800" y="3702050"/>
          <p14:tracePt t="70524" x="1454150" y="3708400"/>
          <p14:tracePt t="70541" x="1460500" y="3708400"/>
          <p14:tracePt t="70544" x="1466850" y="3714750"/>
          <p14:tracePt t="70560" x="1473200" y="3714750"/>
          <p14:tracePt t="70574" x="1473200" y="3721100"/>
          <p14:tracePt t="70591" x="1479550" y="3727450"/>
          <p14:tracePt t="70608" x="1492250" y="3727450"/>
          <p14:tracePt t="70625" x="1498600" y="3733800"/>
          <p14:tracePt t="70641" x="1504950" y="3733800"/>
          <p14:tracePt t="70658" x="1511300" y="3733800"/>
          <p14:tracePt t="70674" x="1517650" y="3733800"/>
          <p14:tracePt t="70691" x="1524000" y="3733800"/>
          <p14:tracePt t="70732" x="1530350" y="3733800"/>
          <p14:tracePt t="70746" x="1530350" y="3740150"/>
          <p14:tracePt t="70764" x="1536700" y="3740150"/>
          <p14:tracePt t="70777" x="1543050" y="3740150"/>
          <p14:tracePt t="70793" x="1549400" y="3740150"/>
          <p14:tracePt t="70818" x="1555750" y="3746500"/>
          <p14:tracePt t="70834" x="1562100" y="3746500"/>
          <p14:tracePt t="70868" x="1568450" y="3746500"/>
          <p14:tracePt t="70899" x="1574800" y="3746500"/>
          <p14:tracePt t="70941" x="1581150" y="3746500"/>
          <p14:tracePt t="70979" x="1587500" y="3746500"/>
          <p14:tracePt t="71019" x="1593850" y="3746500"/>
          <p14:tracePt t="71036" x="1600200" y="3752850"/>
          <p14:tracePt t="71075" x="1606550" y="3752850"/>
          <p14:tracePt t="71102" x="1612900" y="3752850"/>
          <p14:tracePt t="71149" x="1619250" y="3752850"/>
          <p14:tracePt t="71165" x="1625600" y="3752850"/>
          <p14:tracePt t="71214" x="1631950" y="3752850"/>
          <p14:tracePt t="71229" x="1638300" y="3752850"/>
          <p14:tracePt t="71254" x="1644650" y="3752850"/>
          <p14:tracePt t="71261" x="1651000" y="3752850"/>
          <p14:tracePt t="71274" x="1657350" y="3752850"/>
          <p14:tracePt t="71294" x="1663700" y="3752850"/>
          <p14:tracePt t="71319" x="1676400" y="3752850"/>
          <p14:tracePt t="71335" x="1682750" y="3752850"/>
          <p14:tracePt t="71392" x="1689100" y="3752850"/>
          <p14:tracePt t="71447" x="1695450" y="3752850"/>
          <p14:tracePt t="72794" x="1701800" y="3752850"/>
          <p14:tracePt t="72882" x="1701800" y="3746500"/>
          <p14:tracePt t="73116" x="1708150" y="3746500"/>
          <p14:tracePt t="74914" x="1708150" y="3740150"/>
          <p14:tracePt t="74930" x="1708150" y="3733800"/>
          <p14:tracePt t="74937" x="1708150" y="3727450"/>
          <p14:tracePt t="74947" x="1708150" y="3721100"/>
          <p14:tracePt t="74962" x="1714500" y="3714750"/>
          <p14:tracePt t="75155" x="1714500" y="3721100"/>
          <p14:tracePt t="75365" x="1714500" y="3727450"/>
          <p14:tracePt t="75384" x="1714500" y="3733800"/>
          <p14:tracePt t="75398" x="1714500" y="3740150"/>
          <p14:tracePt t="75415" x="1708150" y="3740150"/>
          <p14:tracePt t="75438" x="1708150" y="3746500"/>
          <p14:tracePt t="75446" x="1708150" y="3752850"/>
          <p14:tracePt t="75470" x="1701800" y="3752850"/>
          <p14:tracePt t="75477" x="1701800" y="3759200"/>
          <p14:tracePt t="75494" x="1695450" y="3765550"/>
          <p14:tracePt t="75510" x="1689100" y="3778250"/>
          <p14:tracePt t="75525" x="1682750" y="3784600"/>
          <p14:tracePt t="75541" x="1670050" y="3790950"/>
          <p14:tracePt t="75558" x="1670050" y="3797300"/>
          <p14:tracePt t="75574" x="1663700" y="3797300"/>
          <p14:tracePt t="75792" x="1663700" y="3790950"/>
          <p14:tracePt t="75816" x="1663700" y="3784600"/>
          <p14:tracePt t="75840" x="1663700" y="3778250"/>
          <p14:tracePt t="79186" x="1676400" y="3778250"/>
          <p14:tracePt t="79193" x="1682750" y="3778250"/>
          <p14:tracePt t="79208" x="1689100" y="3790950"/>
          <p14:tracePt t="79226" x="1720850" y="3797300"/>
          <p14:tracePt t="79242" x="1739900" y="3803650"/>
          <p14:tracePt t="79258" x="1752600" y="3803650"/>
          <p14:tracePt t="79275" x="1765300" y="3810000"/>
          <p14:tracePt t="79292" x="1778000" y="3810000"/>
          <p14:tracePt t="79308" x="1797050" y="3810000"/>
          <p14:tracePt t="79324" x="1809750" y="3810000"/>
          <p14:tracePt t="79341" x="1835150" y="3810000"/>
          <p14:tracePt t="79358" x="1866900" y="3810000"/>
          <p14:tracePt t="79377" x="1905000" y="3810000"/>
          <p14:tracePt t="79380" x="1930400" y="3810000"/>
          <p14:tracePt t="79391" x="1962150" y="3810000"/>
          <p14:tracePt t="79407" x="2038350" y="3810000"/>
          <p14:tracePt t="79424" x="2114550" y="3810000"/>
          <p14:tracePt t="79428" x="2152650" y="3810000"/>
          <p14:tracePt t="79442" x="2165350" y="3810000"/>
          <p14:tracePt t="79445" x="2190750" y="3810000"/>
          <p14:tracePt t="79457" x="2209800" y="3810000"/>
          <p14:tracePt t="79477" x="2235200" y="3803650"/>
          <p14:tracePt t="79492" x="2241550" y="3803650"/>
          <p14:tracePt t="79523" x="2247900" y="3790950"/>
          <p14:tracePt t="79541" x="2260600" y="3784600"/>
          <p14:tracePt t="79548" x="2260600" y="3778250"/>
          <p14:tracePt t="79558" x="2273300" y="3765550"/>
          <p14:tracePt t="79574" x="2298700" y="3733800"/>
          <p14:tracePt t="79591" x="2317750" y="3714750"/>
          <p14:tracePt t="79608" x="2324100" y="3708400"/>
          <p14:tracePt t="79624" x="2330450" y="3702050"/>
          <p14:tracePt t="79641" x="2330450" y="3695700"/>
          <p14:tracePt t="79912" x="2330450" y="3702050"/>
          <p14:tracePt t="79919" x="2330450" y="3708400"/>
          <p14:tracePt t="79938" x="2330450" y="3714750"/>
          <p14:tracePt t="79944" x="2330450" y="3721100"/>
          <p14:tracePt t="79975" x="2330450" y="3733800"/>
          <p14:tracePt t="79991" x="2330450" y="3740150"/>
          <p14:tracePt t="80008" x="2330450" y="3752850"/>
          <p14:tracePt t="80024" x="2336800" y="3759200"/>
          <p14:tracePt t="80041" x="2343150" y="3765550"/>
          <p14:tracePt t="80058" x="2349500" y="3771900"/>
          <p14:tracePt t="80074" x="2362200" y="3778250"/>
          <p14:tracePt t="80091" x="2381250" y="3784600"/>
          <p14:tracePt t="80108" x="2393950" y="3797300"/>
          <p14:tracePt t="80111" x="2400300" y="3797300"/>
          <p14:tracePt t="80124" x="2413000" y="3797300"/>
          <p14:tracePt t="80141" x="2438400" y="3810000"/>
          <p14:tracePt t="80144" x="2444750" y="3810000"/>
          <p14:tracePt t="80158" x="2463800" y="3810000"/>
          <p14:tracePt t="80175" x="2514600" y="3816350"/>
          <p14:tracePt t="80179" x="2527300" y="3816350"/>
          <p14:tracePt t="80191" x="2540000" y="3816350"/>
          <p14:tracePt t="80208" x="2578100" y="3816350"/>
          <p14:tracePt t="80211" x="2590800" y="3816350"/>
          <p14:tracePt t="80225" x="2647950" y="3816350"/>
          <p14:tracePt t="80241" x="2673350" y="3816350"/>
          <p14:tracePt t="80258" x="2698750" y="3816350"/>
          <p14:tracePt t="80274" x="2717800" y="3816350"/>
          <p14:tracePt t="80291" x="2730500" y="3816350"/>
          <p14:tracePt t="80308" x="2743200" y="3816350"/>
          <p14:tracePt t="80324" x="2749550" y="3816350"/>
          <p14:tracePt t="80341" x="2755900" y="3816350"/>
          <p14:tracePt t="80358" x="2768600" y="3816350"/>
          <p14:tracePt t="80374" x="2781300" y="3816350"/>
          <p14:tracePt t="80391" x="2787650" y="3816350"/>
          <p14:tracePt t="80394" x="2800350" y="3816350"/>
          <p14:tracePt t="80408" x="2806700" y="3816350"/>
          <p14:tracePt t="80425" x="2825750" y="3816350"/>
          <p14:tracePt t="80458" x="2844800" y="3816350"/>
          <p14:tracePt t="80461" x="2851150" y="3816350"/>
          <p14:tracePt t="80475" x="2876550" y="3816350"/>
          <p14:tracePt t="80491" x="2895600" y="3816350"/>
          <p14:tracePt t="80508" x="2914650" y="3816350"/>
          <p14:tracePt t="80524" x="2921000" y="3816350"/>
          <p14:tracePt t="80541" x="2933700" y="3816350"/>
          <p14:tracePt t="80558" x="2940050" y="3816350"/>
          <p14:tracePt t="80591" x="2946400" y="3816350"/>
          <p14:tracePt t="80608" x="2959100" y="3816350"/>
          <p14:tracePt t="80624" x="2965450" y="3816350"/>
          <p14:tracePt t="80641" x="2984500" y="3816350"/>
          <p14:tracePt t="80644" x="2997200" y="3816350"/>
          <p14:tracePt t="80658" x="3003550" y="3816350"/>
          <p14:tracePt t="80675" x="3035300" y="3816350"/>
          <p14:tracePt t="80692" x="3054350" y="3810000"/>
          <p14:tracePt t="80708" x="3073400" y="3810000"/>
          <p14:tracePt t="80725" x="3092450" y="3810000"/>
          <p14:tracePt t="80741" x="3098800" y="3803650"/>
          <p14:tracePt t="80838" x="3105150" y="3803650"/>
          <p14:tracePt t="80853" x="3111500" y="3803650"/>
          <p14:tracePt t="80871" x="3117850" y="3803650"/>
          <p14:tracePt t="80897" x="3124200" y="3803650"/>
          <p14:tracePt t="82255" x="3130550" y="3803650"/>
          <p14:tracePt t="82272" x="3136900" y="3803650"/>
          <p14:tracePt t="82280" x="3136900" y="3810000"/>
          <p14:tracePt t="82292" x="3143250" y="3816350"/>
          <p14:tracePt t="82308" x="3149600" y="3822700"/>
          <p14:tracePt t="82324" x="3162300" y="3829050"/>
          <p14:tracePt t="82341" x="3168650" y="3829050"/>
          <p14:tracePt t="82358" x="3175000" y="3835400"/>
          <p14:tracePt t="82362" x="3181350" y="3835400"/>
          <p14:tracePt t="82374" x="3187700" y="3841750"/>
          <p14:tracePt t="82391" x="3200400" y="3848100"/>
          <p14:tracePt t="82396" x="3206750" y="3848100"/>
          <p14:tracePt t="82408" x="3213100" y="3848100"/>
          <p14:tracePt t="82425" x="3225800" y="3848100"/>
          <p14:tracePt t="82441" x="3238500" y="3848100"/>
          <p14:tracePt t="82458" x="3257550" y="3848100"/>
          <p14:tracePt t="82475" x="3270250" y="3848100"/>
          <p14:tracePt t="82491" x="3289300" y="3848100"/>
          <p14:tracePt t="82508" x="3302000" y="3848100"/>
          <p14:tracePt t="82524" x="3314700" y="3848100"/>
          <p14:tracePt t="82541" x="3333750" y="3848100"/>
          <p14:tracePt t="82558" x="3359150" y="3848100"/>
          <p14:tracePt t="82562" x="3371850" y="3848100"/>
          <p14:tracePt t="82574" x="3378200" y="3848100"/>
          <p14:tracePt t="82591" x="3429000" y="3841750"/>
          <p14:tracePt t="82608" x="3460750" y="3835400"/>
          <p14:tracePt t="82624" x="3486150" y="3829050"/>
          <p14:tracePt t="82641" x="3511550" y="3822700"/>
          <p14:tracePt t="82657" x="3530600" y="3816350"/>
          <p14:tracePt t="82660" x="3530600" y="3810000"/>
          <p14:tracePt t="82675" x="3536950" y="3810000"/>
          <p14:tracePt t="82691" x="3543300" y="3803650"/>
          <p14:tracePt t="82708" x="3543300" y="3797300"/>
          <p14:tracePt t="82724" x="3549650" y="3790950"/>
          <p14:tracePt t="82742" x="3549650" y="3784600"/>
          <p14:tracePt t="82758" x="3556000" y="3784600"/>
          <p14:tracePt t="83021" x="3556000" y="3790950"/>
          <p14:tracePt t="83029" x="3556000" y="3797300"/>
          <p14:tracePt t="83041" x="3562350" y="3797300"/>
          <p14:tracePt t="83058" x="3562350" y="3803650"/>
          <p14:tracePt t="83074" x="3568700" y="3810000"/>
          <p14:tracePt t="83078" x="3575050" y="3816350"/>
          <p14:tracePt t="83091" x="3581400" y="3822700"/>
          <p14:tracePt t="83109" x="3594100" y="3829050"/>
          <p14:tracePt t="83112" x="3606800" y="3835400"/>
          <p14:tracePt t="83125" x="3613150" y="3835400"/>
          <p14:tracePt t="83142" x="3632200" y="3848100"/>
          <p14:tracePt t="83158" x="3644900" y="3848100"/>
          <p14:tracePt t="83175" x="3663950" y="3854450"/>
          <p14:tracePt t="83191" x="3683000" y="3854450"/>
          <p14:tracePt t="83208" x="3689350" y="3854450"/>
          <p14:tracePt t="83225" x="3714750" y="3854450"/>
          <p14:tracePt t="83241" x="3727450" y="3854450"/>
          <p14:tracePt t="83258" x="3740150" y="3854450"/>
          <p14:tracePt t="83275" x="3752850" y="3854450"/>
          <p14:tracePt t="83291" x="3765550" y="3848100"/>
          <p14:tracePt t="83308" x="3765550" y="3841750"/>
          <p14:tracePt t="83311" x="3771900" y="3841750"/>
          <p14:tracePt t="83341" x="3778250" y="3841750"/>
          <p14:tracePt t="83344" x="3778250" y="3835400"/>
          <p14:tracePt t="83357" x="3784600" y="3835400"/>
          <p14:tracePt t="83374" x="3784600" y="3829050"/>
          <p14:tracePt t="83391" x="3790950" y="3829050"/>
          <p14:tracePt t="83408" x="3803650" y="3816350"/>
          <p14:tracePt t="83411" x="3803650" y="3803650"/>
          <p14:tracePt t="83426" x="3822700" y="3784600"/>
          <p14:tracePt t="83441" x="3822700" y="3771900"/>
          <p14:tracePt t="83458" x="3835400" y="3740150"/>
          <p14:tracePt t="83474" x="3841750" y="3714750"/>
          <p14:tracePt t="83491" x="3841750" y="3702050"/>
          <p14:tracePt t="83508" x="3841750" y="3683000"/>
          <p14:tracePt t="83525" x="3841750" y="3670300"/>
          <p14:tracePt t="83541" x="3841750" y="3657600"/>
          <p14:tracePt t="83558" x="3841750" y="3632200"/>
          <p14:tracePt t="83575" x="3835400" y="3619500"/>
          <p14:tracePt t="83591" x="3829050" y="3600450"/>
          <p14:tracePt t="83608" x="3822700" y="3587750"/>
          <p14:tracePt t="83611" x="3816350" y="3581400"/>
          <p14:tracePt t="83625" x="3810000" y="3562350"/>
          <p14:tracePt t="83641" x="3803650" y="3556000"/>
          <p14:tracePt t="83644" x="3803650" y="3549650"/>
          <p14:tracePt t="83658" x="3803650" y="3543300"/>
          <p14:tracePt t="83675" x="3797300" y="3524250"/>
          <p14:tracePt t="83691" x="3784600" y="3511550"/>
          <p14:tracePt t="83708" x="3784600" y="3498850"/>
          <p14:tracePt t="83725" x="3778250" y="3492500"/>
          <p14:tracePt t="83741" x="3765550" y="3479800"/>
          <p14:tracePt t="83758" x="3759200" y="3479800"/>
          <p14:tracePt t="83775" x="3733800" y="3467100"/>
          <p14:tracePt t="83791" x="3714750" y="3467100"/>
          <p14:tracePt t="83808" x="3683000" y="3460750"/>
          <p14:tracePt t="83812" x="3663950" y="3460750"/>
          <p14:tracePt t="83824" x="3644900" y="3460750"/>
          <p14:tracePt t="83841" x="3613150" y="3460750"/>
          <p14:tracePt t="83844" x="3594100" y="3460750"/>
          <p14:tracePt t="83858" x="3575050" y="3460750"/>
          <p14:tracePt t="83875" x="3543300" y="3460750"/>
          <p14:tracePt t="83891" x="3517900" y="3460750"/>
          <p14:tracePt t="83908" x="3511550" y="3467100"/>
          <p14:tracePt t="83910" x="3505200" y="3467100"/>
          <p14:tracePt t="83925" x="3486150" y="3473450"/>
          <p14:tracePt t="83941" x="3460750" y="3486150"/>
          <p14:tracePt t="83958" x="3435350" y="3498850"/>
          <p14:tracePt t="83975" x="3397250" y="3517900"/>
          <p14:tracePt t="83991" x="3365500" y="3543300"/>
          <p14:tracePt t="84008" x="3327400" y="3568700"/>
          <p14:tracePt t="84024" x="3321050" y="3581400"/>
          <p14:tracePt t="84041" x="3302000" y="3600450"/>
          <p14:tracePt t="84058" x="3289300" y="3619500"/>
          <p14:tracePt t="84075" x="3289300" y="3625850"/>
          <p14:tracePt t="84077" x="3289300" y="3632200"/>
          <p14:tracePt t="84094" x="3289300" y="3638550"/>
          <p14:tracePt t="84125" x="3289300" y="3651250"/>
          <p14:tracePt t="84141" x="3289300" y="3663950"/>
          <p14:tracePt t="84158" x="3289300" y="3670300"/>
          <p14:tracePt t="84175" x="3295650" y="3695700"/>
          <p14:tracePt t="84191" x="3295650" y="3702050"/>
          <p14:tracePt t="84208" x="3302000" y="3721100"/>
          <p14:tracePt t="84224" x="3314700" y="3733800"/>
          <p14:tracePt t="84241" x="3327400" y="3752850"/>
          <p14:tracePt t="84258" x="3333750" y="3765550"/>
          <p14:tracePt t="84275" x="3352800" y="3778250"/>
          <p14:tracePt t="84291" x="3365500" y="3784600"/>
          <p14:tracePt t="84307" x="3384550" y="3803650"/>
          <p14:tracePt t="84326" x="3397250" y="3816350"/>
          <p14:tracePt t="84328" x="3409950" y="3822700"/>
          <p14:tracePt t="84341" x="3429000" y="3835400"/>
          <p14:tracePt t="84359" x="3448050" y="3841750"/>
          <p14:tracePt t="84374" x="3467100" y="3841750"/>
          <p14:tracePt t="84392" x="3473450" y="3848100"/>
          <p14:tracePt t="84408" x="3479800" y="3848100"/>
          <p14:tracePt t="84425" x="3486150" y="3848100"/>
          <p14:tracePt t="84442" x="3492500" y="3848100"/>
          <p14:tracePt t="84460" x="3498850" y="3848100"/>
          <p14:tracePt t="84475" x="3511550" y="3848100"/>
          <p14:tracePt t="84491" x="3530600" y="3848100"/>
          <p14:tracePt t="84508" x="3549650" y="3848100"/>
          <p14:tracePt t="84525" x="3562350" y="3841750"/>
          <p14:tracePt t="84541" x="3600450" y="3835400"/>
          <p14:tracePt t="84558" x="3613150" y="3835400"/>
          <p14:tracePt t="84561" x="3619500" y="3835400"/>
          <p14:tracePt t="84574" x="3632200" y="3829050"/>
          <p14:tracePt t="84591" x="3651250" y="3822700"/>
          <p14:tracePt t="84594" x="3657600" y="3816350"/>
          <p14:tracePt t="84608" x="3663950" y="3810000"/>
          <p14:tracePt t="84625" x="3689350" y="3797300"/>
          <p14:tracePt t="84641" x="3702050" y="3790950"/>
          <p14:tracePt t="84658" x="3714750" y="3790950"/>
          <p14:tracePt t="84675" x="3727450" y="3784600"/>
          <p14:tracePt t="84691" x="3733800" y="3778250"/>
          <p14:tracePt t="84708" x="3746500" y="3778250"/>
          <p14:tracePt t="84725" x="3759200" y="3771900"/>
          <p14:tracePt t="84741" x="3771900" y="3759200"/>
          <p14:tracePt t="84758" x="3784600" y="3752850"/>
          <p14:tracePt t="84775" x="3803650" y="3740150"/>
          <p14:tracePt t="84791" x="3835400" y="3721100"/>
          <p14:tracePt t="84808" x="3860800" y="3689350"/>
          <p14:tracePt t="84825" x="3886200" y="3651250"/>
          <p14:tracePt t="84828" x="3892550" y="3638550"/>
          <p14:tracePt t="84841" x="3898900" y="3632200"/>
          <p14:tracePt t="84858" x="3924300" y="3594100"/>
          <p14:tracePt t="84861" x="3924300" y="3587750"/>
          <p14:tracePt t="84877" x="3924300" y="3581400"/>
          <p14:tracePt t="84891" x="3924300" y="3568700"/>
          <p14:tracePt t="84917" x="3924300" y="3562350"/>
          <p14:tracePt t="84932" x="3924300" y="3556000"/>
          <p14:tracePt t="84956" x="3924300" y="3543300"/>
          <p14:tracePt t="84972" x="3911600" y="3530600"/>
          <p14:tracePt t="84983" x="3898900" y="3524250"/>
          <p14:tracePt t="84991" x="3898900" y="3517900"/>
          <p14:tracePt t="85007" x="3879850" y="3505200"/>
          <p14:tracePt t="85024" x="3848100" y="3479800"/>
          <p14:tracePt t="85041" x="3822700" y="3473450"/>
          <p14:tracePt t="85058" x="3803650" y="3460750"/>
          <p14:tracePt t="85062" x="3797300" y="3454400"/>
          <p14:tracePt t="85074" x="3784600" y="3454400"/>
          <p14:tracePt t="85091" x="3778250" y="3448050"/>
          <p14:tracePt t="85094" x="3771900" y="3448050"/>
          <p14:tracePt t="85108" x="3759200" y="3441700"/>
          <p14:tracePt t="85126" x="3746500" y="3441700"/>
          <p14:tracePt t="85142" x="3727450" y="3441700"/>
          <p14:tracePt t="85158" x="3714750" y="3441700"/>
          <p14:tracePt t="85174" x="3689350" y="3441700"/>
          <p14:tracePt t="85191" x="3670300" y="3441700"/>
          <p14:tracePt t="85208" x="3644900" y="3441700"/>
          <p14:tracePt t="85225" x="3619500" y="3441700"/>
          <p14:tracePt t="85241" x="3600450" y="3448050"/>
          <p14:tracePt t="85258" x="3575050" y="3460750"/>
          <p14:tracePt t="85274" x="3549650" y="3467100"/>
          <p14:tracePt t="85291" x="3536950" y="3479800"/>
          <p14:tracePt t="85308" x="3524250" y="3486150"/>
          <p14:tracePt t="85325" x="3511550" y="3498850"/>
          <p14:tracePt t="85327" x="3505200" y="3505200"/>
          <p14:tracePt t="85341" x="3505200" y="3511550"/>
          <p14:tracePt t="85358" x="3498850" y="3517900"/>
          <p14:tracePt t="85360" x="3498850" y="3524250"/>
          <p14:tracePt t="85376" x="3498850" y="3530600"/>
          <p14:tracePt t="85392" x="3492500" y="3536950"/>
          <p14:tracePt t="85408" x="3486150" y="3556000"/>
          <p14:tracePt t="85425" x="3473450" y="3581400"/>
          <p14:tracePt t="85441" x="3467100" y="3613150"/>
          <p14:tracePt t="85458" x="3467100" y="3632200"/>
          <p14:tracePt t="85475" x="3460750" y="3657600"/>
          <p14:tracePt t="85491" x="3454400" y="3683000"/>
          <p14:tracePt t="85508" x="3454400" y="3702050"/>
          <p14:tracePt t="85524" x="3454400" y="3708400"/>
          <p14:tracePt t="85541" x="3454400" y="3733800"/>
          <p14:tracePt t="85558" x="3460750" y="3752850"/>
          <p14:tracePt t="85561" x="3467100" y="3771900"/>
          <p14:tracePt t="85591" x="3479800" y="3790950"/>
          <p14:tracePt t="85595" x="3486150" y="3803650"/>
          <p14:tracePt t="85608" x="3498850" y="3816350"/>
          <p14:tracePt t="85626" x="3505200" y="3829050"/>
          <p14:tracePt t="85641" x="3517900" y="3835400"/>
          <p14:tracePt t="85658" x="3530600" y="3854450"/>
          <p14:tracePt t="85675" x="3543300" y="3867150"/>
          <p14:tracePt t="85691" x="3562350" y="3886200"/>
          <p14:tracePt t="85708" x="3575050" y="3892550"/>
          <p14:tracePt t="85725" x="3594100" y="3905250"/>
          <p14:tracePt t="85742" x="3606800" y="3917950"/>
          <p14:tracePt t="85758" x="3651250" y="3943350"/>
          <p14:tracePt t="85774" x="3670300" y="3956050"/>
          <p14:tracePt t="85791" x="3695700" y="3968750"/>
          <p14:tracePt t="85808" x="3721100" y="3981450"/>
          <p14:tracePt t="85825" x="3752850" y="3987800"/>
          <p14:tracePt t="85828" x="3771900" y="3987800"/>
          <p14:tracePt t="85841" x="3790950" y="3994150"/>
          <p14:tracePt t="85858" x="3835400" y="4000500"/>
          <p14:tracePt t="85861" x="3860800" y="4006850"/>
          <p14:tracePt t="85879" x="3917950" y="4013200"/>
          <p14:tracePt t="85891" x="3975100" y="4013200"/>
          <p14:tracePt t="85908" x="4083050" y="4019550"/>
          <p14:tracePt t="85925" x="4114800" y="4019550"/>
          <p14:tracePt t="85943" x="4133850" y="4019550"/>
          <p14:tracePt t="85958" x="4165600" y="4025900"/>
          <p14:tracePt t="85977" x="4191000" y="4025900"/>
          <p14:tracePt t="85980" x="4197350" y="4025900"/>
          <p14:tracePt t="85991" x="4203700" y="4032250"/>
          <p14:tracePt t="86009" x="4222750" y="4032250"/>
          <p14:tracePt t="86013" x="4248150" y="4032250"/>
          <p14:tracePt t="86024" x="4260850" y="4032250"/>
          <p14:tracePt t="86042" x="4292600" y="4025900"/>
          <p14:tracePt t="86046" x="4311650" y="4013200"/>
          <p14:tracePt t="86058" x="4356100" y="3987800"/>
          <p14:tracePt t="86075" x="4400550" y="3968750"/>
          <p14:tracePt t="86078" x="4419600" y="3956050"/>
          <p14:tracePt t="86091" x="4438650" y="3943350"/>
          <p14:tracePt t="86108" x="4476750" y="3924300"/>
          <p14:tracePt t="86110" x="4514850" y="3905250"/>
          <p14:tracePt t="86126" x="4527550" y="3892550"/>
          <p14:tracePt t="86141" x="4540250" y="3879850"/>
          <p14:tracePt t="86158" x="4546600" y="3873500"/>
          <p14:tracePt t="86191" x="4552950" y="3867150"/>
          <p14:tracePt t="86225" x="4559300" y="3860800"/>
          <p14:tracePt t="86241" x="4559300" y="3854450"/>
          <p14:tracePt t="86258" x="4572000" y="3841750"/>
          <p14:tracePt t="86275" x="4578350" y="3835400"/>
          <p14:tracePt t="86278" x="4584700" y="3829050"/>
          <p14:tracePt t="86291" x="4591050" y="3822700"/>
          <p14:tracePt t="86308" x="4603750" y="3816350"/>
          <p14:tracePt t="86312" x="4603750" y="3810000"/>
          <p14:tracePt t="86324" x="4603750" y="3803650"/>
          <p14:tracePt t="86341" x="4610100" y="3797300"/>
          <p14:tracePt t="86343" x="4616450" y="3797300"/>
          <p14:tracePt t="86358" x="4616450" y="3790950"/>
          <p14:tracePt t="86375" x="4622800" y="3778250"/>
          <p14:tracePt t="86473" x="4616450" y="3778250"/>
          <p14:tracePt t="86491" x="4559300" y="3778250"/>
          <p14:tracePt t="86508" x="4483100" y="3790950"/>
          <p14:tracePt t="86511" x="4425950" y="3797300"/>
          <p14:tracePt t="86525" x="4387850" y="3803650"/>
          <p14:tracePt t="86541" x="4298950" y="3810000"/>
          <p14:tracePt t="86544" x="4273550" y="3810000"/>
          <p14:tracePt t="86558" x="4254500" y="3810000"/>
          <p14:tracePt t="86576" x="4229100" y="3810000"/>
          <p14:tracePt t="86579" x="4222750" y="3810000"/>
          <p14:tracePt t="86591" x="4210050" y="3816350"/>
          <p14:tracePt t="86642" x="4203700" y="3816350"/>
          <p14:tracePt t="86650" x="4197350" y="3816350"/>
          <p14:tracePt t="86658" x="4191000" y="3816350"/>
          <p14:tracePt t="86675" x="4165600" y="3810000"/>
          <p14:tracePt t="86691" x="4108450" y="3790950"/>
          <p14:tracePt t="86708" x="4051300" y="3784600"/>
          <p14:tracePt t="86725" x="4006850" y="3778250"/>
          <p14:tracePt t="86741" x="3994150" y="3771900"/>
          <p14:tracePt t="86758" x="3987800" y="3771900"/>
          <p14:tracePt t="86916" x="3981450" y="3771900"/>
          <p14:tracePt t="86935" x="3975100" y="3784600"/>
          <p14:tracePt t="86940" x="3975100" y="3790950"/>
          <p14:tracePt t="86958" x="3956050" y="3816350"/>
          <p14:tracePt t="86975" x="3943350" y="3835400"/>
          <p14:tracePt t="86991" x="3924300" y="3860800"/>
          <p14:tracePt t="87009" x="3917950" y="3860800"/>
          <p14:tracePt t="87068" x="3930650" y="3860800"/>
          <p14:tracePt t="87077" x="3937000" y="3860800"/>
          <p14:tracePt t="87084" x="3956050" y="3860800"/>
          <p14:tracePt t="87094" x="3975100" y="3854450"/>
          <p14:tracePt t="87108" x="4006850" y="3841750"/>
          <p14:tracePt t="87111" x="4019550" y="3841750"/>
          <p14:tracePt t="87126" x="4076700" y="3816350"/>
          <p14:tracePt t="87142" x="4140200" y="3790950"/>
          <p14:tracePt t="87158" x="4184650" y="3778250"/>
          <p14:tracePt t="87175" x="4241800" y="3752850"/>
          <p14:tracePt t="87191" x="4298950" y="3733800"/>
          <p14:tracePt t="87208" x="4343400" y="3708400"/>
          <p14:tracePt t="87225" x="4381500" y="3689350"/>
          <p14:tracePt t="87241" x="4394200" y="3676650"/>
          <p14:tracePt t="87258" x="4413250" y="3663950"/>
          <p14:tracePt t="87275" x="4425950" y="3657600"/>
          <p14:tracePt t="87277" x="4438650" y="3651250"/>
          <p14:tracePt t="87291" x="4445000" y="3638550"/>
          <p14:tracePt t="87308" x="4470400" y="3632200"/>
          <p14:tracePt t="87310" x="4483100" y="3613150"/>
          <p14:tracePt t="87325" x="4502150" y="3606800"/>
          <p14:tracePt t="87342" x="4521200" y="3600450"/>
          <p14:tracePt t="87358" x="4527550" y="3594100"/>
          <p14:tracePt t="87391" x="4533900" y="3594100"/>
          <p14:tracePt t="87423" x="4540250" y="3594100"/>
          <p14:tracePt t="87433" x="4540250" y="3587750"/>
          <p14:tracePt t="87441" x="4546600" y="3581400"/>
          <p14:tracePt t="87458" x="4546600" y="3575050"/>
          <p14:tracePt t="87475" x="4565650" y="3556000"/>
          <p14:tracePt t="87492" x="4584700" y="3524250"/>
          <p14:tracePt t="87508" x="4591050" y="3511550"/>
          <p14:tracePt t="87511" x="4597400" y="3505200"/>
          <p14:tracePt t="87525" x="4597400" y="3486150"/>
          <p14:tracePt t="87541" x="4603750" y="3473450"/>
          <p14:tracePt t="87558" x="4603750" y="3460750"/>
          <p14:tracePt t="87576" x="4603750" y="3454400"/>
          <p14:tracePt t="87591" x="4597400" y="3441700"/>
          <p14:tracePt t="87608" x="4559300" y="3422650"/>
          <p14:tracePt t="87626" x="4540250" y="3409950"/>
          <p14:tracePt t="87641" x="4508500" y="3403600"/>
          <p14:tracePt t="87659" x="4464050" y="3397250"/>
          <p14:tracePt t="87675" x="4438650" y="3397250"/>
          <p14:tracePt t="87693" x="4419600" y="3390900"/>
          <p14:tracePt t="87708" x="4413250" y="3390900"/>
          <p14:tracePt t="87725" x="4406900" y="3390900"/>
          <p14:tracePt t="87741" x="4394200" y="3390900"/>
          <p14:tracePt t="87759" x="4387850" y="3397250"/>
          <p14:tracePt t="87761" x="4381500" y="3397250"/>
          <p14:tracePt t="87775" x="4375150" y="3403600"/>
          <p14:tracePt t="87792" x="4356100" y="3422650"/>
          <p14:tracePt t="87794" x="4349750" y="3435350"/>
          <p14:tracePt t="87808" x="4337050" y="3448050"/>
          <p14:tracePt t="87825" x="4305300" y="3498850"/>
          <p14:tracePt t="87841" x="4279900" y="3530600"/>
          <p14:tracePt t="87858" x="4273550" y="3562350"/>
          <p14:tracePt t="87877" x="4267200" y="3575050"/>
          <p14:tracePt t="87891" x="4267200" y="3587750"/>
          <p14:tracePt t="87908" x="4267200" y="3600450"/>
          <p14:tracePt t="87925" x="4267200" y="3613150"/>
          <p14:tracePt t="87941" x="4267200" y="3625850"/>
          <p14:tracePt t="87958" x="4267200" y="3638550"/>
          <p14:tracePt t="87975" x="4267200" y="3657600"/>
          <p14:tracePt t="87991" x="4273550" y="3683000"/>
          <p14:tracePt t="87996" x="4273550" y="3689350"/>
          <p14:tracePt t="88008" x="4273550" y="3702050"/>
          <p14:tracePt t="88025" x="4273550" y="3714750"/>
          <p14:tracePt t="88028" x="4279900" y="3721100"/>
          <p14:tracePt t="88041" x="4279900" y="3727450"/>
          <p14:tracePt t="88058" x="4286250" y="3733800"/>
          <p14:tracePt t="88060" x="4286250" y="3740150"/>
          <p14:tracePt t="88077" x="4286250" y="3746500"/>
          <p14:tracePt t="88091" x="4286250" y="3759200"/>
          <p14:tracePt t="88108" x="4292600" y="3771900"/>
          <p14:tracePt t="88125" x="4298950" y="3797300"/>
          <p14:tracePt t="88141" x="4311650" y="3816350"/>
          <p14:tracePt t="88158" x="4318000" y="3829050"/>
          <p14:tracePt t="88175" x="4324350" y="3835400"/>
          <p14:tracePt t="88191" x="4330700" y="3848100"/>
          <p14:tracePt t="88208" x="4337050" y="3854450"/>
          <p14:tracePt t="88224" x="4349750" y="3854450"/>
          <p14:tracePt t="88241" x="4356100" y="3860800"/>
          <p14:tracePt t="88258" x="4375150" y="3860800"/>
          <p14:tracePt t="88263" x="4381500" y="3867150"/>
          <p14:tracePt t="88274" x="4387850" y="3867150"/>
          <p14:tracePt t="88291" x="4406900" y="3873500"/>
          <p14:tracePt t="88293" x="4413250" y="3873500"/>
          <p14:tracePt t="88308" x="4425950" y="3873500"/>
          <p14:tracePt t="88325" x="4470400" y="3879850"/>
          <p14:tracePt t="88341" x="4495800" y="3886200"/>
          <p14:tracePt t="88358" x="4527550" y="3892550"/>
          <p14:tracePt t="88375" x="4578350" y="3898900"/>
          <p14:tracePt t="88391" x="4603750" y="3898900"/>
          <p14:tracePt t="88408" x="4629150" y="3898900"/>
          <p14:tracePt t="88424" x="4648200" y="3898900"/>
          <p14:tracePt t="88441" x="4660900" y="3898900"/>
          <p14:tracePt t="88458" x="4679950" y="3898900"/>
          <p14:tracePt t="88475" x="4686300" y="3892550"/>
          <p14:tracePt t="88491" x="4699000" y="3886200"/>
          <p14:tracePt t="88508" x="4711700" y="3886200"/>
          <p14:tracePt t="88525" x="4724400" y="3873500"/>
          <p14:tracePt t="88528" x="4724400" y="3867150"/>
          <p14:tracePt t="88541" x="4730750" y="3867150"/>
          <p14:tracePt t="88559" x="4743450" y="3854450"/>
          <p14:tracePt t="88561" x="4749800" y="3854450"/>
          <p14:tracePt t="88575" x="4762500" y="3848100"/>
          <p14:tracePt t="88591" x="4768850" y="3835400"/>
          <p14:tracePt t="88608" x="4787900" y="3822700"/>
          <p14:tracePt t="88625" x="4794250" y="3810000"/>
          <p14:tracePt t="88641" x="4819650" y="3797300"/>
          <p14:tracePt t="88658" x="4838700" y="3778250"/>
          <p14:tracePt t="88675" x="4864100" y="3759200"/>
          <p14:tracePt t="88691" x="4876800" y="3733800"/>
          <p14:tracePt t="88708" x="4895850" y="3708400"/>
          <p14:tracePt t="88725" x="4902200" y="3689350"/>
          <p14:tracePt t="88741" x="4902200" y="3676650"/>
          <p14:tracePt t="88758" x="4908550" y="3651250"/>
          <p14:tracePt t="88762" x="4908550" y="3644900"/>
          <p14:tracePt t="88775" x="4908550" y="3638550"/>
          <p14:tracePt t="88791" x="4908550" y="3619500"/>
          <p14:tracePt t="88808" x="4908550" y="3606800"/>
          <p14:tracePt t="88825" x="4902200" y="3600450"/>
          <p14:tracePt t="88841" x="4889500" y="3575050"/>
          <p14:tracePt t="88858" x="4876800" y="3549650"/>
          <p14:tracePt t="88877" x="4857750" y="3543300"/>
          <p14:tracePt t="88883" x="4845050" y="3530600"/>
          <p14:tracePt t="88891" x="4826000" y="3511550"/>
          <p14:tracePt t="88908" x="4787900" y="3486150"/>
          <p14:tracePt t="88925" x="4749800" y="3467100"/>
          <p14:tracePt t="88941" x="4699000" y="3441700"/>
          <p14:tracePt t="88958" x="4673600" y="3429000"/>
          <p14:tracePt t="88962" x="4660900" y="3422650"/>
          <p14:tracePt t="88975" x="4648200" y="3422650"/>
          <p14:tracePt t="88991" x="4629150" y="3409950"/>
          <p14:tracePt t="89008" x="4597400" y="3397250"/>
          <p14:tracePt t="89025" x="4584700" y="3390900"/>
          <p14:tracePt t="89028" x="4578350" y="3390900"/>
          <p14:tracePt t="89041" x="4572000" y="3390900"/>
          <p14:tracePt t="89058" x="4552950" y="3390900"/>
          <p14:tracePt t="89061" x="4546600" y="3390900"/>
          <p14:tracePt t="89075" x="4527550" y="3390900"/>
          <p14:tracePt t="89091" x="4502150" y="3390900"/>
          <p14:tracePt t="89108" x="4483100" y="3390900"/>
          <p14:tracePt t="89125" x="4464050" y="3397250"/>
          <p14:tracePt t="89141" x="4445000" y="3403600"/>
          <p14:tracePt t="89158" x="4432300" y="3409950"/>
          <p14:tracePt t="89175" x="4413250" y="3429000"/>
          <p14:tracePt t="89191" x="4394200" y="3448050"/>
          <p14:tracePt t="89208" x="4381500" y="3473450"/>
          <p14:tracePt t="89225" x="4362450" y="3492500"/>
          <p14:tracePt t="89241" x="4349750" y="3524250"/>
          <p14:tracePt t="89258" x="4337050" y="3556000"/>
          <p14:tracePt t="89262" x="4330700" y="3568700"/>
          <p14:tracePt t="89275" x="4330700" y="3587750"/>
          <p14:tracePt t="89292" x="4318000" y="3619500"/>
          <p14:tracePt t="89295" x="4311650" y="3632200"/>
          <p14:tracePt t="89308" x="4311650" y="3644900"/>
          <p14:tracePt t="89313" x="4305300" y="3657600"/>
          <p14:tracePt t="89325" x="4305300" y="3689350"/>
          <p14:tracePt t="89344" x="4298950" y="3702050"/>
          <p14:tracePt t="89358" x="4298950" y="3733800"/>
          <p14:tracePt t="89376" x="4298950" y="3759200"/>
          <p14:tracePt t="89391" x="4298950" y="3790950"/>
          <p14:tracePt t="89408" x="4298950" y="3803650"/>
          <p14:tracePt t="89425" x="4298950" y="3816350"/>
          <p14:tracePt t="89441" x="4298950" y="3835400"/>
          <p14:tracePt t="89458" x="4305300" y="3841750"/>
          <p14:tracePt t="89475" x="4311650" y="3860800"/>
          <p14:tracePt t="89491" x="4318000" y="3867150"/>
          <p14:tracePt t="89508" x="4318000" y="3879850"/>
          <p14:tracePt t="89512" x="4324350" y="3879850"/>
          <p14:tracePt t="89525" x="4330700" y="3886200"/>
          <p14:tracePt t="89541" x="4337050" y="3898900"/>
          <p14:tracePt t="89544" x="4337050" y="3911600"/>
          <p14:tracePt t="89558" x="4343400" y="3917950"/>
          <p14:tracePt t="89576" x="4362450" y="3937000"/>
          <p14:tracePt t="89591" x="4368800" y="3949700"/>
          <p14:tracePt t="89608" x="4381500" y="3956050"/>
          <p14:tracePt t="89625" x="4406900" y="3968750"/>
          <p14:tracePt t="89641" x="4419600" y="3975100"/>
          <p14:tracePt t="89658" x="4432300" y="3975100"/>
          <p14:tracePt t="89675" x="4457700" y="3987800"/>
          <p14:tracePt t="89691" x="4464050" y="3987800"/>
          <p14:tracePt t="89708" x="4476750" y="3987800"/>
          <p14:tracePt t="89725" x="4489450" y="3994150"/>
          <p14:tracePt t="89741" x="4508500" y="3994150"/>
          <p14:tracePt t="89744" x="4527550" y="4000500"/>
          <p14:tracePt t="89758" x="4533900" y="4000500"/>
          <p14:tracePt t="89775" x="4546600" y="4000500"/>
          <p14:tracePt t="89791" x="4552950" y="4000500"/>
          <p14:tracePt t="89808" x="4559300" y="4000500"/>
          <p14:tracePt t="89955" x="4565650" y="4000500"/>
          <p14:tracePt t="89971" x="4572000" y="4000500"/>
          <p14:tracePt t="89986" x="4584700" y="4000500"/>
          <p14:tracePt t="89993" x="4591050" y="4000500"/>
          <p14:tracePt t="90008" x="4603750" y="4000500"/>
          <p14:tracePt t="90011" x="4610100" y="4000500"/>
          <p14:tracePt t="90026" x="4629150" y="4000500"/>
          <p14:tracePt t="90041" x="4654550" y="4000500"/>
          <p14:tracePt t="90045" x="4679950" y="4000500"/>
          <p14:tracePt t="90059" x="4711700" y="4000500"/>
          <p14:tracePt t="90075" x="4787900" y="4000500"/>
          <p14:tracePt t="90091" x="4851400" y="3994150"/>
          <p14:tracePt t="90108" x="4870450" y="3994150"/>
          <p14:tracePt t="90125" x="4895850" y="3987800"/>
          <p14:tracePt t="90141" x="4914900" y="3981450"/>
          <p14:tracePt t="90158" x="4933950" y="3981450"/>
          <p14:tracePt t="90175" x="4946650" y="3975100"/>
          <p14:tracePt t="90191" x="4965700" y="3968750"/>
          <p14:tracePt t="90208" x="4991100" y="3962400"/>
          <p14:tracePt t="90212" x="5016500" y="3956050"/>
          <p14:tracePt t="90225" x="5022850" y="3956050"/>
          <p14:tracePt t="90241" x="5048250" y="3956050"/>
          <p14:tracePt t="90244" x="5060950" y="3956050"/>
          <p14:tracePt t="90258" x="5073650" y="3949700"/>
          <p14:tracePt t="90276" x="5099050" y="3943350"/>
          <p14:tracePt t="90291" x="5111750" y="3937000"/>
          <p14:tracePt t="90308" x="5143500" y="3924300"/>
          <p14:tracePt t="90326" x="5162550" y="3905250"/>
          <p14:tracePt t="90341" x="5213350" y="3873500"/>
          <p14:tracePt t="90358" x="5257800" y="3841750"/>
          <p14:tracePt t="90375" x="5340350" y="3778250"/>
          <p14:tracePt t="90391" x="5384800" y="3752850"/>
          <p14:tracePt t="90408" x="5461000" y="3714750"/>
          <p14:tracePt t="90425" x="5492750" y="3695700"/>
          <p14:tracePt t="90442" x="5518150" y="3689350"/>
          <p14:tracePt t="90458" x="5524500" y="3683000"/>
          <p14:tracePt t="90475" x="5530850" y="3683000"/>
          <p14:tracePt t="90493" x="5530850" y="3676650"/>
          <p14:tracePt t="90508" x="5537200" y="3676650"/>
          <p14:tracePt t="90511" x="5537200" y="3670300"/>
          <p14:tracePt t="90526" x="5543550" y="3663950"/>
          <p14:tracePt t="90541" x="5556250" y="3657600"/>
          <p14:tracePt t="90558" x="5562600" y="3644900"/>
          <p14:tracePt t="90575" x="5575300" y="3632200"/>
          <p14:tracePt t="90591" x="5588000" y="3619500"/>
          <p14:tracePt t="90608" x="5594350" y="3606800"/>
          <p14:tracePt t="90625" x="5600700" y="3600450"/>
          <p14:tracePt t="90641" x="5607050" y="3581400"/>
          <p14:tracePt t="90657" x="5607050" y="3575050"/>
          <p14:tracePt t="90675" x="5607050" y="3562350"/>
          <p14:tracePt t="90691" x="5607050" y="3556000"/>
          <p14:tracePt t="90708" x="5594350" y="3524250"/>
          <p14:tracePt t="90711" x="5575300" y="3517900"/>
          <p14:tracePt t="90725" x="5562600" y="3505200"/>
          <p14:tracePt t="90741" x="5518150" y="3486150"/>
          <p14:tracePt t="90745" x="5480050" y="3473450"/>
          <p14:tracePt t="90758" x="5448300" y="3460750"/>
          <p14:tracePt t="90775" x="5384800" y="3441700"/>
          <p14:tracePt t="90791" x="5372100" y="3435350"/>
          <p14:tracePt t="90808" x="5359400" y="3435350"/>
          <p14:tracePt t="90829" x="5353050" y="3435350"/>
          <p14:tracePt t="90841" x="5346700" y="3429000"/>
          <p14:tracePt t="90858" x="5334000" y="3422650"/>
          <p14:tracePt t="90875" x="5314950" y="3422650"/>
          <p14:tracePt t="90893" x="5289550" y="3422650"/>
          <p14:tracePt t="90908" x="5257800" y="3429000"/>
          <p14:tracePt t="90927" x="5226050" y="3441700"/>
          <p14:tracePt t="90930" x="5207000" y="3448050"/>
          <p14:tracePt t="90941" x="5194300" y="3454400"/>
          <p14:tracePt t="90959" x="5162550" y="3473450"/>
          <p14:tracePt t="90974" x="5149850" y="3479800"/>
          <p14:tracePt t="90993" x="5130800" y="3511550"/>
          <p14:tracePt t="91008" x="5118100" y="3524250"/>
          <p14:tracePt t="91026" x="5105400" y="3549650"/>
          <p14:tracePt t="91041" x="5105400" y="3568700"/>
          <p14:tracePt t="91059" x="5099050" y="3594100"/>
          <p14:tracePt t="91075" x="5092700" y="3619500"/>
          <p14:tracePt t="91092" x="5092700" y="3644900"/>
          <p14:tracePt t="91108" x="5092700" y="3670300"/>
          <p14:tracePt t="91125" x="5092700" y="3695700"/>
          <p14:tracePt t="91141" x="5092700" y="3721100"/>
          <p14:tracePt t="91158" x="5092700" y="3733800"/>
          <p14:tracePt t="91175" x="5092700" y="3746500"/>
          <p14:tracePt t="91191" x="5092700" y="3752850"/>
          <p14:tracePt t="91208" x="5092700" y="3759200"/>
          <p14:tracePt t="91225" x="5105400" y="3771900"/>
          <p14:tracePt t="91241" x="5118100" y="3784600"/>
          <p14:tracePt t="91258" x="5124450" y="3790950"/>
          <p14:tracePt t="91261" x="5130800" y="3797300"/>
          <p14:tracePt t="91275" x="5149850" y="3803650"/>
          <p14:tracePt t="91291" x="5168900" y="3816350"/>
          <p14:tracePt t="91308" x="5187950" y="3816350"/>
          <p14:tracePt t="91325" x="5213350" y="3829050"/>
          <p14:tracePt t="91341" x="5232400" y="3829050"/>
          <p14:tracePt t="91358" x="5245100" y="3835400"/>
          <p14:tracePt t="91375" x="5283200" y="3841750"/>
          <p14:tracePt t="91391" x="5302250" y="3841750"/>
          <p14:tracePt t="91408" x="5327650" y="3841750"/>
          <p14:tracePt t="91425" x="5353050" y="3841750"/>
          <p14:tracePt t="91442" x="5372100" y="3841750"/>
          <p14:tracePt t="91458" x="5391150" y="3841750"/>
          <p14:tracePt t="91461" x="5397500" y="3841750"/>
          <p14:tracePt t="91475" x="5410200" y="3841750"/>
          <p14:tracePt t="91491" x="5422900" y="3841750"/>
          <p14:tracePt t="91494" x="5429250" y="3841750"/>
          <p14:tracePt t="91510" x="5435600" y="3841750"/>
          <p14:tracePt t="91534" x="5441950" y="3841750"/>
          <p14:tracePt t="91550" x="5441950" y="3835400"/>
          <p14:tracePt t="91558" x="5448300" y="3835400"/>
          <p14:tracePt t="91575" x="5454650" y="3835400"/>
          <p14:tracePt t="91591" x="5461000" y="3835400"/>
          <p14:tracePt t="91608" x="5467350" y="3829050"/>
          <p14:tracePt t="91624" x="5473700" y="3829050"/>
          <p14:tracePt t="91641" x="5480050" y="3829050"/>
          <p14:tracePt t="91658" x="5486400" y="3822700"/>
          <p14:tracePt t="91675" x="5499100" y="3816350"/>
          <p14:tracePt t="91691" x="5505450" y="3810000"/>
          <p14:tracePt t="91708" x="5518150" y="3803650"/>
          <p14:tracePt t="91725" x="5530850" y="3797300"/>
          <p14:tracePt t="91729" x="5537200" y="3797300"/>
          <p14:tracePt t="91742" x="5537200" y="3784600"/>
          <p14:tracePt t="91758" x="5543550" y="3771900"/>
          <p14:tracePt t="91761" x="5549900" y="3765550"/>
          <p14:tracePt t="91776" x="5556250" y="3759200"/>
          <p14:tracePt t="91791" x="5562600" y="3746500"/>
          <p14:tracePt t="91808" x="5562600" y="3727450"/>
          <p14:tracePt t="91825" x="5568950" y="3721100"/>
          <p14:tracePt t="91850" x="5568950" y="3714750"/>
          <p14:tracePt t="91858" x="5568950" y="3708400"/>
          <p14:tracePt t="91875" x="5568950" y="3695700"/>
          <p14:tracePt t="91880" x="5575300" y="3683000"/>
          <p14:tracePt t="91908" x="5581650" y="3657600"/>
          <p14:tracePt t="91925" x="5581650" y="3632200"/>
          <p14:tracePt t="91941" x="5581650" y="3619500"/>
          <p14:tracePt t="91958" x="5581650" y="3594100"/>
          <p14:tracePt t="91975" x="5568950" y="3575050"/>
          <p14:tracePt t="91991" x="5556250" y="3562350"/>
          <p14:tracePt t="91995" x="5556250" y="3556000"/>
          <p14:tracePt t="92008" x="5543550" y="3549650"/>
          <p14:tracePt t="92026" x="5537200" y="3543300"/>
          <p14:tracePt t="92041" x="5524500" y="3530600"/>
          <p14:tracePt t="92058" x="5518150" y="3524250"/>
          <p14:tracePt t="92075" x="5511800" y="3517900"/>
          <p14:tracePt t="92091" x="5499100" y="3505200"/>
          <p14:tracePt t="92108" x="5492750" y="3505200"/>
          <p14:tracePt t="92124" x="5486400" y="3498850"/>
          <p14:tracePt t="92141" x="5480050" y="3492500"/>
          <p14:tracePt t="92158" x="5461000" y="3486150"/>
          <p14:tracePt t="92175" x="5454650" y="3473450"/>
          <p14:tracePt t="92191" x="5435600" y="3467100"/>
          <p14:tracePt t="92208" x="5429250" y="3454400"/>
          <p14:tracePt t="92225" x="5403850" y="3454400"/>
          <p14:tracePt t="92241" x="5397500" y="3448050"/>
          <p14:tracePt t="92258" x="5372100" y="3448050"/>
          <p14:tracePt t="92276" x="5334000" y="3448050"/>
          <p14:tracePt t="92291" x="5283200" y="3460750"/>
          <p14:tracePt t="92308" x="5251450" y="3473450"/>
          <p14:tracePt t="92325" x="5187950" y="3511550"/>
          <p14:tracePt t="92341" x="5149850" y="3536950"/>
          <p14:tracePt t="92358" x="5124450" y="3568700"/>
          <p14:tracePt t="92375" x="5099050" y="3594100"/>
          <p14:tracePt t="92391" x="5092700" y="3600450"/>
          <p14:tracePt t="92408" x="5086350" y="3613150"/>
          <p14:tracePt t="92486" x="5086350" y="3619500"/>
          <p14:tracePt t="92511" x="5080000" y="3625850"/>
          <p14:tracePt t="92518" x="5080000" y="3632200"/>
          <p14:tracePt t="92535" x="5080000" y="3638550"/>
          <p14:tracePt t="92550" x="5080000" y="3644900"/>
          <p14:tracePt t="92559" x="5080000" y="3657600"/>
          <p14:tracePt t="92575" x="5080000" y="3670300"/>
          <p14:tracePt t="92592" x="5080000" y="3676650"/>
          <p14:tracePt t="92610" x="5080000" y="3689350"/>
          <p14:tracePt t="92625" x="5080000" y="3695700"/>
          <p14:tracePt t="92643" x="5086350" y="3714750"/>
          <p14:tracePt t="92658" x="5092700" y="3727450"/>
          <p14:tracePt t="92676" x="5105400" y="3746500"/>
          <p14:tracePt t="92679" x="5118100" y="3759200"/>
          <p14:tracePt t="92691" x="5118100" y="3765550"/>
          <p14:tracePt t="92708" x="5124450" y="3784600"/>
          <p14:tracePt t="92725" x="5130800" y="3790950"/>
          <p14:tracePt t="92741" x="5130800" y="3797300"/>
          <p14:tracePt t="92744" x="5137150" y="3797300"/>
          <p14:tracePt t="93234" x="5137150" y="3803650"/>
          <p14:tracePt t="93276" x="5130800" y="3803650"/>
          <p14:tracePt t="93316" x="5130800" y="3810000"/>
          <p14:tracePt t="94694" x="5137150" y="3810000"/>
          <p14:tracePt t="96218" x="5143500" y="3810000"/>
          <p14:tracePt t="96235" x="5149850" y="3810000"/>
          <p14:tracePt t="96243" x="5156200" y="3810000"/>
          <p14:tracePt t="96258" x="5175250" y="3810000"/>
          <p14:tracePt t="96275" x="5213350" y="3810000"/>
          <p14:tracePt t="96291" x="5270500" y="3816350"/>
          <p14:tracePt t="96308" x="5334000" y="3829050"/>
          <p14:tracePt t="96325" x="5410200" y="3829050"/>
          <p14:tracePt t="96342" x="5473700" y="3829050"/>
          <p14:tracePt t="96358" x="5511800" y="3829050"/>
          <p14:tracePt t="96375" x="5530850" y="3822700"/>
          <p14:tracePt t="96378" x="5530850" y="3816350"/>
          <p14:tracePt t="96391" x="5537200" y="3816350"/>
          <p14:tracePt t="96408" x="5543550" y="3816350"/>
          <p14:tracePt t="96426" x="5549900" y="3810000"/>
          <p14:tracePt t="96441" x="5556250" y="3810000"/>
          <p14:tracePt t="96446" x="5568950" y="3803650"/>
          <p14:tracePt t="96458" x="5607050" y="3803650"/>
          <p14:tracePt t="96476" x="5645150" y="3797300"/>
          <p14:tracePt t="96492" x="5708650" y="3778250"/>
          <p14:tracePt t="96508" x="5759450" y="3765550"/>
          <p14:tracePt t="96525" x="5791200" y="3759200"/>
          <p14:tracePt t="96542" x="5803900" y="3759200"/>
          <p14:tracePt t="96558" x="5816600" y="3759200"/>
          <p14:tracePt t="96774" x="5822950" y="3759200"/>
          <p14:tracePt t="96790" x="5822950" y="3752850"/>
          <p14:tracePt t="96815" x="5822950" y="3746500"/>
          <p14:tracePt t="96831" x="5829300" y="3746500"/>
          <p14:tracePt t="96838" x="5829300" y="3740150"/>
          <p14:tracePt t="96858" x="5829300" y="3733800"/>
          <p14:tracePt t="97048" x="5829300" y="3740150"/>
          <p14:tracePt t="97056" x="5835650" y="3759200"/>
          <p14:tracePt t="97067" x="5835650" y="3771900"/>
          <p14:tracePt t="97075" x="5835650" y="3784600"/>
          <p14:tracePt t="97091" x="5835650" y="3803650"/>
          <p14:tracePt t="97108" x="5842000" y="3816350"/>
          <p14:tracePt t="97112" x="5842000" y="3822700"/>
          <p14:tracePt t="97161" x="5848350" y="3822700"/>
          <p14:tracePt t="97193" x="5854700" y="3810000"/>
          <p14:tracePt t="97208" x="5861050" y="3797300"/>
          <p14:tracePt t="97225" x="5873750" y="3784600"/>
          <p14:tracePt t="97242" x="5873750" y="3759200"/>
          <p14:tracePt t="97258" x="5880100" y="3752850"/>
          <p14:tracePt t="97275" x="5880100" y="3721100"/>
          <p14:tracePt t="97291" x="5880100" y="3695700"/>
          <p14:tracePt t="97308" x="5873750" y="3663950"/>
          <p14:tracePt t="97325" x="5867400" y="3632200"/>
          <p14:tracePt t="97342" x="5848350" y="3600450"/>
          <p14:tracePt t="97358" x="5835650" y="3581400"/>
          <p14:tracePt t="97375" x="5829300" y="3568700"/>
          <p14:tracePt t="97392" x="5829300" y="3562350"/>
          <p14:tracePt t="97408" x="5822950" y="3562350"/>
          <p14:tracePt t="97636" x="5822950" y="3556000"/>
          <p14:tracePt t="97652" x="5822950" y="3549650"/>
          <p14:tracePt t="97732" x="5816600" y="3549650"/>
          <p14:tracePt t="97749" x="5810250" y="3549650"/>
          <p14:tracePt t="97764" x="5803900" y="3549650"/>
          <p14:tracePt t="97775" x="5791200" y="3549650"/>
          <p14:tracePt t="97792" x="5772150" y="3549650"/>
          <p14:tracePt t="97808" x="5734050" y="3562350"/>
          <p14:tracePt t="97825" x="5721350" y="3562350"/>
          <p14:tracePt t="97950" x="5721350" y="3568700"/>
          <p14:tracePt t="97958" x="5721350" y="3575050"/>
          <p14:tracePt t="97983" x="5721350" y="3581400"/>
          <p14:tracePt t="97999" x="5721350" y="3587750"/>
          <p14:tracePt t="98008" x="5727700" y="3594100"/>
          <p14:tracePt t="98025" x="5727700" y="3600450"/>
          <p14:tracePt t="98042" x="5734050" y="3613150"/>
          <p14:tracePt t="98058" x="5734050" y="3625850"/>
          <p14:tracePt t="98075" x="5746750" y="3638550"/>
          <p14:tracePt t="98092" x="5753100" y="3644900"/>
          <p14:tracePt t="98096" x="5753100" y="3651250"/>
          <p14:tracePt t="98108" x="5759450" y="3657600"/>
          <p14:tracePt t="98125" x="5765800" y="3657600"/>
          <p14:tracePt t="98128" x="5772150" y="3663950"/>
          <p14:tracePt t="98141" x="5778500" y="3663950"/>
          <p14:tracePt t="98158" x="5791200" y="3663950"/>
          <p14:tracePt t="98161" x="5803900" y="3670300"/>
          <p14:tracePt t="98177" x="5810250" y="3670300"/>
          <p14:tracePt t="98192" x="5829300" y="3670300"/>
          <p14:tracePt t="98208" x="5835650" y="3670300"/>
          <p14:tracePt t="98522" x="5829300" y="3670300"/>
          <p14:tracePt t="98547" x="5822950" y="3670300"/>
          <p14:tracePt t="98570" x="5816600" y="3670300"/>
          <p14:tracePt t="98587" x="5810250" y="3670300"/>
          <p14:tracePt t="98613" x="5803900" y="3670300"/>
          <p14:tracePt t="98621" x="5791200" y="3670300"/>
          <p14:tracePt t="98641" x="5765800" y="3676650"/>
          <p14:tracePt t="98644" x="5746750" y="3683000"/>
          <p14:tracePt t="98660" x="5632450" y="3708400"/>
          <p14:tracePt t="98676" x="5461000" y="3733800"/>
          <p14:tracePt t="98692" x="5111750" y="3740150"/>
          <p14:tracePt t="98708" x="4629150" y="3752850"/>
          <p14:tracePt t="98725" x="4191000" y="3765550"/>
          <p14:tracePt t="98742" x="3879850" y="3765550"/>
          <p14:tracePt t="98758" x="3467100" y="3765550"/>
          <p14:tracePt t="98775" x="3238500" y="3765550"/>
          <p14:tracePt t="98792" x="3054350" y="3771900"/>
          <p14:tracePt t="98808" x="2889250" y="3771900"/>
          <p14:tracePt t="98824" x="2749550" y="3778250"/>
          <p14:tracePt t="98842" x="2641600" y="3784600"/>
          <p14:tracePt t="98858" x="2552700" y="3784600"/>
          <p14:tracePt t="98862" x="2540000" y="3784600"/>
          <p14:tracePt t="98880" x="2489200" y="3784600"/>
          <p14:tracePt t="98891" x="2482850" y="3784600"/>
          <p14:tracePt t="98908" x="2444750" y="3784600"/>
          <p14:tracePt t="98911" x="2438400" y="3784600"/>
          <p14:tracePt t="98926" x="2393950" y="3784600"/>
          <p14:tracePt t="98943" x="2286000" y="3778250"/>
          <p14:tracePt t="98958" x="2184400" y="3778250"/>
          <p14:tracePt t="98975" x="2070100" y="3784600"/>
          <p14:tracePt t="98992" x="2006600" y="3797300"/>
          <p14:tracePt t="99008" x="1917700" y="3816350"/>
          <p14:tracePt t="99025" x="1860550" y="3829050"/>
          <p14:tracePt t="99042" x="1816100" y="3829050"/>
          <p14:tracePt t="99058" x="1790700" y="3829050"/>
          <p14:tracePt t="99061" x="1790700" y="3835400"/>
          <p14:tracePt t="99075" x="1778000" y="3835400"/>
          <p14:tracePt t="99092" x="1765300" y="3841750"/>
          <p14:tracePt t="99108" x="1758950" y="3841750"/>
          <p14:tracePt t="99126" x="1752600" y="3841750"/>
          <p14:tracePt t="99141" x="1746250" y="3841750"/>
          <p14:tracePt t="99158" x="1733550" y="3841750"/>
          <p14:tracePt t="99161" x="1727200" y="3841750"/>
          <p14:tracePt t="99177" x="1701800" y="3835400"/>
          <p14:tracePt t="99192" x="1644650" y="3816350"/>
          <p14:tracePt t="99210" x="1600200" y="3803650"/>
          <p14:tracePt t="99225" x="1568450" y="3790950"/>
          <p14:tracePt t="99242" x="1562100" y="3784600"/>
          <p14:tracePt t="99320" x="1555750" y="3784600"/>
          <p14:tracePt t="99328" x="1555750" y="3778250"/>
          <p14:tracePt t="99337" x="1549400" y="3771900"/>
          <p14:tracePt t="99344" x="1543050" y="3771900"/>
          <p14:tracePt t="99358" x="1530350" y="3765550"/>
          <p14:tracePt t="99376" x="1498600" y="3752850"/>
          <p14:tracePt t="99391" x="1473200" y="3746500"/>
          <p14:tracePt t="99409" x="1441450" y="3740150"/>
          <p14:tracePt t="99411" x="1435100" y="3733800"/>
          <p14:tracePt t="99425" x="1422400" y="3733800"/>
          <p14:tracePt t="99578" x="1422400" y="3727450"/>
          <p14:tracePt t="99586" x="1416050" y="3721100"/>
          <p14:tracePt t="99603" x="1409700" y="3721100"/>
          <p14:tracePt t="99611" x="1409700" y="3714750"/>
          <p14:tracePt t="99625" x="1397000" y="3708400"/>
          <p14:tracePt t="99642" x="1384300" y="3708400"/>
          <p14:tracePt t="99659" x="1384300" y="3702050"/>
          <p14:tracePt t="100248" x="1397000" y="3702050"/>
          <p14:tracePt t="100256" x="1403350" y="3702050"/>
          <p14:tracePt t="100266" x="1416050" y="3702050"/>
          <p14:tracePt t="100275" x="1435100" y="3702050"/>
          <p14:tracePt t="100292" x="1498600" y="3708400"/>
          <p14:tracePt t="100308" x="1568450" y="3721100"/>
          <p14:tracePt t="100312" x="1638300" y="3727450"/>
          <p14:tracePt t="100325" x="1695450" y="3733800"/>
          <p14:tracePt t="100341" x="1841500" y="3752850"/>
          <p14:tracePt t="100345" x="1924050" y="3765550"/>
          <p14:tracePt t="100358" x="1981200" y="3771900"/>
          <p14:tracePt t="100376" x="2273300" y="3784600"/>
          <p14:tracePt t="100392" x="2501900" y="3790950"/>
          <p14:tracePt t="100408" x="2673350" y="3803650"/>
          <p14:tracePt t="100425" x="2965450" y="3803650"/>
          <p14:tracePt t="100441" x="3181350" y="3810000"/>
          <p14:tracePt t="100458" x="3448050" y="3816350"/>
          <p14:tracePt t="100475" x="3714750" y="3822700"/>
          <p14:tracePt t="100492" x="3892550" y="3835400"/>
          <p14:tracePt t="100508" x="4178300" y="3854450"/>
          <p14:tracePt t="100525" x="4362450" y="3860800"/>
          <p14:tracePt t="100542" x="4622800" y="3879850"/>
          <p14:tracePt t="100558" x="4768850" y="3879850"/>
          <p14:tracePt t="100575" x="4914900" y="3879850"/>
          <p14:tracePt t="100579" x="5010150" y="3879850"/>
          <p14:tracePt t="100592" x="5041900" y="3879850"/>
          <p14:tracePt t="100608" x="5162550" y="3879850"/>
          <p14:tracePt t="100612" x="5226050" y="3879850"/>
          <p14:tracePt t="100626" x="5314950" y="3879850"/>
          <p14:tracePt t="100642" x="5365750" y="3886200"/>
          <p14:tracePt t="100658" x="5422900" y="3892550"/>
          <p14:tracePt t="100675" x="5461000" y="3898900"/>
          <p14:tracePt t="100692" x="5492750" y="3905250"/>
          <p14:tracePt t="100708" x="5518150" y="3905250"/>
          <p14:tracePt t="100725" x="5537200" y="3905250"/>
          <p14:tracePt t="100741" x="5562600" y="3911600"/>
          <p14:tracePt t="100760" x="5575300" y="3911600"/>
          <p14:tracePt t="100775" x="5600700" y="3917950"/>
          <p14:tracePt t="100794" x="5632450" y="3917950"/>
          <p14:tracePt t="100798" x="5651500" y="3917950"/>
          <p14:tracePt t="100808" x="5670550" y="3917950"/>
          <p14:tracePt t="100828" x="5695950" y="3917950"/>
          <p14:tracePt t="100831" x="5721350" y="3917950"/>
          <p14:tracePt t="100841" x="5734050" y="3917950"/>
          <p14:tracePt t="100861" x="5784850" y="3917950"/>
          <p14:tracePt t="100878" x="5822950" y="3917950"/>
          <p14:tracePt t="100894" x="5835650" y="3917950"/>
          <p14:tracePt t="100908" x="5842000" y="3917950"/>
          <p14:tracePt t="101336" x="5848350" y="3917950"/>
          <p14:tracePt t="101360" x="5854700" y="3917950"/>
          <p14:tracePt t="101377" x="5861050" y="3917950"/>
          <p14:tracePt t="101393" x="5867400" y="3917950"/>
          <p14:tracePt t="101409" x="5873750" y="3911600"/>
          <p14:tracePt t="101425" x="5880100" y="3911600"/>
          <p14:tracePt t="101442" x="5899150" y="3898900"/>
          <p14:tracePt t="101459" x="5911850" y="3892550"/>
          <p14:tracePt t="101475" x="5924550" y="3886200"/>
          <p14:tracePt t="101492" x="5937250" y="3873500"/>
          <p14:tracePt t="101508" x="5943600" y="3867150"/>
          <p14:tracePt t="101525" x="5956300" y="3854450"/>
          <p14:tracePt t="101529" x="5956300" y="3848100"/>
          <p14:tracePt t="101542" x="5962650" y="3848100"/>
          <p14:tracePt t="101558" x="5962650" y="3841750"/>
          <p14:tracePt t="101563" x="5962650" y="3835400"/>
          <p14:tracePt t="101956" x="5969000" y="3835400"/>
          <p14:tracePt t="101964" x="5988050" y="3841750"/>
          <p14:tracePt t="101975" x="6013450" y="3841750"/>
          <p14:tracePt t="101992" x="6076950" y="3854450"/>
          <p14:tracePt t="102008" x="6184900" y="3860800"/>
          <p14:tracePt t="102025" x="6286500" y="3867150"/>
          <p14:tracePt t="102028" x="6337300" y="3867150"/>
          <p14:tracePt t="102042" x="6388100" y="3867150"/>
          <p14:tracePt t="102058" x="6483350" y="3867150"/>
          <p14:tracePt t="102061" x="6508750" y="3867150"/>
          <p14:tracePt t="102075" x="6540500" y="3867150"/>
          <p14:tracePt t="102092" x="6578600" y="3867150"/>
          <p14:tracePt t="102094" x="6591300" y="3867150"/>
          <p14:tracePt t="102108" x="6604000" y="3867150"/>
          <p14:tracePt t="102125" x="6616700" y="3860800"/>
          <p14:tracePt t="102150" x="6623050" y="3860800"/>
          <p14:tracePt t="102166" x="6629400" y="3860800"/>
          <p14:tracePt t="102175" x="6635750" y="3860800"/>
          <p14:tracePt t="102192" x="6654800" y="3860800"/>
          <p14:tracePt t="102208" x="6692900" y="3860800"/>
          <p14:tracePt t="102225" x="6743700" y="3873500"/>
          <p14:tracePt t="102242" x="6781800" y="3873500"/>
          <p14:tracePt t="102259" x="6800850" y="3879850"/>
          <p14:tracePt t="102262" x="6813550" y="3879850"/>
          <p14:tracePt t="102274" x="6813550" y="3886200"/>
          <p14:tracePt t="102292" x="6826250" y="3886200"/>
          <p14:tracePt t="102294" x="6832600" y="3886200"/>
          <p14:tracePt t="102327" x="6832600" y="3892550"/>
          <p14:tracePt t="102432" x="6838950" y="3892550"/>
          <p14:tracePt t="102441" x="6845300" y="3892550"/>
          <p14:tracePt t="102458" x="6851650" y="3892550"/>
          <p14:tracePt t="102585" x="6851650" y="3898900"/>
          <p14:tracePt t="102618" x="6851650" y="3905250"/>
          <p14:tracePt t="102626" x="6851650" y="3911600"/>
          <p14:tracePt t="102643" x="6845300" y="3911600"/>
          <p14:tracePt t="102667" x="6845300" y="3917950"/>
          <p14:tracePt t="102682" x="6851650" y="3917950"/>
          <p14:tracePt t="102691" x="6858000" y="3917950"/>
          <p14:tracePt t="102708" x="6877050" y="3917950"/>
          <p14:tracePt t="102725" x="6889750" y="3917950"/>
          <p14:tracePt t="102742" x="6902450" y="3917950"/>
          <p14:tracePt t="102758" x="6908800" y="3917950"/>
          <p14:tracePt t="102792" x="6915150" y="3917950"/>
          <p14:tracePt t="102795" x="6921500" y="3917950"/>
          <p14:tracePt t="102810" x="6927850" y="3917950"/>
          <p14:tracePt t="102825" x="6940550" y="3917950"/>
          <p14:tracePt t="102841" x="6965950" y="3917950"/>
          <p14:tracePt t="102858" x="7010400" y="3917950"/>
          <p14:tracePt t="102875" x="7061200" y="3917950"/>
          <p14:tracePt t="102891" x="7105650" y="3917950"/>
          <p14:tracePt t="102908" x="7175500" y="3930650"/>
          <p14:tracePt t="102925" x="7258050" y="3943350"/>
          <p14:tracePt t="102942" x="7315200" y="3949700"/>
          <p14:tracePt t="102958" x="7340600" y="3949700"/>
          <p14:tracePt t="102975" x="7378700" y="3956050"/>
          <p14:tracePt t="102992" x="7391400" y="3956050"/>
          <p14:tracePt t="103008" x="7416800" y="3956050"/>
          <p14:tracePt t="103025" x="7423150" y="3956050"/>
          <p14:tracePt t="103042" x="7454900" y="3956050"/>
          <p14:tracePt t="103045" x="7461250" y="3962400"/>
          <p14:tracePt t="103058" x="7473950" y="3962400"/>
          <p14:tracePt t="103076" x="7524750" y="3968750"/>
          <p14:tracePt t="103091" x="7550150" y="3968750"/>
          <p14:tracePt t="103108" x="7569200" y="3968750"/>
          <p14:tracePt t="103125" x="7588250" y="3968750"/>
          <p14:tracePt t="103142" x="7594600" y="3968750"/>
          <p14:tracePt t="103158" x="7600950" y="3968750"/>
          <p14:tracePt t="103198" x="7600950" y="3962400"/>
          <p14:tracePt t="103222" x="7600950" y="3949700"/>
          <p14:tracePt t="103238" x="7600950" y="3943350"/>
          <p14:tracePt t="103254" x="7594600" y="3937000"/>
          <p14:tracePt t="103273" x="7588250" y="3930650"/>
          <p14:tracePt t="103278" x="7588250" y="3924300"/>
          <p14:tracePt t="103292" x="7581900" y="3924300"/>
          <p14:tracePt t="103308" x="7581900" y="3911600"/>
          <p14:tracePt t="103326" x="7581900" y="3905250"/>
          <p14:tracePt t="103342" x="7581900" y="3898900"/>
          <p14:tracePt t="103369" x="7581900" y="3892550"/>
          <p14:tracePt t="103383" x="7588250" y="3886200"/>
          <p14:tracePt t="103401" x="7594600" y="3879850"/>
          <p14:tracePt t="103422" x="7600950" y="3879850"/>
          <p14:tracePt t="103440" x="7607300" y="3879850"/>
          <p14:tracePt t="103456" x="7620000" y="3879850"/>
          <p14:tracePt t="103467" x="7626350" y="3879850"/>
          <p14:tracePt t="103474" x="7632700" y="3879850"/>
          <p14:tracePt t="103492" x="7639050" y="3879850"/>
          <p14:tracePt t="103508" x="7677150" y="3879850"/>
          <p14:tracePt t="103513" x="7689850" y="3879850"/>
          <p14:tracePt t="103525" x="7702550" y="3886200"/>
          <p14:tracePt t="103542" x="7778750" y="3911600"/>
          <p14:tracePt t="103544" x="7797800" y="3911600"/>
          <p14:tracePt t="103558" x="7829550" y="3924300"/>
          <p14:tracePt t="103576" x="7924800" y="3943350"/>
          <p14:tracePt t="103592" x="8058150" y="3949700"/>
          <p14:tracePt t="103608" x="8166100" y="3943350"/>
          <p14:tracePt t="103625" x="8255000" y="3917950"/>
          <p14:tracePt t="103642" x="8350250" y="3873500"/>
          <p14:tracePt t="103658" x="8477250" y="3816350"/>
          <p14:tracePt t="103675" x="8623300" y="3759200"/>
          <p14:tracePt t="103691" x="8794750" y="3702050"/>
          <p14:tracePt t="103708" x="8953500" y="3670300"/>
          <p14:tracePt t="103725" x="9086850" y="3663950"/>
          <p14:tracePt t="103742" x="9163050" y="3663950"/>
          <p14:tracePt t="103758" x="9213850" y="3663950"/>
          <p14:tracePt t="103775" x="9226550" y="3676650"/>
          <p14:tracePt t="103779" x="9232900" y="3676650"/>
          <p14:tracePt t="103810" x="9232900" y="3683000"/>
          <p14:tracePt t="103818" x="9239250" y="3683000"/>
          <p14:tracePt t="103827" x="9245600" y="3695700"/>
          <p14:tracePt t="103842" x="9264650" y="3708400"/>
          <p14:tracePt t="103858" x="9309100" y="3746500"/>
          <p14:tracePt t="103875" x="9334500" y="3771900"/>
          <p14:tracePt t="103892" x="9359900" y="3790950"/>
          <p14:tracePt t="103908" x="9378950" y="3797300"/>
          <p14:tracePt t="103925" x="9391650" y="3803650"/>
          <p14:tracePt t="103942" x="9410700" y="3810000"/>
          <p14:tracePt t="103959" x="9448800" y="3816350"/>
          <p14:tracePt t="103975" x="9480550" y="3816350"/>
          <p14:tracePt t="103992" x="9531350" y="3816350"/>
          <p14:tracePt t="104008" x="9588500" y="3816350"/>
          <p14:tracePt t="104013" x="9607550" y="3816350"/>
          <p14:tracePt t="104025" x="9620250" y="3816350"/>
          <p14:tracePt t="104042" x="9658350" y="3803650"/>
          <p14:tracePt t="104045" x="9671050" y="3803650"/>
          <p14:tracePt t="104156" x="9658350" y="3803650"/>
          <p14:tracePt t="104164" x="9645650" y="3797300"/>
          <p14:tracePt t="104175" x="9588500" y="3797300"/>
          <p14:tracePt t="104194" x="9455150" y="3790950"/>
          <p14:tracePt t="104196" x="9359900" y="3790950"/>
          <p14:tracePt t="104209" x="9258300" y="3790950"/>
          <p14:tracePt t="104225" x="9036050" y="3810000"/>
          <p14:tracePt t="104242" x="8788400" y="3822700"/>
          <p14:tracePt t="104259" x="8528050" y="3835400"/>
          <p14:tracePt t="104263" x="8439150" y="3835400"/>
          <p14:tracePt t="104275" x="8350250" y="3835400"/>
          <p14:tracePt t="104292" x="8191500" y="3835400"/>
          <p14:tracePt t="104294" x="8121650" y="3835400"/>
          <p14:tracePt t="104308" x="8064500" y="3835400"/>
          <p14:tracePt t="104325" x="7969250" y="3835400"/>
          <p14:tracePt t="104327" x="7950200" y="3829050"/>
          <p14:tracePt t="104342" x="7912100" y="3822700"/>
          <p14:tracePt t="104358" x="7893050" y="3822700"/>
          <p14:tracePt t="104375" x="7867650" y="3816350"/>
          <p14:tracePt t="104392" x="7835900" y="3803650"/>
          <p14:tracePt t="104408" x="7772400" y="3797300"/>
          <p14:tracePt t="104425" x="7715250" y="3784600"/>
          <p14:tracePt t="104441" x="7664450" y="3771900"/>
          <p14:tracePt t="104458" x="7626350" y="3765550"/>
          <p14:tracePt t="104475" x="7600950" y="3759200"/>
          <p14:tracePt t="104491" x="7594600" y="3759200"/>
          <p14:tracePt t="104493" x="7588250" y="3759200"/>
          <p14:tracePt t="104608" x="7594600" y="3759200"/>
          <p14:tracePt t="104616" x="7600950" y="3759200"/>
          <p14:tracePt t="104633" x="7613650" y="3759200"/>
          <p14:tracePt t="104649" x="7632700" y="3759200"/>
          <p14:tracePt t="104665" x="7639050" y="3759200"/>
          <p14:tracePt t="104675" x="7645400" y="3759200"/>
          <p14:tracePt t="104691" x="7664450" y="3765550"/>
          <p14:tracePt t="104709" x="7683500" y="3771900"/>
          <p14:tracePt t="104725" x="7747000" y="3797300"/>
          <p14:tracePt t="104728" x="7810500" y="3810000"/>
          <p14:tracePt t="104742" x="7874000" y="3835400"/>
          <p14:tracePt t="104758" x="8058150" y="3860800"/>
          <p14:tracePt t="104763" x="8121650" y="3867150"/>
          <p14:tracePt t="104775" x="8267700" y="3879850"/>
          <p14:tracePt t="104791" x="8528050" y="3879850"/>
          <p14:tracePt t="104794" x="8623300" y="3879850"/>
          <p14:tracePt t="104808" x="8705850" y="3879850"/>
          <p14:tracePt t="104826" x="9048750" y="3816350"/>
          <p14:tracePt t="104842" x="9194800" y="3778250"/>
          <p14:tracePt t="104858" x="9315450" y="3752850"/>
          <p14:tracePt t="104875" x="9391650" y="3727450"/>
          <p14:tracePt t="104892" x="9423400" y="3721100"/>
          <p14:tracePt t="104908" x="9455150" y="3714750"/>
          <p14:tracePt t="104925" x="9461500" y="3714750"/>
          <p14:tracePt t="104942" x="9474200" y="3714750"/>
          <p14:tracePt t="104958" x="9480550" y="3714750"/>
          <p14:tracePt t="104975" x="9493250" y="3714750"/>
          <p14:tracePt t="104992" x="9512300" y="3708400"/>
          <p14:tracePt t="104995" x="9525000" y="3708400"/>
          <p14:tracePt t="105008" x="9537700" y="3708400"/>
          <p14:tracePt t="105025" x="9569450" y="3708400"/>
          <p14:tracePt t="105028" x="9601200" y="3708400"/>
          <p14:tracePt t="105042" x="9620250" y="3708400"/>
          <p14:tracePt t="105058" x="9671050" y="3708400"/>
          <p14:tracePt t="105061" x="9690100" y="3708400"/>
          <p14:tracePt t="105076" x="9753600" y="3702050"/>
          <p14:tracePt t="105092" x="9791700" y="3689350"/>
          <p14:tracePt t="105108" x="9798050" y="3689350"/>
          <p14:tracePt t="105125" x="9804400" y="3689350"/>
          <p14:tracePt t="105172" x="9798050" y="3689350"/>
          <p14:tracePt t="105180" x="9785350" y="3695700"/>
          <p14:tracePt t="105192" x="9766300" y="3702050"/>
          <p14:tracePt t="105208" x="9734550" y="3721100"/>
          <p14:tracePt t="105225" x="9696450" y="3740150"/>
          <p14:tracePt t="105228" x="9677400" y="3752850"/>
          <p14:tracePt t="105242" x="9664700" y="3752850"/>
          <p14:tracePt t="105258" x="9652000" y="3765550"/>
          <p14:tracePt t="105276" x="9639300" y="3765550"/>
          <p14:tracePt t="105292" x="9613900" y="3771900"/>
          <p14:tracePt t="105308" x="9582150" y="3778250"/>
          <p14:tracePt t="105325" x="9359900" y="3810000"/>
          <p14:tracePt t="105342" x="9023350" y="3848100"/>
          <p14:tracePt t="105358" x="8356600" y="3949700"/>
          <p14:tracePt t="105375" x="7632700" y="4051300"/>
          <p14:tracePt t="105392" x="7029450" y="4146550"/>
          <p14:tracePt t="105409" x="6273800" y="4248150"/>
          <p14:tracePt t="105425" x="5518150" y="4337050"/>
          <p14:tracePt t="105442" x="4781550" y="4425950"/>
          <p14:tracePt t="105458" x="4038600" y="4464050"/>
          <p14:tracePt t="105475" x="3486150" y="4476750"/>
          <p14:tracePt t="105478" x="3155950" y="4476750"/>
          <p14:tracePt t="105492" x="2825750" y="4457700"/>
          <p14:tracePt t="105508" x="2266950" y="4425950"/>
          <p14:tracePt t="105511" x="2006600" y="4413250"/>
          <p14:tracePt t="105526" x="1720850" y="4394200"/>
          <p14:tracePt t="105542" x="1530350" y="4381500"/>
          <p14:tracePt t="105558" x="1441450" y="4375150"/>
          <p14:tracePt t="105576" x="1397000" y="4368800"/>
          <p14:tracePt t="105592" x="1384300" y="4368800"/>
          <p14:tracePt t="105697" x="1384300" y="4362450"/>
          <p14:tracePt t="105704" x="1384300" y="4356100"/>
          <p14:tracePt t="105720" x="1384300" y="4349750"/>
          <p14:tracePt t="105729" x="1384300" y="4337050"/>
          <p14:tracePt t="105744" x="1377950" y="4318000"/>
          <p14:tracePt t="105759" x="1371600" y="4305300"/>
          <p14:tracePt t="105779" x="1365250" y="4286250"/>
          <p14:tracePt t="105793" x="1358900" y="4273550"/>
          <p14:tracePt t="105811" x="1358900" y="4267200"/>
          <p14:tracePt t="105825" x="1358900" y="4254500"/>
          <p14:tracePt t="105844" x="1358900" y="4248150"/>
          <p14:tracePt t="105858" x="1384300" y="4229100"/>
          <p14:tracePt t="105875" x="1422400" y="4210050"/>
          <p14:tracePt t="105892" x="1466850" y="4197350"/>
          <p14:tracePt t="105908" x="1517650" y="4191000"/>
          <p14:tracePt t="105925" x="1536700" y="4191000"/>
          <p14:tracePt t="105942" x="1568450" y="4191000"/>
          <p14:tracePt t="105958" x="1574800" y="4184650"/>
          <p14:tracePt t="106132" x="1587500" y="4191000"/>
          <p14:tracePt t="106141" x="1593850" y="4197350"/>
          <p14:tracePt t="106158" x="1676400" y="4229100"/>
          <p14:tracePt t="106176" x="1778000" y="4260850"/>
          <p14:tracePt t="106192" x="1968500" y="4279900"/>
          <p14:tracePt t="106208" x="2171700" y="4286250"/>
          <p14:tracePt t="106212" x="2273300" y="4286250"/>
          <p14:tracePt t="106226" x="2381250" y="4286250"/>
          <p14:tracePt t="106229" x="2489200" y="4286250"/>
          <p14:tracePt t="106242" x="2603500" y="4267200"/>
          <p14:tracePt t="106246" x="2698750" y="4254500"/>
          <p14:tracePt t="106258" x="2781300" y="4235450"/>
          <p14:tracePt t="106276" x="2946400" y="4191000"/>
          <p14:tracePt t="106292" x="3035300" y="4159250"/>
          <p14:tracePt t="106308" x="3067050" y="4133850"/>
          <p14:tracePt t="106325" x="3086100" y="4121150"/>
          <p14:tracePt t="106342" x="3086100" y="4114800"/>
          <p14:tracePt t="106358" x="3086100" y="4108450"/>
          <p14:tracePt t="106462" x="3092450" y="4108450"/>
          <p14:tracePt t="106471" x="3111500" y="4108450"/>
          <p14:tracePt t="106479" x="3124200" y="4108450"/>
          <p14:tracePt t="106492" x="3155950" y="4108450"/>
          <p14:tracePt t="106508" x="3225800" y="4102100"/>
          <p14:tracePt t="106511" x="3270250" y="4095750"/>
          <p14:tracePt t="106527" x="3365500" y="4089400"/>
          <p14:tracePt t="106542" x="3403600" y="4083050"/>
          <p14:tracePt t="106558" x="3409950" y="4076700"/>
          <p14:tracePt t="106622" x="3403600" y="4076700"/>
          <p14:tracePt t="106630" x="3403600" y="4083050"/>
          <p14:tracePt t="106642" x="3397250" y="4089400"/>
          <p14:tracePt t="106658" x="3390900" y="4095750"/>
          <p14:tracePt t="106675" x="3384550" y="4102100"/>
          <p14:tracePt t="106691" x="3378200" y="4108450"/>
          <p14:tracePt t="106708" x="3371850" y="4114800"/>
          <p14:tracePt t="106725" x="3365500" y="4121150"/>
          <p14:tracePt t="106742" x="3359150" y="4133850"/>
          <p14:tracePt t="106744" x="3346450" y="4146550"/>
          <p14:tracePt t="106758" x="3340100" y="4146550"/>
          <p14:tracePt t="106776" x="3308350" y="4178300"/>
          <p14:tracePt t="106792" x="3295650" y="4191000"/>
          <p14:tracePt t="106808" x="3289300" y="4191000"/>
          <p14:tracePt t="106994" x="3282950" y="4191000"/>
          <p14:tracePt t="107026" x="3276600" y="4191000"/>
          <p14:tracePt t="107052" x="3276600" y="4197350"/>
          <p14:tracePt t="107059" x="3270250" y="4197350"/>
          <p14:tracePt t="107075" x="3263900" y="4197350"/>
          <p14:tracePt t="107092" x="3257550" y="4203700"/>
          <p14:tracePt t="107108" x="3244850" y="4210050"/>
          <p14:tracePt t="107125" x="3225800" y="4222750"/>
          <p14:tracePt t="107142" x="3213100" y="4235450"/>
          <p14:tracePt t="107158" x="3200400" y="4241800"/>
          <p14:tracePt t="107176" x="3194050" y="4254500"/>
          <p14:tracePt t="107192" x="3187700" y="4254500"/>
          <p14:tracePt t="108277" x="3194050" y="4254500"/>
          <p14:tracePt t="108285" x="3206750" y="4248150"/>
          <p14:tracePt t="108302" x="3213100" y="4248150"/>
          <p14:tracePt t="108309" x="3225800" y="4248150"/>
          <p14:tracePt t="108325" x="3232150" y="4241800"/>
          <p14:tracePt t="108342" x="3244850" y="4235450"/>
          <p14:tracePt t="108460" x="3244850" y="4229100"/>
          <p14:tracePt t="108476" x="3244850" y="4222750"/>
          <p14:tracePt t="108485" x="3238500" y="4222750"/>
          <p14:tracePt t="108493" x="3232150" y="4210050"/>
          <p14:tracePt t="108508" x="3225800" y="4203700"/>
          <p14:tracePt t="108527" x="3219450" y="4203700"/>
          <p14:tracePt t="108542" x="3213100" y="4197350"/>
          <p14:tracePt t="108558" x="3206750" y="4191000"/>
          <p14:tracePt t="108575" x="3194050" y="4191000"/>
          <p14:tracePt t="108592" x="3175000" y="4184650"/>
          <p14:tracePt t="108608" x="3143250" y="4178300"/>
          <p14:tracePt t="108625" x="3124200" y="4171950"/>
          <p14:tracePt t="108642" x="3086100" y="4159250"/>
          <p14:tracePt t="108659" x="3035300" y="4152900"/>
          <p14:tracePt t="108662" x="2997200" y="4133850"/>
          <p14:tracePt t="108675" x="2978150" y="4127500"/>
          <p14:tracePt t="108692" x="2908300" y="4102100"/>
          <p14:tracePt t="108695" x="2889250" y="4089400"/>
          <p14:tracePt t="108708" x="2838450" y="4064000"/>
          <p14:tracePt t="108726" x="2781300" y="4025900"/>
          <p14:tracePt t="108742" x="2711450" y="3987800"/>
          <p14:tracePt t="108758" x="2667000" y="3962400"/>
          <p14:tracePt t="108776" x="2628900" y="3949700"/>
          <p14:tracePt t="108792" x="2571750" y="3924300"/>
          <p14:tracePt t="108808" x="2527300" y="3911600"/>
          <p14:tracePt t="108825" x="2457450" y="3892550"/>
          <p14:tracePt t="108842" x="2406650" y="3879850"/>
          <p14:tracePt t="108858" x="2362200" y="3867150"/>
          <p14:tracePt t="108875" x="2317750" y="3854450"/>
          <p14:tracePt t="108880" x="2266950" y="3835400"/>
          <p14:tracePt t="108892" x="2247900" y="3835400"/>
          <p14:tracePt t="108908" x="2222500" y="3822700"/>
          <p14:tracePt t="108925" x="2184400" y="3810000"/>
          <p14:tracePt t="108928" x="2171700" y="3803650"/>
          <p14:tracePt t="108942" x="2159000" y="3797300"/>
          <p14:tracePt t="108958" x="2095500" y="3784600"/>
          <p14:tracePt t="108962" x="2082800" y="3784600"/>
          <p14:tracePt t="108976" x="2044700" y="3778250"/>
          <p14:tracePt t="108991" x="2006600" y="3771900"/>
          <p14:tracePt t="109008" x="1955800" y="3771900"/>
          <p14:tracePt t="109025" x="1898650" y="3759200"/>
          <p14:tracePt t="109042" x="1841500" y="3752850"/>
          <p14:tracePt t="109058" x="1778000" y="3746500"/>
          <p14:tracePt t="109075" x="1708150" y="3733800"/>
          <p14:tracePt t="109092" x="1644650" y="3727450"/>
          <p14:tracePt t="109110" x="1593850" y="3721100"/>
          <p14:tracePt t="109125" x="1555750" y="3708400"/>
          <p14:tracePt t="109143" x="1511300" y="3695700"/>
          <p14:tracePt t="109146" x="1504950" y="3695700"/>
          <p14:tracePt t="109158" x="1492250" y="3695700"/>
          <p14:tracePt t="109373" x="1492250" y="3702050"/>
          <p14:tracePt t="109391" x="1498600" y="3708400"/>
          <p14:tracePt t="109409" x="1511300" y="3714750"/>
          <p14:tracePt t="109425" x="1517650" y="3727450"/>
          <p14:tracePt t="109442" x="1536700" y="3740150"/>
          <p14:tracePt t="109458" x="1543050" y="3746500"/>
          <p14:tracePt t="109476" x="1555750" y="3752850"/>
          <p14:tracePt t="109493" x="1562100" y="3752850"/>
          <p14:tracePt t="109508" x="1568450" y="3759200"/>
          <p14:tracePt t="112113" x="1574800" y="3759200"/>
          <p14:tracePt t="112604" x="1600200" y="3759200"/>
          <p14:tracePt t="112613" x="1631950" y="3759200"/>
          <p14:tracePt t="112621" x="1701800" y="3765550"/>
          <p14:tracePt t="112630" x="1778000" y="3771900"/>
          <p14:tracePt t="112642" x="1860550" y="3778250"/>
          <p14:tracePt t="112646" x="1993900" y="3797300"/>
          <p14:tracePt t="112658" x="2120900" y="3803650"/>
          <p14:tracePt t="112676" x="2635250" y="3835400"/>
          <p14:tracePt t="112692" x="3079750" y="3835400"/>
          <p14:tracePt t="112709" x="3530600" y="3835400"/>
          <p14:tracePt t="112725" x="3879850" y="3835400"/>
          <p14:tracePt t="112742" x="4254500" y="3835400"/>
          <p14:tracePt t="112759" x="4654550" y="3835400"/>
          <p14:tracePt t="112775" x="5035550" y="3835400"/>
          <p14:tracePt t="112792" x="5276850" y="3835400"/>
          <p14:tracePt t="112809" x="5461000" y="3835400"/>
          <p14:tracePt t="112825" x="5632450" y="3829050"/>
          <p14:tracePt t="112842" x="5791200" y="3816350"/>
          <p14:tracePt t="112858" x="5949950" y="3810000"/>
          <p14:tracePt t="112875" x="6076950" y="3810000"/>
          <p14:tracePt t="112879" x="6165850" y="3810000"/>
          <p14:tracePt t="112892" x="6254750" y="3810000"/>
          <p14:tracePt t="112908" x="6413500" y="3810000"/>
          <p14:tracePt t="112910" x="6515100" y="3810000"/>
          <p14:tracePt t="112925" x="6686550" y="3810000"/>
          <p14:tracePt t="112942" x="6883400" y="3810000"/>
          <p14:tracePt t="112958" x="7105650" y="3810000"/>
          <p14:tracePt t="112975" x="7346950" y="3810000"/>
          <p14:tracePt t="112992" x="7588250" y="3810000"/>
          <p14:tracePt t="113008" x="7918450" y="3784600"/>
          <p14:tracePt t="113025" x="8070850" y="3752850"/>
          <p14:tracePt t="113042" x="8191500" y="3733800"/>
          <p14:tracePt t="113058" x="8229600" y="3727450"/>
          <p14:tracePt t="113092" x="8229600" y="3721100"/>
          <p14:tracePt t="113347" x="8223250" y="3721100"/>
          <p14:tracePt t="113364" x="8210550" y="3721100"/>
          <p14:tracePt t="113371" x="8204200" y="3721100"/>
          <p14:tracePt t="113392" x="8178800" y="3721100"/>
          <p14:tracePt t="113409" x="8147050" y="3721100"/>
          <p14:tracePt t="113411" x="8128000" y="3727450"/>
          <p14:tracePt t="113426" x="8102600" y="3727450"/>
          <p14:tracePt t="113442" x="8096250" y="3727450"/>
          <p14:tracePt t="113459" x="8089900" y="3727450"/>
          <p14:tracePt t="113475" x="8077200" y="3727450"/>
          <p14:tracePt t="113492" x="8070850" y="3727450"/>
          <p14:tracePt t="113508" x="8070850" y="3733800"/>
          <p14:tracePt t="113525" x="8064500" y="3733800"/>
          <p14:tracePt t="113542" x="8058150" y="3733800"/>
          <p14:tracePt t="114241" x="8064500" y="3733800"/>
          <p14:tracePt t="114248" x="8077200" y="3733800"/>
          <p14:tracePt t="114258" x="8089900" y="3733800"/>
          <p14:tracePt t="114275" x="8128000" y="3733800"/>
          <p14:tracePt t="114292" x="8185150" y="3733800"/>
          <p14:tracePt t="114308" x="8248650" y="3733800"/>
          <p14:tracePt t="114325" x="8331200" y="3733800"/>
          <p14:tracePt t="114329" x="8388350" y="3733800"/>
          <p14:tracePt t="114342" x="8445500" y="3733800"/>
          <p14:tracePt t="114359" x="8585200" y="3733800"/>
          <p14:tracePt t="114362" x="8636000" y="3733800"/>
          <p14:tracePt t="114376" x="8782050" y="3733800"/>
          <p14:tracePt t="114392" x="8953500" y="3733800"/>
          <p14:tracePt t="114409" x="9010650" y="3733800"/>
          <p14:tracePt t="114426" x="9213850" y="3721100"/>
          <p14:tracePt t="114442" x="9283700" y="3708400"/>
          <p14:tracePt t="114459" x="9334500" y="3695700"/>
          <p14:tracePt t="114475" x="9359900" y="3695700"/>
          <p14:tracePt t="114491" x="9366250" y="3695700"/>
          <p14:tracePt t="114546" x="9372600" y="3695700"/>
          <p14:tracePt t="114555" x="9385300" y="3695700"/>
          <p14:tracePt t="114563" x="9404350" y="3695700"/>
          <p14:tracePt t="114575" x="9417050" y="3695700"/>
          <p14:tracePt t="114592" x="9461500" y="3695700"/>
          <p14:tracePt t="114596" x="9505950" y="3695700"/>
          <p14:tracePt t="114609" x="9518650" y="3702050"/>
          <p14:tracePt t="114626" x="9613900" y="3714750"/>
          <p14:tracePt t="114642" x="9639300" y="3721100"/>
          <p14:tracePt t="114659" x="9645650" y="3727450"/>
          <p14:tracePt t="114748" x="9639300" y="3733800"/>
          <p14:tracePt t="114757" x="9632950" y="3733800"/>
          <p14:tracePt t="114773" x="9626600" y="3733800"/>
          <p14:tracePt t="114789" x="9620250" y="3733800"/>
          <p14:tracePt t="114797" x="9620250" y="3740150"/>
          <p14:tracePt t="114809" x="9613900" y="3740150"/>
          <p14:tracePt t="114826" x="9582150" y="3746500"/>
          <p14:tracePt t="114829" x="9537700" y="3752850"/>
          <p14:tracePt t="114842" x="9442450" y="3765550"/>
          <p14:tracePt t="114859" x="9074150" y="3784600"/>
          <p14:tracePt t="114862" x="8743950" y="3784600"/>
          <p14:tracePt t="114876" x="8420100" y="3797300"/>
          <p14:tracePt t="114881" x="7905750" y="3797300"/>
          <p14:tracePt t="114891" x="6731000" y="3835400"/>
          <p14:tracePt t="114908" x="5181600" y="3937000"/>
          <p14:tracePt t="114925" x="3695700" y="4127500"/>
          <p14:tracePt t="114942" x="2305050" y="4343400"/>
          <p14:tracePt t="114959" x="1117600" y="4572000"/>
          <p14:tracePt t="114975" x="139700" y="4749800"/>
          <p14:tracePt t="114992" x="0" y="4864100"/>
          <p14:tracePt t="115008" x="0" y="4927600"/>
          <p14:tracePt t="115025" x="0" y="4959350"/>
          <p14:tracePt t="115042" x="0" y="4972050"/>
          <p14:tracePt t="115143" x="6350" y="4972050"/>
          <p14:tracePt t="115159" x="12700" y="4972050"/>
          <p14:tracePt t="115176" x="38100" y="4972050"/>
          <p14:tracePt t="115192" x="63500" y="4972050"/>
          <p14:tracePt t="115209" x="114300" y="4959350"/>
          <p14:tracePt t="115225" x="196850" y="4933950"/>
          <p14:tracePt t="115242" x="311150" y="4889500"/>
          <p14:tracePt t="115259" x="400050" y="4845050"/>
          <p14:tracePt t="115276" x="501650" y="4781550"/>
          <p14:tracePt t="115292" x="635000" y="4705350"/>
          <p14:tracePt t="115308" x="717550" y="4654550"/>
          <p14:tracePt t="115325" x="793750" y="4603750"/>
          <p14:tracePt t="115328" x="844550" y="4572000"/>
          <p14:tracePt t="115342" x="863600" y="4559300"/>
          <p14:tracePt t="115359" x="914400" y="4521200"/>
          <p14:tracePt t="115361" x="952500" y="4495800"/>
          <p14:tracePt t="115376" x="1022350" y="4445000"/>
          <p14:tracePt t="115392" x="1066800" y="4419600"/>
          <p14:tracePt t="115408" x="1162050" y="4356100"/>
          <p14:tracePt t="115425" x="1244600" y="4311650"/>
          <p14:tracePt t="115442" x="1308100" y="4286250"/>
          <p14:tracePt t="115459" x="1333500" y="4286250"/>
          <p14:tracePt t="115475" x="1377950" y="4273550"/>
          <p14:tracePt t="115492" x="1397000" y="4273550"/>
          <p14:tracePt t="115509" x="1447800" y="4267200"/>
          <p14:tracePt t="115525" x="1485900" y="4267200"/>
          <p14:tracePt t="115542" x="1549400" y="4241800"/>
          <p14:tracePt t="115559" x="1606550" y="4216400"/>
          <p14:tracePt t="115575" x="1695450" y="4171950"/>
          <p14:tracePt t="115592" x="1727200" y="4146550"/>
          <p14:tracePt t="115596" x="1758950" y="4127500"/>
          <p14:tracePt t="115609" x="1771650" y="4108450"/>
          <p14:tracePt t="115626" x="1797050" y="4083050"/>
          <p14:tracePt t="115645" x="1803400" y="4070350"/>
          <p14:tracePt t="115658" x="1816100" y="4057650"/>
          <p14:tracePt t="115676" x="1816100" y="4051300"/>
          <p14:tracePt t="115692" x="1816100" y="4044950"/>
          <p14:tracePt t="116497" x="1816100" y="4051300"/>
          <p14:tracePt t="116530" x="1816100" y="4057650"/>
          <p14:tracePt t="116537" x="1816100" y="4064000"/>
          <p14:tracePt t="116554" x="1816100" y="4070350"/>
          <p14:tracePt t="116988" x="1822450" y="4070350"/>
          <p14:tracePt t="117005" x="1828800" y="4064000"/>
          <p14:tracePt t="117012" x="1835150" y="4057650"/>
          <p14:tracePt t="117025" x="1854200" y="4044950"/>
          <p14:tracePt t="117042" x="1892300" y="4019550"/>
          <p14:tracePt t="117045" x="1924050" y="3994150"/>
          <p14:tracePt t="117059" x="1974850" y="3962400"/>
          <p14:tracePt t="117075" x="2057400" y="3905250"/>
          <p14:tracePt t="117079" x="2108200" y="3873500"/>
          <p14:tracePt t="117093" x="2146300" y="3848100"/>
          <p14:tracePt t="117109" x="2222500" y="3803650"/>
          <p14:tracePt t="117113" x="2273300" y="3784600"/>
          <p14:tracePt t="117127" x="2343150" y="3746500"/>
          <p14:tracePt t="117142" x="2400300" y="3721100"/>
          <p14:tracePt t="117159" x="2425700" y="3714750"/>
          <p14:tracePt t="117175" x="2444750" y="3708400"/>
          <p14:tracePt t="117238" x="2451100" y="3708400"/>
          <p14:tracePt t="117262" x="2451100" y="3702050"/>
          <p14:tracePt t="117271" x="2457450" y="3702050"/>
          <p14:tracePt t="117287" x="2463800" y="3702050"/>
          <p14:tracePt t="117296" x="2463800" y="3695700"/>
          <p14:tracePt t="117312" x="2470150" y="3695700"/>
          <p14:tracePt t="117326" x="2470150" y="3689350"/>
          <p14:tracePt t="117497" x="2470150" y="3695700"/>
          <p14:tracePt t="118473" x="2476500" y="3702050"/>
          <p14:tracePt t="118482" x="2495550" y="3708400"/>
          <p14:tracePt t="118492" x="2514600" y="3708400"/>
          <p14:tracePt t="118509" x="2578100" y="3721100"/>
          <p14:tracePt t="118525" x="2679700" y="3740150"/>
          <p14:tracePt t="118528" x="2724150" y="3746500"/>
          <p14:tracePt t="118542" x="2762250" y="3752850"/>
          <p14:tracePt t="118558" x="2832100" y="3759200"/>
          <p14:tracePt t="118560" x="2857500" y="3765550"/>
          <p14:tracePt t="118576" x="2882900" y="3765550"/>
          <p14:tracePt t="118592" x="2895600" y="3765550"/>
          <p14:tracePt t="118641" x="2901950" y="3765550"/>
          <p14:tracePt t="118649" x="2908300" y="3765550"/>
          <p14:tracePt t="118659" x="2914650" y="3765550"/>
          <p14:tracePt t="118675" x="2940050" y="3765550"/>
          <p14:tracePt t="118692" x="2990850" y="3765550"/>
          <p14:tracePt t="118709" x="3067050" y="3765550"/>
          <p14:tracePt t="118725" x="3162300" y="3765550"/>
          <p14:tracePt t="118742" x="3238500" y="3752850"/>
          <p14:tracePt t="118759" x="3270250" y="3746500"/>
          <p14:tracePt t="118762" x="3289300" y="3740150"/>
          <p14:tracePt t="118775" x="3295650" y="3740150"/>
          <p14:tracePt t="118792" x="3308350" y="3733800"/>
          <p14:tracePt t="118795" x="3314700" y="3733800"/>
          <p14:tracePt t="118809" x="3321050" y="3733800"/>
          <p14:tracePt t="118826" x="3346450" y="3727450"/>
          <p14:tracePt t="118842" x="3365500" y="3721100"/>
          <p14:tracePt t="118859" x="3378200" y="3714750"/>
          <p14:tracePt t="118875" x="3390900" y="3714750"/>
          <p14:tracePt t="118892" x="3397250" y="3714750"/>
          <p14:tracePt t="119165" x="3397250" y="3721100"/>
          <p14:tracePt t="119188" x="3397250" y="3727450"/>
          <p14:tracePt t="119197" x="3403600" y="3733800"/>
          <p14:tracePt t="119209" x="3409950" y="3740150"/>
          <p14:tracePt t="119225" x="3435350" y="3752850"/>
          <p14:tracePt t="119242" x="3486150" y="3771900"/>
          <p14:tracePt t="119259" x="3556000" y="3797300"/>
          <p14:tracePt t="119276" x="3594100" y="3810000"/>
          <p14:tracePt t="119279" x="3625850" y="3816350"/>
          <p14:tracePt t="119292" x="3651250" y="3816350"/>
          <p14:tracePt t="119309" x="3695700" y="3816350"/>
          <p14:tracePt t="119326" x="3708400" y="3816350"/>
          <p14:tracePt t="119342" x="3714750" y="3816350"/>
          <p14:tracePt t="119399" x="3721100" y="3816350"/>
          <p14:tracePt t="119416" x="3727450" y="3816350"/>
          <p14:tracePt t="119430" x="3733800" y="3816350"/>
          <p14:tracePt t="119448" x="3740150" y="3816350"/>
          <p14:tracePt t="119463" x="3746500" y="3816350"/>
          <p14:tracePt t="119479" x="3759200" y="3816350"/>
          <p14:tracePt t="119497" x="3765550" y="3816350"/>
          <p14:tracePt t="119509" x="3778250" y="3816350"/>
          <p14:tracePt t="119525" x="3790950" y="3816350"/>
          <p14:tracePt t="119542" x="3803650" y="3816350"/>
          <p14:tracePt t="119545" x="3816350" y="3816350"/>
          <p14:tracePt t="119562" x="3822700" y="3816350"/>
          <p14:tracePt t="119575" x="3829050" y="3816350"/>
          <p14:tracePt t="119704" x="3835400" y="3816350"/>
          <p14:tracePt t="119729" x="3841750" y="3816350"/>
          <p14:tracePt t="120221" x="3848100" y="3816350"/>
          <p14:tracePt t="120237" x="3854450" y="3816350"/>
          <p14:tracePt t="120367" x="3854450" y="3822700"/>
          <p14:tracePt t="120430" x="3860800" y="3822700"/>
          <p14:tracePt t="120438" x="3867150" y="3822700"/>
          <p14:tracePt t="120448" x="3873500" y="3822700"/>
          <p14:tracePt t="120460" x="3879850" y="3822700"/>
          <p14:tracePt t="120475" x="3892550" y="3822700"/>
          <p14:tracePt t="120492" x="3898900" y="3822700"/>
          <p14:tracePt t="120509" x="3905250" y="3822700"/>
          <p14:tracePt t="120525" x="3911600" y="3822700"/>
          <p14:tracePt t="120542" x="3924300" y="3822700"/>
          <p14:tracePt t="120546" x="3943350" y="3816350"/>
          <p14:tracePt t="120561" x="4000500" y="3803650"/>
          <p14:tracePt t="120576" x="4089400" y="3784600"/>
          <p14:tracePt t="120594" x="4197350" y="3759200"/>
          <p14:tracePt t="120609" x="4292600" y="3752850"/>
          <p14:tracePt t="120627" x="4406900" y="3746500"/>
          <p14:tracePt t="120642" x="4464050" y="3746500"/>
          <p14:tracePt t="120660" x="4495800" y="3746500"/>
          <p14:tracePt t="120676" x="4514850" y="3752850"/>
          <p14:tracePt t="120713" x="4521200" y="3752850"/>
          <p14:tracePt t="120729" x="4527550" y="3752850"/>
          <p14:tracePt t="120745" x="4533900" y="3752850"/>
          <p14:tracePt t="120758" x="4540250" y="3752850"/>
          <p14:tracePt t="120762" x="4546600" y="3752850"/>
          <p14:tracePt t="120776" x="4578350" y="3752850"/>
          <p14:tracePt t="120792" x="4591050" y="3752850"/>
          <p14:tracePt t="120796" x="4610100" y="3752850"/>
          <p14:tracePt t="120809" x="4622800" y="3752850"/>
          <p14:tracePt t="120825" x="4641850" y="3746500"/>
          <p14:tracePt t="120842" x="4648200" y="3746500"/>
          <p14:tracePt t="120957" x="4641850" y="3746500"/>
          <p14:tracePt t="121221" x="4660900" y="3746500"/>
          <p14:tracePt t="121229" x="4686300" y="3746500"/>
          <p14:tracePt t="121237" x="4724400" y="3746500"/>
          <p14:tracePt t="121245" x="4775200" y="3746500"/>
          <p14:tracePt t="121259" x="4851400" y="3746500"/>
          <p14:tracePt t="121277" x="5067300" y="3746500"/>
          <p14:tracePt t="121292" x="5232400" y="3733800"/>
          <p14:tracePt t="121310" x="5391150" y="3733800"/>
          <p14:tracePt t="121325" x="5492750" y="3727450"/>
          <p14:tracePt t="121342" x="5549900" y="3727450"/>
          <p14:tracePt t="121359" x="5562600" y="3727450"/>
          <p14:tracePt t="122003" x="5568950" y="3727450"/>
          <p14:tracePt t="122013" x="5588000" y="3740150"/>
          <p14:tracePt t="122020" x="5619750" y="3771900"/>
          <p14:tracePt t="122027" x="5664200" y="3803650"/>
          <p14:tracePt t="122042" x="5778500" y="3886200"/>
          <p14:tracePt t="122059" x="5937250" y="3981450"/>
          <p14:tracePt t="122075" x="6140450" y="4057650"/>
          <p14:tracePt t="122092" x="6311900" y="4121150"/>
          <p14:tracePt t="122109" x="6451600" y="4152900"/>
          <p14:tracePt t="122126" x="6540500" y="4171950"/>
          <p14:tracePt t="122142" x="6616700" y="4184650"/>
          <p14:tracePt t="122159" x="6635750" y="4191000"/>
          <p14:tracePt t="122229" x="6642100" y="4191000"/>
          <p14:tracePt t="122244" x="6654800" y="4191000"/>
          <p14:tracePt t="122259" x="6667500" y="4191000"/>
          <p14:tracePt t="122278" x="6711950" y="4191000"/>
          <p14:tracePt t="122292" x="6743700" y="4178300"/>
          <p14:tracePt t="122310" x="6756400" y="4171950"/>
          <p14:tracePt t="122325" x="6756400" y="4165600"/>
          <p14:tracePt t="122359" x="6750050" y="4159250"/>
          <p14:tracePt t="122375" x="6711950" y="4152900"/>
          <p14:tracePt t="122392" x="6648450" y="4146550"/>
          <p14:tracePt t="122409" x="6584950" y="4146550"/>
          <p14:tracePt t="122425" x="6508750" y="4146550"/>
          <p14:tracePt t="122442" x="6457950" y="4146550"/>
          <p14:tracePt t="122459" x="6400800" y="4146550"/>
          <p14:tracePt t="122475" x="6375400" y="4146550"/>
          <p14:tracePt t="122479" x="6362700" y="4146550"/>
          <p14:tracePt t="122492" x="6350000" y="4146550"/>
          <p14:tracePt t="122509" x="6330950" y="4140200"/>
          <p14:tracePt t="122511" x="6311900" y="4133850"/>
          <p14:tracePt t="122526" x="6261100" y="4114800"/>
          <p14:tracePt t="122542" x="6223000" y="4102100"/>
          <p14:tracePt t="122559" x="6165850" y="4083050"/>
          <p14:tracePt t="122576" x="6140450" y="4083050"/>
          <p14:tracePt t="122592" x="6127750" y="4083050"/>
          <p14:tracePt t="122625" x="6140450" y="4127500"/>
          <p14:tracePt t="122642" x="6184900" y="4216400"/>
          <p14:tracePt t="122659" x="6292850" y="4343400"/>
          <p14:tracePt t="122676" x="6438900" y="4470400"/>
          <p14:tracePt t="122679" x="6496050" y="4508500"/>
          <p14:tracePt t="122692" x="6616700" y="4572000"/>
          <p14:tracePt t="122709" x="6756400" y="4622800"/>
          <p14:tracePt t="122713" x="6832600" y="4635500"/>
          <p14:tracePt t="122725" x="6985000" y="4648200"/>
          <p14:tracePt t="122742" x="7175500" y="4635500"/>
          <p14:tracePt t="122745" x="7258050" y="4622800"/>
          <p14:tracePt t="122759" x="7346950" y="4603750"/>
          <p14:tracePt t="122776" x="7543800" y="4540250"/>
          <p14:tracePt t="122792" x="7581900" y="4527550"/>
          <p14:tracePt t="122809" x="7588250" y="4527550"/>
          <p14:tracePt t="122873" x="7581900" y="4527550"/>
          <p14:tracePt t="122880" x="7575550" y="4527550"/>
          <p14:tracePt t="122899" x="7569200" y="4527550"/>
          <p14:tracePt t="122909" x="7556500" y="4527550"/>
          <p14:tracePt t="122926" x="7537450" y="4514850"/>
          <p14:tracePt t="122943" x="7499350" y="4495800"/>
          <p14:tracePt t="122945" x="7480300" y="4489450"/>
          <p14:tracePt t="122958" x="7473950" y="4489450"/>
          <p14:tracePt t="122975" x="7435850" y="4470400"/>
          <p14:tracePt t="122992" x="7404100" y="4464050"/>
          <p14:tracePt t="123009" x="7372350" y="4451350"/>
          <p14:tracePt t="123010" x="7359650" y="4445000"/>
          <p14:tracePt t="123025" x="7346950" y="4445000"/>
          <p14:tracePt t="123042" x="7315200" y="4438650"/>
          <p14:tracePt t="123058" x="7302500" y="4438650"/>
          <p14:tracePt t="123075" x="7296150" y="4438650"/>
          <p14:tracePt t="123092" x="7283450" y="4438650"/>
          <p14:tracePt t="123108" x="7277100" y="4438650"/>
          <p14:tracePt t="123126" x="7264400" y="4438650"/>
          <p14:tracePt t="123142" x="7258050" y="4438650"/>
          <p14:tracePt t="123159" x="7245350" y="4438650"/>
          <p14:tracePt t="123176" x="7239000" y="4438650"/>
          <p14:tracePt t="123178" x="7232650" y="4438650"/>
          <p14:tracePt t="123192" x="7226300" y="4438650"/>
          <p14:tracePt t="123209" x="7207250" y="4438650"/>
          <p14:tracePt t="123212" x="7194550" y="4438650"/>
          <p14:tracePt t="123225" x="7188200" y="4438650"/>
          <p14:tracePt t="123242" x="7137400" y="4445000"/>
          <p14:tracePt t="123244" x="7124700" y="4445000"/>
          <p14:tracePt t="123259" x="7099300" y="4451350"/>
          <p14:tracePt t="123276" x="7016750" y="4464050"/>
          <p14:tracePt t="123292" x="6991350" y="4464050"/>
          <p14:tracePt t="123309" x="6946900" y="4464050"/>
          <p14:tracePt t="123325" x="6877050" y="4464050"/>
          <p14:tracePt t="123342" x="6800850" y="4464050"/>
          <p14:tracePt t="123359" x="6635750" y="4464050"/>
          <p14:tracePt t="123376" x="6489700" y="4464050"/>
          <p14:tracePt t="123392" x="6305550" y="4464050"/>
          <p14:tracePt t="123409" x="6127750" y="4470400"/>
          <p14:tracePt t="123413" x="6007100" y="4489450"/>
          <p14:tracePt t="123425" x="5956300" y="4495800"/>
          <p14:tracePt t="123428" x="5854700" y="4521200"/>
          <p14:tracePt t="123442" x="5810250" y="4527550"/>
          <p14:tracePt t="123445" x="5734050" y="4546600"/>
          <p14:tracePt t="123459" x="5708650" y="4552950"/>
          <p14:tracePt t="123475" x="5600700" y="4578350"/>
          <p14:tracePt t="123479" x="5549900" y="4584700"/>
          <p14:tracePt t="123492" x="5505450" y="4597400"/>
          <p14:tracePt t="123509" x="5448300" y="4610100"/>
          <p14:tracePt t="123512" x="5429250" y="4610100"/>
          <p14:tracePt t="123526" x="5327650" y="4622800"/>
          <p14:tracePt t="123542" x="5251450" y="4629150"/>
          <p14:tracePt t="123559" x="5118100" y="4629150"/>
          <p14:tracePt t="123575" x="4959350" y="4635500"/>
          <p14:tracePt t="123592" x="4762500" y="4641850"/>
          <p14:tracePt t="123609" x="4591050" y="4654550"/>
          <p14:tracePt t="123625" x="4445000" y="4667250"/>
          <p14:tracePt t="123642" x="4298950" y="4686300"/>
          <p14:tracePt t="123659" x="4229100" y="4699000"/>
          <p14:tracePt t="123675" x="4108450" y="4705350"/>
          <p14:tracePt t="123678" x="4070350" y="4711700"/>
          <p14:tracePt t="123692" x="4006850" y="4718050"/>
          <p14:tracePt t="123709" x="3943350" y="4724400"/>
          <p14:tracePt t="123712" x="3917950" y="4730750"/>
          <p14:tracePt t="123726" x="3797300" y="4737100"/>
          <p14:tracePt t="123742" x="3644900" y="4756150"/>
          <p14:tracePt t="123759" x="3594100" y="4762500"/>
          <p14:tracePt t="123776" x="3460750" y="4775200"/>
          <p14:tracePt t="123792" x="3282950" y="4794250"/>
          <p14:tracePt t="123809" x="3168650" y="4813300"/>
          <p14:tracePt t="123828" x="2984500" y="4845050"/>
          <p14:tracePt t="123842" x="2895600" y="4857750"/>
          <p14:tracePt t="123860" x="2825750" y="4870450"/>
          <p14:tracePt t="123875" x="2743200" y="4876800"/>
          <p14:tracePt t="123895" x="2597150" y="4889500"/>
          <p14:tracePt t="123898" x="2546350" y="4895850"/>
          <p14:tracePt t="123909" x="2501900" y="4895850"/>
          <p14:tracePt t="123927" x="2413000" y="4908550"/>
          <p14:tracePt t="123930" x="2368550" y="4914900"/>
          <p14:tracePt t="123942" x="2336800" y="4921250"/>
          <p14:tracePt t="123961" x="2235200" y="4946650"/>
          <p14:tracePt t="123977" x="2197100" y="4953000"/>
          <p14:tracePt t="124075" x="2190750" y="4953000"/>
          <p14:tracePt t="124092" x="2184400" y="4959350"/>
          <p14:tracePt t="124099" x="2178050" y="4959350"/>
          <p14:tracePt t="124109" x="2171700" y="4959350"/>
          <p14:tracePt t="124125" x="2159000" y="4972050"/>
          <p14:tracePt t="124142" x="2152650" y="4978400"/>
          <p14:tracePt t="124160" x="2139950" y="4978400"/>
          <p14:tracePt t="124162" x="2133600" y="4984750"/>
          <p14:tracePt t="124176" x="2133600" y="4991100"/>
          <p14:tracePt t="124192" x="2127250" y="4991100"/>
          <p14:tracePt t="124194" x="2120900" y="4991100"/>
          <p14:tracePt t="125008" x="2127250" y="4991100"/>
          <p14:tracePt t="125024" x="2127250" y="4984750"/>
          <p14:tracePt t="125041" x="2133600" y="4984750"/>
          <p14:tracePt t="125057" x="2139950" y="4984750"/>
          <p14:tracePt t="125091" x="2146300" y="4984750"/>
          <p14:tracePt t="125109" x="2152650" y="4978400"/>
          <p14:tracePt t="125126" x="2159000" y="4978400"/>
          <p14:tracePt t="125299" x="2165350" y="4972050"/>
          <p14:tracePt t="125331" x="2171700" y="4965700"/>
          <p14:tracePt t="125356" x="2171700" y="4959350"/>
          <p14:tracePt t="125363" x="2184400" y="4959350"/>
          <p14:tracePt t="125375" x="2184400" y="4953000"/>
          <p14:tracePt t="125392" x="2203450" y="4946650"/>
          <p14:tracePt t="125409" x="2235200" y="4933950"/>
          <p14:tracePt t="125427" x="2292350" y="4921250"/>
          <p14:tracePt t="125431" x="2311400" y="4921250"/>
          <p14:tracePt t="125442" x="2330450" y="4914900"/>
          <p14:tracePt t="125460" x="2413000" y="4914900"/>
          <p14:tracePt t="125463" x="2444750" y="4914900"/>
          <p14:tracePt t="125478" x="2546350" y="4914900"/>
          <p14:tracePt t="125492" x="2622550" y="4914900"/>
          <p14:tracePt t="125510" x="2800350" y="4914900"/>
          <p14:tracePt t="125525" x="2901950" y="4914900"/>
          <p14:tracePt t="125544" x="3098800" y="4914900"/>
          <p14:tracePt t="125559" x="3206750" y="4908550"/>
          <p14:tracePt t="125576" x="3302000" y="4902200"/>
          <p14:tracePt t="125592" x="3390900" y="4902200"/>
          <p14:tracePt t="125609" x="3422650" y="4902200"/>
          <p14:tracePt t="125613" x="3441700" y="4902200"/>
          <p14:tracePt t="125625" x="3460750" y="4895850"/>
          <p14:tracePt t="125642" x="3492500" y="4895850"/>
          <p14:tracePt t="125659" x="3530600" y="4895850"/>
          <p14:tracePt t="125676" x="3613150" y="4883150"/>
          <p14:tracePt t="125679" x="3638550" y="4876800"/>
          <p14:tracePt t="125692" x="3702050" y="4870450"/>
          <p14:tracePt t="125709" x="3778250" y="4864100"/>
          <p14:tracePt t="125712" x="3810000" y="4857750"/>
          <p14:tracePt t="125726" x="3867150" y="4845050"/>
          <p14:tracePt t="125742" x="3949700" y="4819650"/>
          <p14:tracePt t="125759" x="3975100" y="4813300"/>
          <p14:tracePt t="125775" x="3975100" y="4806950"/>
          <p14:tracePt t="125808" x="3975100" y="4800600"/>
          <p14:tracePt t="125815" x="3975100" y="4794250"/>
          <p14:tracePt t="125825" x="3981450" y="4787900"/>
          <p14:tracePt t="125842" x="3981450" y="4775200"/>
          <p14:tracePt t="125859" x="3981450" y="4743450"/>
          <p14:tracePt t="125876" x="3968750" y="4718050"/>
          <p14:tracePt t="125879" x="3968750" y="4705350"/>
          <p14:tracePt t="125892" x="3956050" y="4692650"/>
          <p14:tracePt t="125909" x="3930650" y="4667250"/>
          <p14:tracePt t="125925" x="3917950" y="4654550"/>
          <p14:tracePt t="125942" x="3898900" y="4641850"/>
          <p14:tracePt t="125945" x="3886200" y="4641850"/>
          <p14:tracePt t="125959" x="3886200" y="4635500"/>
          <p14:tracePt t="125976" x="3873500" y="4629150"/>
          <p14:tracePt t="126001" x="3873500" y="4622800"/>
          <p14:tracePt t="126017" x="3867150" y="4622800"/>
          <p14:tracePt t="126041" x="3860800" y="4622800"/>
          <p14:tracePt t="126059" x="3854450" y="4616450"/>
          <p14:tracePt t="126076" x="3854450" y="4610100"/>
          <p14:tracePt t="126092" x="3848100" y="4603750"/>
          <p14:tracePt t="126109" x="3841750" y="4597400"/>
          <p14:tracePt t="126125" x="3835400" y="4597400"/>
          <p14:tracePt t="126142" x="3835400" y="4591050"/>
          <p14:tracePt t="126158" x="3829050" y="4591050"/>
          <p14:tracePt t="126227" x="3829050" y="4584700"/>
          <p14:tracePt t="126245" x="3822700" y="4584700"/>
          <p14:tracePt t="126251" x="3822700" y="4578350"/>
          <p14:tracePt t="126259" x="3816350" y="4578350"/>
          <p14:tracePt t="126276" x="3810000" y="4572000"/>
          <p14:tracePt t="126292" x="3797300" y="4572000"/>
          <p14:tracePt t="126309" x="3790950" y="4565650"/>
          <p14:tracePt t="126325" x="3771900" y="4559300"/>
          <p14:tracePt t="126342" x="3759200" y="4559300"/>
          <p14:tracePt t="126359" x="3746500" y="4552950"/>
          <p14:tracePt t="126376" x="3740150" y="4552950"/>
          <p14:tracePt t="126379" x="3727450" y="4552950"/>
          <p14:tracePt t="126395" x="3721100" y="4552950"/>
          <p14:tracePt t="126409" x="3702050" y="4546600"/>
          <p14:tracePt t="126426" x="3689350" y="4546600"/>
          <p14:tracePt t="126428" x="3676650" y="4546600"/>
          <p14:tracePt t="126442" x="3663950" y="4546600"/>
          <p14:tracePt t="126459" x="3651250" y="4546600"/>
          <p14:tracePt t="126461" x="3644900" y="4546600"/>
          <p14:tracePt t="126476" x="3625850" y="4546600"/>
          <p14:tracePt t="126492" x="3613150" y="4552950"/>
          <p14:tracePt t="126509" x="3600450" y="4559300"/>
          <p14:tracePt t="126525" x="3587750" y="4559300"/>
          <p14:tracePt t="126542" x="3568700" y="4572000"/>
          <p14:tracePt t="126559" x="3556000" y="4584700"/>
          <p14:tracePt t="126576" x="3543300" y="4597400"/>
          <p14:tracePt t="126592" x="3530600" y="4610100"/>
          <p14:tracePt t="126609" x="3517900" y="4622800"/>
          <p14:tracePt t="126613" x="3511550" y="4629150"/>
          <p14:tracePt t="126625" x="3505200" y="4635500"/>
          <p14:tracePt t="126642" x="3492500" y="4654550"/>
          <p14:tracePt t="126645" x="3492500" y="4660900"/>
          <p14:tracePt t="126659" x="3492500" y="4667250"/>
          <p14:tracePt t="126677" x="3486150" y="4686300"/>
          <p14:tracePt t="126692" x="3486150" y="4692650"/>
          <p14:tracePt t="126709" x="3486150" y="4711700"/>
          <p14:tracePt t="126726" x="3486150" y="4718050"/>
          <p14:tracePt t="126742" x="3486150" y="4730750"/>
          <p14:tracePt t="126758" x="3486150" y="4737100"/>
          <p14:tracePt t="126775" x="3486150" y="4743450"/>
          <p14:tracePt t="126792" x="3486150" y="4756150"/>
          <p14:tracePt t="126809" x="3486150" y="4762500"/>
          <p14:tracePt t="126825" x="3486150" y="4775200"/>
          <p14:tracePt t="126842" x="3492500" y="4781550"/>
          <p14:tracePt t="126859" x="3505200" y="4794250"/>
          <p14:tracePt t="126892" x="3505200" y="4800600"/>
          <p14:tracePt t="126908" x="3511550" y="4800600"/>
          <p14:tracePt t="127009" x="3517900" y="4800600"/>
          <p14:tracePt t="127209" x="3524250" y="4800600"/>
          <p14:tracePt t="127443" x="3530600" y="4800600"/>
          <p14:tracePt t="127451" x="3530600" y="4806950"/>
          <p14:tracePt t="127459" x="3536950" y="4806950"/>
          <p14:tracePt t="127475" x="3549650" y="4806950"/>
          <p14:tracePt t="127493" x="3556000" y="4813300"/>
          <p14:tracePt t="127509" x="3581400" y="4826000"/>
          <p14:tracePt t="127526" x="3619500" y="4838700"/>
          <p14:tracePt t="127542" x="3663950" y="4851400"/>
          <p14:tracePt t="127559" x="3714750" y="4864100"/>
          <p14:tracePt t="127576" x="3752850" y="4870450"/>
          <p14:tracePt t="127592" x="3841750" y="4883150"/>
          <p14:tracePt t="127609" x="3924300" y="4883150"/>
          <p14:tracePt t="127625" x="3994150" y="4883150"/>
          <p14:tracePt t="127628" x="4025900" y="4883150"/>
          <p14:tracePt t="127642" x="4064000" y="4883150"/>
          <p14:tracePt t="127659" x="4121150" y="4864100"/>
          <p14:tracePt t="127662" x="4133850" y="4864100"/>
          <p14:tracePt t="127677" x="4165600" y="4851400"/>
          <p14:tracePt t="127693" x="4191000" y="4845050"/>
          <p14:tracePt t="127709" x="4203700" y="4845050"/>
          <p14:tracePt t="127726" x="4216400" y="4845050"/>
          <p14:tracePt t="127742" x="4222750" y="4838700"/>
          <p14:tracePt t="127759" x="4222750" y="4832350"/>
          <p14:tracePt t="127776" x="4229100" y="4826000"/>
          <p14:tracePt t="127809" x="4241800" y="4819650"/>
          <p14:tracePt t="127826" x="4248150" y="4800600"/>
          <p14:tracePt t="127842" x="4254500" y="4787900"/>
          <p14:tracePt t="127859" x="4260850" y="4756150"/>
          <p14:tracePt t="127864" x="4267200" y="4737100"/>
          <p14:tracePt t="127876" x="4267200" y="4724400"/>
          <p14:tracePt t="127880" x="4267200" y="4711700"/>
          <p14:tracePt t="127892" x="4267200" y="4692650"/>
          <p14:tracePt t="127909" x="4260850" y="4667250"/>
          <p14:tracePt t="127911" x="4254500" y="4648200"/>
          <p14:tracePt t="127926" x="4229100" y="4629150"/>
          <p14:tracePt t="127942" x="4191000" y="4603750"/>
          <p14:tracePt t="127959" x="4133850" y="4584700"/>
          <p14:tracePt t="127975" x="4057650" y="4578350"/>
          <p14:tracePt t="127992" x="3949700" y="4572000"/>
          <p14:tracePt t="128009" x="3860800" y="4572000"/>
          <p14:tracePt t="128025" x="3778250" y="4572000"/>
          <p14:tracePt t="128042" x="3759200" y="4578350"/>
          <p14:tracePt t="128059" x="3746500" y="4584700"/>
          <p14:tracePt t="128075" x="3740150" y="4591050"/>
          <p14:tracePt t="128092" x="3733800" y="4597400"/>
          <p14:tracePt t="128109" x="3727450" y="4610100"/>
          <p14:tracePt t="128126" x="3714750" y="4635500"/>
          <p14:tracePt t="128128" x="3714750" y="4648200"/>
          <p14:tracePt t="128142" x="3714750" y="4660900"/>
          <p14:tracePt t="128159" x="3714750" y="4699000"/>
          <p14:tracePt t="128161" x="3714750" y="4718050"/>
          <p14:tracePt t="128177" x="3714750" y="4743450"/>
          <p14:tracePt t="128192" x="3714750" y="4762500"/>
          <p14:tracePt t="128209" x="3721100" y="4775200"/>
          <p14:tracePt t="128226" x="3733800" y="4787900"/>
          <p14:tracePt t="128242" x="3746500" y="4794250"/>
          <p14:tracePt t="128259" x="3759200" y="4806950"/>
          <p14:tracePt t="128276" x="3778250" y="4813300"/>
          <p14:tracePt t="128292" x="3803650" y="4819650"/>
          <p14:tracePt t="128309" x="3822700" y="4819650"/>
          <p14:tracePt t="128325" x="3835400" y="4826000"/>
          <p14:tracePt t="128342" x="3841750" y="4826000"/>
          <p14:tracePt t="128797" x="3841750" y="4832350"/>
          <p14:tracePt t="128821" x="3841750" y="4838700"/>
          <p14:tracePt t="128848" x="3841750" y="4845050"/>
          <p14:tracePt t="128855" x="3841750" y="4851400"/>
          <p14:tracePt t="129015" x="3841750" y="4845050"/>
          <p14:tracePt t="129395" x="3835400" y="4845050"/>
          <p14:tracePt t="129402" x="3829050" y="4845050"/>
          <p14:tracePt t="129411" x="3822700" y="4845050"/>
          <p14:tracePt t="129426" x="3797300" y="4851400"/>
          <p14:tracePt t="129443" x="3765550" y="4870450"/>
          <p14:tracePt t="129460" x="3740150" y="4889500"/>
          <p14:tracePt t="129476" x="3714750" y="4908550"/>
          <p14:tracePt t="129493" x="3676650" y="4927600"/>
          <p14:tracePt t="129509" x="3644900" y="4946650"/>
          <p14:tracePt t="129526" x="3600450" y="4972050"/>
          <p14:tracePt t="129542" x="3556000" y="4991100"/>
          <p14:tracePt t="129559" x="3511550" y="5010150"/>
          <p14:tracePt t="129576" x="3479800" y="5022850"/>
          <p14:tracePt t="129580" x="3448050" y="5035550"/>
          <p14:tracePt t="129592" x="3422650" y="5048250"/>
          <p14:tracePt t="129609" x="3340100" y="5073650"/>
          <p14:tracePt t="129611" x="3289300" y="5086350"/>
          <p14:tracePt t="129626" x="3238500" y="5099050"/>
          <p14:tracePt t="129642" x="3149600" y="5111750"/>
          <p14:tracePt t="129646" x="3073400" y="5130800"/>
          <p14:tracePt t="129659" x="2990850" y="5143500"/>
          <p14:tracePt t="129677" x="2794000" y="5187950"/>
          <p14:tracePt t="129692" x="2698750" y="5207000"/>
          <p14:tracePt t="129709" x="2603500" y="5232400"/>
          <p14:tracePt t="129726" x="2578100" y="5232400"/>
          <p14:tracePt t="129789" x="2578100" y="5226050"/>
          <p14:tracePt t="129797" x="2578100" y="5219700"/>
          <p14:tracePt t="129809" x="2578100" y="5213350"/>
          <p14:tracePt t="129826" x="2571750" y="5200650"/>
          <p14:tracePt t="129842" x="2559050" y="5187950"/>
          <p14:tracePt t="129845" x="2540000" y="5175250"/>
          <p14:tracePt t="129859" x="2533650" y="5168900"/>
          <p14:tracePt t="129876" x="2495550" y="5137150"/>
          <p14:tracePt t="129892" x="2482850" y="5124450"/>
          <p14:tracePt t="129909" x="2432050" y="5092700"/>
          <p14:tracePt t="129911" x="2400300" y="5080000"/>
          <p14:tracePt t="129926" x="2311400" y="5041900"/>
          <p14:tracePt t="129942" x="2209800" y="4997450"/>
          <p14:tracePt t="129959" x="2108200" y="4959350"/>
          <p14:tracePt t="129976" x="2038350" y="4940300"/>
          <p14:tracePt t="129992" x="1974850" y="4914900"/>
          <p14:tracePt t="130009" x="1936750" y="4902200"/>
          <p14:tracePt t="130026" x="1924050" y="4889500"/>
          <p14:tracePt t="130042" x="1898650" y="4870450"/>
          <p14:tracePt t="130059" x="1892300" y="4864100"/>
          <p14:tracePt t="130076" x="1885950" y="4851400"/>
          <p14:tracePt t="130079" x="1879600" y="4851400"/>
          <p14:tracePt t="130092" x="1879600" y="4845050"/>
          <p14:tracePt t="130109" x="1866900" y="4838700"/>
          <p14:tracePt t="130111" x="1866900" y="4832350"/>
          <p14:tracePt t="130127" x="1860550" y="4832350"/>
          <p14:tracePt t="130142" x="1854200" y="4826000"/>
          <p14:tracePt t="130177" x="1841500" y="4819650"/>
          <p14:tracePt t="130193" x="1835150" y="4819650"/>
          <p14:tracePt t="130209" x="1822450" y="4819650"/>
          <p14:tracePt t="130225" x="1803400" y="4819650"/>
          <p14:tracePt t="130242" x="1797050" y="4819650"/>
          <p14:tracePt t="130259" x="1778000" y="4819650"/>
          <p14:tracePt t="130276" x="1758950" y="4819650"/>
          <p14:tracePt t="130292" x="1739900" y="4826000"/>
          <p14:tracePt t="130309" x="1727200" y="4826000"/>
          <p14:tracePt t="130312" x="1714500" y="4832350"/>
          <p14:tracePt t="130326" x="1708150" y="4832350"/>
          <p14:tracePt t="130330" x="1701800" y="4832350"/>
          <p14:tracePt t="130342" x="1689100" y="4838700"/>
          <p14:tracePt t="130359" x="1676400" y="4838700"/>
          <p14:tracePt t="130363" x="1663700" y="4838700"/>
          <p14:tracePt t="130376" x="1657350" y="4838700"/>
          <p14:tracePt t="130393" x="1638300" y="4838700"/>
          <p14:tracePt t="130409" x="1625600" y="4838700"/>
          <p14:tracePt t="130426" x="1612900" y="4838700"/>
          <p14:tracePt t="130442" x="1600200" y="4838700"/>
          <p14:tracePt t="130459" x="1587500" y="4845050"/>
          <p14:tracePt t="130476" x="1574800" y="4851400"/>
          <p14:tracePt t="130493" x="1555750" y="4857750"/>
          <p14:tracePt t="130509" x="1536700" y="4857750"/>
          <p14:tracePt t="130528" x="1517650" y="4864100"/>
          <p14:tracePt t="130531" x="1511300" y="4870450"/>
          <p14:tracePt t="130542" x="1492250" y="4876800"/>
          <p14:tracePt t="130560" x="1485900" y="4883150"/>
          <p14:tracePt t="130564" x="1473200" y="4883150"/>
          <p14:tracePt t="130575" x="1473200" y="4889500"/>
          <p14:tracePt t="130592" x="1466850" y="4895850"/>
          <p14:tracePt t="130609" x="1460500" y="4902200"/>
          <p14:tracePt t="130626" x="1454150" y="4908550"/>
          <p14:tracePt t="130642" x="1454150" y="4921250"/>
          <p14:tracePt t="130676" x="1454150" y="4927600"/>
          <p14:tracePt t="130692" x="1454150" y="4933950"/>
          <p14:tracePt t="130709" x="1454150" y="4946650"/>
          <p14:tracePt t="130726" x="1454150" y="4953000"/>
          <p14:tracePt t="130742" x="1454150" y="4965700"/>
          <p14:tracePt t="130759" x="1454150" y="4984750"/>
          <p14:tracePt t="130776" x="1454150" y="4997450"/>
          <p14:tracePt t="130792" x="1479550" y="5035550"/>
          <p14:tracePt t="130809" x="1498600" y="5060950"/>
          <p14:tracePt t="130826" x="1530350" y="5073650"/>
          <p14:tracePt t="130830" x="1543050" y="5080000"/>
          <p14:tracePt t="130842" x="1555750" y="5086350"/>
          <p14:tracePt t="130859" x="1593850" y="5105400"/>
          <p14:tracePt t="130862" x="1612900" y="5105400"/>
          <p14:tracePt t="130876" x="1670050" y="5118100"/>
          <p14:tracePt t="130892" x="1790700" y="5130800"/>
          <p14:tracePt t="130909" x="1873250" y="5130800"/>
          <p14:tracePt t="130926" x="2012950" y="5105400"/>
          <p14:tracePt t="130942" x="2070100" y="5086350"/>
          <p14:tracePt t="130959" x="2159000" y="5041900"/>
          <p14:tracePt t="130976" x="2241550" y="4991100"/>
          <p14:tracePt t="130992" x="2286000" y="4953000"/>
          <p14:tracePt t="131009" x="2292350" y="4940300"/>
          <p14:tracePt t="131071" x="2298700" y="4940300"/>
          <p14:tracePt t="131088" x="2311400" y="4946650"/>
          <p14:tracePt t="131094" x="2324100" y="4953000"/>
          <p14:tracePt t="131110" x="2336800" y="4965700"/>
          <p14:tracePt t="131126" x="2425700" y="4978400"/>
          <p14:tracePt t="131143" x="2489200" y="4991100"/>
          <p14:tracePt t="131159" x="2584450" y="4997450"/>
          <p14:tracePt t="131176" x="2654300" y="5003800"/>
          <p14:tracePt t="131192" x="2736850" y="5010150"/>
          <p14:tracePt t="131209" x="2774950" y="5010150"/>
          <p14:tracePt t="131226" x="2825750" y="5010150"/>
          <p14:tracePt t="131242" x="2876550" y="4997450"/>
          <p14:tracePt t="131259" x="2921000" y="4978400"/>
          <p14:tracePt t="131276" x="2933700" y="4959350"/>
          <p14:tracePt t="131292" x="2946400" y="4946650"/>
          <p14:tracePt t="131297" x="2946400" y="4940300"/>
          <p14:tracePt t="131325" x="2946400" y="4933950"/>
          <p14:tracePt t="131342" x="2940050" y="4933950"/>
          <p14:tracePt t="131359" x="2921000" y="4933950"/>
          <p14:tracePt t="131362" x="2908300" y="4933950"/>
          <p14:tracePt t="131376" x="2901950" y="4933950"/>
          <p14:tracePt t="131392" x="2838450" y="4984750"/>
          <p14:tracePt t="131409" x="2794000" y="5010150"/>
          <p14:tracePt t="131426" x="2743200" y="5035550"/>
          <p14:tracePt t="131442" x="2711450" y="5048250"/>
          <p14:tracePt t="131459" x="2647950" y="5067300"/>
          <p14:tracePt t="131476" x="2584450" y="5073650"/>
          <p14:tracePt t="131492" x="2546350" y="5073650"/>
          <p14:tracePt t="131509" x="2501900" y="5073650"/>
          <p14:tracePt t="131526" x="2482850" y="5073650"/>
          <p14:tracePt t="131542" x="2476500" y="5073650"/>
          <p14:tracePt t="131596" x="2476500" y="5080000"/>
          <p14:tracePt t="131603" x="2470150" y="5080000"/>
          <p14:tracePt t="131619" x="2463800" y="5080000"/>
          <p14:tracePt t="131627" x="2457450" y="5086350"/>
          <p14:tracePt t="131643" x="2438400" y="5092700"/>
          <p14:tracePt t="131659" x="2400300" y="5105400"/>
          <p14:tracePt t="131676" x="2362200" y="5111750"/>
          <p14:tracePt t="131692" x="2336800" y="5118100"/>
          <p14:tracePt t="131709" x="2324100" y="5124450"/>
          <p14:tracePt t="131726" x="2317750" y="5124450"/>
          <p14:tracePt t="131814" x="2336800" y="5124450"/>
          <p14:tracePt t="131821" x="2362200" y="5130800"/>
          <p14:tracePt t="131830" x="2425700" y="5137150"/>
          <p14:tracePt t="131842" x="2495550" y="5143500"/>
          <p14:tracePt t="131860" x="2647950" y="5156200"/>
          <p14:tracePt t="131863" x="2698750" y="5156200"/>
          <p14:tracePt t="131879" x="2768600" y="5156200"/>
          <p14:tracePt t="131892" x="2774950" y="5156200"/>
          <p14:tracePt t="131909" x="2774950" y="5143500"/>
          <p14:tracePt t="131926" x="2743200" y="5118100"/>
          <p14:tracePt t="131942" x="2698750" y="5099050"/>
          <p14:tracePt t="131959" x="2673350" y="5099050"/>
          <p14:tracePt t="131982" x="2673350" y="5105400"/>
          <p14:tracePt t="131992" x="2673350" y="5111750"/>
          <p14:tracePt t="132009" x="2686050" y="5130800"/>
          <p14:tracePt t="132026" x="2717800" y="5143500"/>
          <p14:tracePt t="132042" x="2743200" y="5149850"/>
          <p14:tracePt t="132059" x="2774950" y="5149850"/>
          <p14:tracePt t="132063" x="2794000" y="5149850"/>
          <p14:tracePt t="132079" x="2813050" y="5149850"/>
          <p14:tracePt t="132082" x="2832100" y="5149850"/>
          <p14:tracePt t="132092" x="2851150" y="5149850"/>
          <p14:tracePt t="132111" x="2940050" y="5118100"/>
          <p14:tracePt t="132126" x="2965450" y="5111750"/>
          <p14:tracePt t="132144" x="3048000" y="5086350"/>
          <p14:tracePt t="132159" x="3086100" y="5073650"/>
          <p14:tracePt t="132177" x="3111500" y="5067300"/>
          <p14:tracePt t="132192" x="3130550" y="5067300"/>
          <p14:tracePt t="132210" x="3143250" y="5067300"/>
          <p14:tracePt t="132303" x="3149600" y="5067300"/>
          <p14:tracePt t="132321" x="3155950" y="5067300"/>
          <p14:tracePt t="132330" x="3168650" y="5067300"/>
          <p14:tracePt t="132337" x="3175000" y="5067300"/>
          <p14:tracePt t="132345" x="3181350" y="5067300"/>
          <p14:tracePt t="132359" x="3194050" y="5067300"/>
          <p14:tracePt t="132376" x="3232150" y="5067300"/>
          <p14:tracePt t="132379" x="3244850" y="5067300"/>
          <p14:tracePt t="132393" x="3282950" y="5067300"/>
          <p14:tracePt t="132409" x="3302000" y="5067300"/>
          <p14:tracePt t="132426" x="3308350" y="5067300"/>
          <p14:tracePt t="132497" x="3308350" y="5080000"/>
          <p14:tracePt t="132513" x="3308350" y="5086350"/>
          <p14:tracePt t="132529" x="3308350" y="5099050"/>
          <p14:tracePt t="132561" x="3308350" y="5105400"/>
          <p14:tracePt t="132643" x="3302000" y="5105400"/>
          <p14:tracePt t="132668" x="3295650" y="5105400"/>
          <p14:tracePt t="132683" x="3289300" y="5105400"/>
          <p14:tracePt t="132693" x="3282950" y="5105400"/>
          <p14:tracePt t="132709" x="3251200" y="5105400"/>
          <p14:tracePt t="132726" x="3149600" y="5118100"/>
          <p14:tracePt t="132743" x="3022600" y="5124450"/>
          <p14:tracePt t="132759" x="2832100" y="5124450"/>
          <p14:tracePt t="132776" x="2590800" y="5130800"/>
          <p14:tracePt t="132779" x="2508250" y="5143500"/>
          <p14:tracePt t="132792" x="2413000" y="5143500"/>
          <p14:tracePt t="132809" x="2260600" y="5149850"/>
          <p14:tracePt t="132825" x="2152650" y="5149850"/>
          <p14:tracePt t="132842" x="2070100" y="5149850"/>
          <p14:tracePt t="132845" x="2057400" y="5149850"/>
          <p14:tracePt t="132859" x="2051050" y="5149850"/>
          <p14:tracePt t="132989" x="2044700" y="5149850"/>
          <p14:tracePt t="133006" x="2038350" y="5149850"/>
          <p14:tracePt t="133013" x="2025650" y="5156200"/>
          <p14:tracePt t="133026" x="2012950" y="5162550"/>
          <p14:tracePt t="133042" x="1993900" y="5162550"/>
          <p14:tracePt t="133045" x="1987550" y="5162550"/>
          <p14:tracePt t="133059" x="1987550" y="5168900"/>
          <p14:tracePt t="133093" x="2025650" y="5168900"/>
          <p14:tracePt t="133109" x="2057400" y="5168900"/>
          <p14:tracePt t="133112" x="2114550" y="5168900"/>
          <p14:tracePt t="133127" x="2241550" y="5168900"/>
          <p14:tracePt t="133142" x="2387600" y="5168900"/>
          <p14:tracePt t="133159" x="2495550" y="5168900"/>
          <p14:tracePt t="133175" x="2597150" y="5168900"/>
          <p14:tracePt t="133192" x="2698750" y="5168900"/>
          <p14:tracePt t="133209" x="2762250" y="5162550"/>
          <p14:tracePt t="133225" x="2819400" y="5162550"/>
          <p14:tracePt t="133242" x="2863850" y="5156200"/>
          <p14:tracePt t="133259" x="2889250" y="5149850"/>
          <p14:tracePt t="133276" x="2901950" y="5149850"/>
          <p14:tracePt t="133278" x="2908300" y="5149850"/>
          <p14:tracePt t="133593" x="2914650" y="5149850"/>
          <p14:tracePt t="133609" x="2927350" y="5149850"/>
          <p14:tracePt t="133626" x="2959100" y="5149850"/>
          <p14:tracePt t="133642" x="2984500" y="5149850"/>
          <p14:tracePt t="133660" x="3009900" y="5149850"/>
          <p14:tracePt t="133676" x="3028950" y="5149850"/>
          <p14:tracePt t="133692" x="3041650" y="5156200"/>
          <p14:tracePt t="133709" x="3073400" y="5162550"/>
          <p14:tracePt t="133726" x="3098800" y="5168900"/>
          <p14:tracePt t="133742" x="3136900" y="5181600"/>
          <p14:tracePt t="133759" x="3213100" y="5187950"/>
          <p14:tracePt t="133776" x="3276600" y="5200650"/>
          <p14:tracePt t="133779" x="3302000" y="5200650"/>
          <p14:tracePt t="133795" x="3333750" y="5207000"/>
          <p14:tracePt t="133797" x="3352800" y="5207000"/>
          <p14:tracePt t="133809" x="3371850" y="5207000"/>
          <p14:tracePt t="133826" x="3403600" y="5213350"/>
          <p14:tracePt t="133842" x="3409950" y="5213350"/>
          <p14:tracePt t="133973" x="3416300" y="5213350"/>
          <p14:tracePt t="133981" x="3422650" y="5213350"/>
          <p14:tracePt t="133998" x="3429000" y="5213350"/>
          <p14:tracePt t="134010" x="3441700" y="5213350"/>
          <p14:tracePt t="134026" x="3454400" y="5207000"/>
          <p14:tracePt t="134042" x="3467100" y="5200650"/>
          <p14:tracePt t="134059" x="3486150" y="5200650"/>
          <p14:tracePt t="134061" x="3486150" y="5194300"/>
          <p14:tracePt t="134076" x="3505200" y="5194300"/>
          <p14:tracePt t="134092" x="3517900" y="5187950"/>
          <p14:tracePt t="134109" x="3536950" y="5175250"/>
          <p14:tracePt t="134126" x="3549650" y="5168900"/>
          <p14:tracePt t="134142" x="3575050" y="5149850"/>
          <p14:tracePt t="134159" x="3594100" y="5137150"/>
          <p14:tracePt t="134176" x="3625850" y="5111750"/>
          <p14:tracePt t="134192" x="3638550" y="5105400"/>
          <p14:tracePt t="134209" x="3651250" y="5092700"/>
          <p14:tracePt t="134225" x="3676650" y="5080000"/>
          <p14:tracePt t="134242" x="3689350" y="5073650"/>
          <p14:tracePt t="134259" x="3695700" y="5067300"/>
          <p14:tracePt t="134262" x="3708400" y="5054600"/>
          <p14:tracePt t="134276" x="3714750" y="5054600"/>
          <p14:tracePt t="134292" x="3721100" y="5041900"/>
          <p14:tracePt t="134295" x="3721100" y="5035550"/>
          <p14:tracePt t="134309" x="3721100" y="5022850"/>
          <p14:tracePt t="134326" x="3721100" y="5003800"/>
          <p14:tracePt t="134342" x="3721100" y="4984750"/>
          <p14:tracePt t="134359" x="3702050" y="4953000"/>
          <p14:tracePt t="134376" x="3695700" y="4940300"/>
          <p14:tracePt t="134392" x="3683000" y="4927600"/>
          <p14:tracePt t="134409" x="3676650" y="4914900"/>
          <p14:tracePt t="134426" x="3657600" y="4902200"/>
          <p14:tracePt t="134442" x="3644900" y="4889500"/>
          <p14:tracePt t="134459" x="3606800" y="4870450"/>
          <p14:tracePt t="134476" x="3568700" y="4870450"/>
          <p14:tracePt t="134492" x="3505200" y="4857750"/>
          <p14:tracePt t="134509" x="3429000" y="4857750"/>
          <p14:tracePt t="134526" x="3397250" y="4857750"/>
          <p14:tracePt t="134530" x="3384550" y="4857750"/>
          <p14:tracePt t="134542" x="3352800" y="4857750"/>
          <p14:tracePt t="134559" x="3346450" y="4864100"/>
          <p14:tracePt t="134562" x="3340100" y="4870450"/>
          <p14:tracePt t="134576" x="3333750" y="4870450"/>
          <p14:tracePt t="134593" x="3321050" y="4914900"/>
          <p14:tracePt t="134609" x="3321050" y="4959350"/>
          <p14:tracePt t="134625" x="3352800" y="5022850"/>
          <p14:tracePt t="134642" x="3397250" y="5080000"/>
          <p14:tracePt t="134659" x="3467100" y="5130800"/>
          <p14:tracePt t="134676" x="3543300" y="5156200"/>
          <p14:tracePt t="134692" x="3587750" y="5168900"/>
          <p14:tracePt t="134709" x="3625850" y="5168900"/>
          <p14:tracePt t="134726" x="3670300" y="5168900"/>
          <p14:tracePt t="134742" x="3683000" y="5162550"/>
          <p14:tracePt t="134759" x="3702050" y="5149850"/>
          <p14:tracePt t="134763" x="3708400" y="5137150"/>
          <p14:tracePt t="134792" x="3721100" y="5118100"/>
          <p14:tracePt t="134795" x="3721100" y="5111750"/>
          <p14:tracePt t="134809" x="3721100" y="5105400"/>
          <p14:tracePt t="134826" x="3727450" y="5105400"/>
          <p14:tracePt t="134900" x="3733800" y="5111750"/>
          <p14:tracePt t="134907" x="3746500" y="5118100"/>
          <p14:tracePt t="134924" x="3771900" y="5130800"/>
          <p14:tracePt t="134942" x="3879850" y="5162550"/>
          <p14:tracePt t="134959" x="3994150" y="5187950"/>
          <p14:tracePt t="134976" x="4133850" y="5207000"/>
          <p14:tracePt t="134992" x="4305300" y="5213350"/>
          <p14:tracePt t="135009" x="4432300" y="5213350"/>
          <p14:tracePt t="135026" x="4540250" y="5207000"/>
          <p14:tracePt t="135029" x="4584700" y="5200650"/>
          <p14:tracePt t="135042" x="4629150" y="5187950"/>
          <p14:tracePt t="135059" x="4673600" y="5168900"/>
          <p14:tracePt t="135062" x="4679950" y="5162550"/>
          <p14:tracePt t="135076" x="4692650" y="5149850"/>
          <p14:tracePt t="135093" x="4699000" y="5130800"/>
          <p14:tracePt t="135109" x="4705350" y="5118100"/>
          <p14:tracePt t="135126" x="4705350" y="5105400"/>
          <p14:tracePt t="135142" x="4711700" y="5099050"/>
          <p14:tracePt t="135159" x="4711700" y="5092700"/>
          <p14:tracePt t="135176" x="4711700" y="5086350"/>
          <p14:tracePt t="135192" x="4711700" y="5080000"/>
          <p14:tracePt t="135209" x="4711700" y="5073650"/>
          <p14:tracePt t="135226" x="4711700" y="5067300"/>
          <p14:tracePt t="135242" x="4711700" y="5060950"/>
          <p14:tracePt t="135259" x="4711700" y="5048250"/>
          <p14:tracePt t="135276" x="4711700" y="5029200"/>
          <p14:tracePt t="135292" x="4699000" y="4997450"/>
          <p14:tracePt t="135296" x="4679950" y="4978400"/>
          <p14:tracePt t="135309" x="4667250" y="4965700"/>
          <p14:tracePt t="135326" x="4629150" y="4940300"/>
          <p14:tracePt t="135328" x="4597400" y="4927600"/>
          <p14:tracePt t="135343" x="4495800" y="4908550"/>
          <p14:tracePt t="135359" x="4413250" y="4914900"/>
          <p14:tracePt t="135377" x="4343400" y="4940300"/>
          <p14:tracePt t="135392" x="4286250" y="4972050"/>
          <p14:tracePt t="135411" x="4260850" y="4997450"/>
          <p14:tracePt t="135426" x="4248150" y="5022850"/>
          <p14:tracePt t="135444" x="4248150" y="5035550"/>
          <p14:tracePt t="135447" x="4248150" y="5041900"/>
          <p14:tracePt t="135459" x="4248150" y="5054600"/>
          <p14:tracePt t="135477" x="4267200" y="5073650"/>
          <p14:tracePt t="135480" x="4286250" y="5086350"/>
          <p14:tracePt t="135492" x="4311650" y="5111750"/>
          <p14:tracePt t="135510" x="4362450" y="5137150"/>
          <p14:tracePt t="135514" x="4394200" y="5149850"/>
          <p14:tracePt t="135526" x="4432300" y="5162550"/>
          <p14:tracePt t="135543" x="4546600" y="5194300"/>
          <p14:tracePt t="135546" x="4616450" y="5207000"/>
          <p14:tracePt t="135559" x="4667250" y="5213350"/>
          <p14:tracePt t="135577" x="4870450" y="5232400"/>
          <p14:tracePt t="135592" x="4984750" y="5232400"/>
          <p14:tracePt t="135609" x="5048250" y="5207000"/>
          <p14:tracePt t="135626" x="5073650" y="5175250"/>
          <p14:tracePt t="135642" x="5073650" y="5156200"/>
          <p14:tracePt t="135659" x="5080000" y="5118100"/>
          <p14:tracePt t="135676" x="5073650" y="5099050"/>
          <p14:tracePt t="135692" x="5067300" y="5080000"/>
          <p14:tracePt t="135709" x="5060950" y="5073650"/>
          <p14:tracePt t="135726" x="5048250" y="5073650"/>
          <p14:tracePt t="135796" x="5048250" y="5080000"/>
          <p14:tracePt t="135812" x="5054600" y="5080000"/>
          <p14:tracePt t="135820" x="5054600" y="5086350"/>
          <p14:tracePt t="135828" x="5060950" y="5086350"/>
          <p14:tracePt t="135843" x="5073650" y="5086350"/>
          <p14:tracePt t="135860" x="5099050" y="5099050"/>
          <p14:tracePt t="135876" x="5143500" y="5111750"/>
          <p14:tracePt t="135892" x="5200650" y="5118100"/>
          <p14:tracePt t="135909" x="5264150" y="5124450"/>
          <p14:tracePt t="135925" x="5334000" y="5130800"/>
          <p14:tracePt t="135942" x="5365750" y="5137150"/>
          <p14:tracePt t="135959" x="5410200" y="5137150"/>
          <p14:tracePt t="135976" x="5429250" y="5137150"/>
          <p14:tracePt t="135980" x="5435600" y="5137150"/>
          <p14:tracePt t="136014" x="5435600" y="5130800"/>
          <p14:tracePt t="136030" x="5435600" y="5124450"/>
          <p14:tracePt t="136039" x="5435600" y="5118100"/>
          <p14:tracePt t="136045" x="5435600" y="5105400"/>
          <p14:tracePt t="136059" x="5435600" y="5086350"/>
          <p14:tracePt t="136076" x="5429250" y="5048250"/>
          <p14:tracePt t="136092" x="5416550" y="5016500"/>
          <p14:tracePt t="136109" x="5403850" y="4997450"/>
          <p14:tracePt t="136126" x="5397500" y="4991100"/>
          <p14:tracePt t="136142" x="5391150" y="4991100"/>
          <p14:tracePt t="136159" x="5384800" y="4991100"/>
          <p14:tracePt t="136176" x="5372100" y="5003800"/>
          <p14:tracePt t="136193" x="5340350" y="5029200"/>
          <p14:tracePt t="136209" x="5327650" y="5067300"/>
          <p14:tracePt t="136213" x="5321300" y="5073650"/>
          <p14:tracePt t="136226" x="5321300" y="5080000"/>
          <p14:tracePt t="136243" x="5321300" y="5105400"/>
          <p14:tracePt t="136259" x="5327650" y="5118100"/>
          <p14:tracePt t="136276" x="5384800" y="5156200"/>
          <p14:tracePt t="136278" x="5454650" y="5175250"/>
          <p14:tracePt t="136292" x="5492750" y="5187950"/>
          <p14:tracePt t="136309" x="5657850" y="5213350"/>
          <p14:tracePt t="136311" x="5746750" y="5219700"/>
          <p14:tracePt t="136326" x="5892800" y="5219700"/>
          <p14:tracePt t="136343" x="6026150" y="5213350"/>
          <p14:tracePt t="136359" x="6089650" y="5194300"/>
          <p14:tracePt t="136376" x="6140450" y="5168900"/>
          <p14:tracePt t="136393" x="6159500" y="5143500"/>
          <p14:tracePt t="136409" x="6184900" y="5124450"/>
          <p14:tracePt t="136426" x="6216650" y="5105400"/>
          <p14:tracePt t="136442" x="6261100" y="5086350"/>
          <p14:tracePt t="136459" x="6318250" y="5073650"/>
          <p14:tracePt t="136476" x="6413500" y="5041900"/>
          <p14:tracePt t="136493" x="6502400" y="5022850"/>
          <p14:tracePt t="136509" x="6648450" y="5003800"/>
          <p14:tracePt t="136512" x="6673850" y="4997450"/>
          <p14:tracePt t="136526" x="6743700" y="4991100"/>
          <p14:tracePt t="136542" x="6896100" y="4991100"/>
          <p14:tracePt t="136559" x="6915150" y="4991100"/>
          <p14:tracePt t="136576" x="6965950" y="4991100"/>
          <p14:tracePt t="136649" x="6959600" y="4991100"/>
          <p14:tracePt t="136689" x="6965950" y="4991100"/>
          <p14:tracePt t="136698" x="6972300" y="4997450"/>
          <p14:tracePt t="136709" x="6972300" y="5003800"/>
          <p14:tracePt t="136726" x="6985000" y="5016500"/>
          <p14:tracePt t="136742" x="6997700" y="5022850"/>
          <p14:tracePt t="136745" x="7010400" y="5022850"/>
          <p14:tracePt t="136760" x="7023100" y="5029200"/>
          <p14:tracePt t="136776" x="7048500" y="5029200"/>
          <p14:tracePt t="136793" x="7073900" y="5029200"/>
          <p14:tracePt t="136809" x="7092950" y="5016500"/>
          <p14:tracePt t="136826" x="7105650" y="5010150"/>
          <p14:tracePt t="136843" x="7143750" y="5010150"/>
          <p14:tracePt t="136859" x="7156450" y="5010150"/>
          <p14:tracePt t="136876" x="7162800" y="5010150"/>
          <p14:tracePt t="136892" x="7181850" y="5022850"/>
          <p14:tracePt t="136909" x="7200900" y="5041900"/>
          <p14:tracePt t="136926" x="7245350" y="5060950"/>
          <p14:tracePt t="136942" x="7315200" y="5086350"/>
          <p14:tracePt t="136959" x="7435850" y="5111750"/>
          <p14:tracePt t="136976" x="7543800" y="5130800"/>
          <p14:tracePt t="136979" x="7620000" y="5137150"/>
          <p14:tracePt t="136994" x="7702550" y="5149850"/>
          <p14:tracePt t="136997" x="7740650" y="5156200"/>
          <p14:tracePt t="137009" x="7823200" y="5162550"/>
          <p14:tracePt t="137028" x="7969250" y="5175250"/>
          <p14:tracePt t="137043" x="8001000" y="5175250"/>
          <p14:tracePt t="137061" x="8007350" y="5175250"/>
          <p14:tracePt t="137076" x="8007350" y="5181600"/>
          <p14:tracePt t="137126" x="8007350" y="5187950"/>
          <p14:tracePt t="137150" x="8007350" y="5194300"/>
          <p14:tracePt t="137182" x="8007350" y="5200650"/>
          <p14:tracePt t="137229" x="8007350" y="5207000"/>
          <p14:tracePt t="137238" x="8001000" y="5207000"/>
          <p14:tracePt t="137245" x="7994650" y="5213350"/>
          <p14:tracePt t="137259" x="7988300" y="5213350"/>
          <p14:tracePt t="137262" x="7975600" y="5213350"/>
          <p14:tracePt t="137278" x="7962900" y="5213350"/>
          <p14:tracePt t="137292" x="7943850" y="5207000"/>
          <p14:tracePt t="137309" x="7905750" y="5200650"/>
          <p14:tracePt t="137326" x="7867650" y="5194300"/>
          <p14:tracePt t="137342" x="7823200" y="5187950"/>
          <p14:tracePt t="137359" x="7759700" y="5187950"/>
          <p14:tracePt t="137376" x="7658100" y="5194300"/>
          <p14:tracePt t="137392" x="7581900" y="5207000"/>
          <p14:tracePt t="137409" x="7537450" y="5207000"/>
          <p14:tracePt t="137426" x="7486650" y="5207000"/>
          <p14:tracePt t="137599" x="7486650" y="5200650"/>
          <p14:tracePt t="137769" x="7499350" y="5207000"/>
          <p14:tracePt t="137778" x="7518400" y="5207000"/>
          <p14:tracePt t="137788" x="7537450" y="5213350"/>
          <p14:tracePt t="137794" x="7569200" y="5213350"/>
          <p14:tracePt t="137809" x="7632700" y="5219700"/>
          <p14:tracePt t="137826" x="7721600" y="5219700"/>
          <p14:tracePt t="137842" x="7797800" y="5219700"/>
          <p14:tracePt t="137860" x="7918450" y="5207000"/>
          <p14:tracePt t="137876" x="8007350" y="5187950"/>
          <p14:tracePt t="137892" x="8089900" y="5168900"/>
          <p14:tracePt t="137909" x="8159750" y="5149850"/>
          <p14:tracePt t="137926" x="8197850" y="5130800"/>
          <p14:tracePt t="137943" x="8223250" y="5124450"/>
          <p14:tracePt t="137959" x="8242300" y="5118100"/>
          <p14:tracePt t="137963" x="8261350" y="5118100"/>
          <p14:tracePt t="137992" x="8280400" y="5118100"/>
          <p14:tracePt t="137995" x="8286750" y="5118100"/>
          <p14:tracePt t="138009" x="8299450" y="5118100"/>
          <p14:tracePt t="138026" x="8324850" y="5118100"/>
          <p14:tracePt t="138028" x="8331200" y="5118100"/>
          <p14:tracePt t="138042" x="8369300" y="5118100"/>
          <p14:tracePt t="138059" x="8394700" y="5118100"/>
          <p14:tracePt t="138076" x="8407400" y="5118100"/>
          <p14:tracePt t="138092" x="8439150" y="5118100"/>
          <p14:tracePt t="138109" x="8470900" y="5124450"/>
          <p14:tracePt t="138126" x="8515350" y="5130800"/>
          <p14:tracePt t="138142" x="8566150" y="5137150"/>
          <p14:tracePt t="138159" x="8585200" y="5137150"/>
          <p14:tracePt t="138176" x="8610600" y="5137150"/>
          <p14:tracePt t="138253" x="8616950" y="5137150"/>
          <p14:tracePt t="138261" x="8616950" y="5143500"/>
          <p14:tracePt t="138270" x="8623300" y="5143500"/>
          <p14:tracePt t="138278" x="8629650" y="5143500"/>
          <p14:tracePt t="138293" x="8642350" y="5143500"/>
          <p14:tracePt t="138309" x="8655050" y="5143500"/>
          <p14:tracePt t="138325" x="8661400" y="5143500"/>
          <p14:tracePt t="138937" x="8655050" y="5143500"/>
          <p14:tracePt t="138948" x="8642350" y="5143500"/>
          <p14:tracePt t="138955" x="8629650" y="5143500"/>
          <p14:tracePt t="138962" x="8597900" y="5143500"/>
          <p14:tracePt t="138976" x="8572500" y="5149850"/>
          <p14:tracePt t="138980" x="8521700" y="5156200"/>
          <p14:tracePt t="138992" x="8432800" y="5162550"/>
          <p14:tracePt t="139009" x="8261350" y="5175250"/>
          <p14:tracePt t="139012" x="8096250" y="5194300"/>
          <p14:tracePt t="139027" x="7708900" y="5226050"/>
          <p14:tracePt t="139043" x="7213600" y="5283200"/>
          <p14:tracePt t="139059" x="6527800" y="5372100"/>
          <p14:tracePt t="139076" x="5734050" y="5473700"/>
          <p14:tracePt t="139092" x="4895850" y="5562600"/>
          <p14:tracePt t="139109" x="3981450" y="5632450"/>
          <p14:tracePt t="139126" x="3263900" y="5683250"/>
          <p14:tracePt t="139142" x="2470150" y="5734050"/>
          <p14:tracePt t="139159" x="1936750" y="5803900"/>
          <p14:tracePt t="139176" x="1485900" y="5867400"/>
          <p14:tracePt t="139193" x="1231900" y="5911850"/>
          <p14:tracePt t="139209" x="1028700" y="5918200"/>
          <p14:tracePt t="139212" x="977900" y="5918200"/>
          <p14:tracePt t="139226" x="946150" y="5918200"/>
          <p14:tracePt t="139242" x="882650" y="5918200"/>
          <p14:tracePt t="139259" x="869950" y="5918200"/>
          <p14:tracePt t="139276" x="850900" y="5918200"/>
          <p14:tracePt t="139293" x="825500" y="5918200"/>
          <p14:tracePt t="139309" x="774700" y="5918200"/>
          <p14:tracePt t="139326" x="711200" y="5930900"/>
          <p14:tracePt t="139343" x="641350" y="5943600"/>
          <p14:tracePt t="139359" x="565150" y="5956300"/>
          <p14:tracePt t="139376" x="514350" y="5956300"/>
          <p14:tracePt t="139393" x="469900" y="5956300"/>
          <p14:tracePt t="139409" x="457200" y="5956300"/>
          <p14:tracePt t="139426" x="450850" y="5949950"/>
          <p14:tracePt t="139443" x="450850" y="5943600"/>
          <p14:tracePt t="139459" x="450850" y="5930900"/>
          <p14:tracePt t="139476" x="476250" y="5892800"/>
          <p14:tracePt t="139479" x="508000" y="5867400"/>
          <p14:tracePt t="139492" x="514350" y="5854700"/>
          <p14:tracePt t="139509" x="609600" y="5803900"/>
          <p14:tracePt t="139511" x="628650" y="5791200"/>
          <p14:tracePt t="139526" x="685800" y="5759450"/>
          <p14:tracePt t="139543" x="831850" y="5683250"/>
          <p14:tracePt t="139559" x="882650" y="5645150"/>
          <p14:tracePt t="139576" x="914400" y="5607050"/>
          <p14:tracePt t="139592" x="933450" y="5594350"/>
          <p14:tracePt t="139609" x="933450" y="5588000"/>
          <p14:tracePt t="139687" x="939800" y="5581650"/>
          <p14:tracePt t="139704" x="946150" y="5581650"/>
          <p14:tracePt t="139719" x="952500" y="5581650"/>
          <p14:tracePt t="139728" x="952500" y="5575300"/>
          <p14:tracePt t="139742" x="958850" y="5575300"/>
          <p14:tracePt t="139776" x="965200" y="5575300"/>
          <p14:tracePt t="139792" x="971550" y="5575300"/>
          <p14:tracePt t="139809" x="1035050" y="5588000"/>
          <p14:tracePt t="139826" x="1111250" y="5600700"/>
          <p14:tracePt t="139843" x="1244600" y="5607050"/>
          <p14:tracePt t="139859" x="1371600" y="5607050"/>
          <p14:tracePt t="139876" x="1593850" y="5581650"/>
          <p14:tracePt t="139893" x="1752600" y="5537200"/>
          <p14:tracePt t="139909" x="1911350" y="5480050"/>
          <p14:tracePt t="139926" x="2076450" y="5422900"/>
          <p14:tracePt t="139942" x="2222500" y="5384800"/>
          <p14:tracePt t="139944" x="2254250" y="5378450"/>
          <p14:tracePt t="139959" x="2330450" y="5353050"/>
          <p14:tracePt t="139977" x="2514600" y="5346700"/>
          <p14:tracePt t="139993" x="2578100" y="5359400"/>
          <p14:tracePt t="140009" x="2635250" y="5378450"/>
          <p14:tracePt t="140027" x="2654300" y="5384800"/>
          <p14:tracePt t="140139" x="2660650" y="5384800"/>
          <p14:tracePt t="140147" x="2667000" y="5384800"/>
          <p14:tracePt t="140165" x="2673350" y="5384800"/>
          <p14:tracePt t="140176" x="2705100" y="5391150"/>
          <p14:tracePt t="140192" x="2749550" y="5397500"/>
          <p14:tracePt t="140197" x="2762250" y="5397500"/>
          <p14:tracePt t="140209" x="2806700" y="5403850"/>
          <p14:tracePt t="140226" x="2889250" y="5416550"/>
          <p14:tracePt t="140231" x="2908300" y="5416550"/>
          <p14:tracePt t="140243" x="2997200" y="5429250"/>
          <p14:tracePt t="140259" x="3117850" y="5461000"/>
          <p14:tracePt t="140276" x="3244850" y="5480050"/>
          <p14:tracePt t="140294" x="3340100" y="5492750"/>
          <p14:tracePt t="140309" x="3479800" y="5499100"/>
          <p14:tracePt t="140326" x="3625850" y="5499100"/>
          <p14:tracePt t="140342" x="3695700" y="5499100"/>
          <p14:tracePt t="140360" x="3778250" y="5486400"/>
          <p14:tracePt t="140365" x="3790950" y="5480050"/>
          <p14:tracePt t="140376" x="3797300" y="5480050"/>
          <p14:tracePt t="140526" x="3790950" y="5480050"/>
          <p14:tracePt t="140541" x="3771900" y="5480050"/>
          <p14:tracePt t="140559" x="3740150" y="5480050"/>
          <p14:tracePt t="140576" x="3702050" y="5480050"/>
          <p14:tracePt t="140593" x="3651250" y="5480050"/>
          <p14:tracePt t="140609" x="3632200" y="5480050"/>
          <p14:tracePt t="140626" x="3613150" y="5480050"/>
          <p14:tracePt t="140655" x="3606800" y="5480050"/>
          <p14:tracePt t="140672" x="3600450" y="5480050"/>
          <p14:tracePt t="140696" x="3594100" y="5480050"/>
          <p14:tracePt t="140711" x="3594100" y="5473700"/>
          <p14:tracePt t="140720" x="3587750" y="5473700"/>
          <p14:tracePt t="140743" x="3587750" y="5467350"/>
          <p14:tracePt t="140913" x="3594100" y="5467350"/>
          <p14:tracePt t="140923" x="3606800" y="5467350"/>
          <p14:tracePt t="140930" x="3613150" y="5473700"/>
          <p14:tracePt t="140942" x="3638550" y="5473700"/>
          <p14:tracePt t="140959" x="3702050" y="5480050"/>
          <p14:tracePt t="140962" x="3759200" y="5486400"/>
          <p14:tracePt t="140976" x="3810000" y="5499100"/>
          <p14:tracePt t="140993" x="3962400" y="5518150"/>
          <p14:tracePt t="141009" x="4051300" y="5524500"/>
          <p14:tracePt t="141026" x="4133850" y="5530850"/>
          <p14:tracePt t="141043" x="4197350" y="5530850"/>
          <p14:tracePt t="141059" x="4267200" y="5530850"/>
          <p14:tracePt t="141076" x="4318000" y="5530850"/>
          <p14:tracePt t="141093" x="4368800" y="5530850"/>
          <p14:tracePt t="141109" x="4413250" y="5530850"/>
          <p14:tracePt t="141126" x="4464050" y="5530850"/>
          <p14:tracePt t="141142" x="4502150" y="5518150"/>
          <p14:tracePt t="141159" x="4521200" y="5518150"/>
          <p14:tracePt t="141163" x="4533900" y="5518150"/>
          <p14:tracePt t="141176" x="4533900" y="5511800"/>
          <p14:tracePt t="141192" x="4540250" y="5511800"/>
          <p14:tracePt t="141383" x="4546600" y="5511800"/>
          <p14:tracePt t="141389" x="4552950" y="5511800"/>
          <p14:tracePt t="141398" x="4572000" y="5511800"/>
          <p14:tracePt t="141409" x="4597400" y="5518150"/>
          <p14:tracePt t="141426" x="4679950" y="5524500"/>
          <p14:tracePt t="141429" x="4743450" y="5530850"/>
          <p14:tracePt t="141443" x="4794250" y="5530850"/>
          <p14:tracePt t="141459" x="4959350" y="5537200"/>
          <p14:tracePt t="141462" x="5029200" y="5537200"/>
          <p14:tracePt t="141477" x="5187950" y="5537200"/>
          <p14:tracePt t="141493" x="5289550" y="5537200"/>
          <p14:tracePt t="141509" x="5372100" y="5537200"/>
          <p14:tracePt t="141526" x="5435600" y="5530850"/>
          <p14:tracePt t="141542" x="5492750" y="5524500"/>
          <p14:tracePt t="141559" x="5537200" y="5511800"/>
          <p14:tracePt t="141576" x="5588000" y="5505450"/>
          <p14:tracePt t="141592" x="5626100" y="5499100"/>
          <p14:tracePt t="141609" x="5657850" y="5492750"/>
          <p14:tracePt t="141626" x="5695950" y="5480050"/>
          <p14:tracePt t="141643" x="5715000" y="5480050"/>
          <p14:tracePt t="141659" x="5727700" y="5480050"/>
          <p14:tracePt t="141676" x="5734050" y="5480050"/>
          <p14:tracePt t="141693" x="5759450" y="5480050"/>
          <p14:tracePt t="141697" x="5765800" y="5480050"/>
          <p14:tracePt t="141709" x="5784850" y="5480050"/>
          <p14:tracePt t="141727" x="5810250" y="5480050"/>
          <p14:tracePt t="141743" x="5816600" y="5480050"/>
          <p14:tracePt t="141887" x="5822950" y="5480050"/>
          <p14:tracePt t="142130" x="5829300" y="5480050"/>
          <p14:tracePt t="142146" x="5835650" y="5480050"/>
          <p14:tracePt t="142163" x="5842000" y="5480050"/>
          <p14:tracePt t="142172" x="5848350" y="5480050"/>
          <p14:tracePt t="142178" x="5854700" y="5480050"/>
          <p14:tracePt t="142193" x="5867400" y="5480050"/>
          <p14:tracePt t="142209" x="5892800" y="5492750"/>
          <p14:tracePt t="142210" x="5924550" y="5499100"/>
          <p14:tracePt t="142225" x="5962650" y="5505450"/>
          <p14:tracePt t="142242" x="6057900" y="5524500"/>
          <p14:tracePt t="142259" x="6121400" y="5530850"/>
          <p14:tracePt t="142275" x="6191250" y="5530850"/>
          <p14:tracePt t="142292" x="6229350" y="5530850"/>
          <p14:tracePt t="142309" x="6261100" y="5530850"/>
          <p14:tracePt t="142325" x="6318250" y="5530850"/>
          <p14:tracePt t="142342" x="6388100" y="5530850"/>
          <p14:tracePt t="142359" x="6470650" y="5530850"/>
          <p14:tracePt t="142376" x="6527800" y="5530850"/>
          <p14:tracePt t="142392" x="6565900" y="5530850"/>
          <p14:tracePt t="142409" x="6591300" y="5530850"/>
          <p14:tracePt t="142410" x="6597650" y="5530850"/>
          <p14:tracePt t="142425" x="6604000" y="5530850"/>
          <p14:tracePt t="142442" x="6610350" y="5530850"/>
          <p14:tracePt t="142459" x="6616700" y="5530850"/>
          <p14:tracePt t="142476" x="6629400" y="5530850"/>
          <p14:tracePt t="142492" x="6642100" y="5537200"/>
          <p14:tracePt t="142509" x="6648450" y="5537200"/>
          <p14:tracePt t="142572" x="6642100" y="5537200"/>
          <p14:tracePt t="142588" x="6635750" y="5537200"/>
          <p14:tracePt t="142598" x="6629400" y="5537200"/>
          <p14:tracePt t="142677" x="6623050" y="5537200"/>
          <p14:tracePt t="142696" x="6616700" y="5537200"/>
          <p14:tracePt t="142711" x="6604000" y="5537200"/>
          <p14:tracePt t="142727" x="6597650" y="5537200"/>
          <p14:tracePt t="142738" x="6578600" y="5537200"/>
          <p14:tracePt t="142745" x="6565900" y="5537200"/>
          <p14:tracePt t="142759" x="6546850" y="5537200"/>
          <p14:tracePt t="142776" x="6527800" y="5537200"/>
          <p14:tracePt t="142792" x="6508750" y="5543550"/>
          <p14:tracePt t="142809" x="6502400" y="5549900"/>
          <p14:tracePt t="142961" x="6496050" y="5549900"/>
          <p14:tracePt t="143025" x="6502400" y="5549900"/>
          <p14:tracePt t="143089" x="6496050" y="5549900"/>
          <p14:tracePt t="143100" x="6489700" y="5549900"/>
          <p14:tracePt t="143105" x="6483350" y="5549900"/>
          <p14:tracePt t="143126" x="6457950" y="5543550"/>
          <p14:tracePt t="143143" x="6432550" y="5543550"/>
          <p14:tracePt t="143145" x="6419850" y="5543550"/>
          <p14:tracePt t="143159" x="6407150" y="5543550"/>
          <p14:tracePt t="143178" x="6369050" y="5543550"/>
          <p14:tracePt t="143193" x="6343650" y="5543550"/>
          <p14:tracePt t="143210" x="6330950" y="5543550"/>
          <p14:tracePt t="143226" x="6330950" y="5549900"/>
          <p14:tracePt t="143242" x="6311900" y="5549900"/>
          <p14:tracePt t="143259" x="6280150" y="5549900"/>
          <p14:tracePt t="143275" x="6248400" y="5562600"/>
          <p14:tracePt t="143292" x="6172200" y="5581650"/>
          <p14:tracePt t="143309" x="6045200" y="5607050"/>
          <p14:tracePt t="143326" x="5892800" y="5632450"/>
          <p14:tracePt t="143343" x="5721350" y="5657850"/>
          <p14:tracePt t="143359" x="5429250" y="5683250"/>
          <p14:tracePt t="143376" x="5181600" y="5683250"/>
          <p14:tracePt t="143379" x="5080000" y="5683250"/>
          <p14:tracePt t="143393" x="4972050" y="5683250"/>
          <p14:tracePt t="143409" x="4737100" y="5695950"/>
          <p14:tracePt t="143413" x="4673600" y="5695950"/>
          <p14:tracePt t="143426" x="4629150" y="5695950"/>
          <p14:tracePt t="143443" x="4552950" y="5695950"/>
          <p14:tracePt t="143495" x="4559300" y="5676900"/>
          <p14:tracePt t="143499" x="4565650" y="5664200"/>
          <p14:tracePt t="143510" x="4578350" y="5651500"/>
          <p14:tracePt t="143526" x="4597400" y="5607050"/>
          <p14:tracePt t="143542" x="4610100" y="5581650"/>
          <p14:tracePt t="143560" x="4616450" y="5556250"/>
          <p14:tracePt t="143576" x="4622800" y="5530850"/>
          <p14:tracePt t="143593" x="4622800" y="5511800"/>
          <p14:tracePt t="143609" x="4616450" y="5480050"/>
          <p14:tracePt t="143613" x="4610100" y="5461000"/>
          <p14:tracePt t="143627" x="4584700" y="5416550"/>
          <p14:tracePt t="143630" x="4565650" y="5384800"/>
          <p14:tracePt t="143643" x="4533900" y="5346700"/>
          <p14:tracePt t="143662" x="4464050" y="5264150"/>
          <p14:tracePt t="143664" x="4425950" y="5213350"/>
          <p14:tracePt t="143677" x="4356100" y="5149850"/>
          <p14:tracePt t="143694" x="4311650" y="5111750"/>
          <p14:tracePt t="143709" x="4254500" y="5086350"/>
          <p14:tracePt t="143726" x="4216400" y="5067300"/>
          <p14:tracePt t="143743" x="4152900" y="5048250"/>
          <p14:tracePt t="143760" x="4051300" y="5035550"/>
          <p14:tracePt t="143776" x="3968750" y="5022850"/>
          <p14:tracePt t="143793" x="3810000" y="5016500"/>
          <p14:tracePt t="143809" x="3581400" y="5010150"/>
          <p14:tracePt t="143826" x="3263900" y="5022850"/>
          <p14:tracePt t="143843" x="3067050" y="5048250"/>
          <p14:tracePt t="143859" x="2838450" y="5086350"/>
          <p14:tracePt t="143876" x="2527300" y="5130800"/>
          <p14:tracePt t="143881" x="2470150" y="5137150"/>
          <p14:tracePt t="143893" x="2336800" y="5149850"/>
          <p14:tracePt t="143897" x="2171700" y="5168900"/>
          <p14:tracePt t="143909" x="2127250" y="5175250"/>
          <p14:tracePt t="143927" x="1943100" y="5232400"/>
          <p14:tracePt t="143943" x="1943100" y="5238750"/>
          <p14:tracePt t="143960" x="1943100" y="5245100"/>
          <p14:tracePt t="143976" x="1993900" y="5270500"/>
          <p14:tracePt t="143992" x="2082800" y="5295900"/>
          <p14:tracePt t="144009" x="2203450" y="5314950"/>
          <p14:tracePt t="144026" x="2387600" y="5346700"/>
          <p14:tracePt t="144043" x="2673350" y="5378450"/>
          <p14:tracePt t="144059" x="3111500" y="5397500"/>
          <p14:tracePt t="144076" x="3613150" y="5397500"/>
          <p14:tracePt t="144093" x="3994150" y="5397500"/>
          <p14:tracePt t="144109" x="4514850" y="5384800"/>
          <p14:tracePt t="144126" x="5003800" y="5359400"/>
          <p14:tracePt t="144129" x="5162550" y="5353050"/>
          <p14:tracePt t="144143" x="5340350" y="5340350"/>
          <p14:tracePt t="144159" x="5657850" y="5321300"/>
          <p14:tracePt t="144162" x="5822950" y="5314950"/>
          <p14:tracePt t="144177" x="6165850" y="5314950"/>
          <p14:tracePt t="144193" x="6496050" y="5314950"/>
          <p14:tracePt t="144209" x="6826250" y="5314950"/>
          <p14:tracePt t="144226" x="7156450" y="5314950"/>
          <p14:tracePt t="144243" x="7366000" y="5314950"/>
          <p14:tracePt t="144259" x="7645400" y="5327650"/>
          <p14:tracePt t="144276" x="7874000" y="5327650"/>
          <p14:tracePt t="144293" x="8032750" y="5321300"/>
          <p14:tracePt t="144309" x="8172450" y="5308600"/>
          <p14:tracePt t="144326" x="8331200" y="5302250"/>
          <p14:tracePt t="144342" x="8451850" y="5295900"/>
          <p14:tracePt t="144359" x="8566150" y="5295900"/>
          <p14:tracePt t="144376" x="8667750" y="5289550"/>
          <p14:tracePt t="144393" x="8763000" y="5289550"/>
          <p14:tracePt t="144397" x="8788400" y="5289550"/>
          <p14:tracePt t="144409" x="8864600" y="5283200"/>
          <p14:tracePt t="144426" x="8921750" y="5283200"/>
          <p14:tracePt t="144428" x="9017000" y="5283200"/>
          <p14:tracePt t="144443" x="9137650" y="5289550"/>
          <p14:tracePt t="144459" x="9201150" y="5302250"/>
          <p14:tracePt t="144476" x="9296400" y="5321300"/>
          <p14:tracePt t="144493" x="9378950" y="5346700"/>
          <p14:tracePt t="144509" x="9417050" y="5359400"/>
          <p14:tracePt t="144526" x="9461500" y="5372100"/>
          <p14:tracePt t="144542" x="9486900" y="5378450"/>
          <p14:tracePt t="144559" x="9499600" y="5378450"/>
          <p14:tracePt t="144606" x="9499600" y="5384800"/>
          <p14:tracePt t="144614" x="9493250" y="5384800"/>
          <p14:tracePt t="144630" x="9480550" y="5384800"/>
          <p14:tracePt t="144637" x="9455150" y="5391150"/>
          <p14:tracePt t="144646" x="9448800" y="5397500"/>
          <p14:tracePt t="144659" x="9410700" y="5410200"/>
          <p14:tracePt t="144676" x="9315450" y="5461000"/>
          <p14:tracePt t="144678" x="9290050" y="5473700"/>
          <p14:tracePt t="144692" x="9188450" y="5524500"/>
          <p14:tracePt t="144709" x="9105900" y="5556250"/>
          <p14:tracePt t="144726" x="9042400" y="5568950"/>
          <p14:tracePt t="144743" x="8978900" y="5568950"/>
          <p14:tracePt t="144759" x="8928100" y="5568950"/>
          <p14:tracePt t="144776" x="8769350" y="5524500"/>
          <p14:tracePt t="144792" x="8667750" y="5499100"/>
          <p14:tracePt t="144809" x="8585200" y="5480050"/>
          <p14:tracePt t="144826" x="8521700" y="5467350"/>
          <p14:tracePt t="144829" x="8483600" y="5461000"/>
          <p14:tracePt t="144843" x="8470900" y="5461000"/>
          <p14:tracePt t="145113" x="8470900" y="5467350"/>
          <p14:tracePt t="145121" x="8477250" y="5467350"/>
          <p14:tracePt t="145130" x="8496300" y="5473700"/>
          <p14:tracePt t="145143" x="8502650" y="5473700"/>
          <p14:tracePt t="145159" x="8528050" y="5480050"/>
          <p14:tracePt t="145162" x="8534400" y="5480050"/>
          <p14:tracePt t="145178" x="8559800" y="5486400"/>
          <p14:tracePt t="145193" x="8572500" y="5486400"/>
          <p14:tracePt t="145209" x="8585200" y="5486400"/>
          <p14:tracePt t="145226" x="8616950" y="5486400"/>
          <p14:tracePt t="145245" x="8655050" y="5486400"/>
          <p14:tracePt t="145259" x="8705850" y="5492750"/>
          <p14:tracePt t="145278" x="8756650" y="5492750"/>
          <p14:tracePt t="145293" x="8820150" y="5492750"/>
          <p14:tracePt t="145310" x="8870950" y="5492750"/>
          <p14:tracePt t="145315" x="8890000" y="5492750"/>
          <p14:tracePt t="145326" x="8909050" y="5499100"/>
          <p14:tracePt t="145343" x="8934450" y="5499100"/>
          <p14:tracePt t="145346" x="8947150" y="5499100"/>
          <p14:tracePt t="145359" x="8959850" y="5499100"/>
          <p14:tracePt t="145378" x="8997950" y="5505450"/>
          <p14:tracePt t="145393" x="9004300" y="5505450"/>
          <p14:tracePt t="145410" x="9048750" y="5505450"/>
          <p14:tracePt t="145412" x="9055100" y="5511800"/>
          <p14:tracePt t="145427" x="9093200" y="5518150"/>
          <p14:tracePt t="145443" x="9124950" y="5518150"/>
          <p14:tracePt t="145459" x="9169400" y="5524500"/>
          <p14:tracePt t="145477" x="9207500" y="5524500"/>
          <p14:tracePt t="145493" x="9245600" y="5524500"/>
          <p14:tracePt t="145509" x="9283700" y="5524500"/>
          <p14:tracePt t="145526" x="9321800" y="5524500"/>
          <p14:tracePt t="145543" x="9378950" y="5524500"/>
          <p14:tracePt t="145559" x="9436100" y="5537200"/>
          <p14:tracePt t="145576" x="9493250" y="5543550"/>
          <p14:tracePt t="145579" x="9518650" y="5549900"/>
          <p14:tracePt t="145593" x="9550400" y="5556250"/>
          <p14:tracePt t="145609" x="9594850" y="5556250"/>
          <p14:tracePt t="145612" x="9613900" y="5556250"/>
          <p14:tracePt t="145626" x="9632950" y="5562600"/>
          <p14:tracePt t="145643" x="9658350" y="5568950"/>
          <p14:tracePt t="145646" x="9671050" y="5568950"/>
          <p14:tracePt t="145659" x="9690100" y="5568950"/>
          <p14:tracePt t="145677" x="9734550" y="5568950"/>
          <p14:tracePt t="145693" x="9772650" y="5575300"/>
          <p14:tracePt t="145709" x="9798050" y="5575300"/>
          <p14:tracePt t="145726" x="9836150" y="5575300"/>
          <p14:tracePt t="145743" x="9867900" y="5575300"/>
          <p14:tracePt t="145759" x="9899650" y="5575300"/>
          <p14:tracePt t="145776" x="9937750" y="5575300"/>
          <p14:tracePt t="145793" x="9982200" y="5575300"/>
          <p14:tracePt t="145809" x="10039350" y="5575300"/>
          <p14:tracePt t="145813" x="10064750" y="5575300"/>
          <p14:tracePt t="145826" x="10071100" y="5575300"/>
          <p14:tracePt t="145843" x="10128250" y="5575300"/>
          <p14:tracePt t="145845" x="10166350" y="5575300"/>
          <p14:tracePt t="145859" x="10179050" y="5575300"/>
          <p14:tracePt t="145876" x="10242550" y="5575300"/>
          <p14:tracePt t="145879" x="10255250" y="5575300"/>
          <p14:tracePt t="145893" x="10306050" y="5575300"/>
          <p14:tracePt t="145909" x="10344150" y="5575300"/>
          <p14:tracePt t="145912" x="10363200" y="5575300"/>
          <p14:tracePt t="145926" x="10407650" y="5575300"/>
          <p14:tracePt t="145943" x="10471150" y="5575300"/>
          <p14:tracePt t="145959" x="10528300" y="5575300"/>
          <p14:tracePt t="145976" x="10579100" y="5575300"/>
          <p14:tracePt t="145993" x="10617200" y="5575300"/>
          <p14:tracePt t="146009" x="10648950" y="5575300"/>
          <p14:tracePt t="146026" x="10680700" y="5575300"/>
          <p14:tracePt t="146043" x="10699750" y="5568950"/>
          <p14:tracePt t="146047" x="10712450" y="5568950"/>
          <p14:tracePt t="146059" x="10731500" y="5562600"/>
          <p14:tracePt t="146076" x="10744200" y="5562600"/>
          <p14:tracePt t="146081" x="10756900" y="5562600"/>
          <p14:tracePt t="146093" x="10769600" y="5562600"/>
          <p14:tracePt t="146109" x="10782300" y="5556250"/>
          <p14:tracePt t="146112" x="10801350" y="5549900"/>
          <p14:tracePt t="146126" x="10820400" y="5549900"/>
          <p14:tracePt t="146143" x="10839450" y="5543550"/>
          <p14:tracePt t="146159" x="10877550" y="5537200"/>
          <p14:tracePt t="146176" x="10890250" y="5537200"/>
          <p14:tracePt t="146178" x="10909300" y="5537200"/>
          <p14:tracePt t="146193" x="10928350" y="5537200"/>
          <p14:tracePt t="146209" x="10960100" y="5537200"/>
          <p14:tracePt t="146226" x="10966450" y="5537200"/>
          <p14:tracePt t="149239" x="10960100" y="5537200"/>
          <p14:tracePt t="149248" x="10953750" y="5543550"/>
          <p14:tracePt t="149255" x="10947400" y="5543550"/>
          <p14:tracePt t="149264" x="10941050" y="5549900"/>
          <p14:tracePt t="149276" x="10934700" y="5556250"/>
          <p14:tracePt t="149293" x="10922000" y="5562600"/>
          <p14:tracePt t="149311" x="10909300" y="5568950"/>
          <p14:tracePt t="149313" x="10902950" y="5568950"/>
          <p14:tracePt t="149326" x="10896600" y="5568950"/>
          <p14:tracePt t="149344" x="10883900" y="5568950"/>
          <p14:tracePt t="149359" x="10877550" y="5575300"/>
          <p14:tracePt t="149910" x="10871200" y="5575300"/>
          <p14:tracePt t="149918" x="10864850" y="5575300"/>
          <p14:tracePt t="149934" x="10858500" y="5575300"/>
          <p14:tracePt t="149943" x="10852150" y="5575300"/>
          <p14:tracePt t="149960" x="10845800" y="5575300"/>
          <p14:tracePt t="149976" x="10839450" y="5575300"/>
          <p14:tracePt t="149993" x="10833100" y="5575300"/>
          <p14:tracePt t="150010" x="10826750" y="5575300"/>
          <p14:tracePt t="150013" x="10820400" y="5575300"/>
          <p14:tracePt t="150026" x="10814050" y="5575300"/>
          <p14:tracePt t="150043" x="10807700" y="5575300"/>
          <p14:tracePt t="150060" x="10801350" y="5575300"/>
          <p14:tracePt t="150077" x="10782300" y="5575300"/>
          <p14:tracePt t="150093" x="10769600" y="5575300"/>
          <p14:tracePt t="150109" x="10750550" y="5581650"/>
          <p14:tracePt t="150126" x="10731500" y="5588000"/>
          <p14:tracePt t="150143" x="10712450" y="5588000"/>
          <p14:tracePt t="150159" x="10680700" y="5588000"/>
          <p14:tracePt t="150176" x="10661650" y="5588000"/>
          <p14:tracePt t="150194" x="10629900" y="5588000"/>
          <p14:tracePt t="150209" x="10604500" y="5588000"/>
          <p14:tracePt t="150228" x="10572750" y="5588000"/>
          <p14:tracePt t="150243" x="10528300" y="5588000"/>
          <p14:tracePt t="150260" x="10471150" y="5594350"/>
          <p14:tracePt t="150263" x="10458450" y="5594350"/>
          <p14:tracePt t="150276" x="10433050" y="5600700"/>
          <p14:tracePt t="150294" x="10382250" y="5613400"/>
          <p14:tracePt t="150296" x="10369550" y="5613400"/>
          <p14:tracePt t="150309" x="10344150" y="5619750"/>
          <p14:tracePt t="150327" x="10274300" y="5626100"/>
          <p14:tracePt t="150343" x="10210800" y="5626100"/>
          <p14:tracePt t="150360" x="10172700" y="5626100"/>
          <p14:tracePt t="150376" x="10102850" y="5632450"/>
          <p14:tracePt t="150393" x="10007600" y="5638800"/>
          <p14:tracePt t="150409" x="9950450" y="5638800"/>
          <p14:tracePt t="150426" x="9836150" y="5645150"/>
          <p14:tracePt t="150443" x="9759950" y="5651500"/>
          <p14:tracePt t="150459" x="9575800" y="5664200"/>
          <p14:tracePt t="150476" x="9398000" y="5670550"/>
          <p14:tracePt t="150493" x="9112250" y="5676900"/>
          <p14:tracePt t="150509" x="8788400" y="5676900"/>
          <p14:tracePt t="150526" x="8312150" y="5664200"/>
          <p14:tracePt t="150529" x="8121650" y="5651500"/>
          <p14:tracePt t="150543" x="7753350" y="5626100"/>
          <p14:tracePt t="150546" x="7543800" y="5619750"/>
          <p14:tracePt t="150559" x="7334250" y="5607050"/>
          <p14:tracePt t="150563" x="6972300" y="5594350"/>
          <p14:tracePt t="150576" x="6775450" y="5581650"/>
          <p14:tracePt t="150593" x="6140450" y="5581650"/>
          <p14:tracePt t="150609" x="5854700" y="5594350"/>
          <p14:tracePt t="150626" x="5613400" y="5619750"/>
          <p14:tracePt t="150643" x="5416550" y="5651500"/>
          <p14:tracePt t="150660" x="5245100" y="5676900"/>
          <p14:tracePt t="150676" x="5080000" y="5708650"/>
          <p14:tracePt t="150693" x="4959350" y="5727700"/>
          <p14:tracePt t="150710" x="4800600" y="5740400"/>
          <p14:tracePt t="150726" x="4692650" y="5746750"/>
          <p14:tracePt t="150743" x="4572000" y="5746750"/>
          <p14:tracePt t="150759" x="4451350" y="5746750"/>
          <p14:tracePt t="150764" x="4368800" y="5753100"/>
          <p14:tracePt t="150776" x="4292600" y="5753100"/>
          <p14:tracePt t="150793" x="4197350" y="5759450"/>
          <p14:tracePt t="150796" x="4171950" y="5765800"/>
          <p14:tracePt t="150809" x="4102100" y="5772150"/>
          <p14:tracePt t="150827" x="4019550" y="5791200"/>
          <p14:tracePt t="150829" x="4000500" y="5797550"/>
          <p14:tracePt t="150843" x="3943350" y="5816600"/>
          <p14:tracePt t="150859" x="3898900" y="5835650"/>
          <p14:tracePt t="150876" x="3867150" y="5854700"/>
          <p14:tracePt t="150893" x="3835400" y="5873750"/>
          <p14:tracePt t="150909" x="3810000" y="5892800"/>
          <p14:tracePt t="150926" x="3797300" y="5899150"/>
          <p14:tracePt t="150942" x="3797300" y="5911850"/>
          <p14:tracePt t="152134" x="3790950" y="5911850"/>
          <p14:tracePt t="152150" x="3784600" y="5911850"/>
          <p14:tracePt t="152157" x="3784600" y="5918200"/>
          <p14:tracePt t="152176" x="3778250" y="5918200"/>
          <p14:tracePt t="152193" x="3778250" y="5924550"/>
          <p14:tracePt t="152360" x="3771900" y="5924550"/>
          <p14:tracePt t="152367" x="3771900" y="5930900"/>
          <p14:tracePt t="152392" x="3765550" y="5937250"/>
          <p14:tracePt t="152400" x="3759200" y="5937250"/>
          <p14:tracePt t="152423" x="3752850" y="5943600"/>
          <p14:tracePt t="152448" x="3746500" y="5943600"/>
          <p14:tracePt t="152456" x="3746500" y="5949950"/>
          <p14:tracePt t="152476" x="3740150" y="5949950"/>
          <p14:tracePt t="152512" x="3733800" y="5949950"/>
          <p14:tracePt t="156140" x="3740150" y="5949950"/>
          <p14:tracePt t="158920" x="3746500" y="5949950"/>
          <p14:tracePt t="161154" x="3752850" y="5949950"/>
          <p14:tracePt t="161170" x="3759200" y="5937250"/>
          <p14:tracePt t="161178" x="3765550" y="5937250"/>
          <p14:tracePt t="161193" x="3778250" y="5911850"/>
          <p14:tracePt t="161210" x="3803650" y="5873750"/>
          <p14:tracePt t="161226" x="3854450" y="5803900"/>
          <p14:tracePt t="161243" x="3917950" y="5715000"/>
          <p14:tracePt t="161259" x="3987800" y="5619750"/>
          <p14:tracePt t="161278" x="4064000" y="5499100"/>
          <p14:tracePt t="161294" x="4127500" y="5384800"/>
          <p14:tracePt t="161310" x="4203700" y="5251450"/>
          <p14:tracePt t="161326" x="4267200" y="5130800"/>
          <p14:tracePt t="161343" x="4324350" y="4997450"/>
          <p14:tracePt t="161360" x="4394200" y="4832350"/>
          <p14:tracePt t="161363" x="4419600" y="4768850"/>
          <p14:tracePt t="161376" x="4483100" y="4641850"/>
          <p14:tracePt t="161393" x="4552950" y="4470400"/>
          <p14:tracePt t="161396" x="4591050" y="4400550"/>
          <p14:tracePt t="161410" x="4629150" y="4324350"/>
          <p14:tracePt t="161427" x="4724400" y="4114800"/>
          <p14:tracePt t="161444" x="4787900" y="3994150"/>
          <p14:tracePt t="161460" x="4832350" y="3905250"/>
          <p14:tracePt t="161476" x="4895850" y="3765550"/>
          <p14:tracePt t="161493" x="4946650" y="3657600"/>
          <p14:tracePt t="161510" x="5041900" y="3467100"/>
          <p14:tracePt t="161526" x="5099050" y="3346450"/>
          <p14:tracePt t="161543" x="5156200" y="3213100"/>
          <p14:tracePt t="161560" x="5200650" y="3111500"/>
          <p14:tracePt t="161563" x="5219700" y="3054350"/>
          <p14:tracePt t="161576" x="5226050" y="3035300"/>
          <p14:tracePt t="161593" x="5238750" y="2984500"/>
          <p14:tracePt t="161596" x="5245100" y="2965450"/>
          <p14:tracePt t="161610" x="5245100" y="2952750"/>
          <p14:tracePt t="161718" x="5245100" y="2946400"/>
          <p14:tracePt t="161758" x="5238750" y="2946400"/>
          <p14:tracePt t="161783" x="5232400" y="2946400"/>
          <p14:tracePt t="161798" x="5232400" y="2940050"/>
          <p14:tracePt t="161810" x="5226050" y="2940050"/>
          <p14:tracePt t="161827" x="5213350" y="2927350"/>
          <p14:tracePt t="161843" x="5200650" y="2914650"/>
          <p14:tracePt t="161846" x="5187950" y="2914650"/>
          <p14:tracePt t="161860" x="5181600" y="2914650"/>
          <p14:tracePt t="161876" x="5162550" y="2914650"/>
          <p14:tracePt t="161880" x="5156200" y="2914650"/>
          <p14:tracePt t="161894" x="5130800" y="2921000"/>
          <p14:tracePt t="161910" x="5099050" y="2946400"/>
          <p14:tracePt t="161913" x="5086350" y="2959100"/>
          <p14:tracePt t="161943" x="4972050" y="3035300"/>
          <p14:tracePt t="161960" x="4895850" y="3073400"/>
          <p14:tracePt t="161977" x="4864100" y="3086100"/>
          <p14:tracePt t="161993" x="4819650" y="3098800"/>
          <p14:tracePt t="162009" x="4813300" y="3098800"/>
          <p14:tracePt t="162033" x="4813300" y="3086100"/>
          <p14:tracePt t="162043" x="4813300" y="3079750"/>
          <p14:tracePt t="162060" x="4813300" y="3054350"/>
          <p14:tracePt t="162076" x="4813300" y="3035300"/>
          <p14:tracePt t="162093" x="4813300" y="3028950"/>
          <p14:tracePt t="162226" x="4826000" y="3028950"/>
          <p14:tracePt t="162234" x="4857750" y="3028950"/>
          <p14:tracePt t="162243" x="4876800" y="3035300"/>
          <p14:tracePt t="162260" x="5003800" y="3041650"/>
          <p14:tracePt t="162276" x="5130800" y="3048000"/>
          <p14:tracePt t="162293" x="5264150" y="3048000"/>
          <p14:tracePt t="162310" x="5353050" y="3048000"/>
          <p14:tracePt t="162314" x="5384800" y="3048000"/>
          <p14:tracePt t="162327" x="5410200" y="3048000"/>
          <p14:tracePt t="162343" x="5461000" y="3048000"/>
          <p14:tracePt t="162346" x="5473700" y="3048000"/>
          <p14:tracePt t="162362" x="5486400" y="3048000"/>
          <p14:tracePt t="162376" x="5492750" y="3048000"/>
          <p14:tracePt t="162393" x="5511800" y="3048000"/>
          <p14:tracePt t="162410" x="5530850" y="3048000"/>
          <p14:tracePt t="162413" x="5537200" y="3048000"/>
          <p14:tracePt t="162428" x="5562600" y="3048000"/>
          <p14:tracePt t="162443" x="5588000" y="3048000"/>
          <p14:tracePt t="162460" x="5613400" y="3048000"/>
          <p14:tracePt t="162476" x="5651500" y="3048000"/>
          <p14:tracePt t="162493" x="5689600" y="3048000"/>
          <p14:tracePt t="162510" x="5746750" y="3048000"/>
          <p14:tracePt t="162526" x="5810250" y="3048000"/>
          <p14:tracePt t="162543" x="5880100" y="3048000"/>
          <p14:tracePt t="162560" x="5956300" y="3048000"/>
          <p14:tracePt t="162576" x="5988050" y="3054350"/>
          <p14:tracePt t="162581" x="6007100" y="3054350"/>
          <p14:tracePt t="162822" x="6019800" y="3054350"/>
          <p14:tracePt t="162838" x="6032500" y="3054350"/>
          <p14:tracePt t="162846" x="6045200" y="3054350"/>
          <p14:tracePt t="162859" x="6051550" y="3054350"/>
          <p14:tracePt t="162876" x="6096000" y="3054350"/>
          <p14:tracePt t="162879" x="6127750" y="3054350"/>
          <p14:tracePt t="162894" x="6184900" y="3054350"/>
          <p14:tracePt t="162910" x="6242050" y="3067050"/>
          <p14:tracePt t="162929" x="6311900" y="3086100"/>
          <p14:tracePt t="162944" x="6388100" y="3098800"/>
          <p14:tracePt t="162959" x="6470650" y="3124200"/>
          <p14:tracePt t="162976" x="6508750" y="3136900"/>
          <p14:tracePt t="162993" x="6572250" y="3155950"/>
          <p14:tracePt t="163010" x="6604000" y="3155950"/>
          <p14:tracePt t="163026" x="6616700" y="3155950"/>
          <p14:tracePt t="163043" x="6623050" y="3155950"/>
          <p14:tracePt t="163097" x="6623050" y="3149600"/>
          <p14:tracePt t="163112" x="6623050" y="3143250"/>
          <p14:tracePt t="163120" x="6623050" y="3136900"/>
          <p14:tracePt t="163168" x="6623050" y="3130550"/>
          <p14:tracePt t="163250" x="6629400" y="3124200"/>
          <p14:tracePt t="163258" x="6635750" y="3124200"/>
          <p14:tracePt t="163276" x="6673850" y="3117850"/>
          <p14:tracePt t="163294" x="6711950" y="3117850"/>
          <p14:tracePt t="163310" x="6769100" y="3117850"/>
          <p14:tracePt t="163315" x="6838950" y="3117850"/>
          <p14:tracePt t="163326" x="6851650" y="3117850"/>
          <p14:tracePt t="163343" x="6934200" y="3117850"/>
          <p14:tracePt t="163347" x="6972300" y="3117850"/>
          <p14:tracePt t="163360" x="7010400" y="3117850"/>
          <p14:tracePt t="163376" x="7086600" y="3117850"/>
          <p14:tracePt t="163380" x="7131050" y="3117850"/>
          <p14:tracePt t="163395" x="7175500" y="3117850"/>
          <p14:tracePt t="163410" x="7245350" y="3117850"/>
          <p14:tracePt t="163427" x="7340600" y="3117850"/>
          <p14:tracePt t="163443" x="7410450" y="3117850"/>
          <p14:tracePt t="163460" x="7499350" y="3105150"/>
          <p14:tracePt t="163476" x="7575550" y="3098800"/>
          <p14:tracePt t="163493" x="7664450" y="3073400"/>
          <p14:tracePt t="163510" x="7747000" y="3048000"/>
          <p14:tracePt t="163527" x="7816850" y="3028950"/>
          <p14:tracePt t="163543" x="7867650" y="3009900"/>
          <p14:tracePt t="163560" x="7912100" y="2990850"/>
          <p14:tracePt t="163576" x="7931150" y="2990850"/>
          <p14:tracePt t="163593" x="7956550" y="2990850"/>
          <p14:tracePt t="163596" x="7969250" y="2990850"/>
          <p14:tracePt t="163612" x="7975600" y="2990850"/>
          <p14:tracePt t="163626" x="7988300" y="2990850"/>
          <p14:tracePt t="163643" x="8020050" y="2990850"/>
          <p14:tracePt t="163660" x="8058150" y="2990850"/>
          <p14:tracePt t="163677" x="8121650" y="2990850"/>
          <p14:tracePt t="163693" x="8197850" y="2990850"/>
          <p14:tracePt t="163710" x="8286750" y="2990850"/>
          <p14:tracePt t="163727" x="8369300" y="2990850"/>
          <p14:tracePt t="163743" x="8432800" y="2990850"/>
          <p14:tracePt t="163760" x="8483600" y="2990850"/>
          <p14:tracePt t="163776" x="8496300" y="2984500"/>
          <p14:tracePt t="163793" x="8502650" y="2984500"/>
          <p14:tracePt t="163810" x="8509000" y="2984500"/>
          <p14:tracePt t="163843" x="8515350" y="2984500"/>
          <p14:tracePt t="163860" x="8521700" y="2978150"/>
          <p14:tracePt t="163880" x="8534400" y="2978150"/>
          <p14:tracePt t="163893" x="8547100" y="2978150"/>
          <p14:tracePt t="163910" x="8572500" y="2965450"/>
          <p14:tracePt t="163926" x="8591550" y="2965450"/>
          <p14:tracePt t="163943" x="8623300" y="2959100"/>
          <p14:tracePt t="163960" x="8661400" y="2952750"/>
          <p14:tracePt t="163976" x="8699500" y="2946400"/>
          <p14:tracePt t="163993" x="8737600" y="2940050"/>
          <p14:tracePt t="164010" x="8756650" y="2933700"/>
          <p14:tracePt t="164026" x="8769350" y="2927350"/>
          <p14:tracePt t="165458" x="8763000" y="2927350"/>
          <p14:tracePt t="165820" x="8763000" y="2933700"/>
          <p14:tracePt t="165974" x="8756650" y="2933700"/>
          <p14:tracePt t="165982" x="8750300" y="2933700"/>
          <p14:tracePt t="165999" x="8743950" y="2933700"/>
          <p14:tracePt t="166010" x="8731250" y="2940050"/>
          <p14:tracePt t="166026" x="8718550" y="2940050"/>
          <p14:tracePt t="166043" x="8712200" y="2940050"/>
          <p14:tracePt t="166047" x="8712200" y="2946400"/>
          <p14:tracePt t="166062" x="8705850" y="2946400"/>
          <p14:tracePt t="166103" x="8699500" y="2946400"/>
          <p14:tracePt t="166136" x="8693150" y="2946400"/>
          <p14:tracePt t="166176" x="8686800" y="2946400"/>
          <p14:tracePt t="166184" x="8686800" y="2952750"/>
          <p14:tracePt t="166207" x="8680450" y="2952750"/>
          <p14:tracePt t="166240" x="8674100" y="2952750"/>
          <p14:tracePt t="166256" x="8667750" y="2952750"/>
          <p14:tracePt t="166272" x="8661400" y="2952750"/>
          <p14:tracePt t="166288" x="8655050" y="2959100"/>
          <p14:tracePt t="166305" x="8648700" y="2959100"/>
          <p14:tracePt t="166312" x="8642350" y="2959100"/>
          <p14:tracePt t="166328" x="8629650" y="2959100"/>
          <p14:tracePt t="166344" x="8610600" y="2971800"/>
          <p14:tracePt t="166360" x="8597900" y="2971800"/>
          <p14:tracePt t="166377" x="8578850" y="2978150"/>
          <p14:tracePt t="166395" x="8572500" y="2978150"/>
          <p14:tracePt t="166410" x="8566150" y="2978150"/>
          <p14:tracePt t="166427" x="8559800" y="2984500"/>
          <p14:tracePt t="166443" x="8553450" y="2984500"/>
          <p14:tracePt t="166460" x="8547100" y="2984500"/>
          <p14:tracePt t="166477" x="8547100" y="2990850"/>
          <p14:tracePt t="166493" x="8540750" y="2990850"/>
          <p14:tracePt t="166526" x="8534400" y="2990850"/>
          <p14:tracePt t="166543" x="8528050" y="2990850"/>
          <p14:tracePt t="166560" x="8521700" y="2990850"/>
          <p14:tracePt t="166576" x="8515350" y="2990850"/>
          <p14:tracePt t="166593" x="8502650" y="2997200"/>
          <p14:tracePt t="166610" x="8489950" y="2997200"/>
          <p14:tracePt t="166626" x="8470900" y="3003550"/>
          <p14:tracePt t="166644" x="8445500" y="3009900"/>
          <p14:tracePt t="166661" x="8420100" y="3022600"/>
          <p14:tracePt t="166676" x="8369300" y="3041650"/>
          <p14:tracePt t="166694" x="8318500" y="3060700"/>
          <p14:tracePt t="166710" x="8274050" y="3079750"/>
          <p14:tracePt t="166727" x="8223250" y="3098800"/>
          <p14:tracePt t="166743" x="8191500" y="3111500"/>
          <p14:tracePt t="166761" x="8172450" y="3117850"/>
          <p14:tracePt t="166765" x="8166100" y="3117850"/>
          <p14:tracePt t="166776" x="8159750" y="3117850"/>
          <p14:tracePt t="166793" x="8153400" y="3117850"/>
          <p14:tracePt t="166810" x="8147050" y="3117850"/>
          <p14:tracePt t="166828" x="8128000" y="3117850"/>
          <p14:tracePt t="166843" x="8108950" y="3117850"/>
          <p14:tracePt t="166860" x="8070850" y="3117850"/>
          <p14:tracePt t="166879" x="8020050" y="3130550"/>
          <p14:tracePt t="166893" x="7988300" y="3136900"/>
          <p14:tracePt t="166910" x="7956550" y="3149600"/>
          <p14:tracePt t="166927" x="7874000" y="3168650"/>
          <p14:tracePt t="166943" x="7835900" y="3181350"/>
          <p14:tracePt t="166960" x="7766050" y="3200400"/>
          <p14:tracePt t="166977" x="7747000" y="3200400"/>
          <p14:tracePt t="166993" x="7727950" y="3206750"/>
          <p14:tracePt t="167010" x="7721600" y="3206750"/>
          <p14:tracePt t="167026" x="7696200" y="3213100"/>
          <p14:tracePt t="167043" x="7683500" y="3213100"/>
          <p14:tracePt t="167059" x="7677150" y="3213100"/>
          <p14:tracePt t="167076" x="7670800" y="3213100"/>
          <p14:tracePt t="167094" x="7664450" y="3213100"/>
          <p14:tracePt t="167110" x="7658100" y="3213100"/>
          <p14:tracePt t="167126" x="7651750" y="3219450"/>
          <p14:tracePt t="167143" x="7645400" y="3219450"/>
          <p14:tracePt t="167177" x="7632700" y="3219450"/>
          <p14:tracePt t="167193" x="7626350" y="3219450"/>
          <p14:tracePt t="167217" x="7620000" y="3219450"/>
          <p14:tracePt t="167233" x="7613650" y="3225800"/>
          <p14:tracePt t="167243" x="7607300" y="3225800"/>
          <p14:tracePt t="167259" x="7600950" y="3232150"/>
          <p14:tracePt t="167276" x="7594600" y="3232150"/>
          <p14:tracePt t="167293" x="7581900" y="3232150"/>
          <p14:tracePt t="167309" x="7575550" y="3232150"/>
          <p14:tracePt t="167327" x="7575550" y="3238500"/>
          <p14:tracePt t="167345" x="7569200" y="3238500"/>
          <p14:tracePt t="167750"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 output</a:t>
            </a:r>
            <a:endParaRPr lang="nl-BE" dirty="0"/>
          </a:p>
        </p:txBody>
      </p:sp>
      <p:sp>
        <p:nvSpPr>
          <p:cNvPr id="3" name="Content Placeholder 2"/>
          <p:cNvSpPr>
            <a:spLocks noGrp="1"/>
          </p:cNvSpPr>
          <p:nvPr>
            <p:ph idx="1"/>
          </p:nvPr>
        </p:nvSpPr>
        <p:spPr/>
        <p:txBody>
          <a:bodyPr>
            <a:normAutofit/>
          </a:bodyPr>
          <a:lstStyle/>
          <a:p>
            <a:pPr marL="0" indent="0">
              <a:buNone/>
            </a:pPr>
            <a:r>
              <a:rPr lang="en-US" sz="2400" dirty="0">
                <a:latin typeface="Courier New" panose="02070309020205020404" pitchFamily="49" charset="0"/>
                <a:cs typeface="Courier New" panose="02070309020205020404" pitchFamily="49" charset="0"/>
              </a:rPr>
              <a:t>&gt;&gt;&gt; count = 5 </a:t>
            </a:r>
          </a:p>
          <a:p>
            <a:pPr marL="0" indent="0">
              <a:buNone/>
            </a:pPr>
            <a:r>
              <a:rPr lang="en-US" sz="2400" dirty="0">
                <a:latin typeface="Courier New" panose="02070309020205020404" pitchFamily="49" charset="0"/>
                <a:cs typeface="Courier New" panose="02070309020205020404" pitchFamily="49" charset="0"/>
              </a:rPr>
              <a:t>&gt;&gt;&gt; amount = 45.56 </a:t>
            </a:r>
          </a:p>
          <a:p>
            <a:pPr marL="0" indent="0">
              <a:buNone/>
            </a:pPr>
            <a:r>
              <a:rPr lang="en-US" sz="2400" dirty="0">
                <a:latin typeface="Courier New" panose="02070309020205020404" pitchFamily="49" charset="0"/>
                <a:cs typeface="Courier New" panose="02070309020205020404" pitchFamily="49" charset="0"/>
              </a:rPr>
              <a:t>&gt;&gt;&gt; print(‘count is {0} and amount is {1:9.6f}’.format(count, amount))</a:t>
            </a:r>
          </a:p>
          <a:p>
            <a:pPr marL="0" indent="0">
              <a:buNone/>
            </a:pPr>
            <a:r>
              <a:rPr lang="en-US" sz="2400" dirty="0">
                <a:latin typeface="Courier New" panose="02070309020205020404" pitchFamily="49" charset="0"/>
                <a:cs typeface="Courier New" panose="02070309020205020404" pitchFamily="49" charset="0"/>
              </a:rPr>
              <a:t>count is 5 and amount is 45.560000</a:t>
            </a:r>
            <a:endParaRPr lang="nl-BE"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59546747"/>
      </p:ext>
    </p:extLst>
  </p:cSld>
  <p:clrMapOvr>
    <a:masterClrMapping/>
  </p:clrMapOvr>
  <mc:AlternateContent xmlns:mc="http://schemas.openxmlformats.org/markup-compatibility/2006" xmlns:p14="http://schemas.microsoft.com/office/powerpoint/2010/main">
    <mc:Choice Requires="p14">
      <p:transition spd="slow" p14:dur="2000" advTm="78164"/>
    </mc:Choice>
    <mc:Fallback xmlns="">
      <p:transition spd="slow" advTm="78164"/>
    </mc:Fallback>
  </mc:AlternateContent>
  <p:extLst>
    <p:ext uri="{3A86A75C-4F4B-4683-9AE1-C65F6400EC91}">
      <p14:laserTraceLst xmlns:p14="http://schemas.microsoft.com/office/powerpoint/2010/main">
        <p14:tracePtLst>
          <p14:tracePt t="19460" x="1085850" y="3746500"/>
          <p14:tracePt t="19708" x="1098550" y="3746500"/>
          <p14:tracePt t="19715" x="1104900" y="3746500"/>
          <p14:tracePt t="19724" x="1123950" y="3752850"/>
          <p14:tracePt t="19738" x="1136650" y="3752850"/>
          <p14:tracePt t="19755" x="1219200" y="3765550"/>
          <p14:tracePt t="19771" x="1276350" y="3771900"/>
          <p14:tracePt t="19788" x="1365250" y="3778250"/>
          <p14:tracePt t="19805" x="1435100" y="3778250"/>
          <p14:tracePt t="19821" x="1517650" y="3778250"/>
          <p14:tracePt t="19838" x="1562100" y="3778250"/>
          <p14:tracePt t="19855" x="1606550" y="3778250"/>
          <p14:tracePt t="19872" x="1631950" y="3771900"/>
          <p14:tracePt t="19888" x="1644650" y="3771900"/>
          <p14:tracePt t="19905" x="1651000" y="3765550"/>
          <p14:tracePt t="19921" x="1657350" y="3759200"/>
          <p14:tracePt t="19925" x="1657350" y="3752850"/>
          <p14:tracePt t="19938" x="1663700" y="3752850"/>
          <p14:tracePt t="19955" x="1663700" y="3746500"/>
          <p14:tracePt t="20112" x="1663700" y="3740150"/>
          <p14:tracePt t="20128" x="1663700" y="3733800"/>
          <p14:tracePt t="20136" x="1657350" y="3733800"/>
          <p14:tracePt t="20155" x="1644650" y="3733800"/>
          <p14:tracePt t="20171" x="1625600" y="3733800"/>
          <p14:tracePt t="20188" x="1587500" y="3733800"/>
          <p14:tracePt t="20192" x="1568450" y="3733800"/>
          <p14:tracePt t="20205" x="1555750" y="3733800"/>
          <p14:tracePt t="20221" x="1511300" y="3740150"/>
          <p14:tracePt t="20225" x="1498600" y="3740150"/>
          <p14:tracePt t="20239" x="1479550" y="3740150"/>
          <p14:tracePt t="20255" x="1454150" y="3746500"/>
          <p14:tracePt t="20378" x="1454150" y="3740150"/>
          <p14:tracePt t="20395" x="1454150" y="3733800"/>
          <p14:tracePt t="20401" x="1454150" y="3727450"/>
          <p14:tracePt t="20421" x="1460500" y="3714750"/>
          <p14:tracePt t="20438" x="1473200" y="3702050"/>
          <p14:tracePt t="20456" x="1479550" y="3695700"/>
          <p14:tracePt t="20471" x="1485900" y="3689350"/>
          <p14:tracePt t="20475" x="1492250" y="3683000"/>
          <p14:tracePt t="20490" x="1498600" y="3683000"/>
          <p14:tracePt t="20505" x="1504950" y="3670300"/>
          <p14:tracePt t="20523" x="1517650" y="3663950"/>
          <p14:tracePt t="20538" x="1524000" y="3651250"/>
          <p14:tracePt t="20555" x="1530350" y="3632200"/>
          <p14:tracePt t="20572" x="1543050" y="3606800"/>
          <p14:tracePt t="20588" x="1549400" y="3581400"/>
          <p14:tracePt t="20605" x="1555750" y="3549650"/>
          <p14:tracePt t="20621" x="1555750" y="3530600"/>
          <p14:tracePt t="20638" x="1555750" y="3498850"/>
          <p14:tracePt t="20655" x="1555750" y="3486150"/>
          <p14:tracePt t="20671" x="1555750" y="3460750"/>
          <p14:tracePt t="20676" x="1555750" y="3454400"/>
          <p14:tracePt t="20688" x="1555750" y="3448050"/>
          <p14:tracePt t="20705" x="1555750" y="3435350"/>
          <p14:tracePt t="20721" x="1555750" y="3422650"/>
          <p14:tracePt t="20738" x="1555750" y="3416300"/>
          <p14:tracePt t="20755" x="1555750" y="3409950"/>
          <p14:tracePt t="20771" x="1549400" y="3403600"/>
          <p14:tracePt t="20788" x="1549400" y="3397250"/>
          <p14:tracePt t="20805" x="1543050" y="3384550"/>
          <p14:tracePt t="20821" x="1536700" y="3378200"/>
          <p14:tracePt t="20838" x="1530350" y="3365500"/>
          <p14:tracePt t="20855" x="1517650" y="3352800"/>
          <p14:tracePt t="20871" x="1511300" y="3352800"/>
          <p14:tracePt t="20888" x="1485900" y="3346450"/>
          <p14:tracePt t="20905" x="1479550" y="3340100"/>
          <p14:tracePt t="20921" x="1441450" y="3340100"/>
          <p14:tracePt t="20938" x="1422400" y="3340100"/>
          <p14:tracePt t="20943" x="1409700" y="3352800"/>
          <p14:tracePt t="20955" x="1371600" y="3365500"/>
          <p14:tracePt t="20972" x="1346200" y="3378200"/>
          <p14:tracePt t="20974" x="1333500" y="3390900"/>
          <p14:tracePt t="20988" x="1320800" y="3409950"/>
          <p14:tracePt t="21005" x="1301750" y="3448050"/>
          <p14:tracePt t="21021" x="1295400" y="3473450"/>
          <p14:tracePt t="21038" x="1289050" y="3511550"/>
          <p14:tracePt t="21055" x="1289050" y="3536950"/>
          <p14:tracePt t="21071" x="1289050" y="3568700"/>
          <p14:tracePt t="21088" x="1301750" y="3600450"/>
          <p14:tracePt t="21105" x="1333500" y="3632200"/>
          <p14:tracePt t="21122" x="1352550" y="3663950"/>
          <p14:tracePt t="21138" x="1384300" y="3683000"/>
          <p14:tracePt t="21143" x="1403350" y="3702050"/>
          <p14:tracePt t="21155" x="1409700" y="3702050"/>
          <p14:tracePt t="21171" x="1435100" y="3721100"/>
          <p14:tracePt t="21176" x="1447800" y="3727450"/>
          <p14:tracePt t="21188" x="1460500" y="3733800"/>
          <p14:tracePt t="21205" x="1473200" y="3740150"/>
          <p14:tracePt t="21208" x="1485900" y="3752850"/>
          <p14:tracePt t="21221" x="1498600" y="3759200"/>
          <p14:tracePt t="21238" x="1549400" y="3778250"/>
          <p14:tracePt t="21242" x="1568450" y="3784600"/>
          <p14:tracePt t="21255" x="1612900" y="3790950"/>
          <p14:tracePt t="21271" x="1708150" y="3797300"/>
          <p14:tracePt t="21288" x="1771650" y="3797300"/>
          <p14:tracePt t="21305" x="1879600" y="3790950"/>
          <p14:tracePt t="21321" x="1943100" y="3771900"/>
          <p14:tracePt t="21338" x="1968500" y="3752850"/>
          <p14:tracePt t="21355" x="1974850" y="3746500"/>
          <p14:tracePt t="21457" x="1968500" y="3746500"/>
          <p14:tracePt t="21474" x="1955800" y="3746500"/>
          <p14:tracePt t="21482" x="1949450" y="3746500"/>
          <p14:tracePt t="21490" x="1943100" y="3746500"/>
          <p14:tracePt t="21505" x="1905000" y="3746500"/>
          <p14:tracePt t="21521" x="1873250" y="3746500"/>
          <p14:tracePt t="21538" x="1809750" y="3752850"/>
          <p14:tracePt t="21555" x="1771650" y="3759200"/>
          <p14:tracePt t="21571" x="1701800" y="3765550"/>
          <p14:tracePt t="21588" x="1663700" y="3771900"/>
          <p14:tracePt t="21605" x="1651000" y="3771900"/>
          <p14:tracePt t="21621" x="1625600" y="3771900"/>
          <p14:tracePt t="21788" x="1631950" y="3771900"/>
          <p14:tracePt t="21796" x="1638300" y="3771900"/>
          <p14:tracePt t="21805" x="1644650" y="3771900"/>
          <p14:tracePt t="21821" x="1689100" y="3771900"/>
          <p14:tracePt t="21838" x="1752600" y="3759200"/>
          <p14:tracePt t="21856" x="1797050" y="3752850"/>
          <p14:tracePt t="21871" x="1885950" y="3740150"/>
          <p14:tracePt t="21876" x="1936750" y="3733800"/>
          <p14:tracePt t="21894" x="1962150" y="3727450"/>
          <p14:tracePt t="21905" x="1993900" y="3727450"/>
          <p14:tracePt t="21923" x="2000250" y="3727450"/>
          <p14:tracePt t="22264" x="2006600" y="3727450"/>
          <p14:tracePt t="22273" x="2012950" y="3727450"/>
          <p14:tracePt t="22281" x="2019300" y="3727450"/>
          <p14:tracePt t="22290" x="2038350" y="3727450"/>
          <p14:tracePt t="22305" x="2076450" y="3727450"/>
          <p14:tracePt t="22321" x="2101850" y="3733800"/>
          <p14:tracePt t="22338" x="2120900" y="3733800"/>
          <p14:tracePt t="22354" x="2127250" y="3733800"/>
          <p14:tracePt t="23602" x="2139950" y="3733800"/>
          <p14:tracePt t="23610" x="2159000" y="3733800"/>
          <p14:tracePt t="23621" x="2184400" y="3733800"/>
          <p14:tracePt t="23640" x="2235200" y="3740150"/>
          <p14:tracePt t="23644" x="2273300" y="3740150"/>
          <p14:tracePt t="23655" x="2305050" y="3746500"/>
          <p14:tracePt t="23672" x="2355850" y="3746500"/>
          <p14:tracePt t="23674" x="2374900" y="3746500"/>
          <p14:tracePt t="23689" x="2387600" y="3746500"/>
          <p14:tracePt t="23707" x="2393950" y="3746500"/>
          <p14:tracePt t="23747" x="2393950" y="3740150"/>
          <p14:tracePt t="23772" x="2393950" y="3733800"/>
          <p14:tracePt t="23786" x="2393950" y="3727450"/>
          <p14:tracePt t="23801" x="2393950" y="3714750"/>
          <p14:tracePt t="23820" x="2393950" y="3708400"/>
          <p14:tracePt t="23838" x="2393950" y="3702050"/>
          <p14:tracePt t="23876" x="2393950" y="3695700"/>
          <p14:tracePt t="24206" x="2393950" y="3702050"/>
          <p14:tracePt t="24512" x="2393950" y="3708400"/>
          <p14:tracePt t="24520" x="2400300" y="3708400"/>
          <p14:tracePt t="24538" x="2419350" y="3740150"/>
          <p14:tracePt t="24555" x="2463800" y="3771900"/>
          <p14:tracePt t="24571" x="2533650" y="3810000"/>
          <p14:tracePt t="24576" x="2559050" y="3816350"/>
          <p14:tracePt t="24588" x="2597150" y="3829050"/>
          <p14:tracePt t="24605" x="2654300" y="3848100"/>
          <p14:tracePt t="24622" x="2692400" y="3854450"/>
          <p14:tracePt t="24655" x="2749550" y="3854450"/>
          <p14:tracePt t="24671" x="2755900" y="3854450"/>
          <p14:tracePt t="24688" x="2768600" y="3854450"/>
          <p14:tracePt t="24691" x="2774950" y="3848100"/>
          <p14:tracePt t="24705" x="2781300" y="3829050"/>
          <p14:tracePt t="24721" x="2794000" y="3816350"/>
          <p14:tracePt t="24738" x="2806700" y="3803650"/>
          <p14:tracePt t="24755" x="2819400" y="3790950"/>
          <p14:tracePt t="24772" x="2825750" y="3784600"/>
          <p14:tracePt t="24788" x="2832100" y="3784600"/>
          <p14:tracePt t="24821" x="2838450" y="3778250"/>
          <p14:tracePt t="24838" x="2838450" y="3771900"/>
          <p14:tracePt t="24854" x="2844800" y="3771900"/>
          <p14:tracePt t="24888" x="2851150" y="3765550"/>
          <p14:tracePt t="24904" x="2857500" y="3765550"/>
          <p14:tracePt t="24921" x="2857500" y="3759200"/>
          <p14:tracePt t="24938" x="2863850" y="3759200"/>
          <p14:tracePt t="24955" x="2870200" y="3752850"/>
          <p14:tracePt t="25608" x="2870200" y="3746500"/>
          <p14:tracePt t="25624" x="2870200" y="3740150"/>
          <p14:tracePt t="25638" x="2870200" y="3733800"/>
          <p14:tracePt t="25655" x="2870200" y="3702050"/>
          <p14:tracePt t="25672" x="2870200" y="3695700"/>
          <p14:tracePt t="25689" x="2870200" y="3676650"/>
          <p14:tracePt t="25692" x="2863850" y="3657600"/>
          <p14:tracePt t="25706" x="2857500" y="3632200"/>
          <p14:tracePt t="25722" x="2844800" y="3613150"/>
          <p14:tracePt t="25738" x="2838450" y="3587750"/>
          <p14:tracePt t="25755" x="2825750" y="3562350"/>
          <p14:tracePt t="25771" x="2813050" y="3543300"/>
          <p14:tracePt t="25788" x="2806700" y="3524250"/>
          <p14:tracePt t="25805" x="2800350" y="3511550"/>
          <p14:tracePt t="25822" x="2794000" y="3511550"/>
          <p14:tracePt t="25838" x="2794000" y="3505200"/>
          <p14:tracePt t="25898" x="2794000" y="3498850"/>
          <p14:tracePt t="25906" x="2787650" y="3492500"/>
          <p14:tracePt t="25922" x="2781300" y="3486150"/>
          <p14:tracePt t="25940" x="2774950" y="3479800"/>
          <p14:tracePt t="25955" x="2768600" y="3467100"/>
          <p14:tracePt t="25972" x="2762250" y="3454400"/>
          <p14:tracePt t="25988" x="2762250" y="3448050"/>
          <p14:tracePt t="26005" x="2755900" y="3441700"/>
          <p14:tracePt t="26021" x="2755900" y="3435350"/>
          <p14:tracePt t="26038" x="2755900" y="3429000"/>
          <p14:tracePt t="26922" x="2755900" y="3435350"/>
          <p14:tracePt t="26930" x="2755900" y="3441700"/>
          <p14:tracePt t="26941" x="2749550" y="3448050"/>
          <p14:tracePt t="26955" x="2736850" y="3486150"/>
          <p14:tracePt t="26973" x="2736850" y="3536950"/>
          <p14:tracePt t="26988" x="2730500" y="3613150"/>
          <p14:tracePt t="27005" x="2730500" y="3689350"/>
          <p14:tracePt t="27021" x="2730500" y="3733800"/>
          <p14:tracePt t="27038" x="2730500" y="3797300"/>
          <p14:tracePt t="27055" x="2730500" y="3822700"/>
          <p14:tracePt t="27071" x="2730500" y="3841750"/>
          <p14:tracePt t="27088" x="2736850" y="3848100"/>
          <p14:tracePt t="27105" x="2736850" y="3860800"/>
          <p14:tracePt t="27122" x="2736850" y="3867150"/>
          <p14:tracePt t="27138" x="2743200" y="3873500"/>
          <p14:tracePt t="27141" x="2749550" y="3873500"/>
          <p14:tracePt t="27155" x="2749550" y="3886200"/>
          <p14:tracePt t="27172" x="2755900" y="3892550"/>
          <p14:tracePt t="27914" x="2762250" y="3892550"/>
          <p14:tracePt t="27970" x="2768600" y="3892550"/>
          <p14:tracePt t="28156" x="2774950" y="3892550"/>
          <p14:tracePt t="28188" x="2781300" y="3892550"/>
          <p14:tracePt t="28236" x="2787650" y="3892550"/>
          <p14:tracePt t="28486" x="2794000" y="3892550"/>
          <p14:tracePt t="28502" x="2794000" y="3886200"/>
          <p14:tracePt t="28511" x="2800350" y="3886200"/>
          <p14:tracePt t="28523" x="2800350" y="3879850"/>
          <p14:tracePt t="28525" x="2806700" y="3879850"/>
          <p14:tracePt t="28555" x="2813050" y="3873500"/>
          <p14:tracePt t="28572" x="2819400" y="3867150"/>
          <p14:tracePt t="28589" x="2825750" y="3860800"/>
          <p14:tracePt t="28605" x="2832100" y="3860800"/>
          <p14:tracePt t="28623" x="2832100" y="3854450"/>
          <p14:tracePt t="28649" x="2838450" y="3854450"/>
          <p14:tracePt t="28672" x="2838450" y="3848100"/>
          <p14:tracePt t="28689" x="2844800" y="3841750"/>
          <p14:tracePt t="28704" x="2844800" y="3835400"/>
          <p14:tracePt t="28722" x="2857500" y="3829050"/>
          <p14:tracePt t="28738" x="2863850" y="3810000"/>
          <p14:tracePt t="28755" x="2870200" y="3797300"/>
          <p14:tracePt t="28771" x="2876550" y="3790950"/>
          <p14:tracePt t="28788" x="2876550" y="3778250"/>
          <p14:tracePt t="28791" x="2882900" y="3778250"/>
          <p14:tracePt t="28816" x="2882900" y="3771900"/>
          <p14:tracePt t="28833" x="2889250" y="3771900"/>
          <p14:tracePt t="28849" x="2889250" y="3765550"/>
          <p14:tracePt t="28858" x="2895600" y="3765550"/>
          <p14:tracePt t="28874" x="2895600" y="3759200"/>
          <p14:tracePt t="28891" x="2895600" y="3752850"/>
          <p14:tracePt t="28905" x="2901950" y="3746500"/>
          <p14:tracePt t="28938" x="2901950" y="3740150"/>
          <p14:tracePt t="28963" x="2908300" y="3733800"/>
          <p14:tracePt t="28986" x="2908300" y="3727450"/>
          <p14:tracePt t="29002" x="2908300" y="3721100"/>
          <p14:tracePt t="29011" x="2914650" y="3721100"/>
          <p14:tracePt t="29276" x="2914650" y="3714750"/>
          <p14:tracePt t="29284" x="2921000" y="3714750"/>
          <p14:tracePt t="29317" x="2921000" y="3708400"/>
          <p14:tracePt t="29340" x="2921000" y="3702050"/>
          <p14:tracePt t="29745" x="2927350" y="3702050"/>
          <p14:tracePt t="29752" x="2927350" y="3708400"/>
          <p14:tracePt t="29761" x="2940050" y="3708400"/>
          <p14:tracePt t="29772" x="2940050" y="3714750"/>
          <p14:tracePt t="29788" x="2984500" y="3727450"/>
          <p14:tracePt t="29792" x="3022600" y="3740150"/>
          <p14:tracePt t="29805" x="3079750" y="3746500"/>
          <p14:tracePt t="29823" x="3225800" y="3752850"/>
          <p14:tracePt t="29825" x="3302000" y="3759200"/>
          <p14:tracePt t="29838" x="3397250" y="3759200"/>
          <p14:tracePt t="29855" x="3632200" y="3759200"/>
          <p14:tracePt t="29871" x="3790950" y="3752850"/>
          <p14:tracePt t="29888" x="3898900" y="3733800"/>
          <p14:tracePt t="29910" x="3956050" y="3721100"/>
          <p14:tracePt t="29914" x="3981450" y="3714750"/>
          <p14:tracePt t="29923" x="4013200" y="3702050"/>
          <p14:tracePt t="29938" x="4044950" y="3695700"/>
          <p14:tracePt t="29955" x="4064000" y="3689350"/>
          <p14:tracePt t="29971" x="4070350" y="3689350"/>
          <p14:tracePt t="30066" x="4070350" y="3695700"/>
          <p14:tracePt t="30083" x="4070350" y="3702050"/>
          <p14:tracePt t="30170" x="4076700" y="3702050"/>
          <p14:tracePt t="30195" x="4095750" y="3714750"/>
          <p14:tracePt t="30204" x="4108450" y="3714750"/>
          <p14:tracePt t="30222" x="4159250" y="3746500"/>
          <p14:tracePt t="30240" x="4222750" y="3765550"/>
          <p14:tracePt t="30244" x="4267200" y="3778250"/>
          <p14:tracePt t="30256" x="4292600" y="3790950"/>
          <p14:tracePt t="30273" x="4419600" y="3816350"/>
          <p14:tracePt t="30277" x="4464050" y="3829050"/>
          <p14:tracePt t="30288" x="4514850" y="3835400"/>
          <p14:tracePt t="30305" x="4679950" y="3854450"/>
          <p14:tracePt t="30308" x="4737100" y="3854450"/>
          <p14:tracePt t="30322" x="4851400" y="3854450"/>
          <p14:tracePt t="30338" x="4978400" y="3854450"/>
          <p14:tracePt t="30342" x="5035550" y="3841750"/>
          <p14:tracePt t="30355" x="5111750" y="3816350"/>
          <p14:tracePt t="30372" x="5156200" y="3790950"/>
          <p14:tracePt t="30388" x="5168900" y="3784600"/>
          <p14:tracePt t="30590" x="5168900" y="3778250"/>
          <p14:tracePt t="30703" x="5168900" y="3771900"/>
          <p14:tracePt t="30718" x="5168900" y="3765550"/>
          <p14:tracePt t="30729" x="5168900" y="3752850"/>
          <p14:tracePt t="30739" x="5168900" y="3740150"/>
          <p14:tracePt t="30755" x="5168900" y="3714750"/>
          <p14:tracePt t="30772" x="5168900" y="3689350"/>
          <p14:tracePt t="30776" x="5168900" y="3676650"/>
          <p14:tracePt t="30788" x="5168900" y="3663950"/>
          <p14:tracePt t="30805" x="5168900" y="3651250"/>
          <p14:tracePt t="30810" x="5168900" y="3638550"/>
          <p14:tracePt t="30824" x="5168900" y="3632200"/>
          <p14:tracePt t="30840" x="5168900" y="3625850"/>
          <p14:tracePt t="31018" x="5168900" y="3638550"/>
          <p14:tracePt t="31026" x="5168900" y="3651250"/>
          <p14:tracePt t="31034" x="5168900" y="3663950"/>
          <p14:tracePt t="31042" x="5168900" y="3676650"/>
          <p14:tracePt t="31055" x="5168900" y="3689350"/>
          <p14:tracePt t="31072" x="5181600" y="3733800"/>
          <p14:tracePt t="31075" x="5181600" y="3752850"/>
          <p14:tracePt t="31088" x="5194300" y="3765550"/>
          <p14:tracePt t="31105" x="5238750" y="3790950"/>
          <p14:tracePt t="31122" x="5283200" y="3810000"/>
          <p14:tracePt t="31139" x="5410200" y="3822700"/>
          <p14:tracePt t="31155" x="5562600" y="3822700"/>
          <p14:tracePt t="31172" x="5683250" y="3829050"/>
          <p14:tracePt t="31188" x="5867400" y="3829050"/>
          <p14:tracePt t="31205" x="6038850" y="3822700"/>
          <p14:tracePt t="31210" x="6064250" y="3822700"/>
          <p14:tracePt t="31221" x="6159500" y="3803650"/>
          <p14:tracePt t="31238" x="6223000" y="3790950"/>
          <p14:tracePt t="31242" x="6248400" y="3784600"/>
          <p14:tracePt t="31255" x="6267450" y="3771900"/>
          <p14:tracePt t="31272" x="6292850" y="3759200"/>
          <p14:tracePt t="31275" x="6299200" y="3752850"/>
          <p14:tracePt t="31288" x="6305550" y="3752850"/>
          <p14:tracePt t="31305" x="6318250" y="3740150"/>
          <p14:tracePt t="31308" x="6324600" y="3733800"/>
          <p14:tracePt t="31322" x="6337300" y="3727450"/>
          <p14:tracePt t="31338" x="6350000" y="3714750"/>
          <p14:tracePt t="31356" x="6356350" y="3708400"/>
          <p14:tracePt t="31372" x="6362700" y="3695700"/>
          <p14:tracePt t="31388" x="6375400" y="3689350"/>
          <p14:tracePt t="31405" x="6381750" y="3676650"/>
          <p14:tracePt t="31422" x="6388100" y="3670300"/>
          <p14:tracePt t="31438" x="6388100" y="3663950"/>
          <p14:tracePt t="31455" x="6394450" y="3663950"/>
          <p14:tracePt t="31922" x="6394450" y="3670300"/>
          <p14:tracePt t="31928" x="6388100" y="3676650"/>
          <p14:tracePt t="31938" x="6388100" y="3683000"/>
          <p14:tracePt t="31955" x="6375400" y="3702050"/>
          <p14:tracePt t="31972" x="6356350" y="3740150"/>
          <p14:tracePt t="31988" x="6330950" y="3790950"/>
          <p14:tracePt t="31993" x="6318250" y="3810000"/>
          <p14:tracePt t="32005" x="6292850" y="3854450"/>
          <p14:tracePt t="32021" x="6248400" y="3924300"/>
          <p14:tracePt t="32024" x="6223000" y="3962400"/>
          <p14:tracePt t="32038" x="6210300" y="3981450"/>
          <p14:tracePt t="32055" x="6134100" y="4070350"/>
          <p14:tracePt t="32072" x="6121400" y="4083050"/>
          <p14:tracePt t="32088" x="6083300" y="4114800"/>
          <p14:tracePt t="32091" x="6076950" y="4127500"/>
          <p14:tracePt t="32106" x="6032500" y="4159250"/>
          <p14:tracePt t="32122" x="6007100" y="4178300"/>
          <p14:tracePt t="32138" x="5962650" y="4203700"/>
          <p14:tracePt t="32155" x="5905500" y="4241800"/>
          <p14:tracePt t="32172" x="5854700" y="4267200"/>
          <p14:tracePt t="32188" x="5778500" y="4298950"/>
          <p14:tracePt t="32205" x="5734050" y="4318000"/>
          <p14:tracePt t="32222" x="5702300" y="4324350"/>
          <p14:tracePt t="32238" x="5689600" y="4330700"/>
          <p14:tracePt t="32255" x="5683250" y="4330700"/>
          <p14:tracePt t="32348" x="5676900" y="4330700"/>
          <p14:tracePt t="32372" x="5664200" y="4330700"/>
          <p14:tracePt t="32404" x="5657850" y="4330700"/>
          <p14:tracePt t="32444" x="5651500" y="4330700"/>
          <p14:tracePt t="32461" x="5645150" y="4330700"/>
          <p14:tracePt t="32492" x="5638800" y="4330700"/>
          <p14:tracePt t="32524" x="5632450" y="4330700"/>
          <p14:tracePt t="32617" x="5632450" y="4324350"/>
          <p14:tracePt t="32654" x="5626100" y="4324350"/>
          <p14:tracePt t="33242" x="5619750" y="4318000"/>
          <p14:tracePt t="33281" x="5619750" y="4311650"/>
          <p14:tracePt t="33620" x="5613400" y="4311650"/>
          <p14:tracePt t="33638" x="5607050" y="4311650"/>
          <p14:tracePt t="33645" x="5600700" y="4305300"/>
          <p14:tracePt t="33656" x="5588000" y="4305300"/>
          <p14:tracePt t="33672" x="5556250" y="4305300"/>
          <p14:tracePt t="33688" x="5530850" y="4305300"/>
          <p14:tracePt t="33705" x="5486400" y="4305300"/>
          <p14:tracePt t="33722" x="5448300" y="4305300"/>
          <p14:tracePt t="33738" x="5403850" y="4305300"/>
          <p14:tracePt t="33743" x="5378450" y="4305300"/>
          <p14:tracePt t="33755" x="5353050" y="4305300"/>
          <p14:tracePt t="33772" x="5308600" y="4305300"/>
          <p14:tracePt t="33774" x="5289550" y="4305300"/>
          <p14:tracePt t="33789" x="5251450" y="4305300"/>
          <p14:tracePt t="33822" x="5111750" y="4298950"/>
          <p14:tracePt t="33838" x="5086350" y="4286250"/>
          <p14:tracePt t="33855" x="5060950" y="4260850"/>
          <p14:tracePt t="33872" x="5035550" y="4210050"/>
          <p14:tracePt t="33888" x="5010150" y="4108450"/>
          <p14:tracePt t="33894" x="4997450" y="4051300"/>
          <p14:tracePt t="33905" x="4991100" y="4006850"/>
          <p14:tracePt t="33921" x="4965700" y="3892550"/>
          <p14:tracePt t="33938" x="4965700" y="3835400"/>
          <p14:tracePt t="33955" x="4953000" y="3784600"/>
          <p14:tracePt t="33972" x="4946650" y="3759200"/>
          <p14:tracePt t="33976" x="4946650" y="3746500"/>
          <p14:tracePt t="33992" x="4940300" y="3740150"/>
          <p14:tracePt t="34008" x="4933950" y="3733800"/>
          <p14:tracePt t="34023" x="4933950" y="3727450"/>
          <p14:tracePt t="34038" x="4933950" y="3721100"/>
          <p14:tracePt t="34040" x="4933950" y="3714750"/>
          <p14:tracePt t="34055" x="4921250" y="3695700"/>
          <p14:tracePt t="34071" x="4914900" y="3663950"/>
          <p14:tracePt t="34088" x="4902200" y="3638550"/>
          <p14:tracePt t="34105" x="4895850" y="3600450"/>
          <p14:tracePt t="34121" x="4883150" y="3575050"/>
          <p14:tracePt t="34138" x="4876800" y="3549650"/>
          <p14:tracePt t="34155" x="4870450" y="3530600"/>
          <p14:tracePt t="34171" x="4864100" y="3524250"/>
          <p14:tracePt t="34188" x="4864100" y="3511550"/>
          <p14:tracePt t="34371" x="4864100" y="3517900"/>
          <p14:tracePt t="34386" x="4864100" y="3524250"/>
          <p14:tracePt t="34402" x="4857750" y="3530600"/>
          <p14:tracePt t="34411" x="4857750" y="3536950"/>
          <p14:tracePt t="34422" x="4857750" y="3543300"/>
          <p14:tracePt t="34455" x="4857750" y="3549650"/>
          <p14:tracePt t="34488" x="4857750" y="3556000"/>
          <p14:tracePt t="34505" x="4857750" y="3568700"/>
          <p14:tracePt t="34522" x="4857750" y="3575050"/>
          <p14:tracePt t="34538" x="4876800" y="3575050"/>
          <p14:tracePt t="34542" x="4889500" y="3581400"/>
          <p14:tracePt t="34555" x="4908550" y="3581400"/>
          <p14:tracePt t="34571" x="4946650" y="3581400"/>
          <p14:tracePt t="34588" x="5010150" y="3549650"/>
          <p14:tracePt t="34605" x="5054600" y="3511550"/>
          <p14:tracePt t="34622" x="5111750" y="3435350"/>
          <p14:tracePt t="34638" x="5143500" y="3378200"/>
          <p14:tracePt t="34655" x="5162550" y="3289300"/>
          <p14:tracePt t="34672" x="5162550" y="3225800"/>
          <p14:tracePt t="34676" x="5162550" y="3175000"/>
          <p14:tracePt t="34688" x="5162550" y="3149600"/>
          <p14:tracePt t="34705" x="5149850" y="3073400"/>
          <p14:tracePt t="34708" x="5137150" y="3009900"/>
          <p14:tracePt t="34722" x="5130800" y="2990850"/>
          <p14:tracePt t="34739" x="5111750" y="2914650"/>
          <p14:tracePt t="34743" x="5099050" y="2857500"/>
          <p14:tracePt t="34755" x="5092700" y="2844800"/>
          <p14:tracePt t="34772" x="5073650" y="2774950"/>
          <p14:tracePt t="34774" x="5060950" y="2736850"/>
          <p14:tracePt t="34788" x="5060950" y="2717800"/>
          <p14:tracePt t="34805" x="5041900" y="2660650"/>
          <p14:tracePt t="34822" x="5016500" y="2622550"/>
          <p14:tracePt t="34838" x="5003800" y="2597150"/>
          <p14:tracePt t="34855" x="4997450" y="2584450"/>
          <p14:tracePt t="34872" x="4984750" y="2571750"/>
          <p14:tracePt t="34888" x="4978400" y="2565400"/>
          <p14:tracePt t="34905" x="4965700" y="2552700"/>
          <p14:tracePt t="34921" x="4959350" y="2546350"/>
          <p14:tracePt t="34938" x="4946650" y="2540000"/>
          <p14:tracePt t="34942" x="4940300" y="2540000"/>
          <p14:tracePt t="34957" x="4933950" y="2540000"/>
          <p14:tracePt t="34988" x="4921250" y="2540000"/>
          <p14:tracePt t="35005" x="4908550" y="2540000"/>
          <p14:tracePt t="35009" x="4902200" y="2540000"/>
          <p14:tracePt t="35022" x="4895850" y="2540000"/>
          <p14:tracePt t="35038" x="4876800" y="2546350"/>
          <p14:tracePt t="35042" x="4851400" y="2552700"/>
          <p14:tracePt t="35056" x="4826000" y="2578100"/>
          <p14:tracePt t="35072" x="4813300" y="2597150"/>
          <p14:tracePt t="35089" x="4787900" y="2616200"/>
          <p14:tracePt t="35105" x="4768850" y="2647950"/>
          <p14:tracePt t="35124" x="4756150" y="2673350"/>
          <p14:tracePt t="35138" x="4737100" y="2705100"/>
          <p14:tracePt t="35156" x="4711700" y="2755900"/>
          <p14:tracePt t="35172" x="4699000" y="2781300"/>
          <p14:tracePt t="35190" x="4692650" y="2813050"/>
          <p14:tracePt t="35193" x="4686300" y="2819400"/>
          <p14:tracePt t="35205" x="4679950" y="2825750"/>
          <p14:tracePt t="35223" x="4673600" y="2844800"/>
          <p14:tracePt t="35226" x="4667250" y="2844800"/>
          <p14:tracePt t="35238" x="4667250" y="2857500"/>
          <p14:tracePt t="35256" x="4660900" y="2863850"/>
          <p14:tracePt t="35259" x="4654550" y="2870200"/>
          <p14:tracePt t="35272" x="4648200" y="2876550"/>
          <p14:tracePt t="35288" x="4648200" y="2889250"/>
          <p14:tracePt t="35291" x="4641850" y="2895600"/>
          <p14:tracePt t="35306" x="4641850" y="2908300"/>
          <p14:tracePt t="35322" x="4641850" y="2914650"/>
          <p14:tracePt t="35338" x="4635500" y="2927350"/>
          <p14:tracePt t="35355" x="4635500" y="2940050"/>
          <p14:tracePt t="35371" x="4635500" y="2946400"/>
          <p14:tracePt t="35388" x="4635500" y="2952750"/>
          <p14:tracePt t="35540" x="4635500" y="2946400"/>
          <p14:tracePt t="35556" x="4635500" y="2940050"/>
          <p14:tracePt t="35572" x="4635500" y="2933700"/>
          <p14:tracePt t="35589" x="4641850" y="2921000"/>
          <p14:tracePt t="35605" x="4641850" y="2914650"/>
          <p14:tracePt t="35622" x="4648200" y="2908300"/>
          <p14:tracePt t="35639" x="4648200" y="2901950"/>
          <p14:tracePt t="35655" x="4654550" y="2895600"/>
          <p14:tracePt t="35686" x="4654550" y="2889250"/>
          <p14:tracePt t="35710" x="4660900" y="2882900"/>
          <p14:tracePt t="35732" x="4660900" y="2876550"/>
          <p14:tracePt t="35910" x="4667250" y="2876550"/>
          <p14:tracePt t="35934" x="4673600" y="2876550"/>
          <p14:tracePt t="35942" x="4679950" y="2876550"/>
          <p14:tracePt t="35967" x="4686300" y="2882900"/>
          <p14:tracePt t="35974" x="4705350" y="2895600"/>
          <p14:tracePt t="35988" x="4718050" y="2901950"/>
          <p14:tracePt t="36006" x="4806950" y="2978150"/>
          <p14:tracePt t="36022" x="4864100" y="3016250"/>
          <p14:tracePt t="36039" x="4927600" y="3073400"/>
          <p14:tracePt t="36055" x="4978400" y="3130550"/>
          <p14:tracePt t="36072" x="5022850" y="3194050"/>
          <p14:tracePt t="36088" x="5067300" y="3289300"/>
          <p14:tracePt t="36105" x="5092700" y="3416300"/>
          <p14:tracePt t="36122" x="5111750" y="3556000"/>
          <p14:tracePt t="36138" x="5130800" y="3689350"/>
          <p14:tracePt t="36155" x="5137150" y="3816350"/>
          <p14:tracePt t="36171" x="5137150" y="3911600"/>
          <p14:tracePt t="36188" x="5137150" y="3956050"/>
          <p14:tracePt t="36205" x="5130800" y="4032250"/>
          <p14:tracePt t="36222" x="5111750" y="4102100"/>
          <p14:tracePt t="36224" x="5099050" y="4159250"/>
          <p14:tracePt t="36238" x="5086350" y="4235450"/>
          <p14:tracePt t="36255" x="5022850" y="4438650"/>
          <p14:tracePt t="36272" x="4984750" y="4565650"/>
          <p14:tracePt t="36289" x="4959350" y="4667250"/>
          <p14:tracePt t="36305" x="4933950" y="4743450"/>
          <p14:tracePt t="36322" x="4927600" y="4775200"/>
          <p14:tracePt t="36338" x="4921250" y="4781550"/>
          <p14:tracePt t="36355" x="4921250" y="4787900"/>
          <p14:tracePt t="36426" x="4914900" y="4787900"/>
          <p14:tracePt t="36445" x="4908550" y="4781550"/>
          <p14:tracePt t="36459" x="4908550" y="4775200"/>
          <p14:tracePt t="36472" x="4902200" y="4775200"/>
          <p14:tracePt t="36490" x="4895850" y="4768850"/>
          <p14:tracePt t="36507" x="4895850" y="4762500"/>
          <p14:tracePt t="36578" x="4895850" y="4756150"/>
          <p14:tracePt t="36597" x="4889500" y="4756150"/>
          <p14:tracePt t="36636" x="4883150" y="4749800"/>
          <p14:tracePt t="36668" x="4883150" y="4743450"/>
          <p14:tracePt t="36678" x="4883150" y="4737100"/>
          <p14:tracePt t="36693" x="4876800" y="4737100"/>
          <p14:tracePt t="36717" x="4876800" y="4730750"/>
          <p14:tracePt t="36756" x="4870450" y="4724400"/>
          <p14:tracePt t="36805" x="4870450" y="4718050"/>
          <p14:tracePt t="36812" x="4864100" y="4718050"/>
          <p14:tracePt t="36836" x="4864100" y="4711700"/>
          <p14:tracePt t="36861" x="4857750" y="4711700"/>
          <p14:tracePt t="36918" x="4857750" y="4705350"/>
          <p14:tracePt t="37128" x="4857750" y="4699000"/>
          <p14:tracePt t="38070" x="4857750" y="4692650"/>
          <p14:tracePt t="38089" x="4857750" y="4679950"/>
          <p14:tracePt t="38106" x="4857750" y="4635500"/>
          <p14:tracePt t="38122" x="4857750" y="4578350"/>
          <p14:tracePt t="38138" x="4864100" y="4489450"/>
          <p14:tracePt t="38142" x="4870450" y="4445000"/>
          <p14:tracePt t="38155" x="4870450" y="4413250"/>
          <p14:tracePt t="38172" x="4876800" y="4343400"/>
          <p14:tracePt t="38175" x="4883150" y="4305300"/>
          <p14:tracePt t="38188" x="4889500" y="4273550"/>
          <p14:tracePt t="38205" x="4889500" y="4222750"/>
          <p14:tracePt t="38209" x="4889500" y="4210050"/>
          <p14:tracePt t="38222" x="4895850" y="4191000"/>
          <p14:tracePt t="38239" x="4902200" y="4152900"/>
          <p14:tracePt t="38242" x="4902200" y="4133850"/>
          <p14:tracePt t="38255" x="4908550" y="4102100"/>
          <p14:tracePt t="38272" x="4921250" y="4038600"/>
          <p14:tracePt t="38289" x="4921250" y="3981450"/>
          <p14:tracePt t="38305" x="4940300" y="3917950"/>
          <p14:tracePt t="38322" x="4946650" y="3867150"/>
          <p14:tracePt t="38339" x="4959350" y="3829050"/>
          <p14:tracePt t="38355" x="4959350" y="3790950"/>
          <p14:tracePt t="38372" x="4965700" y="3778250"/>
          <p14:tracePt t="38376" x="4972050" y="3765550"/>
          <p14:tracePt t="38405" x="4972050" y="3746500"/>
          <p14:tracePt t="38408" x="4978400" y="3746500"/>
          <p14:tracePt t="38424" x="4978400" y="3740150"/>
          <p14:tracePt t="38438" x="4978400" y="3733800"/>
          <p14:tracePt t="38458" x="4997450" y="3721100"/>
          <p14:tracePt t="38472" x="5016500" y="3702050"/>
          <p14:tracePt t="38490" x="5048250" y="3689350"/>
          <p14:tracePt t="38505" x="5099050" y="3657600"/>
          <p14:tracePt t="38523" x="5187950" y="3632200"/>
          <p14:tracePt t="38539" x="5302250" y="3619500"/>
          <p14:tracePt t="38556" x="5505450" y="3619500"/>
          <p14:tracePt t="38572" x="5664200" y="3619500"/>
          <p14:tracePt t="38589" x="5835650" y="3619500"/>
          <p14:tracePt t="38605" x="5962650" y="3619500"/>
          <p14:tracePt t="38622" x="6032500" y="3619500"/>
          <p14:tracePt t="38627" x="6064250" y="3619500"/>
          <p14:tracePt t="38638" x="6083300" y="3619500"/>
          <p14:tracePt t="38655" x="6096000" y="3613150"/>
          <p14:tracePt t="38659" x="6102350" y="3606800"/>
          <p14:tracePt t="38682" x="6108700" y="3606800"/>
          <p14:tracePt t="38708" x="6121400" y="3600450"/>
          <p14:tracePt t="38724" x="6134100" y="3594100"/>
          <p14:tracePt t="38732" x="6146800" y="3587750"/>
          <p14:tracePt t="38741" x="6159500" y="3581400"/>
          <p14:tracePt t="38755" x="6191250" y="3562350"/>
          <p14:tracePt t="38772" x="6242050" y="3549650"/>
          <p14:tracePt t="38789" x="6280150" y="3530600"/>
          <p14:tracePt t="38805" x="6337300" y="3505200"/>
          <p14:tracePt t="38822" x="6375400" y="3492500"/>
          <p14:tracePt t="38839" x="6388100" y="3486150"/>
          <p14:tracePt t="38855" x="6388100" y="3479800"/>
          <p14:tracePt t="39111" x="6388100" y="3486150"/>
          <p14:tracePt t="39119" x="6381750" y="3492500"/>
          <p14:tracePt t="39134" x="6375400" y="3498850"/>
          <p14:tracePt t="39142" x="6362700" y="3511550"/>
          <p14:tracePt t="39155" x="6356350" y="3517900"/>
          <p14:tracePt t="39172" x="6337300" y="3543300"/>
          <p14:tracePt t="39175" x="6299200" y="3581400"/>
          <p14:tracePt t="39188" x="6286500" y="3594100"/>
          <p14:tracePt t="39192" x="6261100" y="3613150"/>
          <p14:tracePt t="39206" x="6178550" y="3702050"/>
          <p14:tracePt t="39222" x="6057900" y="3810000"/>
          <p14:tracePt t="39239" x="5937250" y="3905250"/>
          <p14:tracePt t="39255" x="5765800" y="4019550"/>
          <p14:tracePt t="39272" x="5543550" y="4140200"/>
          <p14:tracePt t="39289" x="5251450" y="4267200"/>
          <p14:tracePt t="39305" x="4813300" y="4451350"/>
          <p14:tracePt t="39322" x="4432300" y="4565650"/>
          <p14:tracePt t="39339" x="4000500" y="4679950"/>
          <p14:tracePt t="39355" x="3409950" y="4787900"/>
          <p14:tracePt t="39372" x="2978150" y="4851400"/>
          <p14:tracePt t="39389" x="2400300" y="4908550"/>
          <p14:tracePt t="39392" x="2203450" y="4921250"/>
          <p14:tracePt t="39405" x="1860550" y="4921250"/>
          <p14:tracePt t="39422" x="1511300" y="4914900"/>
          <p14:tracePt t="39425" x="1365250" y="4908550"/>
          <p14:tracePt t="39438" x="1219200" y="4889500"/>
          <p14:tracePt t="39456" x="895350" y="4813300"/>
          <p14:tracePt t="39472" x="787400" y="4787900"/>
          <p14:tracePt t="39489" x="666750" y="4749800"/>
          <p14:tracePt t="39505" x="596900" y="4718050"/>
          <p14:tracePt t="39522" x="552450" y="4699000"/>
          <p14:tracePt t="39539" x="508000" y="4660900"/>
          <p14:tracePt t="39555" x="482600" y="4635500"/>
          <p14:tracePt t="39572" x="438150" y="4572000"/>
          <p14:tracePt t="39589" x="406400" y="4527550"/>
          <p14:tracePt t="39605" x="361950" y="4445000"/>
          <p14:tracePt t="39622" x="330200" y="4400550"/>
          <p14:tracePt t="39626" x="311150" y="4368800"/>
          <p14:tracePt t="39639" x="298450" y="4356100"/>
          <p14:tracePt t="39655" x="279400" y="4318000"/>
          <p14:tracePt t="39658" x="266700" y="4292600"/>
          <p14:tracePt t="39672" x="266700" y="4279900"/>
          <p14:tracePt t="39689" x="266700" y="4241800"/>
          <p14:tracePt t="39692" x="266700" y="4203700"/>
          <p14:tracePt t="39706" x="273050" y="4152900"/>
          <p14:tracePt t="39722" x="298450" y="4102100"/>
          <p14:tracePt t="39738" x="342900" y="4038600"/>
          <p14:tracePt t="39755" x="381000" y="3994150"/>
          <p14:tracePt t="39772" x="450850" y="3911600"/>
          <p14:tracePt t="39788" x="508000" y="3860800"/>
          <p14:tracePt t="39805" x="565150" y="3803650"/>
          <p14:tracePt t="39822" x="603250" y="3771900"/>
          <p14:tracePt t="39838" x="673100" y="3727450"/>
          <p14:tracePt t="39855" x="723900" y="3702050"/>
          <p14:tracePt t="39872" x="762000" y="3689350"/>
          <p14:tracePt t="39889" x="806450" y="3683000"/>
          <p14:tracePt t="39893" x="838200" y="3676650"/>
          <p14:tracePt t="39905" x="882650" y="3670300"/>
          <p14:tracePt t="39922" x="946150" y="3670300"/>
          <p14:tracePt t="39926" x="965200" y="3670300"/>
          <p14:tracePt t="39938" x="1016000" y="3670300"/>
          <p14:tracePt t="39956" x="1117600" y="3670300"/>
          <p14:tracePt t="39972" x="1206500" y="3670300"/>
          <p14:tracePt t="39988" x="1289050" y="3670300"/>
          <p14:tracePt t="40005" x="1358900" y="3663950"/>
          <p14:tracePt t="40022" x="1422400" y="3644900"/>
          <p14:tracePt t="40038" x="1454150" y="3632200"/>
          <p14:tracePt t="40055" x="1498600" y="3613150"/>
          <p14:tracePt t="40074" x="1524000" y="3594100"/>
          <p14:tracePt t="40078" x="1530350" y="3594100"/>
          <p14:tracePt t="40089" x="1530350" y="3587750"/>
          <p14:tracePt t="40107" x="1536700" y="3587750"/>
          <p14:tracePt t="40706" x="1536700" y="3594100"/>
          <p14:tracePt t="40722" x="1530350" y="3594100"/>
          <p14:tracePt t="40739" x="1530350" y="3606800"/>
          <p14:tracePt t="40826" x="1530350" y="3613150"/>
          <p14:tracePt t="40867" x="1530350" y="3619500"/>
          <p14:tracePt t="40892" x="1524000" y="3619500"/>
          <p14:tracePt t="40900" x="1524000" y="3625850"/>
          <p14:tracePt t="40908" x="1524000" y="3632200"/>
          <p14:tracePt t="40925" x="1524000" y="3638550"/>
          <p14:tracePt t="40940" x="1524000" y="3644900"/>
          <p14:tracePt t="40956" x="1524000" y="3663950"/>
          <p14:tracePt t="40972" x="1524000" y="3676650"/>
          <p14:tracePt t="40988" x="1524000" y="3689350"/>
          <p14:tracePt t="41005" x="1524000" y="3695700"/>
          <p14:tracePt t="41022" x="1524000" y="3708400"/>
          <p14:tracePt t="41132" x="1524000" y="3702050"/>
          <p14:tracePt t="41151" x="1530350" y="3695700"/>
          <p14:tracePt t="41159" x="1536700" y="3683000"/>
          <p14:tracePt t="41168" x="1543050" y="3683000"/>
          <p14:tracePt t="41190" x="1555750" y="3657600"/>
          <p14:tracePt t="41206" x="1555750" y="3651250"/>
          <p14:tracePt t="41222" x="1562100" y="3638550"/>
          <p14:tracePt t="41239" x="1562100" y="3632200"/>
          <p14:tracePt t="41255" x="1568450" y="3619500"/>
          <p14:tracePt t="41272" x="1568450" y="3613150"/>
          <p14:tracePt t="41288" x="1568450" y="3600450"/>
          <p14:tracePt t="41305" x="1568450" y="3587750"/>
          <p14:tracePt t="41322" x="1568450" y="3581400"/>
          <p14:tracePt t="41339" x="1568450" y="3568700"/>
          <p14:tracePt t="41361" x="1568450" y="3562350"/>
          <p14:tracePt t="41389" x="1568450" y="3549650"/>
          <p14:tracePt t="41406" x="1568450" y="3543300"/>
          <p14:tracePt t="41424" x="1568450" y="3536950"/>
          <p14:tracePt t="41441" x="1568450" y="3530600"/>
          <p14:tracePt t="41456" x="1568450" y="3524250"/>
          <p14:tracePt t="41472" x="1568450" y="3517900"/>
          <p14:tracePt t="41489" x="1568450" y="3511550"/>
          <p14:tracePt t="41505" x="1568450" y="3498850"/>
          <p14:tracePt t="41536" x="1568450" y="3492500"/>
          <p14:tracePt t="41600" x="1568450" y="3486150"/>
          <p14:tracePt t="41632" x="1568450" y="3479800"/>
          <p14:tracePt t="41649" x="1568450" y="3473450"/>
          <p14:tracePt t="41658" x="1562100" y="3467100"/>
          <p14:tracePt t="41674" x="1555750" y="3460750"/>
          <p14:tracePt t="41692" x="1555750" y="3454400"/>
          <p14:tracePt t="41705" x="1555750" y="3448050"/>
          <p14:tracePt t="41724" x="1549400" y="3448050"/>
          <p14:tracePt t="41738" x="1549400" y="3441700"/>
          <p14:tracePt t="41772" x="1543050" y="3435350"/>
          <p14:tracePt t="41791" x="1543050" y="3422650"/>
          <p14:tracePt t="41805" x="1543050" y="3416300"/>
          <p14:tracePt t="41823" x="1530350" y="3403600"/>
          <p14:tracePt t="41827" x="1530350" y="3397250"/>
          <p14:tracePt t="41843" x="1524000" y="3390900"/>
          <p14:tracePt t="41855" x="1524000" y="3384550"/>
          <p14:tracePt t="41873" x="1524000" y="3378200"/>
          <p14:tracePt t="41888" x="1517650" y="3378200"/>
          <p14:tracePt t="41891" x="1517650" y="3371850"/>
          <p14:tracePt t="41915" x="1511300" y="3371850"/>
          <p14:tracePt t="42044" x="1504950" y="3371850"/>
          <p14:tracePt t="42062" x="1498600" y="3371850"/>
          <p14:tracePt t="42077" x="1498600" y="3365500"/>
          <p14:tracePt t="42093" x="1492250" y="3365500"/>
          <p14:tracePt t="42124" x="1485900" y="3365500"/>
          <p14:tracePt t="42133" x="1479550" y="3365500"/>
          <p14:tracePt t="42149" x="1473200" y="3365500"/>
          <p14:tracePt t="42157" x="1466850" y="3365500"/>
          <p14:tracePt t="42172" x="1460500" y="3365500"/>
          <p14:tracePt t="42189" x="1447800" y="3365500"/>
          <p14:tracePt t="42205" x="1441450" y="3365500"/>
          <p14:tracePt t="42222" x="1435100" y="3365500"/>
          <p14:tracePt t="42239" x="1428750" y="3365500"/>
          <p14:tracePt t="42255" x="1416050" y="3371850"/>
          <p14:tracePt t="42272" x="1409700" y="3378200"/>
          <p14:tracePt t="42289" x="1397000" y="3384550"/>
          <p14:tracePt t="42305" x="1390650" y="3390900"/>
          <p14:tracePt t="42322" x="1384300" y="3390900"/>
          <p14:tracePt t="42339" x="1371600" y="3397250"/>
          <p14:tracePt t="42355" x="1365250" y="3409950"/>
          <p14:tracePt t="42359" x="1365250" y="3416300"/>
          <p14:tracePt t="42372" x="1358900" y="3422650"/>
          <p14:tracePt t="42389" x="1352550" y="3441700"/>
          <p14:tracePt t="42392" x="1346200" y="3448050"/>
          <p14:tracePt t="42405" x="1339850" y="3467100"/>
          <p14:tracePt t="42422" x="1333500" y="3486150"/>
          <p14:tracePt t="42439" x="1333500" y="3498850"/>
          <p14:tracePt t="42455" x="1333500" y="3517900"/>
          <p14:tracePt t="42472" x="1333500" y="3530600"/>
          <p14:tracePt t="42489" x="1333500" y="3543300"/>
          <p14:tracePt t="42505" x="1333500" y="3562350"/>
          <p14:tracePt t="42522" x="1333500" y="3568700"/>
          <p14:tracePt t="42538" x="1339850" y="3594100"/>
          <p14:tracePt t="42555" x="1346200" y="3625850"/>
          <p14:tracePt t="42572" x="1365250" y="3657600"/>
          <p14:tracePt t="42589" x="1377950" y="3708400"/>
          <p14:tracePt t="42593" x="1390650" y="3721100"/>
          <p14:tracePt t="42605" x="1390650" y="3733800"/>
          <p14:tracePt t="42622" x="1397000" y="3740150"/>
          <p14:tracePt t="42625" x="1403350" y="3746500"/>
          <p14:tracePt t="42639" x="1403350" y="3752850"/>
          <p14:tracePt t="42655" x="1409700" y="3759200"/>
          <p14:tracePt t="42672" x="1416050" y="3759200"/>
          <p14:tracePt t="42705" x="1422400" y="3765550"/>
          <p14:tracePt t="42722" x="1428750" y="3765550"/>
          <p14:tracePt t="42739" x="1435100" y="3771900"/>
          <p14:tracePt t="42755" x="1447800" y="3778250"/>
          <p14:tracePt t="42772" x="1466850" y="3778250"/>
          <p14:tracePt t="42788" x="1473200" y="3778250"/>
          <p14:tracePt t="42805" x="1485900" y="3778250"/>
          <p14:tracePt t="42822" x="1492250" y="3778250"/>
          <p14:tracePt t="42838" x="1498600" y="3778250"/>
          <p14:tracePt t="42872" x="1511300" y="3778250"/>
          <p14:tracePt t="42889" x="1511300" y="3771900"/>
          <p14:tracePt t="42892" x="1517650" y="3765550"/>
          <p14:tracePt t="42906" x="1524000" y="3759200"/>
          <p14:tracePt t="42922" x="1530350" y="3733800"/>
          <p14:tracePt t="42939" x="1536700" y="3714750"/>
          <p14:tracePt t="42955" x="1536700" y="3695700"/>
          <p14:tracePt t="42972" x="1536700" y="3683000"/>
          <p14:tracePt t="42989" x="1536700" y="3663950"/>
          <p14:tracePt t="43005" x="1536700" y="3651250"/>
          <p14:tracePt t="43022" x="1536700" y="3638550"/>
          <p14:tracePt t="43039" x="1536700" y="3619500"/>
          <p14:tracePt t="43055" x="1536700" y="3600450"/>
          <p14:tracePt t="43072" x="1524000" y="3575050"/>
          <p14:tracePt t="43089" x="1517650" y="3562350"/>
          <p14:tracePt t="43093" x="1517650" y="3549650"/>
          <p14:tracePt t="43111" x="1517650" y="3543300"/>
          <p14:tracePt t="43221" x="1511300" y="3543300"/>
          <p14:tracePt t="43238" x="1511300" y="3549650"/>
          <p14:tracePt t="43255" x="1511300" y="3562350"/>
          <p14:tracePt t="43272" x="1504950" y="3575050"/>
          <p14:tracePt t="43289" x="1504950" y="3587750"/>
          <p14:tracePt t="43305" x="1504950" y="3606800"/>
          <p14:tracePt t="43322" x="1504950" y="3619500"/>
          <p14:tracePt t="43326" x="1498600" y="3625850"/>
          <p14:tracePt t="43355" x="1498600" y="3644900"/>
          <p14:tracePt t="43360" x="1498600" y="3651250"/>
          <p14:tracePt t="43372" x="1498600" y="3657600"/>
          <p14:tracePt t="43375" x="1498600" y="3670300"/>
          <p14:tracePt t="43388" x="1498600" y="3676650"/>
          <p14:tracePt t="43407" x="1498600" y="3702050"/>
          <p14:tracePt t="43423" x="1498600" y="3708400"/>
          <p14:tracePt t="43441" x="1498600" y="3721100"/>
          <p14:tracePt t="43462" x="1498600" y="3727450"/>
          <p14:tracePt t="43576" x="1504950" y="3727450"/>
          <p14:tracePt t="43648" x="1504950" y="3721100"/>
          <p14:tracePt t="43665" x="1504950" y="3714750"/>
          <p14:tracePt t="43674" x="1504950" y="3708400"/>
          <p14:tracePt t="43688" x="1504950" y="3702050"/>
          <p14:tracePt t="43705" x="1504950" y="3695700"/>
          <p14:tracePt t="43722" x="1504950" y="3689350"/>
          <p14:tracePt t="43738" x="1504950" y="3683000"/>
          <p14:tracePt t="43755" x="1504950" y="3676650"/>
          <p14:tracePt t="44116" x="1511300" y="3676650"/>
          <p14:tracePt t="44125" x="1517650" y="3676650"/>
          <p14:tracePt t="44135" x="1530350" y="3676650"/>
          <p14:tracePt t="44140" x="1536700" y="3676650"/>
          <p14:tracePt t="44155" x="1549400" y="3676650"/>
          <p14:tracePt t="44172" x="1568450" y="3670300"/>
          <p14:tracePt t="44188" x="1574800" y="3670300"/>
          <p14:tracePt t="44205" x="1587500" y="3670300"/>
          <p14:tracePt t="44221" x="1593850" y="3670300"/>
          <p14:tracePt t="44238" x="1600200" y="3670300"/>
          <p14:tracePt t="44255" x="1612900" y="3670300"/>
          <p14:tracePt t="44272" x="1638300" y="3670300"/>
          <p14:tracePt t="44289" x="1651000" y="3670300"/>
          <p14:tracePt t="44305" x="1670050" y="3670300"/>
          <p14:tracePt t="44309" x="1682750" y="3663950"/>
          <p14:tracePt t="44322" x="1701800" y="3663950"/>
          <p14:tracePt t="44339" x="1720850" y="3663950"/>
          <p14:tracePt t="44342" x="1733550" y="3663950"/>
          <p14:tracePt t="44355" x="1746250" y="3663950"/>
          <p14:tracePt t="44358" x="1758950" y="3663950"/>
          <p14:tracePt t="44372" x="1765300" y="3663950"/>
          <p14:tracePt t="44375" x="1778000" y="3663950"/>
          <p14:tracePt t="44389" x="1784350" y="3663950"/>
          <p14:tracePt t="44406" x="1803400" y="3663950"/>
          <p14:tracePt t="44423" x="1816100" y="3663950"/>
          <p14:tracePt t="44439" x="1822450" y="3663950"/>
          <p14:tracePt t="44455" x="1835150" y="3663950"/>
          <p14:tracePt t="44472" x="1847850" y="3663950"/>
          <p14:tracePt t="44489" x="1860550" y="3663950"/>
          <p14:tracePt t="44505" x="1873250" y="3663950"/>
          <p14:tracePt t="44522" x="1885950" y="3663950"/>
          <p14:tracePt t="44539" x="1892300" y="3663950"/>
          <p14:tracePt t="44542" x="1905000" y="3663950"/>
          <p14:tracePt t="44555" x="1911350" y="3663950"/>
          <p14:tracePt t="44572" x="1924050" y="3663950"/>
          <p14:tracePt t="44574" x="1930400" y="3663950"/>
          <p14:tracePt t="44588" x="1949450" y="3663950"/>
          <p14:tracePt t="44605" x="1962150" y="3663950"/>
          <p14:tracePt t="44608" x="1981200" y="3663950"/>
          <p14:tracePt t="44622" x="1987550" y="3663950"/>
          <p14:tracePt t="44639" x="2000250" y="3663950"/>
          <p14:tracePt t="44642" x="2012950" y="3663950"/>
          <p14:tracePt t="44656" x="2025650" y="3663950"/>
          <p14:tracePt t="44672" x="2038350" y="3663950"/>
          <p14:tracePt t="44689" x="2051050" y="3663950"/>
          <p14:tracePt t="44706" x="2057400" y="3663950"/>
          <p14:tracePt t="44722" x="2070100" y="3663950"/>
          <p14:tracePt t="44738" x="2076450" y="3663950"/>
          <p14:tracePt t="44755" x="2095500" y="3663950"/>
          <p14:tracePt t="44772" x="2108200" y="3663950"/>
          <p14:tracePt t="44789" x="2114550" y="3663950"/>
          <p14:tracePt t="44805" x="2133600" y="3663950"/>
          <p14:tracePt t="44810" x="2139950" y="3663950"/>
          <p14:tracePt t="44822" x="2146300" y="3663950"/>
          <p14:tracePt t="44839" x="2159000" y="3663950"/>
          <p14:tracePt t="44842" x="2171700" y="3663950"/>
          <p14:tracePt t="44858" x="2178050" y="3663950"/>
          <p14:tracePt t="44872" x="2184400" y="3657600"/>
          <p14:tracePt t="44889" x="2197100" y="3657600"/>
          <p14:tracePt t="44905" x="2203450" y="3657600"/>
          <p14:tracePt t="44922" x="2216150" y="3657600"/>
          <p14:tracePt t="44938" x="2228850" y="3657600"/>
          <p14:tracePt t="44958" x="2247900" y="3651250"/>
          <p14:tracePt t="44972" x="2254250" y="3651250"/>
          <p14:tracePt t="44989" x="2266950" y="3651250"/>
          <p14:tracePt t="45005" x="2286000" y="3651250"/>
          <p14:tracePt t="45024" x="2292350" y="3644900"/>
          <p14:tracePt t="45028" x="2298700" y="3644900"/>
          <p14:tracePt t="45038" x="2305050" y="3644900"/>
          <p14:tracePt t="45056" x="2311400" y="3644900"/>
          <p14:tracePt t="45060" x="2317750" y="3644900"/>
          <p14:tracePt t="45083" x="2324100" y="3644900"/>
          <p14:tracePt t="45099" x="2330450" y="3644900"/>
          <p14:tracePt t="45141" x="2336800" y="3644900"/>
          <p14:tracePt t="45181" x="2336800" y="3638550"/>
          <p14:tracePt t="45913" x="2336800" y="3644900"/>
          <p14:tracePt t="45930" x="2336800" y="3651250"/>
          <p14:tracePt t="45937" x="2336800" y="3657600"/>
          <p14:tracePt t="45952" x="2336800" y="3663950"/>
          <p14:tracePt t="45963" x="2336800" y="3670300"/>
          <p14:tracePt t="45972" x="2336800" y="3676650"/>
          <p14:tracePt t="45989" x="2317750" y="3708400"/>
          <p14:tracePt t="46006" x="2311400" y="3733800"/>
          <p14:tracePt t="46022" x="2286000" y="3790950"/>
          <p14:tracePt t="46027" x="2286000" y="3803650"/>
          <p14:tracePt t="46038" x="2279650" y="3822700"/>
          <p14:tracePt t="46055" x="2260600" y="3860800"/>
          <p14:tracePt t="46059" x="2260600" y="3867150"/>
          <p14:tracePt t="46072" x="2260600" y="3873500"/>
          <p14:tracePt t="46089" x="2254250" y="3886200"/>
          <p14:tracePt t="47268" x="2260600" y="3886200"/>
          <p14:tracePt t="47341" x="2266950" y="3886200"/>
          <p14:tracePt t="47412" x="2273300" y="3886200"/>
          <p14:tracePt t="47436" x="2273300" y="3879850"/>
          <p14:tracePt t="47461" x="2279650" y="3879850"/>
          <p14:tracePt t="47500" x="2279650" y="3873500"/>
          <p14:tracePt t="47549" x="2286000" y="3873500"/>
          <p14:tracePt t="47598" x="2286000" y="3867150"/>
          <p14:tracePt t="47615" x="2292350" y="3867150"/>
          <p14:tracePt t="47782" x="2298700" y="3867150"/>
          <p14:tracePt t="47856" x="2305050" y="3867150"/>
          <p14:tracePt t="53038" x="2298700" y="3867150"/>
          <p14:tracePt t="53046" x="2292350" y="3867150"/>
          <p14:tracePt t="53055" x="2273300" y="3867150"/>
          <p14:tracePt t="53073" x="2247900" y="3873500"/>
          <p14:tracePt t="53089" x="2235200" y="3873500"/>
          <p14:tracePt t="53105" x="2228850" y="3873500"/>
          <p14:tracePt t="53143" x="2222500" y="3873500"/>
          <p14:tracePt t="53175" x="2216150" y="3860800"/>
          <p14:tracePt t="53193" x="2203450" y="3854450"/>
          <p14:tracePt t="53208" x="2197100" y="3848100"/>
          <p14:tracePt t="53222" x="2190750" y="3841750"/>
          <p14:tracePt t="53241" x="2178050" y="3829050"/>
          <p14:tracePt t="53255" x="2165350" y="3822700"/>
          <p14:tracePt t="53273" x="2159000" y="3816350"/>
          <p14:tracePt t="53289" x="2152650" y="3816350"/>
          <p14:tracePt t="53361" x="2152650" y="3810000"/>
          <p14:tracePt t="53376" x="2152650" y="3803650"/>
          <p14:tracePt t="53393" x="2152650" y="3797300"/>
          <p14:tracePt t="53400" x="2152650" y="3790950"/>
          <p14:tracePt t="53416" x="2152650" y="3778250"/>
          <p14:tracePt t="53432" x="2152650" y="3771900"/>
          <p14:tracePt t="53448" x="2152650" y="3765550"/>
          <p14:tracePt t="53466" x="2152650" y="3759200"/>
          <p14:tracePt t="53482" x="2152650" y="3752850"/>
          <p14:tracePt t="53546" x="2146300" y="3752850"/>
          <p14:tracePt t="53578" x="2146300" y="3746500"/>
          <p14:tracePt t="53595" x="2139950" y="3746500"/>
          <p14:tracePt t="53643" x="2139950" y="3740150"/>
          <p14:tracePt t="53682" x="2133600" y="3740150"/>
          <p14:tracePt t="53699" x="2133600" y="3733800"/>
          <p14:tracePt t="53722" x="2133600" y="3727450"/>
          <p14:tracePt t="53749" x="2127250" y="3727450"/>
          <p14:tracePt t="53773" x="2127250" y="3721100"/>
          <p14:tracePt t="53780" x="2120900" y="3721100"/>
          <p14:tracePt t="53844" x="2120900" y="3714750"/>
          <p14:tracePt t="54118" x="2127250" y="3714750"/>
          <p14:tracePt t="54134" x="2127250" y="3708400"/>
          <p14:tracePt t="54142" x="2133600" y="3708400"/>
          <p14:tracePt t="54155" x="2133600" y="3702050"/>
          <p14:tracePt t="54173" x="2146300" y="3695700"/>
          <p14:tracePt t="54176" x="2152650" y="3695700"/>
          <p14:tracePt t="54191" x="2152650" y="3683000"/>
          <p14:tracePt t="54206" x="2165350" y="3670300"/>
          <p14:tracePt t="54222" x="2178050" y="3657600"/>
          <p14:tracePt t="54239" x="2178050" y="3644900"/>
          <p14:tracePt t="54255" x="2184400" y="3625850"/>
          <p14:tracePt t="54272" x="2190750" y="3606800"/>
          <p14:tracePt t="54289" x="2190750" y="3594100"/>
          <p14:tracePt t="54305" x="2197100" y="3575050"/>
          <p14:tracePt t="54322" x="2197100" y="3562350"/>
          <p14:tracePt t="54338" x="2203450" y="3556000"/>
          <p14:tracePt t="54355" x="2203450" y="3536950"/>
          <p14:tracePt t="54372" x="2203450" y="3530600"/>
          <p14:tracePt t="54388" x="2203450" y="3517900"/>
          <p14:tracePt t="54405" x="2203450" y="3511550"/>
          <p14:tracePt t="54422" x="2203450" y="3505200"/>
          <p14:tracePt t="54456" x="2203450" y="3492500"/>
          <p14:tracePt t="54472" x="2203450" y="3486150"/>
          <p14:tracePt t="54489" x="2203450" y="3473450"/>
          <p14:tracePt t="54505" x="2203450" y="3467100"/>
          <p14:tracePt t="54522" x="2203450" y="3460750"/>
          <p14:tracePt t="54539" x="2203450" y="3454400"/>
          <p14:tracePt t="54555" x="2203450" y="3448050"/>
          <p14:tracePt t="54588" x="2197100" y="3429000"/>
          <p14:tracePt t="54605" x="2197100" y="3409950"/>
          <p14:tracePt t="54622" x="2197100" y="3403600"/>
          <p14:tracePt t="54639" x="2197100" y="3390900"/>
          <p14:tracePt t="54656" x="2197100" y="3384550"/>
          <p14:tracePt t="54672" x="2197100" y="3378200"/>
          <p14:tracePt t="54675" x="2197100" y="3371850"/>
          <p14:tracePt t="54715" x="2197100" y="3365500"/>
          <p14:tracePt t="54860" x="2190750" y="3365500"/>
          <p14:tracePt t="54868" x="2184400" y="3365500"/>
          <p14:tracePt t="54877" x="2178050" y="3359150"/>
          <p14:tracePt t="54894" x="2165350" y="3359150"/>
          <p14:tracePt t="54905" x="2165350" y="3352800"/>
          <p14:tracePt t="54925" x="2146300" y="3346450"/>
          <p14:tracePt t="54941" x="2139950" y="3346450"/>
          <p14:tracePt t="54957" x="2133600" y="3346450"/>
          <p14:tracePt t="54972" x="2120900" y="3346450"/>
          <p14:tracePt t="54989" x="2108200" y="3346450"/>
          <p14:tracePt t="55005" x="2089150" y="3340100"/>
          <p14:tracePt t="55022" x="2082800" y="3340100"/>
          <p14:tracePt t="55038" x="2070100" y="3340100"/>
          <p14:tracePt t="55055" x="2063750" y="3340100"/>
          <p14:tracePt t="55072" x="2057400" y="3340100"/>
          <p14:tracePt t="55088" x="2044700" y="3340100"/>
          <p14:tracePt t="55105" x="2038350" y="3340100"/>
          <p14:tracePt t="55122" x="2032000" y="3340100"/>
          <p14:tracePt t="55138" x="2025650" y="3340100"/>
          <p14:tracePt t="55155" x="2019300" y="3340100"/>
          <p14:tracePt t="55172" x="2000250" y="3352800"/>
          <p14:tracePt t="55188" x="1993900" y="3359150"/>
          <p14:tracePt t="55191" x="1993900" y="3365500"/>
          <p14:tracePt t="55206" x="1981200" y="3390900"/>
          <p14:tracePt t="55222" x="1981200" y="3397250"/>
          <p14:tracePt t="55239" x="1974850" y="3409950"/>
          <p14:tracePt t="55255" x="1974850" y="3435350"/>
          <p14:tracePt t="55272" x="1974850" y="3448050"/>
          <p14:tracePt t="55289" x="1974850" y="3467100"/>
          <p14:tracePt t="55305" x="1974850" y="3486150"/>
          <p14:tracePt t="55322" x="1981200" y="3530600"/>
          <p14:tracePt t="55339" x="1987550" y="3549650"/>
          <p14:tracePt t="55355" x="2000250" y="3575050"/>
          <p14:tracePt t="55372" x="2012950" y="3606800"/>
          <p14:tracePt t="55389" x="2025650" y="3632200"/>
          <p14:tracePt t="55405" x="2038350" y="3651250"/>
          <p14:tracePt t="55422" x="2044700" y="3663950"/>
          <p14:tracePt t="55424" x="2051050" y="3670300"/>
          <p14:tracePt t="55448" x="2057400" y="3676650"/>
          <p14:tracePt t="55464" x="2063750" y="3676650"/>
          <p14:tracePt t="55472" x="2063750" y="3683000"/>
          <p14:tracePt t="55489" x="2076450" y="3689350"/>
          <p14:tracePt t="55505" x="2095500" y="3695700"/>
          <p14:tracePt t="55522" x="2114550" y="3702050"/>
          <p14:tracePt t="55539" x="2139950" y="3708400"/>
          <p14:tracePt t="55556" x="2159000" y="3714750"/>
          <p14:tracePt t="55572" x="2171700" y="3714750"/>
          <p14:tracePt t="55589" x="2184400" y="3714750"/>
          <p14:tracePt t="55605" x="2190750" y="3714750"/>
          <p14:tracePt t="55639" x="2197100" y="3714750"/>
          <p14:tracePt t="55706" x="2203450" y="3714750"/>
          <p14:tracePt t="55723" x="2203450" y="3708400"/>
          <p14:tracePt t="55754" x="2203450" y="3702050"/>
          <p14:tracePt t="55762" x="2203450" y="3695700"/>
          <p14:tracePt t="55772" x="2209800" y="3695700"/>
          <p14:tracePt t="55789" x="2209800" y="3689350"/>
          <p14:tracePt t="55818" x="2209800" y="3683000"/>
          <p14:tracePt t="57334" x="2203450" y="3695700"/>
          <p14:tracePt t="57343" x="2184400" y="3702050"/>
          <p14:tracePt t="57350" x="2171700" y="3714750"/>
          <p14:tracePt t="57359" x="2152650" y="3721100"/>
          <p14:tracePt t="57372" x="2139950" y="3733800"/>
          <p14:tracePt t="57374" x="2133600" y="3733800"/>
          <p14:tracePt t="57389" x="2114550" y="3746500"/>
          <p14:tracePt t="57406" x="2076450" y="3771900"/>
          <p14:tracePt t="57422" x="2070100" y="3771900"/>
          <p14:tracePt t="57439" x="2063750" y="3771900"/>
          <p14:tracePt t="57466" x="2057400" y="3771900"/>
          <p14:tracePt t="57488" x="2051050" y="3771900"/>
          <p14:tracePt t="57505" x="2038350" y="3771900"/>
          <p14:tracePt t="57522" x="2012950" y="3771900"/>
          <p14:tracePt t="57539" x="1981200" y="3771900"/>
          <p14:tracePt t="57555" x="1968500" y="3759200"/>
          <p14:tracePt t="57572" x="1962150" y="3759200"/>
          <p14:tracePt t="57589" x="1955800" y="3752850"/>
          <p14:tracePt t="57625" x="1955800" y="3746500"/>
          <p14:tracePt t="57649" x="1955800" y="3740150"/>
          <p14:tracePt t="57656" x="1955800" y="3733800"/>
          <p14:tracePt t="57672" x="1955800" y="3727450"/>
          <p14:tracePt t="57689" x="1955800" y="3721100"/>
          <p14:tracePt t="57706" x="1955800" y="3708400"/>
          <p14:tracePt t="57722" x="1949450" y="3695700"/>
          <p14:tracePt t="57739" x="1949450" y="3676650"/>
          <p14:tracePt t="57755" x="1949450" y="3670300"/>
          <p14:tracePt t="57772" x="1949450" y="3663950"/>
          <p14:tracePt t="58930" x="1955800" y="3676650"/>
          <p14:tracePt t="58939" x="1962150" y="3676650"/>
          <p14:tracePt t="58956" x="1987550" y="3689350"/>
          <p14:tracePt t="58972" x="2044700" y="3708400"/>
          <p14:tracePt t="58990" x="2089150" y="3714750"/>
          <p14:tracePt t="59006" x="2146300" y="3727450"/>
          <p14:tracePt t="59022" x="2197100" y="3727450"/>
          <p14:tracePt t="59039" x="2235200" y="3733800"/>
          <p14:tracePt t="59055" x="2254250" y="3733800"/>
          <p14:tracePt t="59072" x="2260600" y="3733800"/>
          <p14:tracePt t="59181" x="2266950" y="3733800"/>
          <p14:tracePt t="59197" x="2273300" y="3733800"/>
          <p14:tracePt t="59214" x="2286000" y="3721100"/>
          <p14:tracePt t="59222" x="2298700" y="3721100"/>
          <p14:tracePt t="59239" x="2311400" y="3708400"/>
          <p14:tracePt t="59256" x="2317750" y="3702050"/>
          <p14:tracePt t="59272" x="2324100" y="3702050"/>
          <p14:tracePt t="59288" x="2330450" y="3702050"/>
          <p14:tracePt t="59305" x="2336800" y="3695700"/>
          <p14:tracePt t="59322" x="2343150" y="3695700"/>
          <p14:tracePt t="59339" x="2349500" y="3695700"/>
          <p14:tracePt t="59355" x="2355850" y="3689350"/>
          <p14:tracePt t="59358" x="2362200" y="3689350"/>
          <p14:tracePt t="59389" x="2368550" y="3689350"/>
          <p14:tracePt t="59390" x="2374900" y="3689350"/>
          <p14:tracePt t="59406" x="2393950" y="3683000"/>
          <p14:tracePt t="59422" x="2406650" y="3683000"/>
          <p14:tracePt t="59439" x="2413000" y="3670300"/>
          <p14:tracePt t="59456" x="2419350" y="3670300"/>
          <p14:tracePt t="59489" x="2425700" y="3663950"/>
          <p14:tracePt t="59649" x="2419350" y="3663950"/>
          <p14:tracePt t="59657" x="2406650" y="3663950"/>
          <p14:tracePt t="59665" x="2400300" y="3670300"/>
          <p14:tracePt t="59675" x="2387600" y="3676650"/>
          <p14:tracePt t="59689" x="2349500" y="3683000"/>
          <p14:tracePt t="59705" x="2330450" y="3689350"/>
          <p14:tracePt t="59722" x="2317750" y="3695700"/>
          <p14:tracePt t="59740" x="2311400" y="3695700"/>
          <p14:tracePt t="59931" x="2317750" y="3695700"/>
          <p14:tracePt t="59940" x="2330450" y="3689350"/>
          <p14:tracePt t="59956" x="2343150" y="3683000"/>
          <p14:tracePt t="59972" x="2362200" y="3676650"/>
          <p14:tracePt t="59990" x="2362200" y="3670300"/>
          <p14:tracePt t="60005" x="2368550" y="3670300"/>
          <p14:tracePt t="60244" x="2362200" y="3670300"/>
          <p14:tracePt t="60430" x="2368550" y="3670300"/>
          <p14:tracePt t="60439" x="2374900" y="3670300"/>
          <p14:tracePt t="60559" x="2368550" y="3670300"/>
          <p14:tracePt t="60566" x="2355850" y="3670300"/>
          <p14:tracePt t="60574" x="2336800" y="3670300"/>
          <p14:tracePt t="60589" x="2311400" y="3670300"/>
          <p14:tracePt t="60606" x="2216150" y="3676650"/>
          <p14:tracePt t="60622" x="2165350" y="3683000"/>
          <p14:tracePt t="60639" x="2152650" y="3683000"/>
          <p14:tracePt t="60745" x="2159000" y="3683000"/>
          <p14:tracePt t="60753" x="2178050" y="3683000"/>
          <p14:tracePt t="60761" x="2190750" y="3683000"/>
          <p14:tracePt t="60772" x="2203450" y="3683000"/>
          <p14:tracePt t="60789" x="2228850" y="3683000"/>
          <p14:tracePt t="60805" x="2241550" y="3683000"/>
          <p14:tracePt t="60808" x="2247900" y="3683000"/>
          <p14:tracePt t="62308" x="2247900" y="3676650"/>
          <p14:tracePt t="63839" x="2241550" y="3676650"/>
          <p14:tracePt t="63847" x="2228850" y="3676650"/>
          <p14:tracePt t="63856" x="2216150" y="3683000"/>
          <p14:tracePt t="63873" x="2184400" y="3695700"/>
          <p14:tracePt t="63889" x="2133600" y="3702050"/>
          <p14:tracePt t="63906" x="2095500" y="3708400"/>
          <p14:tracePt t="63923" x="2057400" y="3714750"/>
          <p14:tracePt t="63939" x="2032000" y="3714750"/>
          <p14:tracePt t="63956" x="2000250" y="3721100"/>
          <p14:tracePt t="63972" x="1974850" y="3727450"/>
          <p14:tracePt t="63989" x="1949450" y="3733800"/>
          <p14:tracePt t="64005" x="1911350" y="3733800"/>
          <p14:tracePt t="64022" x="1873250" y="3733800"/>
          <p14:tracePt t="64039" x="1841500" y="3733800"/>
          <p14:tracePt t="64040" x="1828800" y="3733800"/>
          <p14:tracePt t="64056" x="1809750" y="3733800"/>
          <p14:tracePt t="64072" x="1778000" y="3733800"/>
          <p14:tracePt t="64089" x="1758950" y="3727450"/>
          <p14:tracePt t="64106" x="1739900" y="3727450"/>
          <p14:tracePt t="64122" x="1708150" y="3727450"/>
          <p14:tracePt t="64139" x="1682750" y="3727450"/>
          <p14:tracePt t="64155" x="1657350" y="3727450"/>
          <p14:tracePt t="64172" x="1631950" y="3727450"/>
          <p14:tracePt t="64189" x="1606550" y="3727450"/>
          <p14:tracePt t="64206" x="1587500" y="3727450"/>
          <p14:tracePt t="64222" x="1581150" y="3727450"/>
          <p14:tracePt t="64239" x="1581150" y="3721100"/>
          <p14:tracePt t="64331" x="1581150" y="3714750"/>
          <p14:tracePt t="64347" x="1581150" y="3708400"/>
          <p14:tracePt t="64362" x="1581150" y="3702050"/>
          <p14:tracePt t="64379" x="1587500" y="3695700"/>
          <p14:tracePt t="64396" x="1587500" y="3689350"/>
          <p14:tracePt t="64405" x="1593850" y="3683000"/>
          <p14:tracePt t="64422" x="1600200" y="3676650"/>
          <p14:tracePt t="64439" x="1606550" y="3676650"/>
          <p14:tracePt t="64477" x="1612900" y="3676650"/>
          <p14:tracePt t="64541" x="1619250" y="3676650"/>
          <p14:tracePt t="64565" x="1625600" y="3676650"/>
          <p14:tracePt t="64581" x="1638300" y="3683000"/>
          <p14:tracePt t="64589" x="1644650" y="3689350"/>
          <p14:tracePt t="64606" x="1663700" y="3708400"/>
          <p14:tracePt t="64622" x="1682750" y="3721100"/>
          <p14:tracePt t="64639" x="1714500" y="3733800"/>
          <p14:tracePt t="64655" x="1733550" y="3746500"/>
          <p14:tracePt t="64672" x="1752600" y="3752850"/>
          <p14:tracePt t="64689" x="1771650" y="3752850"/>
          <p14:tracePt t="64706" x="1784350" y="3759200"/>
          <p14:tracePt t="64722" x="1803400" y="3765550"/>
          <p14:tracePt t="64739" x="1822450" y="3765550"/>
          <p14:tracePt t="64757" x="1841500" y="3765550"/>
          <p14:tracePt t="64759" x="1854200" y="3765550"/>
          <p14:tracePt t="64772" x="1866900" y="3765550"/>
          <p14:tracePt t="64791" x="1911350" y="3765550"/>
          <p14:tracePt t="64806" x="1930400" y="3765550"/>
          <p14:tracePt t="64823" x="1955800" y="3759200"/>
          <p14:tracePt t="64839" x="1993900" y="3759200"/>
          <p14:tracePt t="64855" x="2025650" y="3746500"/>
          <p14:tracePt t="64872" x="2076450" y="3740150"/>
          <p14:tracePt t="64889" x="2120900" y="3733800"/>
          <p14:tracePt t="64906" x="2146300" y="3733800"/>
          <p14:tracePt t="64922" x="2184400" y="3727450"/>
          <p14:tracePt t="64939" x="2209800" y="3721100"/>
          <p14:tracePt t="64955" x="2241550" y="3714750"/>
          <p14:tracePt t="64972" x="2254250" y="3714750"/>
          <p14:tracePt t="64989" x="2266950" y="3714750"/>
          <p14:tracePt t="64992" x="2273300" y="3714750"/>
          <p14:tracePt t="65005" x="2279650" y="3714750"/>
          <p14:tracePt t="65022" x="2286000" y="3714750"/>
          <p14:tracePt t="65024" x="2298700" y="3708400"/>
          <p14:tracePt t="65040" x="2305050" y="3708400"/>
          <p14:tracePt t="65055" x="2317750" y="3702050"/>
          <p14:tracePt t="65072" x="2336800" y="3702050"/>
          <p14:tracePt t="65089" x="2355850" y="3702050"/>
          <p14:tracePt t="65105" x="2387600" y="3689350"/>
          <p14:tracePt t="65122" x="2406650" y="3683000"/>
          <p14:tracePt t="65139" x="2425700" y="3683000"/>
          <p14:tracePt t="65155" x="2444750" y="3676650"/>
          <p14:tracePt t="65172" x="2451100" y="3676650"/>
          <p14:tracePt t="65189" x="2451100" y="3670300"/>
          <p14:tracePt t="65206" x="2457450" y="3663950"/>
          <p14:tracePt t="65239" x="2457450" y="3657600"/>
          <p14:tracePt t="65256" x="2463800" y="3651250"/>
          <p14:tracePt t="65258" x="2470150" y="3651250"/>
          <p14:tracePt t="65272" x="2470150" y="3638550"/>
          <p14:tracePt t="65289" x="2470150" y="3632200"/>
          <p14:tracePt t="65291" x="2476500" y="3625850"/>
          <p14:tracePt t="65306" x="2476500" y="3606800"/>
          <p14:tracePt t="65322" x="2482850" y="3600450"/>
          <p14:tracePt t="65339" x="2489200" y="3587750"/>
          <p14:tracePt t="65356" x="2489200" y="3575050"/>
          <p14:tracePt t="65372" x="2489200" y="3562350"/>
          <p14:tracePt t="65389" x="2489200" y="3549650"/>
          <p14:tracePt t="65406" x="2489200" y="3536950"/>
          <p14:tracePt t="65422" x="2489200" y="3530600"/>
          <p14:tracePt t="65439" x="2489200" y="3517900"/>
          <p14:tracePt t="65456" x="2489200" y="3511550"/>
          <p14:tracePt t="65459" x="2489200" y="3505200"/>
          <p14:tracePt t="65472" x="2489200" y="3498850"/>
          <p14:tracePt t="65489" x="2482850" y="3492500"/>
          <p14:tracePt t="65506" x="2476500" y="3486150"/>
          <p14:tracePt t="65522" x="2470150" y="3479800"/>
          <p14:tracePt t="65524" x="2470150" y="3473450"/>
          <p14:tracePt t="65549" x="2470150" y="3467100"/>
          <p14:tracePt t="65557" x="2463800" y="3467100"/>
          <p14:tracePt t="65572" x="2457450" y="3454400"/>
          <p14:tracePt t="65589" x="2451100" y="3448050"/>
          <p14:tracePt t="65605" x="2444750" y="3435350"/>
          <p14:tracePt t="65622" x="2432050" y="3416300"/>
          <p14:tracePt t="65639" x="2400300" y="3371850"/>
          <p14:tracePt t="65655" x="2374900" y="3333750"/>
          <p14:tracePt t="65672" x="2330450" y="3270250"/>
          <p14:tracePt t="65689" x="2273300" y="3194050"/>
          <p14:tracePt t="65705" x="2203450" y="3105150"/>
          <p14:tracePt t="65722" x="2133600" y="3016250"/>
          <p14:tracePt t="65739" x="2095500" y="2978150"/>
          <p14:tracePt t="65756" x="2044700" y="2946400"/>
          <p14:tracePt t="65758" x="2032000" y="2946400"/>
          <p14:tracePt t="65772" x="2019300" y="2946400"/>
          <p14:tracePt t="65789" x="1993900" y="2946400"/>
          <p14:tracePt t="65791" x="1974850" y="2946400"/>
          <p14:tracePt t="65806" x="1955800" y="2946400"/>
          <p14:tracePt t="65822" x="1930400" y="2959100"/>
          <p14:tracePt t="65839" x="1905000" y="2959100"/>
          <p14:tracePt t="65855" x="1885950" y="2959100"/>
          <p14:tracePt t="65872" x="1879600" y="2959100"/>
          <p14:tracePt t="65889" x="1866900" y="2965450"/>
          <p14:tracePt t="65906" x="1854200" y="2965450"/>
          <p14:tracePt t="65922" x="1835150" y="2971800"/>
          <p14:tracePt t="65939" x="1809750" y="2984500"/>
          <p14:tracePt t="65956" x="1778000" y="3003550"/>
          <p14:tracePt t="65959" x="1752600" y="3009900"/>
          <p14:tracePt t="65972" x="1739900" y="3022600"/>
          <p14:tracePt t="65989" x="1714500" y="3041650"/>
          <p14:tracePt t="65993" x="1701800" y="3048000"/>
          <p14:tracePt t="66005" x="1695450" y="3054350"/>
          <p14:tracePt t="66022" x="1682750" y="3079750"/>
          <p14:tracePt t="66025" x="1670050" y="3086100"/>
          <p14:tracePt t="66039" x="1663700" y="3098800"/>
          <p14:tracePt t="66056" x="1651000" y="3124200"/>
          <p14:tracePt t="66072" x="1644650" y="3143250"/>
          <p14:tracePt t="66089" x="1638300" y="3168650"/>
          <p14:tracePt t="66105" x="1638300" y="3181350"/>
          <p14:tracePt t="66122" x="1638300" y="3206750"/>
          <p14:tracePt t="66139" x="1631950" y="3232150"/>
          <p14:tracePt t="66156" x="1625600" y="3257550"/>
          <p14:tracePt t="66172" x="1625600" y="3289300"/>
          <p14:tracePt t="66189" x="1625600" y="3321050"/>
          <p14:tracePt t="66206" x="1619250" y="3352800"/>
          <p14:tracePt t="66222" x="1619250" y="3378200"/>
          <p14:tracePt t="66225" x="1619250" y="3390900"/>
          <p14:tracePt t="66239" x="1612900" y="3403600"/>
          <p14:tracePt t="66256" x="1612900" y="3422650"/>
          <p14:tracePt t="66272" x="1612900" y="3441700"/>
          <p14:tracePt t="66289" x="1619250" y="3460750"/>
          <p14:tracePt t="66291" x="1619250" y="3473450"/>
          <p14:tracePt t="66308" x="1631950" y="3492500"/>
          <p14:tracePt t="66322" x="1644650" y="3505200"/>
          <p14:tracePt t="66339" x="1670050" y="3536950"/>
          <p14:tracePt t="66355" x="1682750" y="3549650"/>
          <p14:tracePt t="66372" x="1720850" y="3575050"/>
          <p14:tracePt t="66389" x="1746250" y="3587750"/>
          <p14:tracePt t="66408" x="1803400" y="3606800"/>
          <p14:tracePt t="66410" x="1816100" y="3613150"/>
          <p14:tracePt t="66422" x="1828800" y="3619500"/>
          <p14:tracePt t="66440" x="1866900" y="3625850"/>
          <p14:tracePt t="66443" x="1905000" y="3638550"/>
          <p14:tracePt t="66456" x="1917700" y="3638550"/>
          <p14:tracePt t="66473" x="1943100" y="3644900"/>
          <p14:tracePt t="66475" x="1962150" y="3651250"/>
          <p14:tracePt t="66489" x="1981200" y="3657600"/>
          <p14:tracePt t="66507" x="2063750" y="3683000"/>
          <p14:tracePt t="66539" x="2133600" y="3702050"/>
          <p14:tracePt t="66541" x="2152650" y="3708400"/>
          <p14:tracePt t="66556" x="2184400" y="3714750"/>
          <p14:tracePt t="66573" x="2216150" y="3721100"/>
          <p14:tracePt t="66589" x="2254250" y="3727450"/>
          <p14:tracePt t="66606" x="2279650" y="3727450"/>
          <p14:tracePt t="66622" x="2298700" y="3727450"/>
          <p14:tracePt t="66639" x="2330450" y="3727450"/>
          <p14:tracePt t="66655" x="2355850" y="3727450"/>
          <p14:tracePt t="66672" x="2374900" y="3721100"/>
          <p14:tracePt t="66689" x="2393950" y="3721100"/>
          <p14:tracePt t="66706" x="2413000" y="3708400"/>
          <p14:tracePt t="66722" x="2425700" y="3702050"/>
          <p14:tracePt t="66739" x="2432050" y="3695700"/>
          <p14:tracePt t="66741" x="2432050" y="3689350"/>
          <p14:tracePt t="66756" x="2444750" y="3676650"/>
          <p14:tracePt t="66772" x="2451100" y="3670300"/>
          <p14:tracePt t="66789" x="2451100" y="3663950"/>
          <p14:tracePt t="66806" x="2457450" y="3651250"/>
          <p14:tracePt t="66831" x="2457450" y="3644900"/>
          <p14:tracePt t="67057" x="2463800" y="3644900"/>
          <p14:tracePt t="67073" x="2463800" y="3657600"/>
          <p14:tracePt t="67089" x="2470150" y="3663950"/>
          <p14:tracePt t="67106" x="2476500" y="3689350"/>
          <p14:tracePt t="67122" x="2489200" y="3721100"/>
          <p14:tracePt t="67140" x="2508250" y="3759200"/>
          <p14:tracePt t="67155" x="2527300" y="3803650"/>
          <p14:tracePt t="67172" x="2559050" y="3867150"/>
          <p14:tracePt t="67189" x="2597150" y="3949700"/>
          <p14:tracePt t="67206" x="2635250" y="4032250"/>
          <p14:tracePt t="67210" x="2654300" y="4083050"/>
          <p14:tracePt t="67222" x="2679700" y="4121150"/>
          <p14:tracePt t="67239" x="2717800" y="4178300"/>
          <p14:tracePt t="67240" x="2730500" y="4197350"/>
          <p14:tracePt t="67256" x="2762250" y="4241800"/>
          <p14:tracePt t="67272" x="2781300" y="4267200"/>
          <p14:tracePt t="67289" x="2794000" y="4286250"/>
          <p14:tracePt t="67305" x="2800350" y="4298950"/>
          <p14:tracePt t="67322" x="2806700" y="4298950"/>
          <p14:tracePt t="67515" x="2806700" y="4305300"/>
          <p14:tracePt t="67595" x="2806700" y="4311650"/>
          <p14:tracePt t="67629" x="2806700" y="4318000"/>
          <p14:tracePt t="67646" x="2806700" y="4324350"/>
          <p14:tracePt t="67677" x="2806700" y="4330700"/>
          <p14:tracePt t="67910" x="2806700" y="4337050"/>
          <p14:tracePt t="67927" x="2800350" y="4337050"/>
          <p14:tracePt t="67943" x="2800350" y="4343400"/>
          <p14:tracePt t="67968" x="2800350" y="4349750"/>
          <p14:tracePt t="68579" x="2806700" y="4349750"/>
          <p14:tracePt t="68634" x="2813050" y="4349750"/>
          <p14:tracePt t="68829" x="2819400" y="4349750"/>
          <p14:tracePt t="70555" x="2819400" y="4343400"/>
          <p14:tracePt t="73771" x="2825750" y="4343400"/>
          <p14:tracePt t="73789" x="2825750" y="4337050"/>
          <p14:tracePt t="73834" x="2825750" y="4330700"/>
          <p14:tracePt t="75764" x="0" y="0"/>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 specifiers</a:t>
            </a:r>
            <a:endParaRPr lang="nl-BE"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9443512"/>
              </p:ext>
            </p:extLst>
          </p:nvPr>
        </p:nvGraphicFramePr>
        <p:xfrm>
          <a:off x="2780809" y="1470649"/>
          <a:ext cx="6581566" cy="5137152"/>
        </p:xfrm>
        <a:graphic>
          <a:graphicData uri="http://schemas.openxmlformats.org/drawingml/2006/table">
            <a:tbl>
              <a:tblPr firstRow="1" bandRow="1">
                <a:tableStyleId>{5C22544A-7EE6-4342-B048-85BDC9FD1C3A}</a:tableStyleId>
              </a:tblPr>
              <a:tblGrid>
                <a:gridCol w="1950217">
                  <a:extLst>
                    <a:ext uri="{9D8B030D-6E8A-4147-A177-3AD203B41FA5}">
                      <a16:colId xmlns:a16="http://schemas.microsoft.com/office/drawing/2014/main" val="3593351982"/>
                    </a:ext>
                  </a:extLst>
                </a:gridCol>
                <a:gridCol w="4631349">
                  <a:extLst>
                    <a:ext uri="{9D8B030D-6E8A-4147-A177-3AD203B41FA5}">
                      <a16:colId xmlns:a16="http://schemas.microsoft.com/office/drawing/2014/main" val="2033404977"/>
                    </a:ext>
                  </a:extLst>
                </a:gridCol>
              </a:tblGrid>
              <a:tr h="211956">
                <a:tc>
                  <a:txBody>
                    <a:bodyPr/>
                    <a:lstStyle/>
                    <a:p>
                      <a:r>
                        <a:rPr lang="nl-BE" sz="1400" dirty="0"/>
                        <a:t>Conversion</a:t>
                      </a:r>
                    </a:p>
                  </a:txBody>
                  <a:tcPr marL="31170" marR="31170" marT="31170" marB="31170" anchor="ctr"/>
                </a:tc>
                <a:tc>
                  <a:txBody>
                    <a:bodyPr/>
                    <a:lstStyle/>
                    <a:p>
                      <a:r>
                        <a:rPr lang="nl-BE" sz="1400"/>
                        <a:t>Meaning</a:t>
                      </a:r>
                    </a:p>
                  </a:txBody>
                  <a:tcPr marL="31170" marR="31170" marT="31170" marB="31170" anchor="ctr"/>
                </a:tc>
                <a:extLst>
                  <a:ext uri="{0D108BD9-81ED-4DB2-BD59-A6C34878D82A}">
                    <a16:rowId xmlns:a16="http://schemas.microsoft.com/office/drawing/2014/main" val="2519373516"/>
                  </a:ext>
                </a:extLst>
              </a:tr>
              <a:tr h="211956">
                <a:tc>
                  <a:txBody>
                    <a:bodyPr/>
                    <a:lstStyle/>
                    <a:p>
                      <a:r>
                        <a:rPr lang="nl-BE" sz="1400"/>
                        <a:t>d</a:t>
                      </a:r>
                    </a:p>
                  </a:txBody>
                  <a:tcPr marL="31170" marR="31170" marT="31170" marB="31170" anchor="ctr"/>
                </a:tc>
                <a:tc>
                  <a:txBody>
                    <a:bodyPr/>
                    <a:lstStyle/>
                    <a:p>
                      <a:r>
                        <a:rPr lang="nl-BE" sz="1400" dirty="0" err="1"/>
                        <a:t>Signed</a:t>
                      </a:r>
                      <a:r>
                        <a:rPr lang="nl-BE" sz="1400" dirty="0"/>
                        <a:t> integer </a:t>
                      </a:r>
                      <a:r>
                        <a:rPr lang="nl-BE" sz="1400" dirty="0" err="1"/>
                        <a:t>decimal</a:t>
                      </a:r>
                      <a:r>
                        <a:rPr lang="nl-BE" sz="1400" dirty="0"/>
                        <a:t>.</a:t>
                      </a:r>
                    </a:p>
                  </a:txBody>
                  <a:tcPr marL="31170" marR="31170" marT="31170" marB="31170" anchor="ctr"/>
                </a:tc>
                <a:extLst>
                  <a:ext uri="{0D108BD9-81ED-4DB2-BD59-A6C34878D82A}">
                    <a16:rowId xmlns:a16="http://schemas.microsoft.com/office/drawing/2014/main" val="3347853376"/>
                  </a:ext>
                </a:extLst>
              </a:tr>
              <a:tr h="211956">
                <a:tc>
                  <a:txBody>
                    <a:bodyPr/>
                    <a:lstStyle/>
                    <a:p>
                      <a:r>
                        <a:rPr lang="nl-BE" sz="1400"/>
                        <a:t>i</a:t>
                      </a:r>
                    </a:p>
                  </a:txBody>
                  <a:tcPr marL="31170" marR="31170" marT="31170" marB="31170" anchor="ctr"/>
                </a:tc>
                <a:tc>
                  <a:txBody>
                    <a:bodyPr/>
                    <a:lstStyle/>
                    <a:p>
                      <a:r>
                        <a:rPr lang="nl-BE" sz="1400"/>
                        <a:t>Signed integer decimal.</a:t>
                      </a:r>
                    </a:p>
                  </a:txBody>
                  <a:tcPr marL="31170" marR="31170" marT="31170" marB="31170" anchor="ctr"/>
                </a:tc>
                <a:extLst>
                  <a:ext uri="{0D108BD9-81ED-4DB2-BD59-A6C34878D82A}">
                    <a16:rowId xmlns:a16="http://schemas.microsoft.com/office/drawing/2014/main" val="4044321432"/>
                  </a:ext>
                </a:extLst>
              </a:tr>
              <a:tr h="211956">
                <a:tc>
                  <a:txBody>
                    <a:bodyPr/>
                    <a:lstStyle/>
                    <a:p>
                      <a:r>
                        <a:rPr lang="nl-BE" sz="1400" dirty="0"/>
                        <a:t>o</a:t>
                      </a:r>
                    </a:p>
                  </a:txBody>
                  <a:tcPr marL="31170" marR="31170" marT="31170" marB="31170" anchor="ctr"/>
                </a:tc>
                <a:tc>
                  <a:txBody>
                    <a:bodyPr/>
                    <a:lstStyle/>
                    <a:p>
                      <a:r>
                        <a:rPr lang="nl-BE" sz="1400" dirty="0" err="1"/>
                        <a:t>Unsigned</a:t>
                      </a:r>
                      <a:r>
                        <a:rPr lang="nl-BE" sz="1400" dirty="0"/>
                        <a:t> </a:t>
                      </a:r>
                      <a:r>
                        <a:rPr lang="nl-BE" sz="1400" dirty="0" err="1"/>
                        <a:t>octal</a:t>
                      </a:r>
                      <a:r>
                        <a:rPr lang="nl-BE" sz="1400" dirty="0"/>
                        <a:t>.</a:t>
                      </a:r>
                    </a:p>
                  </a:txBody>
                  <a:tcPr marL="31170" marR="31170" marT="31170" marB="31170" anchor="ctr"/>
                </a:tc>
                <a:extLst>
                  <a:ext uri="{0D108BD9-81ED-4DB2-BD59-A6C34878D82A}">
                    <a16:rowId xmlns:a16="http://schemas.microsoft.com/office/drawing/2014/main" val="3239855026"/>
                  </a:ext>
                </a:extLst>
              </a:tr>
              <a:tr h="211956">
                <a:tc>
                  <a:txBody>
                    <a:bodyPr/>
                    <a:lstStyle/>
                    <a:p>
                      <a:r>
                        <a:rPr lang="nl-BE" sz="1400" dirty="0"/>
                        <a:t>x</a:t>
                      </a:r>
                    </a:p>
                  </a:txBody>
                  <a:tcPr marL="31170" marR="31170" marT="31170" marB="31170" anchor="ctr"/>
                </a:tc>
                <a:tc>
                  <a:txBody>
                    <a:bodyPr/>
                    <a:lstStyle/>
                    <a:p>
                      <a:r>
                        <a:rPr lang="nl-BE" sz="1400" dirty="0" err="1"/>
                        <a:t>Unsigned</a:t>
                      </a:r>
                      <a:r>
                        <a:rPr lang="nl-BE" sz="1400" dirty="0"/>
                        <a:t> </a:t>
                      </a:r>
                      <a:r>
                        <a:rPr lang="nl-BE" sz="1400" dirty="0" err="1"/>
                        <a:t>hexadecimal</a:t>
                      </a:r>
                      <a:r>
                        <a:rPr lang="nl-BE" sz="1400" dirty="0"/>
                        <a:t> (</a:t>
                      </a:r>
                      <a:r>
                        <a:rPr lang="nl-BE" sz="1400" dirty="0" err="1"/>
                        <a:t>lowercase</a:t>
                      </a:r>
                      <a:r>
                        <a:rPr lang="nl-BE" sz="1400" dirty="0"/>
                        <a:t>).</a:t>
                      </a:r>
                    </a:p>
                  </a:txBody>
                  <a:tcPr marL="31170" marR="31170" marT="31170" marB="31170" anchor="ctr"/>
                </a:tc>
                <a:extLst>
                  <a:ext uri="{0D108BD9-81ED-4DB2-BD59-A6C34878D82A}">
                    <a16:rowId xmlns:a16="http://schemas.microsoft.com/office/drawing/2014/main" val="125343726"/>
                  </a:ext>
                </a:extLst>
              </a:tr>
              <a:tr h="211956">
                <a:tc>
                  <a:txBody>
                    <a:bodyPr/>
                    <a:lstStyle/>
                    <a:p>
                      <a:r>
                        <a:rPr lang="nl-BE" sz="1400"/>
                        <a:t>X</a:t>
                      </a:r>
                    </a:p>
                  </a:txBody>
                  <a:tcPr marL="31170" marR="31170" marT="31170" marB="31170" anchor="ctr"/>
                </a:tc>
                <a:tc>
                  <a:txBody>
                    <a:bodyPr/>
                    <a:lstStyle/>
                    <a:p>
                      <a:r>
                        <a:rPr lang="nl-BE" sz="1400"/>
                        <a:t>Unsigned hexadecimal (uppercase).</a:t>
                      </a:r>
                    </a:p>
                  </a:txBody>
                  <a:tcPr marL="31170" marR="31170" marT="31170" marB="31170" anchor="ctr"/>
                </a:tc>
                <a:extLst>
                  <a:ext uri="{0D108BD9-81ED-4DB2-BD59-A6C34878D82A}">
                    <a16:rowId xmlns:a16="http://schemas.microsoft.com/office/drawing/2014/main" val="289952265"/>
                  </a:ext>
                </a:extLst>
              </a:tr>
              <a:tr h="211956">
                <a:tc>
                  <a:txBody>
                    <a:bodyPr/>
                    <a:lstStyle/>
                    <a:p>
                      <a:r>
                        <a:rPr lang="nl-BE" sz="1400"/>
                        <a:t>e</a:t>
                      </a:r>
                    </a:p>
                  </a:txBody>
                  <a:tcPr marL="31170" marR="31170" marT="31170" marB="31170" anchor="ctr"/>
                </a:tc>
                <a:tc>
                  <a:txBody>
                    <a:bodyPr/>
                    <a:lstStyle/>
                    <a:p>
                      <a:r>
                        <a:rPr lang="en-US" sz="1400" dirty="0"/>
                        <a:t>Floating point exponential format (lowercase).</a:t>
                      </a:r>
                    </a:p>
                  </a:txBody>
                  <a:tcPr marL="31170" marR="31170" marT="31170" marB="31170" anchor="ctr"/>
                </a:tc>
                <a:extLst>
                  <a:ext uri="{0D108BD9-81ED-4DB2-BD59-A6C34878D82A}">
                    <a16:rowId xmlns:a16="http://schemas.microsoft.com/office/drawing/2014/main" val="678275410"/>
                  </a:ext>
                </a:extLst>
              </a:tr>
              <a:tr h="211956">
                <a:tc>
                  <a:txBody>
                    <a:bodyPr/>
                    <a:lstStyle/>
                    <a:p>
                      <a:r>
                        <a:rPr lang="nl-BE" sz="1400"/>
                        <a:t>E</a:t>
                      </a:r>
                    </a:p>
                  </a:txBody>
                  <a:tcPr marL="31170" marR="31170" marT="31170" marB="31170" anchor="ctr"/>
                </a:tc>
                <a:tc>
                  <a:txBody>
                    <a:bodyPr/>
                    <a:lstStyle/>
                    <a:p>
                      <a:r>
                        <a:rPr lang="en-US" sz="1400"/>
                        <a:t>Floating point exponential format (uppercase).</a:t>
                      </a:r>
                    </a:p>
                  </a:txBody>
                  <a:tcPr marL="31170" marR="31170" marT="31170" marB="31170" anchor="ctr"/>
                </a:tc>
                <a:extLst>
                  <a:ext uri="{0D108BD9-81ED-4DB2-BD59-A6C34878D82A}">
                    <a16:rowId xmlns:a16="http://schemas.microsoft.com/office/drawing/2014/main" val="184453085"/>
                  </a:ext>
                </a:extLst>
              </a:tr>
              <a:tr h="211956">
                <a:tc>
                  <a:txBody>
                    <a:bodyPr/>
                    <a:lstStyle/>
                    <a:p>
                      <a:r>
                        <a:rPr lang="nl-BE" sz="1400"/>
                        <a:t>f</a:t>
                      </a:r>
                    </a:p>
                  </a:txBody>
                  <a:tcPr marL="31170" marR="31170" marT="31170" marB="31170" anchor="ctr"/>
                </a:tc>
                <a:tc>
                  <a:txBody>
                    <a:bodyPr/>
                    <a:lstStyle/>
                    <a:p>
                      <a:r>
                        <a:rPr lang="nl-BE" sz="1400"/>
                        <a:t>Floating point decimal format.</a:t>
                      </a:r>
                    </a:p>
                  </a:txBody>
                  <a:tcPr marL="31170" marR="31170" marT="31170" marB="31170" anchor="ctr"/>
                </a:tc>
                <a:extLst>
                  <a:ext uri="{0D108BD9-81ED-4DB2-BD59-A6C34878D82A}">
                    <a16:rowId xmlns:a16="http://schemas.microsoft.com/office/drawing/2014/main" val="1371495944"/>
                  </a:ext>
                </a:extLst>
              </a:tr>
              <a:tr h="211956">
                <a:tc>
                  <a:txBody>
                    <a:bodyPr/>
                    <a:lstStyle/>
                    <a:p>
                      <a:r>
                        <a:rPr lang="nl-BE" sz="1400"/>
                        <a:t>F</a:t>
                      </a:r>
                    </a:p>
                  </a:txBody>
                  <a:tcPr marL="31170" marR="31170" marT="31170" marB="31170" anchor="ctr"/>
                </a:tc>
                <a:tc>
                  <a:txBody>
                    <a:bodyPr/>
                    <a:lstStyle/>
                    <a:p>
                      <a:r>
                        <a:rPr lang="nl-BE" sz="1400"/>
                        <a:t>Floating point decimal format.</a:t>
                      </a:r>
                    </a:p>
                  </a:txBody>
                  <a:tcPr marL="31170" marR="31170" marT="31170" marB="31170" anchor="ctr"/>
                </a:tc>
                <a:extLst>
                  <a:ext uri="{0D108BD9-81ED-4DB2-BD59-A6C34878D82A}">
                    <a16:rowId xmlns:a16="http://schemas.microsoft.com/office/drawing/2014/main" val="3650572022"/>
                  </a:ext>
                </a:extLst>
              </a:tr>
              <a:tr h="361572">
                <a:tc>
                  <a:txBody>
                    <a:bodyPr/>
                    <a:lstStyle/>
                    <a:p>
                      <a:r>
                        <a:rPr lang="nl-BE" sz="1400" dirty="0"/>
                        <a:t>g</a:t>
                      </a:r>
                    </a:p>
                  </a:txBody>
                  <a:tcPr marL="31170" marR="31170" marT="31170" marB="31170" anchor="ctr"/>
                </a:tc>
                <a:tc>
                  <a:txBody>
                    <a:bodyPr/>
                    <a:lstStyle/>
                    <a:p>
                      <a:r>
                        <a:rPr lang="en-US" sz="1400" dirty="0"/>
                        <a:t>Same as "e" if exponent is greater than -4 or less than precision, "f" otherwise.</a:t>
                      </a:r>
                    </a:p>
                  </a:txBody>
                  <a:tcPr marL="31170" marR="31170" marT="31170" marB="31170" anchor="ctr"/>
                </a:tc>
                <a:extLst>
                  <a:ext uri="{0D108BD9-81ED-4DB2-BD59-A6C34878D82A}">
                    <a16:rowId xmlns:a16="http://schemas.microsoft.com/office/drawing/2014/main" val="3622411177"/>
                  </a:ext>
                </a:extLst>
              </a:tr>
              <a:tr h="361572">
                <a:tc>
                  <a:txBody>
                    <a:bodyPr/>
                    <a:lstStyle/>
                    <a:p>
                      <a:r>
                        <a:rPr lang="nl-BE" sz="1400"/>
                        <a:t>G</a:t>
                      </a:r>
                    </a:p>
                  </a:txBody>
                  <a:tcPr marL="31170" marR="31170" marT="31170" marB="31170" anchor="ctr"/>
                </a:tc>
                <a:tc>
                  <a:txBody>
                    <a:bodyPr/>
                    <a:lstStyle/>
                    <a:p>
                      <a:r>
                        <a:rPr lang="en-US" sz="1400"/>
                        <a:t>Same as "E" if exponent is greater than -4 or less than precision, "F" otherwise.</a:t>
                      </a:r>
                    </a:p>
                  </a:txBody>
                  <a:tcPr marL="31170" marR="31170" marT="31170" marB="31170" anchor="ctr"/>
                </a:tc>
                <a:extLst>
                  <a:ext uri="{0D108BD9-81ED-4DB2-BD59-A6C34878D82A}">
                    <a16:rowId xmlns:a16="http://schemas.microsoft.com/office/drawing/2014/main" val="1484207388"/>
                  </a:ext>
                </a:extLst>
              </a:tr>
              <a:tr h="361572">
                <a:tc>
                  <a:txBody>
                    <a:bodyPr/>
                    <a:lstStyle/>
                    <a:p>
                      <a:r>
                        <a:rPr lang="nl-BE" sz="1400"/>
                        <a:t>c</a:t>
                      </a:r>
                    </a:p>
                  </a:txBody>
                  <a:tcPr marL="31170" marR="31170" marT="31170" marB="31170" anchor="ctr"/>
                </a:tc>
                <a:tc>
                  <a:txBody>
                    <a:bodyPr/>
                    <a:lstStyle/>
                    <a:p>
                      <a:r>
                        <a:rPr lang="en-US" sz="1400" dirty="0"/>
                        <a:t>Single character (accepts integer or single character string).</a:t>
                      </a:r>
                    </a:p>
                  </a:txBody>
                  <a:tcPr marL="31170" marR="31170" marT="31170" marB="31170" anchor="ctr"/>
                </a:tc>
                <a:extLst>
                  <a:ext uri="{0D108BD9-81ED-4DB2-BD59-A6C34878D82A}">
                    <a16:rowId xmlns:a16="http://schemas.microsoft.com/office/drawing/2014/main" val="800047995"/>
                  </a:ext>
                </a:extLst>
              </a:tr>
              <a:tr h="211956">
                <a:tc>
                  <a:txBody>
                    <a:bodyPr/>
                    <a:lstStyle/>
                    <a:p>
                      <a:r>
                        <a:rPr lang="nl-BE" sz="1400"/>
                        <a:t>r</a:t>
                      </a:r>
                    </a:p>
                  </a:txBody>
                  <a:tcPr marL="31170" marR="31170" marT="31170" marB="31170" anchor="ctr"/>
                </a:tc>
                <a:tc>
                  <a:txBody>
                    <a:bodyPr/>
                    <a:lstStyle/>
                    <a:p>
                      <a:r>
                        <a:rPr lang="en-US" sz="1400"/>
                        <a:t>String (converts any python object using repr()).</a:t>
                      </a:r>
                    </a:p>
                  </a:txBody>
                  <a:tcPr marL="31170" marR="31170" marT="31170" marB="31170" anchor="ctr"/>
                </a:tc>
                <a:extLst>
                  <a:ext uri="{0D108BD9-81ED-4DB2-BD59-A6C34878D82A}">
                    <a16:rowId xmlns:a16="http://schemas.microsoft.com/office/drawing/2014/main" val="1522578563"/>
                  </a:ext>
                </a:extLst>
              </a:tr>
              <a:tr h="211956">
                <a:tc>
                  <a:txBody>
                    <a:bodyPr/>
                    <a:lstStyle/>
                    <a:p>
                      <a:r>
                        <a:rPr lang="nl-BE" sz="1400"/>
                        <a:t>s</a:t>
                      </a:r>
                    </a:p>
                  </a:txBody>
                  <a:tcPr marL="31170" marR="31170" marT="31170" marB="31170" anchor="ctr"/>
                </a:tc>
                <a:tc>
                  <a:txBody>
                    <a:bodyPr/>
                    <a:lstStyle/>
                    <a:p>
                      <a:r>
                        <a:rPr lang="en-US" sz="1400" dirty="0"/>
                        <a:t>String (converts any python object using str()).</a:t>
                      </a:r>
                    </a:p>
                  </a:txBody>
                  <a:tcPr marL="31170" marR="31170" marT="31170" marB="31170" anchor="ctr"/>
                </a:tc>
                <a:extLst>
                  <a:ext uri="{0D108BD9-81ED-4DB2-BD59-A6C34878D82A}">
                    <a16:rowId xmlns:a16="http://schemas.microsoft.com/office/drawing/2014/main" val="3538103897"/>
                  </a:ext>
                </a:extLst>
              </a:tr>
              <a:tr h="361572">
                <a:tc>
                  <a:txBody>
                    <a:bodyPr/>
                    <a:lstStyle/>
                    <a:p>
                      <a:r>
                        <a:rPr lang="nl-BE" sz="1400"/>
                        <a:t>%</a:t>
                      </a:r>
                    </a:p>
                  </a:txBody>
                  <a:tcPr marL="31170" marR="31170" marT="31170" marB="31170" anchor="ctr"/>
                </a:tc>
                <a:tc>
                  <a:txBody>
                    <a:bodyPr/>
                    <a:lstStyle/>
                    <a:p>
                      <a:r>
                        <a:rPr lang="en-US" sz="1400" dirty="0"/>
                        <a:t>No argument is converted, results in a "%" character in the result.</a:t>
                      </a:r>
                    </a:p>
                  </a:txBody>
                  <a:tcPr marL="31170" marR="31170" marT="31170" marB="31170" anchor="ctr"/>
                </a:tc>
                <a:extLst>
                  <a:ext uri="{0D108BD9-81ED-4DB2-BD59-A6C34878D82A}">
                    <a16:rowId xmlns:a16="http://schemas.microsoft.com/office/drawing/2014/main" val="1110581862"/>
                  </a:ext>
                </a:extLst>
              </a:tr>
            </a:tbl>
          </a:graphicData>
        </a:graphic>
      </p:graphicFrame>
      <p:sp>
        <p:nvSpPr>
          <p:cNvPr id="5" name="TextBox 4"/>
          <p:cNvSpPr txBox="1"/>
          <p:nvPr/>
        </p:nvSpPr>
        <p:spPr>
          <a:xfrm>
            <a:off x="1510748" y="6480313"/>
            <a:ext cx="6218690" cy="369332"/>
          </a:xfrm>
          <a:prstGeom prst="rect">
            <a:avLst/>
          </a:prstGeom>
          <a:noFill/>
        </p:spPr>
        <p:txBody>
          <a:bodyPr wrap="none" rtlCol="0">
            <a:spAutoFit/>
          </a:bodyPr>
          <a:lstStyle/>
          <a:p>
            <a:r>
              <a:rPr lang="nl-BE" dirty="0">
                <a:hlinkClick r:id="rId2"/>
              </a:rPr>
              <a:t>https://www.python-course.eu/python3_formatted_output.php</a:t>
            </a:r>
            <a:r>
              <a:rPr lang="nl-BE" dirty="0"/>
              <a:t> </a:t>
            </a:r>
          </a:p>
        </p:txBody>
      </p:sp>
    </p:spTree>
    <p:extLst>
      <p:ext uri="{BB962C8B-B14F-4D97-AF65-F5344CB8AC3E}">
        <p14:creationId xmlns:p14="http://schemas.microsoft.com/office/powerpoint/2010/main" val="267148462"/>
      </p:ext>
    </p:extLst>
  </p:cSld>
  <p:clrMapOvr>
    <a:masterClrMapping/>
  </p:clrMapOvr>
  <mc:AlternateContent xmlns:mc="http://schemas.openxmlformats.org/markup-compatibility/2006" xmlns:p14="http://schemas.microsoft.com/office/powerpoint/2010/main">
    <mc:Choice Requires="p14">
      <p:transition spd="slow" p14:dur="2000" advTm="47854"/>
    </mc:Choice>
    <mc:Fallback xmlns="">
      <p:transition spd="slow" advTm="4785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 specifiers</a:t>
            </a:r>
            <a:endParaRPr lang="nl-BE" dirty="0"/>
          </a:p>
        </p:txBody>
      </p:sp>
      <p:sp>
        <p:nvSpPr>
          <p:cNvPr id="3" name="Content Placeholder 2"/>
          <p:cNvSpPr>
            <a:spLocks noGrp="1"/>
          </p:cNvSpPr>
          <p:nvPr>
            <p:ph idx="1"/>
          </p:nvPr>
        </p:nvSpPr>
        <p:spPr/>
        <p:txBody>
          <a:bodyPr>
            <a:normAutofit lnSpcReduction="10000"/>
          </a:bodyPr>
          <a:lstStyle/>
          <a:p>
            <a:r>
              <a:rPr lang="en-US" dirty="0"/>
              <a:t>Justification codes</a:t>
            </a:r>
          </a:p>
          <a:p>
            <a:pPr lvl="1"/>
            <a:r>
              <a:rPr lang="nl-BE" dirty="0"/>
              <a:t>&lt; </a:t>
            </a:r>
            <a:r>
              <a:rPr lang="nl-BE" dirty="0" err="1"/>
              <a:t>left</a:t>
            </a:r>
            <a:r>
              <a:rPr lang="nl-BE" dirty="0"/>
              <a:t> </a:t>
            </a:r>
            <a:r>
              <a:rPr lang="nl-BE" dirty="0" err="1"/>
              <a:t>justifies</a:t>
            </a:r>
            <a:endParaRPr lang="nl-BE" dirty="0"/>
          </a:p>
          <a:p>
            <a:pPr lvl="1"/>
            <a:r>
              <a:rPr lang="nl-BE" dirty="0"/>
              <a:t> &gt; right </a:t>
            </a:r>
            <a:r>
              <a:rPr lang="nl-BE" dirty="0" err="1"/>
              <a:t>justifies</a:t>
            </a:r>
            <a:endParaRPr lang="nl-BE" dirty="0"/>
          </a:p>
          <a:p>
            <a:pPr lvl="1"/>
            <a:r>
              <a:rPr lang="nl-BE" dirty="0"/>
              <a:t> ^centers</a:t>
            </a:r>
          </a:p>
          <a:p>
            <a:r>
              <a:rPr lang="en-US" dirty="0"/>
              <a:t>Filling characters</a:t>
            </a:r>
          </a:p>
          <a:p>
            <a:pPr lvl="1"/>
            <a:r>
              <a:rPr lang="en-US" dirty="0"/>
              <a:t>Character after : pads with that character</a:t>
            </a:r>
            <a:endParaRPr lang="nl-BE" dirty="0"/>
          </a:p>
          <a:p>
            <a:pPr marL="457200" lvl="1" indent="0">
              <a:buNone/>
            </a:pPr>
            <a:r>
              <a:rPr lang="en-US" dirty="0">
                <a:latin typeface="Courier New" panose="02070309020205020404" pitchFamily="49" charset="0"/>
                <a:cs typeface="Courier New" panose="02070309020205020404" pitchFamily="49" charset="0"/>
              </a:rPr>
              <a:t>‘{:*^9}'.format(3) </a:t>
            </a:r>
            <a:r>
              <a:rPr lang="en-US" dirty="0"/>
              <a:t>returns '****3****‘</a:t>
            </a:r>
          </a:p>
          <a:p>
            <a:pPr lvl="1"/>
            <a:r>
              <a:rPr lang="en-US" dirty="0"/>
              <a:t>+ before the field width forces a preceding sign</a:t>
            </a:r>
          </a:p>
          <a:p>
            <a:r>
              <a:rPr lang="nl-BE" dirty="0" err="1"/>
              <a:t>Character</a:t>
            </a:r>
            <a:r>
              <a:rPr lang="nl-BE" dirty="0"/>
              <a:t> </a:t>
            </a:r>
            <a:r>
              <a:rPr lang="nl-BE" dirty="0" err="1"/>
              <a:t>functions</a:t>
            </a:r>
            <a:endParaRPr lang="nl-BE" dirty="0"/>
          </a:p>
          <a:p>
            <a:pPr lvl="1"/>
            <a:r>
              <a:rPr lang="nl-BE" dirty="0" err="1">
                <a:latin typeface="Courier New" panose="02070309020205020404" pitchFamily="49" charset="0"/>
                <a:cs typeface="Courier New" panose="02070309020205020404" pitchFamily="49" charset="0"/>
              </a:rPr>
              <a:t>ord</a:t>
            </a:r>
            <a:r>
              <a:rPr lang="nl-BE" dirty="0"/>
              <a:t> - Syntax: </a:t>
            </a:r>
            <a:r>
              <a:rPr lang="nl-BE" dirty="0" err="1"/>
              <a:t>ord</a:t>
            </a:r>
            <a:r>
              <a:rPr lang="nl-BE" dirty="0"/>
              <a:t>(&lt; </a:t>
            </a:r>
            <a:r>
              <a:rPr lang="nl-BE" dirty="0" err="1"/>
              <a:t>char</a:t>
            </a:r>
            <a:r>
              <a:rPr lang="nl-BE" dirty="0"/>
              <a:t> &gt;)</a:t>
            </a:r>
          </a:p>
          <a:p>
            <a:pPr lvl="1"/>
            <a:r>
              <a:rPr lang="nl-BE" dirty="0" err="1">
                <a:latin typeface="Courier New" panose="02070309020205020404" pitchFamily="49" charset="0"/>
                <a:cs typeface="Courier New" panose="02070309020205020404" pitchFamily="49" charset="0"/>
              </a:rPr>
              <a:t>chr</a:t>
            </a:r>
            <a:r>
              <a:rPr lang="nl-BE" dirty="0"/>
              <a:t> - Syntax: </a:t>
            </a:r>
            <a:r>
              <a:rPr lang="nl-BE" dirty="0" err="1"/>
              <a:t>chr</a:t>
            </a:r>
            <a:r>
              <a:rPr lang="nl-BE" dirty="0"/>
              <a:t>(&lt; int &gt;)</a:t>
            </a:r>
          </a:p>
        </p:txBody>
      </p:sp>
    </p:spTree>
    <p:extLst>
      <p:ext uri="{BB962C8B-B14F-4D97-AF65-F5344CB8AC3E}">
        <p14:creationId xmlns:p14="http://schemas.microsoft.com/office/powerpoint/2010/main" val="3140230106"/>
      </p:ext>
    </p:extLst>
  </p:cSld>
  <p:clrMapOvr>
    <a:masterClrMapping/>
  </p:clrMapOvr>
  <mc:AlternateContent xmlns:mc="http://schemas.openxmlformats.org/markup-compatibility/2006" xmlns:p14="http://schemas.microsoft.com/office/powerpoint/2010/main">
    <mc:Choice Requires="p14">
      <p:transition spd="slow" p14:dur="2000" advTm="26176"/>
    </mc:Choice>
    <mc:Fallback xmlns="">
      <p:transition spd="slow" advTm="2617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 specifiers</a:t>
            </a:r>
            <a:endParaRPr lang="nl-BE" dirty="0"/>
          </a:p>
        </p:txBody>
      </p:sp>
      <p:sp>
        <p:nvSpPr>
          <p:cNvPr id="3" name="Content Placeholder 2"/>
          <p:cNvSpPr>
            <a:spLocks noGrp="1"/>
          </p:cNvSpPr>
          <p:nvPr>
            <p:ph idx="1"/>
          </p:nvPr>
        </p:nvSpPr>
        <p:spPr/>
        <p:txBody>
          <a:bodyPr>
            <a:normAutofit fontScale="85000" lnSpcReduction="20000"/>
          </a:bodyPr>
          <a:lstStyle/>
          <a:p>
            <a:r>
              <a:rPr lang="nl-BE" dirty="0"/>
              <a:t>single quote 	             \'</a:t>
            </a:r>
          </a:p>
          <a:p>
            <a:r>
              <a:rPr lang="nl-BE" dirty="0"/>
              <a:t>double quote 	\"</a:t>
            </a:r>
          </a:p>
          <a:p>
            <a:r>
              <a:rPr lang="nl-BE" dirty="0"/>
              <a:t>backslash 		\\</a:t>
            </a:r>
          </a:p>
          <a:p>
            <a:r>
              <a:rPr lang="nl-BE" dirty="0"/>
              <a:t>alert (</a:t>
            </a:r>
            <a:r>
              <a:rPr lang="nl-BE" dirty="0" err="1"/>
              <a:t>bell</a:t>
            </a:r>
            <a:r>
              <a:rPr lang="nl-BE" dirty="0"/>
              <a:t>) 		\a</a:t>
            </a:r>
          </a:p>
          <a:p>
            <a:r>
              <a:rPr lang="nl-BE" dirty="0"/>
              <a:t>backspace 		\b</a:t>
            </a:r>
          </a:p>
          <a:p>
            <a:r>
              <a:rPr lang="nl-BE" dirty="0" err="1"/>
              <a:t>formfeed</a:t>
            </a:r>
            <a:r>
              <a:rPr lang="nl-BE" dirty="0"/>
              <a:t> 		\f</a:t>
            </a:r>
          </a:p>
          <a:p>
            <a:r>
              <a:rPr lang="nl-BE" dirty="0" err="1"/>
              <a:t>newline</a:t>
            </a:r>
            <a:r>
              <a:rPr lang="nl-BE" dirty="0"/>
              <a:t> 		\n</a:t>
            </a:r>
          </a:p>
          <a:p>
            <a:r>
              <a:rPr lang="nl-BE" dirty="0"/>
              <a:t>return 		\r</a:t>
            </a:r>
          </a:p>
          <a:p>
            <a:r>
              <a:rPr lang="nl-BE" dirty="0"/>
              <a:t>tab 			\t</a:t>
            </a:r>
          </a:p>
          <a:p>
            <a:r>
              <a:rPr lang="nl-BE" dirty="0" err="1"/>
              <a:t>vertical</a:t>
            </a:r>
            <a:r>
              <a:rPr lang="nl-BE" dirty="0"/>
              <a:t> tab 		\v</a:t>
            </a:r>
          </a:p>
          <a:p>
            <a:r>
              <a:rPr lang="nl-BE" dirty="0">
                <a:hlinkClick r:id="rId2"/>
              </a:rPr>
              <a:t>https://realpython.com/python-input-output/</a:t>
            </a:r>
            <a:endParaRPr lang="nl-BE" dirty="0"/>
          </a:p>
        </p:txBody>
      </p:sp>
    </p:spTree>
    <p:extLst>
      <p:ext uri="{BB962C8B-B14F-4D97-AF65-F5344CB8AC3E}">
        <p14:creationId xmlns:p14="http://schemas.microsoft.com/office/powerpoint/2010/main" val="3761232325"/>
      </p:ext>
    </p:extLst>
  </p:cSld>
  <p:clrMapOvr>
    <a:masterClrMapping/>
  </p:clrMapOvr>
  <mc:AlternateContent xmlns:mc="http://schemas.openxmlformats.org/markup-compatibility/2006" xmlns:p14="http://schemas.microsoft.com/office/powerpoint/2010/main">
    <mc:Choice Requires="p14">
      <p:transition spd="slow" p14:dur="2000" advTm="41857"/>
    </mc:Choice>
    <mc:Fallback xmlns="">
      <p:transition spd="slow" advTm="41857"/>
    </mc:Fallback>
  </mc:AlternateContent>
  <p:extLst>
    <p:ext uri="{3A86A75C-4F4B-4683-9AE1-C65F6400EC91}">
      <p14:laserTraceLst xmlns:p14="http://schemas.microsoft.com/office/powerpoint/2010/main">
        <p14:tracePtLst>
          <p14:tracePt t="22383" x="4152900" y="4425950"/>
          <p14:tracePt t="22396" x="4159250" y="4425950"/>
          <p14:tracePt t="22412" x="4159250" y="4419600"/>
          <p14:tracePt t="22518" x="4159250" y="4413250"/>
          <p14:tracePt t="22525" x="4165600" y="4413250"/>
          <p14:tracePt t="22534" x="4165600" y="4406900"/>
          <p14:tracePt t="22546" x="4165600" y="4394200"/>
          <p14:tracePt t="22562" x="4165600" y="4375150"/>
          <p14:tracePt t="22579" x="4165600" y="4349750"/>
          <p14:tracePt t="22583" x="4165600" y="4343400"/>
          <p14:tracePt t="22598" x="4165600" y="4311650"/>
          <p14:tracePt t="22614" x="4152900" y="4292600"/>
          <p14:tracePt t="22631" x="4140200" y="4260850"/>
          <p14:tracePt t="22646" x="4133850" y="4241800"/>
          <p14:tracePt t="22663" x="4127500" y="4235450"/>
          <p14:tracePt t="22679" x="4121150" y="4229100"/>
          <p14:tracePt t="22697" x="4114800" y="4229100"/>
          <p14:tracePt t="22712" x="4108450" y="4222750"/>
          <p14:tracePt t="22730" x="4102100" y="4216400"/>
          <p14:tracePt t="22733" x="4095750" y="4216400"/>
          <p14:tracePt t="22745" x="4089400" y="4216400"/>
          <p14:tracePt t="22763" x="4083050" y="4210050"/>
          <p14:tracePt t="22765" x="4076700" y="4210050"/>
          <p14:tracePt t="22779" x="4064000" y="4203700"/>
          <p14:tracePt t="22796" x="4044950" y="4197350"/>
          <p14:tracePt t="22800" x="4038600" y="4197350"/>
          <p14:tracePt t="22812" x="4038600" y="4191000"/>
          <p14:tracePt t="22829" x="4019550" y="4184650"/>
          <p14:tracePt t="22832" x="4013200" y="4178300"/>
          <p14:tracePt t="22846" x="3994150" y="4171950"/>
          <p14:tracePt t="22863" x="3968750" y="4159250"/>
          <p14:tracePt t="22879" x="3956050" y="4159250"/>
          <p14:tracePt t="22895" x="3930650" y="4146550"/>
          <p14:tracePt t="22912" x="3911600" y="4140200"/>
          <p14:tracePt t="22929" x="3892550" y="4133850"/>
          <p14:tracePt t="22946" x="3873500" y="4127500"/>
          <p14:tracePt t="22962" x="3854450" y="4121150"/>
          <p14:tracePt t="22979" x="3835400" y="4114800"/>
          <p14:tracePt t="22996" x="3816350" y="4114800"/>
          <p14:tracePt t="22999" x="3810000" y="4114800"/>
          <p14:tracePt t="23012" x="3797300" y="4108450"/>
          <p14:tracePt t="23029" x="3771900" y="4102100"/>
          <p14:tracePt t="23030" x="3759200" y="4095750"/>
          <p14:tracePt t="23050" x="3740150" y="4095750"/>
          <p14:tracePt t="23062" x="3733800" y="4095750"/>
          <p14:tracePt t="23079" x="3702050" y="4089400"/>
          <p14:tracePt t="23095" x="3689350" y="4089400"/>
          <p14:tracePt t="23096" x="3676650" y="4083050"/>
          <p14:tracePt t="23112" x="3663950" y="4083050"/>
          <p14:tracePt t="23129" x="3638550" y="4083050"/>
          <p14:tracePt t="23145" x="3619500" y="4076700"/>
          <p14:tracePt t="23162" x="3600450" y="4076700"/>
          <p14:tracePt t="23179" x="3575050" y="4076700"/>
          <p14:tracePt t="23195" x="3562350" y="4076700"/>
          <p14:tracePt t="23212" x="3543300" y="4076700"/>
          <p14:tracePt t="23229" x="3511550" y="4076700"/>
          <p14:tracePt t="23233" x="3505200" y="4076700"/>
          <p14:tracePt t="23246" x="3492500" y="4076700"/>
          <p14:tracePt t="23262" x="3479800" y="4076700"/>
          <p14:tracePt t="23265" x="3467100" y="4076700"/>
          <p14:tracePt t="23279" x="3454400" y="4083050"/>
          <p14:tracePt t="23296" x="3416300" y="4095750"/>
          <p14:tracePt t="23299" x="3409950" y="4095750"/>
          <p14:tracePt t="23312" x="3390900" y="4095750"/>
          <p14:tracePt t="23329" x="3378200" y="4108450"/>
          <p14:tracePt t="23332" x="3365500" y="4108450"/>
          <p14:tracePt t="23346" x="3359150" y="4108450"/>
          <p14:tracePt t="23363" x="3340100" y="4121150"/>
          <p14:tracePt t="23379" x="3333750" y="4121150"/>
          <p14:tracePt t="23396" x="3321050" y="4127500"/>
          <p14:tracePt t="23412" x="3314700" y="4133850"/>
          <p14:tracePt t="23429" x="3308350" y="4146550"/>
          <p14:tracePt t="23446" x="3295650" y="4152900"/>
          <p14:tracePt t="23462" x="3289300" y="4152900"/>
          <p14:tracePt t="23479" x="3276600" y="4165600"/>
          <p14:tracePt t="23496" x="3276600" y="4171950"/>
          <p14:tracePt t="23512" x="3270250" y="4171950"/>
          <p14:tracePt t="23529" x="3263900" y="4178300"/>
          <p14:tracePt t="23532" x="3263900" y="4184650"/>
          <p14:tracePt t="23546" x="3263900" y="4191000"/>
          <p14:tracePt t="23563" x="3251200" y="4210050"/>
          <p14:tracePt t="23581" x="3251200" y="4216400"/>
          <p14:tracePt t="23596" x="3251200" y="4229100"/>
          <p14:tracePt t="23598" x="3251200" y="4235450"/>
          <p14:tracePt t="23613" x="3244850" y="4254500"/>
          <p14:tracePt t="23629" x="3244850" y="4260850"/>
          <p14:tracePt t="23646" x="3244850" y="4273550"/>
          <p14:tracePt t="23662" x="3244850" y="4279900"/>
          <p14:tracePt t="23679" x="3244850" y="4286250"/>
          <p14:tracePt t="23696" x="3244850" y="4292600"/>
          <p14:tracePt t="23712" x="3244850" y="4298950"/>
          <p14:tracePt t="23729" x="3251200" y="4305300"/>
          <p14:tracePt t="23733" x="3251200" y="4311650"/>
          <p14:tracePt t="23762" x="3263900" y="4324350"/>
          <p14:tracePt t="23765" x="3263900" y="4337050"/>
          <p14:tracePt t="23779" x="3270250" y="4337050"/>
          <p14:tracePt t="23796" x="3276600" y="4356100"/>
          <p14:tracePt t="23813" x="3289300" y="4362450"/>
          <p14:tracePt t="23829" x="3302000" y="4375150"/>
          <p14:tracePt t="23846" x="3321050" y="4387850"/>
          <p14:tracePt t="23863" x="3327400" y="4387850"/>
          <p14:tracePt t="23879" x="3346450" y="4394200"/>
          <p14:tracePt t="23895" x="3378200" y="4406900"/>
          <p14:tracePt t="23912" x="3397250" y="4413250"/>
          <p14:tracePt t="23929" x="3429000" y="4413250"/>
          <p14:tracePt t="23945" x="3454400" y="4419600"/>
          <p14:tracePt t="23962" x="3492500" y="4419600"/>
          <p14:tracePt t="23979" x="3511550" y="4425950"/>
          <p14:tracePt t="23996" x="3536950" y="4425950"/>
          <p14:tracePt t="24012" x="3568700" y="4425950"/>
          <p14:tracePt t="24029" x="3594100" y="4425950"/>
          <p14:tracePt t="24032" x="3600450" y="4425950"/>
          <p14:tracePt t="24046" x="3613150" y="4425950"/>
          <p14:tracePt t="24063" x="3663950" y="4432300"/>
          <p14:tracePt t="24079" x="3689350" y="4432300"/>
          <p14:tracePt t="24096" x="3727450" y="4432300"/>
          <p14:tracePt t="24113" x="3765550" y="4432300"/>
          <p14:tracePt t="24129" x="3810000" y="4432300"/>
          <p14:tracePt t="24146" x="3848100" y="4425950"/>
          <p14:tracePt t="24162" x="3886200" y="4413250"/>
          <p14:tracePt t="24179" x="3937000" y="4406900"/>
          <p14:tracePt t="24196" x="3962400" y="4400550"/>
          <p14:tracePt t="24213" x="3987800" y="4394200"/>
          <p14:tracePt t="24217" x="3994150" y="4394200"/>
          <p14:tracePt t="24229" x="4006850" y="4394200"/>
          <p14:tracePt t="24248" x="4025900" y="4394200"/>
          <p14:tracePt t="24251" x="4038600" y="4394200"/>
          <p14:tracePt t="24262" x="4051300" y="4394200"/>
          <p14:tracePt t="24281" x="4089400" y="4387850"/>
          <p14:tracePt t="24296" x="4108450" y="4381500"/>
          <p14:tracePt t="24314" x="4133850" y="4375150"/>
          <p14:tracePt t="24329" x="4146550" y="4375150"/>
          <p14:tracePt t="24347" x="4152900" y="4375150"/>
          <p14:tracePt t="24362" x="4159250" y="4375150"/>
          <p14:tracePt t="24379" x="4165600" y="4375150"/>
          <p14:tracePt t="24396" x="4171950" y="4368800"/>
          <p14:tracePt t="24412" x="4191000" y="4362450"/>
          <p14:tracePt t="24429" x="4210050" y="4343400"/>
          <p14:tracePt t="24446" x="4222750" y="4330700"/>
          <p14:tracePt t="24462" x="4235450" y="4305300"/>
          <p14:tracePt t="24479" x="4241800" y="4286250"/>
          <p14:tracePt t="24495" x="4241800" y="4279900"/>
          <p14:tracePt t="24513" x="4241800" y="4273550"/>
          <p14:tracePt t="24516" x="4241800" y="4267200"/>
          <p14:tracePt t="24531" x="4241800" y="4260850"/>
          <p14:tracePt t="24562" x="4235450" y="4254500"/>
          <p14:tracePt t="24579" x="4216400" y="4241800"/>
          <p14:tracePt t="24596" x="4191000" y="4229100"/>
          <p14:tracePt t="24612" x="4178300" y="4222750"/>
          <p14:tracePt t="24629" x="4140200" y="4203700"/>
          <p14:tracePt t="24646" x="4121150" y="4191000"/>
          <p14:tracePt t="24662" x="4108450" y="4184650"/>
          <p14:tracePt t="24679" x="4083050" y="4165600"/>
          <p14:tracePt t="24696" x="4070350" y="4159250"/>
          <p14:tracePt t="24712" x="4051300" y="4146550"/>
          <p14:tracePt t="24729" x="4038600" y="4133850"/>
          <p14:tracePt t="24746" x="4013200" y="4121150"/>
          <p14:tracePt t="24749" x="3981450" y="4102100"/>
          <p14:tracePt t="24762" x="3962400" y="4102100"/>
          <p14:tracePt t="24779" x="3930650" y="4089400"/>
          <p14:tracePt t="24781" x="3911600" y="4083050"/>
          <p14:tracePt t="24795" x="3892550" y="4083050"/>
          <p14:tracePt t="24813" x="3835400" y="4076700"/>
          <p14:tracePt t="24829" x="3797300" y="4076700"/>
          <p14:tracePt t="24846" x="3765550" y="4076700"/>
          <p14:tracePt t="24862" x="3733800" y="4076700"/>
          <p14:tracePt t="24879" x="3702050" y="4076700"/>
          <p14:tracePt t="24887" x="3683000" y="4076700"/>
          <p14:tracePt t="24895" x="3670300" y="4083050"/>
          <p14:tracePt t="24912" x="3638550" y="4095750"/>
          <p14:tracePt t="24929" x="3600450" y="4102100"/>
          <p14:tracePt t="24946" x="3562350" y="4114800"/>
          <p14:tracePt t="24963" x="3530600" y="4121150"/>
          <p14:tracePt t="24979" x="3511550" y="4127500"/>
          <p14:tracePt t="24996" x="3486150" y="4133850"/>
          <p14:tracePt t="25012" x="3473450" y="4133850"/>
          <p14:tracePt t="25017" x="3460750" y="4140200"/>
          <p14:tracePt t="25032" x="3448050" y="4146550"/>
          <p14:tracePt t="25048" x="3441700" y="4146550"/>
          <p14:tracePt t="25062" x="3435350" y="4152900"/>
          <p14:tracePt t="25079" x="3429000" y="4171950"/>
          <p14:tracePt t="25096" x="3416300" y="4184650"/>
          <p14:tracePt t="25112" x="3416300" y="4216400"/>
          <p14:tracePt t="25129" x="3416300" y="4235450"/>
          <p14:tracePt t="25146" x="3416300" y="4241800"/>
          <p14:tracePt t="25162" x="3422650" y="4267200"/>
          <p14:tracePt t="25179" x="3441700" y="4286250"/>
          <p14:tracePt t="25196" x="3454400" y="4298950"/>
          <p14:tracePt t="25212" x="3473450" y="4318000"/>
          <p14:tracePt t="25229" x="3517900" y="4337050"/>
          <p14:tracePt t="25245" x="3543300" y="4349750"/>
          <p14:tracePt t="25262" x="3594100" y="4368800"/>
          <p14:tracePt t="25279" x="3613150" y="4381500"/>
          <p14:tracePt t="25282" x="3632200" y="4387850"/>
          <p14:tracePt t="25295" x="3638550" y="4387850"/>
          <p14:tracePt t="25313" x="3657600" y="4400550"/>
          <p14:tracePt t="25329" x="3663950" y="4406900"/>
          <p14:tracePt t="25346" x="3676650" y="4406900"/>
          <p14:tracePt t="25362" x="3683000" y="4413250"/>
          <p14:tracePt t="25379" x="3689350" y="4419600"/>
          <p14:tracePt t="25396" x="3702050" y="4419600"/>
          <p14:tracePt t="25412" x="3714750" y="4425950"/>
          <p14:tracePt t="25429" x="3727450" y="4425950"/>
          <p14:tracePt t="25446" x="3746500" y="4425950"/>
          <p14:tracePt t="25462" x="3759200" y="4432300"/>
          <p14:tracePt t="25479" x="3810000" y="4432300"/>
          <p14:tracePt t="25496" x="3835400" y="4438650"/>
          <p14:tracePt t="25512" x="3873500" y="4438650"/>
          <p14:tracePt t="25515" x="3892550" y="4438650"/>
          <p14:tracePt t="25529" x="3911600" y="4438650"/>
          <p14:tracePt t="25546" x="3949700" y="4438650"/>
          <p14:tracePt t="25549" x="3968750" y="4438650"/>
          <p14:tracePt t="25563" x="4000500" y="4438650"/>
          <p14:tracePt t="25579" x="4032250" y="4438650"/>
          <p14:tracePt t="25596" x="4057650" y="4438650"/>
          <p14:tracePt t="25612" x="4089400" y="4438650"/>
          <p14:tracePt t="25629" x="4114800" y="4432300"/>
          <p14:tracePt t="25646" x="4140200" y="4425950"/>
          <p14:tracePt t="25662" x="4159250" y="4419600"/>
          <p14:tracePt t="25679" x="4178300" y="4419600"/>
          <p14:tracePt t="25696" x="4184650" y="4419600"/>
          <p14:tracePt t="25712" x="4197350" y="4413250"/>
          <p14:tracePt t="25735" x="4203700" y="4413250"/>
          <p14:tracePt t="26080" x="0" y="0"/>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486CF-5838-57E0-FF9F-B8A17938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0010-20B4-10BB-81A2-47DA653DB827}"/>
              </a:ext>
            </a:extLst>
          </p:cNvPr>
          <p:cNvSpPr>
            <a:spLocks noGrp="1"/>
          </p:cNvSpPr>
          <p:nvPr>
            <p:ph type="title"/>
          </p:nvPr>
        </p:nvSpPr>
        <p:spPr/>
        <p:txBody>
          <a:bodyPr/>
          <a:lstStyle/>
          <a:p>
            <a:r>
              <a:rPr lang="en-US" dirty="0"/>
              <a:t>Format output</a:t>
            </a:r>
            <a:endParaRPr lang="en-BE" dirty="0"/>
          </a:p>
        </p:txBody>
      </p:sp>
      <p:sp>
        <p:nvSpPr>
          <p:cNvPr id="3" name="Content Placeholder 2">
            <a:extLst>
              <a:ext uri="{FF2B5EF4-FFF2-40B4-BE49-F238E27FC236}">
                <a16:creationId xmlns:a16="http://schemas.microsoft.com/office/drawing/2014/main" id="{DB2D3D18-AB09-4E70-4C54-F897EFB07F8B}"/>
              </a:ext>
            </a:extLst>
          </p:cNvPr>
          <p:cNvSpPr>
            <a:spLocks noGrp="1"/>
          </p:cNvSpPr>
          <p:nvPr>
            <p:ph idx="1"/>
          </p:nvPr>
        </p:nvSpPr>
        <p:spPr/>
        <p:txBody>
          <a:bodyPr>
            <a:normAutofit/>
          </a:bodyPr>
          <a:lstStyle/>
          <a:p>
            <a:r>
              <a:rPr lang="en-US" dirty="0"/>
              <a:t>F-string is a string literal that is prefixed with `f` or `F`. These strings may contain replacement fields (delimited by curly braces {} – </a:t>
            </a:r>
            <a:r>
              <a:rPr lang="en-US" i="1" dirty="0"/>
              <a:t>fill out the braces</a:t>
            </a:r>
            <a:r>
              <a:rPr lang="en-US" dirty="0"/>
              <a:t>). F-string is evaluated at run time.</a:t>
            </a:r>
            <a:endParaRPr lang="en-BE" dirty="0"/>
          </a:p>
        </p:txBody>
      </p:sp>
    </p:spTree>
    <p:extLst>
      <p:ext uri="{BB962C8B-B14F-4D97-AF65-F5344CB8AC3E}">
        <p14:creationId xmlns:p14="http://schemas.microsoft.com/office/powerpoint/2010/main" val="395182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7C17-3312-918D-E10E-3781EA3DB935}"/>
              </a:ext>
            </a:extLst>
          </p:cNvPr>
          <p:cNvSpPr>
            <a:spLocks noGrp="1"/>
          </p:cNvSpPr>
          <p:nvPr>
            <p:ph type="title"/>
          </p:nvPr>
        </p:nvSpPr>
        <p:spPr/>
        <p:txBody>
          <a:bodyPr/>
          <a:lstStyle/>
          <a:p>
            <a:r>
              <a:rPr lang="en-US" dirty="0"/>
              <a:t>Format strings (f-strings)</a:t>
            </a:r>
            <a:endParaRPr lang="en-BE" dirty="0"/>
          </a:p>
        </p:txBody>
      </p:sp>
      <p:graphicFrame>
        <p:nvGraphicFramePr>
          <p:cNvPr id="4" name="Table 4">
            <a:extLst>
              <a:ext uri="{FF2B5EF4-FFF2-40B4-BE49-F238E27FC236}">
                <a16:creationId xmlns:a16="http://schemas.microsoft.com/office/drawing/2014/main" id="{147AE311-2E36-46A2-DA9B-07DCEC710B72}"/>
              </a:ext>
            </a:extLst>
          </p:cNvPr>
          <p:cNvGraphicFramePr>
            <a:graphicFrameLocks noGrp="1"/>
          </p:cNvGraphicFramePr>
          <p:nvPr>
            <p:ph idx="1"/>
          </p:nvPr>
        </p:nvGraphicFramePr>
        <p:xfrm>
          <a:off x="838200" y="1666240"/>
          <a:ext cx="10542240" cy="519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080503964"/>
                    </a:ext>
                  </a:extLst>
                </a:gridCol>
                <a:gridCol w="2103120">
                  <a:extLst>
                    <a:ext uri="{9D8B030D-6E8A-4147-A177-3AD203B41FA5}">
                      <a16:colId xmlns:a16="http://schemas.microsoft.com/office/drawing/2014/main" val="3804676311"/>
                    </a:ext>
                  </a:extLst>
                </a:gridCol>
                <a:gridCol w="1692000">
                  <a:extLst>
                    <a:ext uri="{9D8B030D-6E8A-4147-A177-3AD203B41FA5}">
                      <a16:colId xmlns:a16="http://schemas.microsoft.com/office/drawing/2014/main" val="330639815"/>
                    </a:ext>
                  </a:extLst>
                </a:gridCol>
                <a:gridCol w="4644000">
                  <a:extLst>
                    <a:ext uri="{9D8B030D-6E8A-4147-A177-3AD203B41FA5}">
                      <a16:colId xmlns:a16="http://schemas.microsoft.com/office/drawing/2014/main" val="2598599940"/>
                    </a:ext>
                  </a:extLst>
                </a:gridCol>
              </a:tblGrid>
              <a:tr h="370840">
                <a:tc>
                  <a:txBody>
                    <a:bodyPr/>
                    <a:lstStyle/>
                    <a:p>
                      <a:pPr fontAlgn="b"/>
                      <a:r>
                        <a:rPr lang="nl-BE" b="0" dirty="0" err="1">
                          <a:effectLst/>
                          <a:latin typeface="+mn-lt"/>
                        </a:rPr>
                        <a:t>Number</a:t>
                      </a:r>
                      <a:endParaRPr lang="nl-BE" b="0" dirty="0">
                        <a:effectLst/>
                        <a:latin typeface="+mn-lt"/>
                      </a:endParaRPr>
                    </a:p>
                  </a:txBody>
                  <a:tcPr anchor="b"/>
                </a:tc>
                <a:tc>
                  <a:txBody>
                    <a:bodyPr/>
                    <a:lstStyle/>
                    <a:p>
                      <a:pPr fontAlgn="b"/>
                      <a:r>
                        <a:rPr lang="nl-BE" b="0">
                          <a:effectLst/>
                          <a:latin typeface="+mn-lt"/>
                        </a:rPr>
                        <a:t>Format</a:t>
                      </a:r>
                    </a:p>
                  </a:txBody>
                  <a:tcPr anchor="b"/>
                </a:tc>
                <a:tc>
                  <a:txBody>
                    <a:bodyPr/>
                    <a:lstStyle/>
                    <a:p>
                      <a:pPr fontAlgn="b"/>
                      <a:r>
                        <a:rPr lang="nl-BE" b="0" dirty="0">
                          <a:effectLst/>
                          <a:latin typeface="+mn-lt"/>
                        </a:rPr>
                        <a:t>Output</a:t>
                      </a:r>
                    </a:p>
                  </a:txBody>
                  <a:tcPr anchor="b"/>
                </a:tc>
                <a:tc>
                  <a:txBody>
                    <a:bodyPr/>
                    <a:lstStyle/>
                    <a:p>
                      <a:pPr fontAlgn="b"/>
                      <a:r>
                        <a:rPr lang="nl-BE" b="0" dirty="0" err="1">
                          <a:effectLst/>
                          <a:latin typeface="+mn-lt"/>
                        </a:rPr>
                        <a:t>description</a:t>
                      </a:r>
                      <a:endParaRPr lang="nl-BE" b="0" dirty="0">
                        <a:effectLst/>
                        <a:latin typeface="+mn-lt"/>
                      </a:endParaRPr>
                    </a:p>
                  </a:txBody>
                  <a:tcPr anchor="b"/>
                </a:tc>
                <a:extLst>
                  <a:ext uri="{0D108BD9-81ED-4DB2-BD59-A6C34878D82A}">
                    <a16:rowId xmlns:a16="http://schemas.microsoft.com/office/drawing/2014/main" val="771084567"/>
                  </a:ext>
                </a:extLst>
              </a:tr>
              <a:tr h="370840">
                <a:tc>
                  <a:txBody>
                    <a:bodyPr/>
                    <a:lstStyle/>
                    <a:p>
                      <a:pPr fontAlgn="base"/>
                      <a:r>
                        <a:rPr lang="en-BE" b="0" dirty="0">
                          <a:effectLst/>
                          <a:latin typeface="+mn-lt"/>
                        </a:rPr>
                        <a:t>3.1415926</a:t>
                      </a:r>
                    </a:p>
                  </a:txBody>
                  <a:tcPr anchor="ctr"/>
                </a:tc>
                <a:tc>
                  <a:txBody>
                    <a:bodyPr/>
                    <a:lstStyle/>
                    <a:p>
                      <a:pPr fontAlgn="base"/>
                      <a:r>
                        <a:rPr lang="nl-BE" b="0">
                          <a:effectLst/>
                          <a:latin typeface="+mn-lt"/>
                        </a:rPr>
                        <a:t>{:.2f}</a:t>
                      </a:r>
                    </a:p>
                  </a:txBody>
                  <a:tcPr anchor="ctr"/>
                </a:tc>
                <a:tc>
                  <a:txBody>
                    <a:bodyPr/>
                    <a:lstStyle/>
                    <a:p>
                      <a:pPr fontAlgn="base"/>
                      <a:r>
                        <a:rPr lang="en-BE" b="0" dirty="0">
                          <a:effectLst/>
                          <a:latin typeface="+mn-lt"/>
                        </a:rPr>
                        <a:t>3.14</a:t>
                      </a:r>
                    </a:p>
                  </a:txBody>
                  <a:tcPr anchor="ctr"/>
                </a:tc>
                <a:tc>
                  <a:txBody>
                    <a:bodyPr/>
                    <a:lstStyle/>
                    <a:p>
                      <a:pPr fontAlgn="base"/>
                      <a:r>
                        <a:rPr lang="nl-BE" b="0" dirty="0">
                          <a:effectLst/>
                          <a:latin typeface="+mn-lt"/>
                        </a:rPr>
                        <a:t>Format </a:t>
                      </a:r>
                      <a:r>
                        <a:rPr lang="nl-BE" b="0" dirty="0" err="1">
                          <a:effectLst/>
                          <a:latin typeface="+mn-lt"/>
                        </a:rPr>
                        <a:t>float</a:t>
                      </a:r>
                      <a:r>
                        <a:rPr lang="nl-BE" b="0" dirty="0">
                          <a:effectLst/>
                          <a:latin typeface="+mn-lt"/>
                        </a:rPr>
                        <a:t> 2 </a:t>
                      </a:r>
                      <a:r>
                        <a:rPr lang="nl-BE" b="0" dirty="0" err="1">
                          <a:effectLst/>
                          <a:latin typeface="+mn-lt"/>
                        </a:rPr>
                        <a:t>decimal</a:t>
                      </a:r>
                      <a:r>
                        <a:rPr lang="nl-BE" b="0" dirty="0">
                          <a:effectLst/>
                          <a:latin typeface="+mn-lt"/>
                        </a:rPr>
                        <a:t> </a:t>
                      </a:r>
                      <a:r>
                        <a:rPr lang="nl-BE" b="0" dirty="0" err="1">
                          <a:effectLst/>
                          <a:latin typeface="+mn-lt"/>
                        </a:rPr>
                        <a:t>places</a:t>
                      </a:r>
                      <a:endParaRPr lang="nl-BE" b="0" dirty="0">
                        <a:effectLst/>
                        <a:latin typeface="+mn-lt"/>
                      </a:endParaRPr>
                    </a:p>
                  </a:txBody>
                  <a:tcPr anchor="ctr"/>
                </a:tc>
                <a:extLst>
                  <a:ext uri="{0D108BD9-81ED-4DB2-BD59-A6C34878D82A}">
                    <a16:rowId xmlns:a16="http://schemas.microsoft.com/office/drawing/2014/main" val="1523250214"/>
                  </a:ext>
                </a:extLst>
              </a:tr>
              <a:tr h="370840">
                <a:tc>
                  <a:txBody>
                    <a:bodyPr/>
                    <a:lstStyle/>
                    <a:p>
                      <a:pPr fontAlgn="base"/>
                      <a:r>
                        <a:rPr lang="en-BE" b="0">
                          <a:effectLst/>
                          <a:latin typeface="+mn-lt"/>
                        </a:rPr>
                        <a:t>3.1415926</a:t>
                      </a:r>
                    </a:p>
                  </a:txBody>
                  <a:tcPr anchor="ctr"/>
                </a:tc>
                <a:tc>
                  <a:txBody>
                    <a:bodyPr/>
                    <a:lstStyle/>
                    <a:p>
                      <a:pPr fontAlgn="base"/>
                      <a:r>
                        <a:rPr lang="nl-BE" b="0">
                          <a:effectLst/>
                          <a:latin typeface="+mn-lt"/>
                        </a:rPr>
                        <a:t>{:+.2f}</a:t>
                      </a:r>
                    </a:p>
                  </a:txBody>
                  <a:tcPr anchor="ctr"/>
                </a:tc>
                <a:tc>
                  <a:txBody>
                    <a:bodyPr/>
                    <a:lstStyle/>
                    <a:p>
                      <a:pPr fontAlgn="base"/>
                      <a:r>
                        <a:rPr lang="en-BE" b="0" dirty="0">
                          <a:effectLst/>
                          <a:latin typeface="+mn-lt"/>
                        </a:rPr>
                        <a:t>+3.14</a:t>
                      </a:r>
                    </a:p>
                  </a:txBody>
                  <a:tcPr anchor="ctr"/>
                </a:tc>
                <a:tc>
                  <a:txBody>
                    <a:bodyPr/>
                    <a:lstStyle/>
                    <a:p>
                      <a:pPr fontAlgn="base"/>
                      <a:r>
                        <a:rPr lang="en-US" b="0" dirty="0">
                          <a:effectLst/>
                          <a:latin typeface="+mn-lt"/>
                        </a:rPr>
                        <a:t>Format float 2 decimal places with sign</a:t>
                      </a:r>
                    </a:p>
                  </a:txBody>
                  <a:tcPr anchor="ctr"/>
                </a:tc>
                <a:extLst>
                  <a:ext uri="{0D108BD9-81ED-4DB2-BD59-A6C34878D82A}">
                    <a16:rowId xmlns:a16="http://schemas.microsoft.com/office/drawing/2014/main" val="381143617"/>
                  </a:ext>
                </a:extLst>
              </a:tr>
              <a:tr h="370840">
                <a:tc>
                  <a:txBody>
                    <a:bodyPr/>
                    <a:lstStyle/>
                    <a:p>
                      <a:pPr fontAlgn="base"/>
                      <a:r>
                        <a:rPr lang="en-BE" b="0">
                          <a:effectLst/>
                          <a:latin typeface="+mn-lt"/>
                        </a:rPr>
                        <a:t>-1</a:t>
                      </a:r>
                    </a:p>
                  </a:txBody>
                  <a:tcPr anchor="ctr"/>
                </a:tc>
                <a:tc>
                  <a:txBody>
                    <a:bodyPr/>
                    <a:lstStyle/>
                    <a:p>
                      <a:pPr fontAlgn="base"/>
                      <a:r>
                        <a:rPr lang="nl-BE" b="0">
                          <a:effectLst/>
                          <a:latin typeface="+mn-lt"/>
                        </a:rPr>
                        <a:t>{:+.2f}</a:t>
                      </a:r>
                    </a:p>
                  </a:txBody>
                  <a:tcPr anchor="ctr"/>
                </a:tc>
                <a:tc>
                  <a:txBody>
                    <a:bodyPr/>
                    <a:lstStyle/>
                    <a:p>
                      <a:pPr fontAlgn="base"/>
                      <a:r>
                        <a:rPr lang="en-BE" b="0" dirty="0">
                          <a:effectLst/>
                          <a:latin typeface="+mn-lt"/>
                        </a:rPr>
                        <a:t>-1.00</a:t>
                      </a:r>
                    </a:p>
                  </a:txBody>
                  <a:tcPr anchor="ctr"/>
                </a:tc>
                <a:tc>
                  <a:txBody>
                    <a:bodyPr/>
                    <a:lstStyle/>
                    <a:p>
                      <a:pPr fontAlgn="base"/>
                      <a:r>
                        <a:rPr lang="en-US" b="0" dirty="0">
                          <a:effectLst/>
                          <a:latin typeface="+mn-lt"/>
                        </a:rPr>
                        <a:t>Format float 2 decimal places with sign</a:t>
                      </a:r>
                    </a:p>
                  </a:txBody>
                  <a:tcPr anchor="ctr"/>
                </a:tc>
                <a:extLst>
                  <a:ext uri="{0D108BD9-81ED-4DB2-BD59-A6C34878D82A}">
                    <a16:rowId xmlns:a16="http://schemas.microsoft.com/office/drawing/2014/main" val="1748438265"/>
                  </a:ext>
                </a:extLst>
              </a:tr>
              <a:tr h="370840">
                <a:tc>
                  <a:txBody>
                    <a:bodyPr/>
                    <a:lstStyle/>
                    <a:p>
                      <a:pPr fontAlgn="base"/>
                      <a:r>
                        <a:rPr lang="en-BE" b="0">
                          <a:effectLst/>
                          <a:latin typeface="+mn-lt"/>
                        </a:rPr>
                        <a:t>2.71828</a:t>
                      </a:r>
                    </a:p>
                  </a:txBody>
                  <a:tcPr anchor="ctr"/>
                </a:tc>
                <a:tc>
                  <a:txBody>
                    <a:bodyPr/>
                    <a:lstStyle/>
                    <a:p>
                      <a:pPr fontAlgn="base"/>
                      <a:r>
                        <a:rPr lang="nl-BE" b="0">
                          <a:effectLst/>
                          <a:latin typeface="+mn-lt"/>
                        </a:rPr>
                        <a:t>{:.0f}</a:t>
                      </a:r>
                    </a:p>
                  </a:txBody>
                  <a:tcPr anchor="ctr"/>
                </a:tc>
                <a:tc>
                  <a:txBody>
                    <a:bodyPr/>
                    <a:lstStyle/>
                    <a:p>
                      <a:pPr fontAlgn="base"/>
                      <a:r>
                        <a:rPr lang="en-BE" b="0" dirty="0">
                          <a:effectLst/>
                          <a:latin typeface="+mn-lt"/>
                        </a:rPr>
                        <a:t>3</a:t>
                      </a:r>
                    </a:p>
                  </a:txBody>
                  <a:tcPr anchor="ctr"/>
                </a:tc>
                <a:tc>
                  <a:txBody>
                    <a:bodyPr/>
                    <a:lstStyle/>
                    <a:p>
                      <a:pPr fontAlgn="base"/>
                      <a:r>
                        <a:rPr lang="en-US" b="0">
                          <a:effectLst/>
                          <a:latin typeface="+mn-lt"/>
                        </a:rPr>
                        <a:t>Format float with no decimal places</a:t>
                      </a:r>
                    </a:p>
                  </a:txBody>
                  <a:tcPr anchor="ctr"/>
                </a:tc>
                <a:extLst>
                  <a:ext uri="{0D108BD9-81ED-4DB2-BD59-A6C34878D82A}">
                    <a16:rowId xmlns:a16="http://schemas.microsoft.com/office/drawing/2014/main" val="1264312823"/>
                  </a:ext>
                </a:extLst>
              </a:tr>
              <a:tr h="370840">
                <a:tc>
                  <a:txBody>
                    <a:bodyPr/>
                    <a:lstStyle/>
                    <a:p>
                      <a:pPr fontAlgn="base"/>
                      <a:r>
                        <a:rPr lang="en-BE" b="0">
                          <a:effectLst/>
                          <a:latin typeface="+mn-lt"/>
                        </a:rPr>
                        <a:t>4</a:t>
                      </a:r>
                    </a:p>
                  </a:txBody>
                  <a:tcPr anchor="ctr"/>
                </a:tc>
                <a:tc>
                  <a:txBody>
                    <a:bodyPr/>
                    <a:lstStyle/>
                    <a:p>
                      <a:pPr fontAlgn="base"/>
                      <a:r>
                        <a:rPr lang="nl-BE" b="0">
                          <a:effectLst/>
                          <a:latin typeface="+mn-lt"/>
                        </a:rPr>
                        <a:t>{:0&gt;2d}</a:t>
                      </a:r>
                    </a:p>
                  </a:txBody>
                  <a:tcPr anchor="ctr"/>
                </a:tc>
                <a:tc>
                  <a:txBody>
                    <a:bodyPr/>
                    <a:lstStyle/>
                    <a:p>
                      <a:pPr fontAlgn="base"/>
                      <a:r>
                        <a:rPr lang="en-BE" b="0" dirty="0">
                          <a:effectLst/>
                          <a:latin typeface="+mn-lt"/>
                        </a:rPr>
                        <a:t>04</a:t>
                      </a:r>
                    </a:p>
                  </a:txBody>
                  <a:tcPr anchor="ctr"/>
                </a:tc>
                <a:tc>
                  <a:txBody>
                    <a:bodyPr/>
                    <a:lstStyle/>
                    <a:p>
                      <a:pPr fontAlgn="base"/>
                      <a:r>
                        <a:rPr lang="en-US" b="0">
                          <a:effectLst/>
                          <a:latin typeface="+mn-lt"/>
                        </a:rPr>
                        <a:t>Pad number with zeros (left padding, width 2)</a:t>
                      </a:r>
                    </a:p>
                  </a:txBody>
                  <a:tcPr anchor="ctr"/>
                </a:tc>
                <a:extLst>
                  <a:ext uri="{0D108BD9-81ED-4DB2-BD59-A6C34878D82A}">
                    <a16:rowId xmlns:a16="http://schemas.microsoft.com/office/drawing/2014/main" val="2679485943"/>
                  </a:ext>
                </a:extLst>
              </a:tr>
              <a:tr h="370840">
                <a:tc>
                  <a:txBody>
                    <a:bodyPr/>
                    <a:lstStyle/>
                    <a:p>
                      <a:pPr fontAlgn="base"/>
                      <a:r>
                        <a:rPr lang="en-BE" b="0">
                          <a:effectLst/>
                          <a:latin typeface="+mn-lt"/>
                        </a:rPr>
                        <a:t>4</a:t>
                      </a:r>
                    </a:p>
                  </a:txBody>
                  <a:tcPr anchor="ctr"/>
                </a:tc>
                <a:tc>
                  <a:txBody>
                    <a:bodyPr/>
                    <a:lstStyle/>
                    <a:p>
                      <a:pPr fontAlgn="base"/>
                      <a:r>
                        <a:rPr lang="nl-BE" b="0">
                          <a:effectLst/>
                          <a:latin typeface="+mn-lt"/>
                        </a:rPr>
                        <a:t>{:x&lt;4d}</a:t>
                      </a:r>
                    </a:p>
                  </a:txBody>
                  <a:tcPr anchor="ctr"/>
                </a:tc>
                <a:tc>
                  <a:txBody>
                    <a:bodyPr/>
                    <a:lstStyle/>
                    <a:p>
                      <a:pPr fontAlgn="base"/>
                      <a:r>
                        <a:rPr lang="nl-BE" b="0" dirty="0">
                          <a:effectLst/>
                          <a:latin typeface="+mn-lt"/>
                        </a:rPr>
                        <a:t>4xxx</a:t>
                      </a:r>
                    </a:p>
                  </a:txBody>
                  <a:tcPr anchor="ctr"/>
                </a:tc>
                <a:tc>
                  <a:txBody>
                    <a:bodyPr/>
                    <a:lstStyle/>
                    <a:p>
                      <a:pPr fontAlgn="base"/>
                      <a:r>
                        <a:rPr lang="en-US" b="0">
                          <a:effectLst/>
                          <a:latin typeface="+mn-lt"/>
                        </a:rPr>
                        <a:t>Pad number with x’s (right padding, width 4)</a:t>
                      </a:r>
                    </a:p>
                  </a:txBody>
                  <a:tcPr anchor="ctr"/>
                </a:tc>
                <a:extLst>
                  <a:ext uri="{0D108BD9-81ED-4DB2-BD59-A6C34878D82A}">
                    <a16:rowId xmlns:a16="http://schemas.microsoft.com/office/drawing/2014/main" val="3946624147"/>
                  </a:ext>
                </a:extLst>
              </a:tr>
              <a:tr h="370840">
                <a:tc>
                  <a:txBody>
                    <a:bodyPr/>
                    <a:lstStyle/>
                    <a:p>
                      <a:pPr fontAlgn="base"/>
                      <a:r>
                        <a:rPr lang="en-BE" b="0">
                          <a:effectLst/>
                          <a:latin typeface="+mn-lt"/>
                        </a:rPr>
                        <a:t>10</a:t>
                      </a:r>
                    </a:p>
                  </a:txBody>
                  <a:tcPr anchor="ctr"/>
                </a:tc>
                <a:tc>
                  <a:txBody>
                    <a:bodyPr/>
                    <a:lstStyle/>
                    <a:p>
                      <a:pPr fontAlgn="base"/>
                      <a:r>
                        <a:rPr lang="nl-BE" b="0">
                          <a:effectLst/>
                          <a:latin typeface="+mn-lt"/>
                        </a:rPr>
                        <a:t>{:x&lt;4d}</a:t>
                      </a:r>
                    </a:p>
                  </a:txBody>
                  <a:tcPr anchor="ctr"/>
                </a:tc>
                <a:tc>
                  <a:txBody>
                    <a:bodyPr/>
                    <a:lstStyle/>
                    <a:p>
                      <a:pPr fontAlgn="base"/>
                      <a:r>
                        <a:rPr lang="nl-BE" b="0" dirty="0">
                          <a:effectLst/>
                          <a:latin typeface="+mn-lt"/>
                        </a:rPr>
                        <a:t>10xx</a:t>
                      </a:r>
                    </a:p>
                  </a:txBody>
                  <a:tcPr anchor="ctr"/>
                </a:tc>
                <a:tc>
                  <a:txBody>
                    <a:bodyPr/>
                    <a:lstStyle/>
                    <a:p>
                      <a:pPr fontAlgn="base"/>
                      <a:r>
                        <a:rPr lang="en-US" b="0">
                          <a:effectLst/>
                          <a:latin typeface="+mn-lt"/>
                        </a:rPr>
                        <a:t>Pad number with x’s (right padding, width 4)</a:t>
                      </a:r>
                    </a:p>
                  </a:txBody>
                  <a:tcPr anchor="ctr"/>
                </a:tc>
                <a:extLst>
                  <a:ext uri="{0D108BD9-81ED-4DB2-BD59-A6C34878D82A}">
                    <a16:rowId xmlns:a16="http://schemas.microsoft.com/office/drawing/2014/main" val="2836700666"/>
                  </a:ext>
                </a:extLst>
              </a:tr>
              <a:tr h="370840">
                <a:tc>
                  <a:txBody>
                    <a:bodyPr/>
                    <a:lstStyle/>
                    <a:p>
                      <a:pPr fontAlgn="base"/>
                      <a:r>
                        <a:rPr lang="en-BE" b="0">
                          <a:effectLst/>
                          <a:latin typeface="+mn-lt"/>
                        </a:rPr>
                        <a:t>1000000</a:t>
                      </a:r>
                    </a:p>
                  </a:txBody>
                  <a:tcPr anchor="ctr"/>
                </a:tc>
                <a:tc>
                  <a:txBody>
                    <a:bodyPr/>
                    <a:lstStyle/>
                    <a:p>
                      <a:pPr fontAlgn="base"/>
                      <a:r>
                        <a:rPr lang="en-BE" b="0">
                          <a:effectLst/>
                          <a:latin typeface="+mn-lt"/>
                        </a:rPr>
                        <a:t>{:,}</a:t>
                      </a:r>
                    </a:p>
                  </a:txBody>
                  <a:tcPr anchor="ctr"/>
                </a:tc>
                <a:tc>
                  <a:txBody>
                    <a:bodyPr/>
                    <a:lstStyle/>
                    <a:p>
                      <a:pPr fontAlgn="base"/>
                      <a:r>
                        <a:rPr lang="en-BE" b="0" dirty="0">
                          <a:effectLst/>
                          <a:latin typeface="+mn-lt"/>
                        </a:rPr>
                        <a:t>1,000,000</a:t>
                      </a:r>
                    </a:p>
                  </a:txBody>
                  <a:tcPr anchor="ctr"/>
                </a:tc>
                <a:tc>
                  <a:txBody>
                    <a:bodyPr/>
                    <a:lstStyle/>
                    <a:p>
                      <a:pPr fontAlgn="base"/>
                      <a:r>
                        <a:rPr lang="en-US" b="0">
                          <a:effectLst/>
                          <a:latin typeface="+mn-lt"/>
                        </a:rPr>
                        <a:t>Number format with comma separator</a:t>
                      </a:r>
                    </a:p>
                  </a:txBody>
                  <a:tcPr anchor="ctr"/>
                </a:tc>
                <a:extLst>
                  <a:ext uri="{0D108BD9-81ED-4DB2-BD59-A6C34878D82A}">
                    <a16:rowId xmlns:a16="http://schemas.microsoft.com/office/drawing/2014/main" val="4222167709"/>
                  </a:ext>
                </a:extLst>
              </a:tr>
              <a:tr h="370840">
                <a:tc>
                  <a:txBody>
                    <a:bodyPr/>
                    <a:lstStyle/>
                    <a:p>
                      <a:pPr fontAlgn="base"/>
                      <a:r>
                        <a:rPr lang="en-BE" b="0">
                          <a:effectLst/>
                          <a:latin typeface="+mn-lt"/>
                        </a:rPr>
                        <a:t>0.35</a:t>
                      </a:r>
                    </a:p>
                  </a:txBody>
                  <a:tcPr anchor="ctr"/>
                </a:tc>
                <a:tc>
                  <a:txBody>
                    <a:bodyPr/>
                    <a:lstStyle/>
                    <a:p>
                      <a:pPr fontAlgn="base"/>
                      <a:r>
                        <a:rPr lang="en-BE" b="0">
                          <a:effectLst/>
                          <a:latin typeface="+mn-lt"/>
                        </a:rPr>
                        <a:t>{:.2%}</a:t>
                      </a:r>
                    </a:p>
                  </a:txBody>
                  <a:tcPr anchor="ctr"/>
                </a:tc>
                <a:tc>
                  <a:txBody>
                    <a:bodyPr/>
                    <a:lstStyle/>
                    <a:p>
                      <a:pPr fontAlgn="base"/>
                      <a:r>
                        <a:rPr lang="en-BE" b="0" dirty="0">
                          <a:effectLst/>
                          <a:latin typeface="+mn-lt"/>
                        </a:rPr>
                        <a:t>35.00%</a:t>
                      </a:r>
                    </a:p>
                  </a:txBody>
                  <a:tcPr anchor="ctr"/>
                </a:tc>
                <a:tc>
                  <a:txBody>
                    <a:bodyPr/>
                    <a:lstStyle/>
                    <a:p>
                      <a:pPr fontAlgn="base"/>
                      <a:r>
                        <a:rPr lang="nl-BE" b="0">
                          <a:effectLst/>
                          <a:latin typeface="+mn-lt"/>
                        </a:rPr>
                        <a:t>Format percentage</a:t>
                      </a:r>
                    </a:p>
                  </a:txBody>
                  <a:tcPr anchor="ctr"/>
                </a:tc>
                <a:extLst>
                  <a:ext uri="{0D108BD9-81ED-4DB2-BD59-A6C34878D82A}">
                    <a16:rowId xmlns:a16="http://schemas.microsoft.com/office/drawing/2014/main" val="2743454170"/>
                  </a:ext>
                </a:extLst>
              </a:tr>
              <a:tr h="370840">
                <a:tc>
                  <a:txBody>
                    <a:bodyPr/>
                    <a:lstStyle/>
                    <a:p>
                      <a:pPr fontAlgn="base"/>
                      <a:r>
                        <a:rPr lang="en-BE" b="0">
                          <a:effectLst/>
                          <a:latin typeface="+mn-lt"/>
                        </a:rPr>
                        <a:t>1000000000</a:t>
                      </a:r>
                    </a:p>
                  </a:txBody>
                  <a:tcPr anchor="ctr"/>
                </a:tc>
                <a:tc>
                  <a:txBody>
                    <a:bodyPr/>
                    <a:lstStyle/>
                    <a:p>
                      <a:pPr fontAlgn="base"/>
                      <a:r>
                        <a:rPr lang="nl-BE" b="0">
                          <a:effectLst/>
                          <a:latin typeface="+mn-lt"/>
                        </a:rPr>
                        <a:t>{:.2e}</a:t>
                      </a:r>
                    </a:p>
                  </a:txBody>
                  <a:tcPr anchor="ctr"/>
                </a:tc>
                <a:tc>
                  <a:txBody>
                    <a:bodyPr/>
                    <a:lstStyle/>
                    <a:p>
                      <a:pPr fontAlgn="base"/>
                      <a:r>
                        <a:rPr lang="nl-BE" b="0" dirty="0">
                          <a:effectLst/>
                          <a:latin typeface="+mn-lt"/>
                        </a:rPr>
                        <a:t>1.00e+09</a:t>
                      </a:r>
                    </a:p>
                  </a:txBody>
                  <a:tcPr anchor="ctr"/>
                </a:tc>
                <a:tc>
                  <a:txBody>
                    <a:bodyPr/>
                    <a:lstStyle/>
                    <a:p>
                      <a:pPr fontAlgn="base"/>
                      <a:r>
                        <a:rPr lang="nl-BE" b="0">
                          <a:effectLst/>
                          <a:latin typeface="+mn-lt"/>
                        </a:rPr>
                        <a:t>Exponent notation</a:t>
                      </a:r>
                    </a:p>
                  </a:txBody>
                  <a:tcPr anchor="ctr"/>
                </a:tc>
                <a:extLst>
                  <a:ext uri="{0D108BD9-81ED-4DB2-BD59-A6C34878D82A}">
                    <a16:rowId xmlns:a16="http://schemas.microsoft.com/office/drawing/2014/main" val="4230083028"/>
                  </a:ext>
                </a:extLst>
              </a:tr>
              <a:tr h="370840">
                <a:tc>
                  <a:txBody>
                    <a:bodyPr/>
                    <a:lstStyle/>
                    <a:p>
                      <a:pPr fontAlgn="base"/>
                      <a:r>
                        <a:rPr lang="en-BE" b="0">
                          <a:effectLst/>
                          <a:latin typeface="+mn-lt"/>
                        </a:rPr>
                        <a:t>11</a:t>
                      </a:r>
                    </a:p>
                  </a:txBody>
                  <a:tcPr anchor="ctr"/>
                </a:tc>
                <a:tc>
                  <a:txBody>
                    <a:bodyPr/>
                    <a:lstStyle/>
                    <a:p>
                      <a:pPr fontAlgn="base"/>
                      <a:r>
                        <a:rPr lang="nl-BE" b="0">
                          <a:effectLst/>
                          <a:latin typeface="+mn-lt"/>
                        </a:rPr>
                        <a:t>{:11d}</a:t>
                      </a:r>
                    </a:p>
                  </a:txBody>
                  <a:tcPr anchor="ctr"/>
                </a:tc>
                <a:tc>
                  <a:txBody>
                    <a:bodyPr/>
                    <a:lstStyle/>
                    <a:p>
                      <a:pPr fontAlgn="base"/>
                      <a:r>
                        <a:rPr lang="en-BE" b="0" dirty="0">
                          <a:effectLst/>
                          <a:latin typeface="+mn-lt"/>
                        </a:rPr>
                        <a:t>11</a:t>
                      </a:r>
                    </a:p>
                  </a:txBody>
                  <a:tcPr anchor="ctr"/>
                </a:tc>
                <a:tc>
                  <a:txBody>
                    <a:bodyPr/>
                    <a:lstStyle/>
                    <a:p>
                      <a:pPr fontAlgn="base"/>
                      <a:r>
                        <a:rPr lang="nl-BE" b="0">
                          <a:effectLst/>
                          <a:latin typeface="+mn-lt"/>
                        </a:rPr>
                        <a:t>Right-aligned (default, width 10)</a:t>
                      </a:r>
                    </a:p>
                  </a:txBody>
                  <a:tcPr anchor="ctr"/>
                </a:tc>
                <a:extLst>
                  <a:ext uri="{0D108BD9-81ED-4DB2-BD59-A6C34878D82A}">
                    <a16:rowId xmlns:a16="http://schemas.microsoft.com/office/drawing/2014/main" val="3941875207"/>
                  </a:ext>
                </a:extLst>
              </a:tr>
              <a:tr h="370840">
                <a:tc>
                  <a:txBody>
                    <a:bodyPr/>
                    <a:lstStyle/>
                    <a:p>
                      <a:pPr fontAlgn="base"/>
                      <a:r>
                        <a:rPr lang="en-BE" b="0">
                          <a:effectLst/>
                          <a:latin typeface="+mn-lt"/>
                        </a:rPr>
                        <a:t>11</a:t>
                      </a:r>
                    </a:p>
                  </a:txBody>
                  <a:tcPr anchor="ctr"/>
                </a:tc>
                <a:tc>
                  <a:txBody>
                    <a:bodyPr/>
                    <a:lstStyle/>
                    <a:p>
                      <a:pPr fontAlgn="base"/>
                      <a:r>
                        <a:rPr lang="nl-BE" b="0">
                          <a:effectLst/>
                          <a:latin typeface="+mn-lt"/>
                        </a:rPr>
                        <a:t>{:&lt;11d}</a:t>
                      </a:r>
                    </a:p>
                  </a:txBody>
                  <a:tcPr anchor="ctr"/>
                </a:tc>
                <a:tc>
                  <a:txBody>
                    <a:bodyPr/>
                    <a:lstStyle/>
                    <a:p>
                      <a:pPr fontAlgn="base"/>
                      <a:r>
                        <a:rPr lang="en-BE" b="0" dirty="0">
                          <a:effectLst/>
                          <a:latin typeface="+mn-lt"/>
                        </a:rPr>
                        <a:t>11</a:t>
                      </a:r>
                    </a:p>
                  </a:txBody>
                  <a:tcPr anchor="ctr"/>
                </a:tc>
                <a:tc>
                  <a:txBody>
                    <a:bodyPr/>
                    <a:lstStyle/>
                    <a:p>
                      <a:pPr fontAlgn="base"/>
                      <a:r>
                        <a:rPr lang="nl-BE" b="0">
                          <a:effectLst/>
                          <a:latin typeface="+mn-lt"/>
                        </a:rPr>
                        <a:t>Left-aligned (width 10)</a:t>
                      </a:r>
                    </a:p>
                  </a:txBody>
                  <a:tcPr anchor="ctr"/>
                </a:tc>
                <a:extLst>
                  <a:ext uri="{0D108BD9-81ED-4DB2-BD59-A6C34878D82A}">
                    <a16:rowId xmlns:a16="http://schemas.microsoft.com/office/drawing/2014/main" val="915351728"/>
                  </a:ext>
                </a:extLst>
              </a:tr>
              <a:tr h="370840">
                <a:tc>
                  <a:txBody>
                    <a:bodyPr/>
                    <a:lstStyle/>
                    <a:p>
                      <a:pPr fontAlgn="base"/>
                      <a:r>
                        <a:rPr lang="en-BE" b="0">
                          <a:effectLst/>
                          <a:latin typeface="+mn-lt"/>
                        </a:rPr>
                        <a:t>11</a:t>
                      </a:r>
                    </a:p>
                  </a:txBody>
                  <a:tcPr anchor="ctr"/>
                </a:tc>
                <a:tc>
                  <a:txBody>
                    <a:bodyPr/>
                    <a:lstStyle/>
                    <a:p>
                      <a:pPr fontAlgn="base"/>
                      <a:r>
                        <a:rPr lang="nl-BE" b="0">
                          <a:effectLst/>
                          <a:latin typeface="+mn-lt"/>
                        </a:rPr>
                        <a:t>{:^11d}</a:t>
                      </a:r>
                    </a:p>
                  </a:txBody>
                  <a:tcPr anchor="ctr"/>
                </a:tc>
                <a:tc>
                  <a:txBody>
                    <a:bodyPr/>
                    <a:lstStyle/>
                    <a:p>
                      <a:pPr fontAlgn="base"/>
                      <a:r>
                        <a:rPr lang="en-BE" b="0">
                          <a:effectLst/>
                          <a:latin typeface="+mn-lt"/>
                        </a:rPr>
                        <a:t>11</a:t>
                      </a:r>
                    </a:p>
                  </a:txBody>
                  <a:tcPr anchor="ctr"/>
                </a:tc>
                <a:tc>
                  <a:txBody>
                    <a:bodyPr/>
                    <a:lstStyle/>
                    <a:p>
                      <a:pPr fontAlgn="base"/>
                      <a:r>
                        <a:rPr lang="nl-BE" b="0" dirty="0">
                          <a:effectLst/>
                          <a:latin typeface="+mn-lt"/>
                        </a:rPr>
                        <a:t>Center </a:t>
                      </a:r>
                      <a:r>
                        <a:rPr lang="nl-BE" b="0" dirty="0" err="1">
                          <a:effectLst/>
                          <a:latin typeface="+mn-lt"/>
                        </a:rPr>
                        <a:t>aligned</a:t>
                      </a:r>
                      <a:r>
                        <a:rPr lang="nl-BE" b="0" dirty="0">
                          <a:effectLst/>
                          <a:latin typeface="+mn-lt"/>
                        </a:rPr>
                        <a:t> (</a:t>
                      </a:r>
                      <a:r>
                        <a:rPr lang="nl-BE" b="0" dirty="0" err="1">
                          <a:effectLst/>
                          <a:latin typeface="+mn-lt"/>
                        </a:rPr>
                        <a:t>width</a:t>
                      </a:r>
                      <a:r>
                        <a:rPr lang="nl-BE" b="0" dirty="0">
                          <a:effectLst/>
                          <a:latin typeface="+mn-lt"/>
                        </a:rPr>
                        <a:t> 10)</a:t>
                      </a:r>
                    </a:p>
                  </a:txBody>
                  <a:tcPr anchor="ctr"/>
                </a:tc>
                <a:extLst>
                  <a:ext uri="{0D108BD9-81ED-4DB2-BD59-A6C34878D82A}">
                    <a16:rowId xmlns:a16="http://schemas.microsoft.com/office/drawing/2014/main" val="2674314549"/>
                  </a:ext>
                </a:extLst>
              </a:tr>
            </a:tbl>
          </a:graphicData>
        </a:graphic>
      </p:graphicFrame>
      <p:sp>
        <p:nvSpPr>
          <p:cNvPr id="5" name="TextBox 4">
            <a:extLst>
              <a:ext uri="{FF2B5EF4-FFF2-40B4-BE49-F238E27FC236}">
                <a16:creationId xmlns:a16="http://schemas.microsoft.com/office/drawing/2014/main" id="{5D4133B0-044B-D7BA-5136-82C7B16CCE6F}"/>
              </a:ext>
            </a:extLst>
          </p:cNvPr>
          <p:cNvSpPr txBox="1"/>
          <p:nvPr/>
        </p:nvSpPr>
        <p:spPr>
          <a:xfrm>
            <a:off x="7172325" y="704740"/>
            <a:ext cx="4733925" cy="646331"/>
          </a:xfrm>
          <a:prstGeom prst="rect">
            <a:avLst/>
          </a:prstGeom>
          <a:noFill/>
        </p:spPr>
        <p:txBody>
          <a:bodyPr wrap="square" rtlCol="0">
            <a:spAutoFit/>
          </a:bodyPr>
          <a:lstStyle/>
          <a:p>
            <a:r>
              <a:rPr lang="nl-BE" dirty="0">
                <a:hlinkClick r:id="rId2"/>
              </a:rPr>
              <a:t>https://www.pythoncheatsheet.org/cheatsheet/string-formatting</a:t>
            </a:r>
            <a:r>
              <a:rPr lang="nl-BE" dirty="0"/>
              <a:t> </a:t>
            </a:r>
            <a:endParaRPr lang="en-BE" dirty="0"/>
          </a:p>
        </p:txBody>
      </p:sp>
    </p:spTree>
    <p:extLst>
      <p:ext uri="{BB962C8B-B14F-4D97-AF65-F5344CB8AC3E}">
        <p14:creationId xmlns:p14="http://schemas.microsoft.com/office/powerpoint/2010/main" val="3214304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 line arguments</a:t>
            </a:r>
            <a:endParaRPr lang="nl-BE" dirty="0"/>
          </a:p>
        </p:txBody>
      </p:sp>
      <p:sp>
        <p:nvSpPr>
          <p:cNvPr id="3" name="Content Placeholder 2"/>
          <p:cNvSpPr>
            <a:spLocks noGrp="1"/>
          </p:cNvSpPr>
          <p:nvPr>
            <p:ph idx="1"/>
          </p:nvPr>
        </p:nvSpPr>
        <p:spPr/>
        <p:txBody>
          <a:bodyPr/>
          <a:lstStyle/>
          <a:p>
            <a:r>
              <a:rPr lang="en-US" dirty="0"/>
              <a:t>All of the command line parameters live inside of </a:t>
            </a:r>
            <a:r>
              <a:rPr lang="en-US" dirty="0" err="1">
                <a:latin typeface="Courier New" panose="02070309020205020404" pitchFamily="49" charset="0"/>
                <a:cs typeface="Courier New" panose="02070309020205020404" pitchFamily="49" charset="0"/>
              </a:rPr>
              <a:t>sys.argv</a:t>
            </a:r>
            <a:r>
              <a:rPr lang="en-US" dirty="0"/>
              <a:t>, so </a:t>
            </a:r>
            <a:r>
              <a:rPr lang="en-US" dirty="0">
                <a:latin typeface="Courier New" panose="02070309020205020404" pitchFamily="49" charset="0"/>
                <a:cs typeface="Courier New" panose="02070309020205020404" pitchFamily="49" charset="0"/>
              </a:rPr>
              <a:t>import sys</a:t>
            </a:r>
            <a:r>
              <a:rPr lang="en-US" dirty="0"/>
              <a:t> is needed. </a:t>
            </a:r>
          </a:p>
          <a:p>
            <a:r>
              <a:rPr lang="en-US" dirty="0" err="1">
                <a:latin typeface="Courier New" panose="02070309020205020404" pitchFamily="49" charset="0"/>
                <a:cs typeface="Courier New" panose="02070309020205020404" pitchFamily="49" charset="0"/>
              </a:rPr>
              <a:t>sys.argv</a:t>
            </a:r>
            <a:r>
              <a:rPr lang="en-US" dirty="0"/>
              <a:t> is a list in Python, which contains the command-line arguments passed to the script.</a:t>
            </a:r>
            <a:endParaRPr lang="nl-BE" dirty="0"/>
          </a:p>
          <a:p>
            <a:r>
              <a:rPr lang="en-US" dirty="0"/>
              <a:t>The name of the program is always the first item (</a:t>
            </a:r>
            <a:r>
              <a:rPr lang="nl-BE" dirty="0" err="1">
                <a:latin typeface="Courier New" panose="02070309020205020404" pitchFamily="49" charset="0"/>
                <a:cs typeface="Courier New" panose="02070309020205020404" pitchFamily="49" charset="0"/>
              </a:rPr>
              <a:t>argv</a:t>
            </a:r>
            <a:r>
              <a:rPr lang="nl-BE" dirty="0">
                <a:latin typeface="Courier New" panose="02070309020205020404" pitchFamily="49" charset="0"/>
                <a:cs typeface="Courier New" panose="02070309020205020404" pitchFamily="49" charset="0"/>
              </a:rPr>
              <a:t>[0]</a:t>
            </a:r>
            <a:r>
              <a:rPr lang="nl-BE" dirty="0"/>
              <a:t>)</a:t>
            </a:r>
          </a:p>
          <a:p>
            <a:r>
              <a:rPr lang="en-US" dirty="0"/>
              <a:t>The elements of </a:t>
            </a:r>
            <a:r>
              <a:rPr lang="en-US" dirty="0" err="1">
                <a:latin typeface="Courier New" panose="02070309020205020404" pitchFamily="49" charset="0"/>
                <a:cs typeface="Courier New" panose="02070309020205020404" pitchFamily="49" charset="0"/>
              </a:rPr>
              <a:t>argv</a:t>
            </a:r>
            <a:r>
              <a:rPr lang="en-US" dirty="0"/>
              <a:t> are strings</a:t>
            </a:r>
          </a:p>
          <a:p>
            <a:r>
              <a:rPr lang="en-US" i="1" dirty="0"/>
              <a:t>File: command_line_io.py</a:t>
            </a:r>
          </a:p>
          <a:p>
            <a:r>
              <a:rPr lang="nl-BE" dirty="0">
                <a:hlinkClick r:id="rId2"/>
              </a:rPr>
              <a:t>https://realpython.com/python-command-line-arguments/</a:t>
            </a:r>
            <a:endParaRPr lang="en-US" i="1" dirty="0"/>
          </a:p>
        </p:txBody>
      </p:sp>
    </p:spTree>
    <p:extLst>
      <p:ext uri="{BB962C8B-B14F-4D97-AF65-F5344CB8AC3E}">
        <p14:creationId xmlns:p14="http://schemas.microsoft.com/office/powerpoint/2010/main" val="2936197267"/>
      </p:ext>
    </p:extLst>
  </p:cSld>
  <p:clrMapOvr>
    <a:masterClrMapping/>
  </p:clrMapOvr>
  <mc:AlternateContent xmlns:mc="http://schemas.openxmlformats.org/markup-compatibility/2006" xmlns:p14="http://schemas.microsoft.com/office/powerpoint/2010/main">
    <mc:Choice Requires="p14">
      <p:transition spd="slow" p14:dur="2000" advTm="59233"/>
    </mc:Choice>
    <mc:Fallback xmlns="">
      <p:transition spd="slow" advTm="592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8C3AD46-1BEE-40D6-B89D-DD5773DDFE5F}"/>
              </a:ext>
            </a:extLst>
          </p:cNvPr>
          <p:cNvSpPr>
            <a:spLocks noGrp="1"/>
          </p:cNvSpPr>
          <p:nvPr>
            <p:ph type="title"/>
          </p:nvPr>
        </p:nvSpPr>
        <p:spPr/>
        <p:txBody>
          <a:bodyPr/>
          <a:lstStyle/>
          <a:p>
            <a:r>
              <a:rPr lang="en-US" dirty="0"/>
              <a:t>Command line arguments</a:t>
            </a:r>
          </a:p>
        </p:txBody>
      </p:sp>
      <p:sp>
        <p:nvSpPr>
          <p:cNvPr id="8" name="Text Placeholder 7">
            <a:extLst>
              <a:ext uri="{FF2B5EF4-FFF2-40B4-BE49-F238E27FC236}">
                <a16:creationId xmlns:a16="http://schemas.microsoft.com/office/drawing/2014/main" id="{482C8D90-6745-49E1-8C54-7E1C1EBD4529}"/>
              </a:ext>
            </a:extLst>
          </p:cNvPr>
          <p:cNvSpPr>
            <a:spLocks noGrp="1"/>
          </p:cNvSpPr>
          <p:nvPr>
            <p:ph type="body" idx="1"/>
          </p:nvPr>
        </p:nvSpPr>
        <p:spPr/>
        <p:txBody>
          <a:bodyPr/>
          <a:lstStyle/>
          <a:p>
            <a:r>
              <a:rPr lang="en-US" i="1" dirty="0"/>
              <a:t>File: command_line_io.py</a:t>
            </a:r>
          </a:p>
        </p:txBody>
      </p:sp>
      <p:sp>
        <p:nvSpPr>
          <p:cNvPr id="5" name="Content Placeholder 4">
            <a:extLst>
              <a:ext uri="{FF2B5EF4-FFF2-40B4-BE49-F238E27FC236}">
                <a16:creationId xmlns:a16="http://schemas.microsoft.com/office/drawing/2014/main" id="{C45A37B3-ED88-46B9-9EC7-7C024AD67E7F}"/>
              </a:ext>
            </a:extLst>
          </p:cNvPr>
          <p:cNvSpPr>
            <a:spLocks noGrp="1"/>
          </p:cNvSpPr>
          <p:nvPr>
            <p:ph sz="half" idx="2"/>
          </p:nvPr>
        </p:nvSpPr>
        <p:spPr/>
        <p:txBody>
          <a:bodyPr>
            <a:normAutofit fontScale="62500" lnSpcReduction="20000"/>
          </a:bodyPr>
          <a:lstStyle/>
          <a:p>
            <a:pPr marL="0" indent="0">
              <a:buNone/>
            </a:pPr>
            <a:r>
              <a:rPr lang="en-US" dirty="0">
                <a:latin typeface="Courier New" panose="02070309020205020404" pitchFamily="49" charset="0"/>
                <a:cs typeface="Courier New" panose="02070309020205020404" pitchFamily="49" charset="0"/>
              </a:rPr>
              <a:t>import sys</a:t>
            </a:r>
          </a:p>
          <a:p>
            <a:pPr marL="0" indent="0">
              <a:buNone/>
            </a:pPr>
            <a:r>
              <a:rPr lang="en-US" dirty="0">
                <a:latin typeface="Courier New" panose="02070309020205020404" pitchFamily="49" charset="0"/>
                <a:cs typeface="Courier New" panose="02070309020205020404" pitchFamily="49" charset="0"/>
              </a:rPr>
              <a:t>print('This is the name of the script: ',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[0])</a:t>
            </a:r>
          </a:p>
          <a:p>
            <a:pPr marL="0" indent="0">
              <a:buNone/>
            </a:pPr>
            <a:r>
              <a:rPr lang="en-US" dirty="0">
                <a:latin typeface="Courier New" panose="02070309020205020404" pitchFamily="49" charset="0"/>
                <a:cs typeface="Courier New" panose="02070309020205020404" pitchFamily="49" charset="0"/>
              </a:rPr>
              <a:t>print('Number of arguments: ',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[1:]))</a:t>
            </a:r>
          </a:p>
          <a:p>
            <a:pPr marL="0" indent="0">
              <a:buNone/>
            </a:pPr>
            <a:r>
              <a:rPr lang="en-US" dirty="0">
                <a:latin typeface="Courier New" panose="02070309020205020404" pitchFamily="49" charset="0"/>
                <a:cs typeface="Courier New" panose="02070309020205020404" pitchFamily="49" charset="0"/>
              </a:rPr>
              <a:t>print('The arguments are: ',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in </a:t>
            </a:r>
            <a:r>
              <a:rPr lang="en-US" dirty="0" err="1">
                <a:latin typeface="Courier New" panose="02070309020205020404" pitchFamily="49" charset="0"/>
                <a:cs typeface="Courier New" panose="02070309020205020404" pitchFamily="49" charset="0"/>
              </a:rPr>
              <a:t>sys.argv</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print(type(</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a:t>
            </a:r>
          </a:p>
        </p:txBody>
      </p:sp>
      <p:sp>
        <p:nvSpPr>
          <p:cNvPr id="9" name="Text Placeholder 8">
            <a:extLst>
              <a:ext uri="{FF2B5EF4-FFF2-40B4-BE49-F238E27FC236}">
                <a16:creationId xmlns:a16="http://schemas.microsoft.com/office/drawing/2014/main" id="{6213D4DA-918F-48C9-8174-8C73761B91CC}"/>
              </a:ext>
            </a:extLst>
          </p:cNvPr>
          <p:cNvSpPr>
            <a:spLocks noGrp="1"/>
          </p:cNvSpPr>
          <p:nvPr>
            <p:ph type="body" sz="quarter" idx="3"/>
          </p:nvPr>
        </p:nvSpPr>
        <p:spPr/>
        <p:txBody>
          <a:bodyPr/>
          <a:lstStyle/>
          <a:p>
            <a:r>
              <a:rPr lang="nl-BE" dirty="0" err="1"/>
              <a:t>Command</a:t>
            </a:r>
            <a:r>
              <a:rPr lang="nl-BE" dirty="0"/>
              <a:t> line </a:t>
            </a:r>
            <a:endParaRPr lang="en-US" dirty="0"/>
          </a:p>
        </p:txBody>
      </p:sp>
      <p:sp>
        <p:nvSpPr>
          <p:cNvPr id="6" name="Content Placeholder 5">
            <a:extLst>
              <a:ext uri="{FF2B5EF4-FFF2-40B4-BE49-F238E27FC236}">
                <a16:creationId xmlns:a16="http://schemas.microsoft.com/office/drawing/2014/main" id="{12299596-54D8-421B-8950-F92C504F5CFA}"/>
              </a:ext>
            </a:extLst>
          </p:cNvPr>
          <p:cNvSpPr>
            <a:spLocks noGrp="1"/>
          </p:cNvSpPr>
          <p:nvPr>
            <p:ph sz="quarter" idx="4"/>
          </p:nvPr>
        </p:nvSpPr>
        <p:spPr/>
        <p:txBody>
          <a:bodyPr>
            <a:normAutofit fontScale="62500" lnSpcReduction="20000"/>
          </a:bodyPr>
          <a:lstStyle/>
          <a:p>
            <a:pPr marL="0" indent="0">
              <a:buNone/>
            </a:pPr>
            <a:r>
              <a:rPr lang="en-US" dirty="0">
                <a:latin typeface="Courier New" panose="02070309020205020404" pitchFamily="49" charset="0"/>
                <a:cs typeface="Courier New" panose="02070309020205020404" pitchFamily="49" charset="0"/>
              </a:rPr>
              <a:t>(base) PS </a:t>
            </a:r>
            <a:r>
              <a:rPr lang="en-US" dirty="0">
                <a:highlight>
                  <a:srgbClr val="FFFF00"/>
                </a:highlight>
                <a:latin typeface="Courier New" panose="02070309020205020404" pitchFamily="49" charset="0"/>
                <a:cs typeface="Courier New" panose="02070309020205020404" pitchFamily="49" charset="0"/>
              </a:rPr>
              <a:t>C:\temp\Develop\PythonDev&gt; </a:t>
            </a:r>
            <a:r>
              <a:rPr lang="en-US" dirty="0">
                <a:highlight>
                  <a:srgbClr val="00FFFF"/>
                </a:highlight>
                <a:latin typeface="Courier New" panose="02070309020205020404" pitchFamily="49" charset="0"/>
                <a:cs typeface="Courier New" panose="02070309020205020404" pitchFamily="49" charset="0"/>
              </a:rPr>
              <a:t>python .\command_line_io.py help 12</a:t>
            </a:r>
          </a:p>
          <a:p>
            <a:pPr marL="0" indent="0">
              <a:buNone/>
            </a:pPr>
            <a:r>
              <a:rPr lang="en-US" dirty="0">
                <a:latin typeface="Courier New" panose="02070309020205020404" pitchFamily="49" charset="0"/>
                <a:cs typeface="Courier New" panose="02070309020205020404" pitchFamily="49" charset="0"/>
              </a:rPr>
              <a:t>This is the name of the script:  .\command_line_io.py</a:t>
            </a:r>
          </a:p>
          <a:p>
            <a:pPr marL="0" indent="0">
              <a:buNone/>
            </a:pPr>
            <a:r>
              <a:rPr lang="en-US" dirty="0">
                <a:latin typeface="Courier New" panose="02070309020205020404" pitchFamily="49" charset="0"/>
                <a:cs typeface="Courier New" panose="02070309020205020404" pitchFamily="49" charset="0"/>
              </a:rPr>
              <a:t>Number of arguments:  2</a:t>
            </a:r>
          </a:p>
          <a:p>
            <a:pPr marL="0" indent="0">
              <a:buNone/>
            </a:pPr>
            <a:r>
              <a:rPr lang="en-US" dirty="0">
                <a:latin typeface="Courier New" panose="02070309020205020404" pitchFamily="49" charset="0"/>
                <a:cs typeface="Courier New" panose="02070309020205020404" pitchFamily="49" charset="0"/>
              </a:rPr>
              <a:t>The arguments are:  ['.\\command_line_io.py', 'help', ‘12']</a:t>
            </a:r>
          </a:p>
          <a:p>
            <a:pPr marL="0" indent="0">
              <a:buNone/>
            </a:pPr>
            <a:r>
              <a:rPr lang="en-US" dirty="0">
                <a:latin typeface="Courier New" panose="02070309020205020404" pitchFamily="49" charset="0"/>
                <a:cs typeface="Courier New" panose="02070309020205020404" pitchFamily="49" charset="0"/>
              </a:rPr>
              <a:t>&lt;class 'str'&gt; .\command_line_io.py</a:t>
            </a:r>
          </a:p>
          <a:p>
            <a:pPr marL="0" indent="0">
              <a:buNone/>
            </a:pPr>
            <a:r>
              <a:rPr lang="en-US" dirty="0">
                <a:latin typeface="Courier New" panose="02070309020205020404" pitchFamily="49" charset="0"/>
                <a:cs typeface="Courier New" panose="02070309020205020404" pitchFamily="49" charset="0"/>
              </a:rPr>
              <a:t>&lt;class 'str'&gt; help</a:t>
            </a:r>
          </a:p>
          <a:p>
            <a:pPr marL="0" indent="0">
              <a:buNone/>
            </a:pPr>
            <a:r>
              <a:rPr lang="en-US" dirty="0">
                <a:latin typeface="Courier New" panose="02070309020205020404" pitchFamily="49" charset="0"/>
                <a:cs typeface="Courier New" panose="02070309020205020404" pitchFamily="49" charset="0"/>
              </a:rPr>
              <a:t>&lt;class 'str’&gt; 12</a:t>
            </a:r>
          </a:p>
          <a:p>
            <a:pPr marL="0" indent="0">
              <a:buNone/>
            </a:pPr>
            <a:r>
              <a:rPr lang="en-US" dirty="0">
                <a:latin typeface="Courier New" panose="02070309020205020404" pitchFamily="49" charset="0"/>
                <a:cs typeface="Courier New" panose="02070309020205020404" pitchFamily="49" charset="0"/>
              </a:rPr>
              <a:t>(base) PS C:\temp\Develop\PythonDev&gt;</a:t>
            </a:r>
          </a:p>
        </p:txBody>
      </p:sp>
    </p:spTree>
    <p:extLst>
      <p:ext uri="{BB962C8B-B14F-4D97-AF65-F5344CB8AC3E}">
        <p14:creationId xmlns:p14="http://schemas.microsoft.com/office/powerpoint/2010/main" val="3197569124"/>
      </p:ext>
    </p:extLst>
  </p:cSld>
  <p:clrMapOvr>
    <a:masterClrMapping/>
  </p:clrMapOvr>
  <mc:AlternateContent xmlns:mc="http://schemas.openxmlformats.org/markup-compatibility/2006" xmlns:p14="http://schemas.microsoft.com/office/powerpoint/2010/main">
    <mc:Choice Requires="p14">
      <p:transition spd="slow" p14:dur="2000" advTm="119010"/>
    </mc:Choice>
    <mc:Fallback xmlns="">
      <p:transition spd="slow" advTm="119010"/>
    </mc:Fallback>
  </mc:AlternateContent>
  <p:extLst>
    <p:ext uri="{3A86A75C-4F4B-4683-9AE1-C65F6400EC91}">
      <p14:laserTraceLst xmlns:p14="http://schemas.microsoft.com/office/powerpoint/2010/main">
        <p14:tracePtLst>
          <p14:tracePt t="4143" x="3657600" y="2971800"/>
          <p14:tracePt t="4149" x="3657600" y="2965450"/>
          <p14:tracePt t="4157" x="3651250" y="2959100"/>
          <p14:tracePt t="4173" x="3638550" y="2952750"/>
          <p14:tracePt t="4189" x="3638550" y="2946400"/>
          <p14:tracePt t="4206" x="3632200" y="2940050"/>
          <p14:tracePt t="4223" x="3625850" y="2940050"/>
          <p14:tracePt t="4240" x="3613150" y="2933700"/>
          <p14:tracePt t="4256" x="3606800" y="2927350"/>
          <p14:tracePt t="4273" x="3587750" y="2914650"/>
          <p14:tracePt t="4276" x="3575050" y="2908300"/>
          <p14:tracePt t="4290" x="3568700" y="2908300"/>
          <p14:tracePt t="4306" x="3543300" y="2882900"/>
          <p14:tracePt t="4309" x="3530600" y="2870200"/>
          <p14:tracePt t="4323" x="3524250" y="2863850"/>
          <p14:tracePt t="4339" x="3505200" y="2844800"/>
          <p14:tracePt t="4343" x="3498850" y="2844800"/>
          <p14:tracePt t="4356" x="3492500" y="2832100"/>
          <p14:tracePt t="4373" x="3441700" y="2794000"/>
          <p14:tracePt t="4390" x="3384550" y="2749550"/>
          <p14:tracePt t="4406" x="3352800" y="2724150"/>
          <p14:tracePt t="4423" x="3263900" y="2673350"/>
          <p14:tracePt t="4440" x="3200400" y="2647950"/>
          <p14:tracePt t="4456" x="3086100" y="2597150"/>
          <p14:tracePt t="4473" x="3003550" y="2565400"/>
          <p14:tracePt t="4490" x="2901950" y="2527300"/>
          <p14:tracePt t="4506" x="2705100" y="2476500"/>
          <p14:tracePt t="4510" x="2654300" y="2463800"/>
          <p14:tracePt t="4523" x="2590800" y="2444750"/>
          <p14:tracePt t="4527" x="2540000" y="2425700"/>
          <p14:tracePt t="4540" x="2489200" y="2413000"/>
          <p14:tracePt t="4544" x="2432050" y="2400300"/>
          <p14:tracePt t="4556" x="2298700" y="2355850"/>
          <p14:tracePt t="4573" x="2216150" y="2330450"/>
          <p14:tracePt t="4575" x="2178050" y="2330450"/>
          <p14:tracePt t="4590" x="2152650" y="2317750"/>
          <p14:tracePt t="4606" x="2070100" y="2292350"/>
          <p14:tracePt t="4609" x="2051050" y="2286000"/>
          <p14:tracePt t="4623" x="1993900" y="2273300"/>
          <p14:tracePt t="4640" x="1911350" y="2260600"/>
          <p14:tracePt t="4656" x="1809750" y="2247900"/>
          <p14:tracePt t="4673" x="1752600" y="2247900"/>
          <p14:tracePt t="4690" x="1644650" y="2273300"/>
          <p14:tracePt t="4706" x="1593850" y="2279650"/>
          <p14:tracePt t="4723" x="1543050" y="2292350"/>
          <p14:tracePt t="4740" x="1473200" y="2311400"/>
          <p14:tracePt t="4756" x="1441450" y="2317750"/>
          <p14:tracePt t="4773" x="1403350" y="2317750"/>
          <p14:tracePt t="4775" x="1384300" y="2324100"/>
          <p14:tracePt t="4790" x="1371600" y="2330450"/>
          <p14:tracePt t="4806" x="1339850" y="2336800"/>
          <p14:tracePt t="4809" x="1320800" y="2343150"/>
          <p14:tracePt t="4823" x="1289050" y="2349500"/>
          <p14:tracePt t="4840" x="1162050" y="2406650"/>
          <p14:tracePt t="4856" x="1123950" y="2419350"/>
          <p14:tracePt t="4873" x="1016000" y="2470150"/>
          <p14:tracePt t="4895" x="946150" y="2495550"/>
          <p14:tracePt t="4906" x="889000" y="2527300"/>
          <p14:tracePt t="4923" x="850900" y="2546350"/>
          <p14:tracePt t="4940" x="812800" y="2565400"/>
          <p14:tracePt t="4956" x="787400" y="2584450"/>
          <p14:tracePt t="4973" x="755650" y="2603500"/>
          <p14:tracePt t="4990" x="730250" y="2628900"/>
          <p14:tracePt t="5006" x="692150" y="2660650"/>
          <p14:tracePt t="5010" x="666750" y="2686050"/>
          <p14:tracePt t="5025" x="654050" y="2705100"/>
          <p14:tracePt t="5028" x="641350" y="2730500"/>
          <p14:tracePt t="5039" x="622300" y="2749550"/>
          <p14:tracePt t="5059" x="571500" y="2863850"/>
          <p14:tracePt t="5073" x="539750" y="2933700"/>
          <p14:tracePt t="5092" x="508000" y="3028950"/>
          <p14:tracePt t="5107" x="482600" y="3124200"/>
          <p14:tracePt t="5124" x="469900" y="3181350"/>
          <p14:tracePt t="5140" x="457200" y="3244850"/>
          <p14:tracePt t="5158" x="450850" y="3321050"/>
          <p14:tracePt t="5173" x="450850" y="3365500"/>
          <p14:tracePt t="5190" x="450850" y="3409950"/>
          <p14:tracePt t="5206" x="450850" y="3498850"/>
          <p14:tracePt t="5223" x="457200" y="3543300"/>
          <p14:tracePt t="5240" x="469900" y="3606800"/>
          <p14:tracePt t="5256" x="482600" y="3683000"/>
          <p14:tracePt t="5273" x="495300" y="3771900"/>
          <p14:tracePt t="5290" x="520700" y="3911600"/>
          <p14:tracePt t="5292" x="527050" y="3949700"/>
          <p14:tracePt t="5306" x="533400" y="3975100"/>
          <p14:tracePt t="5323" x="552450" y="4025900"/>
          <p14:tracePt t="5326" x="552450" y="4044950"/>
          <p14:tracePt t="5340" x="565150" y="4089400"/>
          <p14:tracePt t="5356" x="577850" y="4140200"/>
          <p14:tracePt t="5373" x="590550" y="4171950"/>
          <p14:tracePt t="5390" x="596900" y="4222750"/>
          <p14:tracePt t="5406" x="609600" y="4279900"/>
          <p14:tracePt t="5423" x="628650" y="4387850"/>
          <p14:tracePt t="5440" x="654050" y="4502150"/>
          <p14:tracePt t="5456" x="685800" y="4610100"/>
          <p14:tracePt t="5473" x="704850" y="4673600"/>
          <p14:tracePt t="5490" x="730250" y="4718050"/>
          <p14:tracePt t="5506" x="742950" y="4737100"/>
          <p14:tracePt t="5523" x="742950" y="4749800"/>
          <p14:tracePt t="5528" x="755650" y="4756150"/>
          <p14:tracePt t="5540" x="755650" y="4768850"/>
          <p14:tracePt t="5556" x="768350" y="4800600"/>
          <p14:tracePt t="5560" x="774700" y="4813300"/>
          <p14:tracePt t="5574" x="781050" y="4832350"/>
          <p14:tracePt t="5590" x="806450" y="4895850"/>
          <p14:tracePt t="5606" x="825500" y="4946650"/>
          <p14:tracePt t="5623" x="844550" y="4978400"/>
          <p14:tracePt t="5640" x="857250" y="5010150"/>
          <p14:tracePt t="5656" x="869950" y="5022850"/>
          <p14:tracePt t="5673" x="876300" y="5035550"/>
          <p14:tracePt t="5690" x="895350" y="5048250"/>
          <p14:tracePt t="5706" x="901700" y="5060950"/>
          <p14:tracePt t="5723" x="914400" y="5067300"/>
          <p14:tracePt t="5740" x="933450" y="5080000"/>
          <p14:tracePt t="5756" x="946150" y="5092700"/>
          <p14:tracePt t="5761" x="958850" y="5105400"/>
          <p14:tracePt t="5790" x="984250" y="5130800"/>
          <p14:tracePt t="5793" x="996950" y="5149850"/>
          <p14:tracePt t="5806" x="1003300" y="5156200"/>
          <p14:tracePt t="5823" x="1028700" y="5187950"/>
          <p14:tracePt t="5826" x="1035050" y="5194300"/>
          <p14:tracePt t="5840" x="1060450" y="5238750"/>
          <p14:tracePt t="5856" x="1092200" y="5283200"/>
          <p14:tracePt t="5873" x="1123950" y="5327650"/>
          <p14:tracePt t="5890" x="1149350" y="5365750"/>
          <p14:tracePt t="5906" x="1193800" y="5422900"/>
          <p14:tracePt t="5923" x="1225550" y="5461000"/>
          <p14:tracePt t="5940" x="1282700" y="5518150"/>
          <p14:tracePt t="5957" x="1314450" y="5549900"/>
          <p14:tracePt t="5973" x="1371600" y="5600700"/>
          <p14:tracePt t="5990" x="1409700" y="5626100"/>
          <p14:tracePt t="5994" x="1428750" y="5638800"/>
          <p14:tracePt t="6006" x="1454150" y="5664200"/>
          <p14:tracePt t="6023" x="1530350" y="5721350"/>
          <p14:tracePt t="6026" x="1555750" y="5746750"/>
          <p14:tracePt t="6040" x="1574800" y="5759450"/>
          <p14:tracePt t="6056" x="1625600" y="5797550"/>
          <p14:tracePt t="6059" x="1695450" y="5835650"/>
          <p14:tracePt t="6073" x="1733550" y="5854700"/>
          <p14:tracePt t="6090" x="1854200" y="5918200"/>
          <p14:tracePt t="6106" x="1955800" y="5956300"/>
          <p14:tracePt t="6123" x="2044700" y="5994400"/>
          <p14:tracePt t="6140" x="2133600" y="6019800"/>
          <p14:tracePt t="6156" x="2254250" y="6045200"/>
          <p14:tracePt t="6173" x="2330450" y="6045200"/>
          <p14:tracePt t="6190" x="2400300" y="6045200"/>
          <p14:tracePt t="6206" x="2470150" y="6045200"/>
          <p14:tracePt t="6223" x="2546350" y="6045200"/>
          <p14:tracePt t="6239" x="2609850" y="6045200"/>
          <p14:tracePt t="6256" x="2654300" y="6045200"/>
          <p14:tracePt t="6261" x="2673350" y="6045200"/>
          <p14:tracePt t="6273" x="2679700" y="6045200"/>
          <p14:tracePt t="6290" x="2698750" y="6045200"/>
          <p14:tracePt t="6381" x="2692400" y="6038850"/>
          <p14:tracePt t="6413" x="2686050" y="6038850"/>
          <p14:tracePt t="6478" x="2686050" y="6032500"/>
          <p14:tracePt t="6495" x="2679700" y="6026150"/>
          <p14:tracePt t="6512" x="2673350" y="6019800"/>
          <p14:tracePt t="6518" x="2660650" y="6007100"/>
          <p14:tracePt t="6540" x="2647950" y="6000750"/>
          <p14:tracePt t="6556" x="2622550" y="5962650"/>
          <p14:tracePt t="6560" x="2616200" y="5956300"/>
          <p14:tracePt t="6562" x="0" y="0"/>
        </p14:tracePtLst>
        <p14:tracePtLst>
          <p14:tracePt t="7464" x="1758950" y="2463800"/>
          <p14:tracePt t="7469" x="1752600" y="2463800"/>
          <p14:tracePt t="7501" x="1746250" y="2463800"/>
          <p14:tracePt t="7525" x="1739900" y="2463800"/>
          <p14:tracePt t="7546" x="1733550" y="2463800"/>
          <p14:tracePt t="7560" x="1727200" y="2463800"/>
          <p14:tracePt t="7567" x="1714500" y="2463800"/>
          <p14:tracePt t="7575" x="1695450" y="2463800"/>
          <p14:tracePt t="7591" x="1631950" y="2476500"/>
          <p14:tracePt t="7606" x="1574800" y="2482850"/>
          <p14:tracePt t="7623" x="1504950" y="2482850"/>
          <p14:tracePt t="7640" x="1409700" y="2482850"/>
          <p14:tracePt t="7656" x="1358900" y="2482850"/>
          <p14:tracePt t="7673" x="1314450" y="2482850"/>
          <p14:tracePt t="7690" x="1289050" y="2482850"/>
          <p14:tracePt t="7706" x="1276350" y="2482850"/>
          <p14:tracePt t="7723" x="1257300" y="2482850"/>
          <p14:tracePt t="7740" x="1238250" y="2482850"/>
          <p14:tracePt t="7756" x="1212850" y="2482850"/>
          <p14:tracePt t="7759" x="1193800" y="2489200"/>
          <p14:tracePt t="7773" x="1181100" y="2495550"/>
          <p14:tracePt t="7790" x="1130300" y="2495550"/>
          <p14:tracePt t="7806" x="1092200" y="2501900"/>
          <p14:tracePt t="7823" x="1060450" y="2501900"/>
          <p14:tracePt t="7826" x="1028700" y="2508250"/>
          <p14:tracePt t="7840" x="1003300" y="2514600"/>
          <p14:tracePt t="7856" x="946150" y="2527300"/>
          <p14:tracePt t="7873" x="914400" y="2546350"/>
          <p14:tracePt t="7890" x="857250" y="2584450"/>
          <p14:tracePt t="7899" x="844550" y="2597150"/>
          <p14:tracePt t="7906" x="831850" y="2609850"/>
          <p14:tracePt t="7923" x="812800" y="2628900"/>
          <p14:tracePt t="7940" x="787400" y="2667000"/>
          <p14:tracePt t="7956" x="774700" y="2679700"/>
          <p14:tracePt t="7965" x="774700" y="2686050"/>
          <p14:tracePt t="7969" x="768350" y="2698750"/>
          <p14:tracePt t="7976" x="762000" y="2711450"/>
          <p14:tracePt t="7990" x="762000" y="2717800"/>
          <p14:tracePt t="8006" x="762000" y="2730500"/>
          <p14:tracePt t="8008" x="762000" y="2736850"/>
          <p14:tracePt t="8023" x="762000" y="2749550"/>
          <p14:tracePt t="8040" x="762000" y="2768600"/>
          <p14:tracePt t="8056" x="762000" y="2787650"/>
          <p14:tracePt t="8075" x="768350" y="2813050"/>
          <p14:tracePt t="8090" x="781050" y="2832100"/>
          <p14:tracePt t="8106" x="787400" y="2844800"/>
          <p14:tracePt t="8123" x="800100" y="2857500"/>
          <p14:tracePt t="8140" x="812800" y="2876550"/>
          <p14:tracePt t="8156" x="844550" y="2889250"/>
          <p14:tracePt t="8173" x="895350" y="2914650"/>
          <p14:tracePt t="8190" x="971550" y="2927350"/>
          <p14:tracePt t="8206" x="1066800" y="2940050"/>
          <p14:tracePt t="8211" x="1092200" y="2940050"/>
          <p14:tracePt t="8223" x="1181100" y="2940050"/>
          <p14:tracePt t="8240" x="1301750" y="2940050"/>
          <p14:tracePt t="8244" x="1339850" y="2940050"/>
          <p14:tracePt t="8259" x="1422400" y="2940050"/>
          <p14:tracePt t="8273" x="1460500" y="2940050"/>
          <p14:tracePt t="8292" x="1504950" y="2940050"/>
          <p14:tracePt t="8306" x="1524000" y="2940050"/>
          <p14:tracePt t="8324" x="1543050" y="2940050"/>
          <p14:tracePt t="8340" x="1574800" y="2940050"/>
          <p14:tracePt t="8358" x="1612900" y="2946400"/>
          <p14:tracePt t="8373" x="1676400" y="2952750"/>
          <p14:tracePt t="8390" x="1746250" y="2952750"/>
          <p14:tracePt t="8406" x="1841500" y="2959100"/>
          <p14:tracePt t="8424" x="1936750" y="2959100"/>
          <p14:tracePt t="8440" x="2044700" y="2965450"/>
          <p14:tracePt t="8456" x="2114550" y="2965450"/>
          <p14:tracePt t="8460" x="2178050" y="2965450"/>
          <p14:tracePt t="8473" x="2241550" y="2965450"/>
          <p14:tracePt t="8490" x="2330450" y="2965450"/>
          <p14:tracePt t="8493" x="2387600" y="2959100"/>
          <p14:tracePt t="8507" x="2406650" y="2959100"/>
          <p14:tracePt t="8523" x="2482850" y="2940050"/>
          <p14:tracePt t="8526" x="2527300" y="2927350"/>
          <p14:tracePt t="8540" x="2565400" y="2901950"/>
          <p14:tracePt t="8556" x="2597150" y="2889250"/>
          <p14:tracePt t="8573" x="2622550" y="2876550"/>
          <p14:tracePt t="8590" x="2635250" y="2851150"/>
          <p14:tracePt t="8607" x="2654300" y="2832100"/>
          <p14:tracePt t="8623" x="2660650" y="2813050"/>
          <p14:tracePt t="8640" x="2667000" y="2787650"/>
          <p14:tracePt t="8656" x="2673350" y="2762250"/>
          <p14:tracePt t="8673" x="2673350" y="2743200"/>
          <p14:tracePt t="8690" x="2673350" y="2711450"/>
          <p14:tracePt t="8706" x="2673350" y="2679700"/>
          <p14:tracePt t="8723" x="2660650" y="2647950"/>
          <p14:tracePt t="8726" x="2647950" y="2635250"/>
          <p14:tracePt t="8740" x="2641600" y="2616200"/>
          <p14:tracePt t="8757" x="2609850" y="2590800"/>
          <p14:tracePt t="8760" x="2590800" y="2571750"/>
          <p14:tracePt t="8773" x="2571750" y="2565400"/>
          <p14:tracePt t="8790" x="2527300" y="2546350"/>
          <p14:tracePt t="8806" x="2463800" y="2527300"/>
          <p14:tracePt t="8823" x="2413000" y="2508250"/>
          <p14:tracePt t="8840" x="2324100" y="2489200"/>
          <p14:tracePt t="8856" x="2254250" y="2476500"/>
          <p14:tracePt t="8873" x="2178050" y="2463800"/>
          <p14:tracePt t="8890" x="2095500" y="2451100"/>
          <p14:tracePt t="8907" x="2025650" y="2438400"/>
          <p14:tracePt t="8923" x="1974850" y="2425700"/>
          <p14:tracePt t="8939" x="1917700" y="2413000"/>
          <p14:tracePt t="8956" x="1879600" y="2406650"/>
          <p14:tracePt t="8960" x="1866900" y="2406650"/>
          <p14:tracePt t="8973" x="1835150" y="2406650"/>
          <p14:tracePt t="8990" x="1803400" y="2406650"/>
          <p14:tracePt t="8993" x="1758950" y="2406650"/>
          <p14:tracePt t="9006" x="1733550" y="2406650"/>
          <p14:tracePt t="9023" x="1638300" y="2406650"/>
          <p14:tracePt t="9026" x="1612900" y="2413000"/>
          <p14:tracePt t="9040" x="1492250" y="2432050"/>
          <p14:tracePt t="9056" x="1428750" y="2451100"/>
          <p14:tracePt t="9073" x="1320800" y="2476500"/>
          <p14:tracePt t="9090" x="1282700" y="2489200"/>
          <p14:tracePt t="9106" x="1219200" y="2514600"/>
          <p14:tracePt t="9123" x="1187450" y="2527300"/>
          <p14:tracePt t="9140" x="1162050" y="2533650"/>
          <p14:tracePt t="9156" x="1123950" y="2559050"/>
          <p14:tracePt t="9172" x="1117600" y="2559050"/>
          <p14:tracePt t="9190" x="1111250" y="2565400"/>
          <p14:tracePt t="9404" x="0" y="0"/>
        </p14:tracePtLst>
        <p14:tracePtLst>
          <p14:tracePt t="17917" x="2413000" y="3263900"/>
          <p14:tracePt t="18117" x="2425700" y="3263900"/>
          <p14:tracePt t="18127" x="2432050" y="3263900"/>
          <p14:tracePt t="18134" x="2444750" y="3263900"/>
          <p14:tracePt t="18141" x="2457450" y="3270250"/>
          <p14:tracePt t="18159" x="2482850" y="3270250"/>
          <p14:tracePt t="18173" x="2501900" y="3276600"/>
          <p14:tracePt t="18192" x="2527300" y="3282950"/>
          <p14:tracePt t="18206" x="2552700" y="3289300"/>
          <p14:tracePt t="18224" x="2590800" y="3302000"/>
          <p14:tracePt t="18240" x="2628900" y="3308350"/>
          <p14:tracePt t="18258" x="2679700" y="3314700"/>
          <p14:tracePt t="18262" x="2724150" y="3321050"/>
          <p14:tracePt t="18273" x="2749550" y="3327400"/>
          <p14:tracePt t="18291" x="2819400" y="3333750"/>
          <p14:tracePt t="18293" x="2844800" y="3333750"/>
          <p14:tracePt t="18306" x="2876550" y="3340100"/>
          <p14:tracePt t="18323" x="2914650" y="3346450"/>
          <p14:tracePt t="18326" x="2933700" y="3346450"/>
          <p14:tracePt t="18340" x="2952750" y="3346450"/>
          <p14:tracePt t="18357" x="2978150" y="3352800"/>
          <p14:tracePt t="18359" x="2990850" y="3359150"/>
          <p14:tracePt t="18373" x="3003550" y="3359150"/>
          <p14:tracePt t="18390" x="3028950" y="3365500"/>
          <p14:tracePt t="18407" x="3041650" y="3365500"/>
          <p14:tracePt t="18423" x="3073400" y="3371850"/>
          <p14:tracePt t="18440" x="3098800" y="3371850"/>
          <p14:tracePt t="18457" x="3130550" y="3378200"/>
          <p14:tracePt t="18473" x="3162300" y="3378200"/>
          <p14:tracePt t="18490" x="3194050" y="3384550"/>
          <p14:tracePt t="18506" x="3232150" y="3390900"/>
          <p14:tracePt t="18523" x="3257550" y="3390900"/>
          <p14:tracePt t="18527" x="3282950" y="3397250"/>
          <p14:tracePt t="18540" x="3289300" y="3397250"/>
          <p14:tracePt t="18557" x="3333750" y="3403600"/>
          <p14:tracePt t="18560" x="3340100" y="3403600"/>
          <p14:tracePt t="18573" x="3365500" y="3403600"/>
          <p14:tracePt t="18590" x="3403600" y="3409950"/>
          <p14:tracePt t="18607" x="3416300" y="3409950"/>
          <p14:tracePt t="18623" x="3441700" y="3409950"/>
          <p14:tracePt t="18626" x="3448050" y="3409950"/>
          <p14:tracePt t="18640" x="3479800" y="3409950"/>
          <p14:tracePt t="18657" x="3498850" y="3403600"/>
          <p14:tracePt t="18673" x="3530600" y="3397250"/>
          <p14:tracePt t="18690" x="3581400" y="3378200"/>
          <p14:tracePt t="18707" x="3613150" y="3371850"/>
          <p14:tracePt t="18723" x="3670300" y="3352800"/>
          <p14:tracePt t="18740" x="3695700" y="3346450"/>
          <p14:tracePt t="18757" x="3714750" y="3340100"/>
          <p14:tracePt t="18762" x="3733800" y="3333750"/>
          <p14:tracePt t="18773" x="3740150" y="3333750"/>
          <p14:tracePt t="18790" x="3759200" y="3327400"/>
          <p14:tracePt t="18793" x="3771900" y="3327400"/>
          <p14:tracePt t="18807" x="3778250" y="3321050"/>
          <p14:tracePt t="18823" x="3803650" y="3314700"/>
          <p14:tracePt t="18827" x="3810000" y="3314700"/>
          <p14:tracePt t="18840" x="3841750" y="3302000"/>
          <p14:tracePt t="18857" x="3854450" y="3295650"/>
          <p14:tracePt t="18873" x="3867150" y="3289300"/>
          <p14:tracePt t="18877" x="3873500" y="3282950"/>
          <p14:tracePt t="18890" x="3886200" y="3282950"/>
          <p14:tracePt t="18906" x="3892550" y="3276600"/>
          <p14:tracePt t="18923" x="3905250" y="3270250"/>
          <p14:tracePt t="18948" x="3911600" y="3263900"/>
          <p14:tracePt t="18957" x="3917950" y="3257550"/>
          <p14:tracePt t="18973" x="3924300" y="3251200"/>
          <p14:tracePt t="18990" x="3930650" y="3244850"/>
          <p14:tracePt t="19007" x="3937000" y="3232150"/>
          <p14:tracePt t="19023" x="3943350" y="3219450"/>
          <p14:tracePt t="19028" x="3949700" y="3206750"/>
          <p14:tracePt t="19043" x="3956050" y="3200400"/>
          <p14:tracePt t="19057" x="3956050" y="3194050"/>
          <p14:tracePt t="19074" x="3956050" y="3181350"/>
          <p14:tracePt t="19090" x="3956050" y="3168650"/>
          <p14:tracePt t="19107" x="3956050" y="3155950"/>
          <p14:tracePt t="19123" x="3949700" y="3130550"/>
          <p14:tracePt t="19140" x="3949700" y="3124200"/>
          <p14:tracePt t="19157" x="3930650" y="3098800"/>
          <p14:tracePt t="19173" x="3911600" y="3067050"/>
          <p14:tracePt t="19190" x="3886200" y="3041650"/>
          <p14:tracePt t="19207" x="3848100" y="3022600"/>
          <p14:tracePt t="19223" x="3835400" y="3009900"/>
          <p14:tracePt t="19240" x="3778250" y="2984500"/>
          <p14:tracePt t="19257" x="3714750" y="2965450"/>
          <p14:tracePt t="19261" x="3683000" y="2952750"/>
          <p14:tracePt t="19273" x="3657600" y="2946400"/>
          <p14:tracePt t="19290" x="3594100" y="2927350"/>
          <p14:tracePt t="19293" x="3549650" y="2921000"/>
          <p14:tracePt t="19306" x="3511550" y="2914650"/>
          <p14:tracePt t="19325" x="3384550" y="2895600"/>
          <p14:tracePt t="19341" x="3251200" y="2870200"/>
          <p14:tracePt t="19356" x="3194050" y="2863850"/>
          <p14:tracePt t="19373" x="3162300" y="2851150"/>
          <p14:tracePt t="19390" x="3124200" y="2851150"/>
          <p14:tracePt t="19407" x="3098800" y="2851150"/>
          <p14:tracePt t="19423" x="3048000" y="2851150"/>
          <p14:tracePt t="19440" x="3016250" y="2857500"/>
          <p14:tracePt t="19457" x="2940050" y="2889250"/>
          <p14:tracePt t="19473" x="2901950" y="2901950"/>
          <p14:tracePt t="19490" x="2863850" y="2921000"/>
          <p14:tracePt t="19507" x="2813050" y="2952750"/>
          <p14:tracePt t="19523" x="2781300" y="2965450"/>
          <p14:tracePt t="19527" x="2774950" y="2971800"/>
          <p14:tracePt t="19540" x="2762250" y="2971800"/>
          <p14:tracePt t="19557" x="2736850" y="2990850"/>
          <p14:tracePt t="19560" x="2724150" y="2990850"/>
          <p14:tracePt t="19573" x="2705100" y="2997200"/>
          <p14:tracePt t="19590" x="2660650" y="3028950"/>
          <p14:tracePt t="19607" x="2622550" y="3048000"/>
          <p14:tracePt t="19623" x="2584450" y="3079750"/>
          <p14:tracePt t="19640" x="2559050" y="3098800"/>
          <p14:tracePt t="19657" x="2546350" y="3111500"/>
          <p14:tracePt t="19682" x="2540000" y="3117850"/>
          <p14:tracePt t="19697" x="2533650" y="3117850"/>
          <p14:tracePt t="19706" x="2533650" y="3130550"/>
          <p14:tracePt t="19723" x="2533650" y="3136900"/>
          <p14:tracePt t="19740" x="2527300" y="3149600"/>
          <p14:tracePt t="19757" x="2527300" y="3168650"/>
          <p14:tracePt t="19773" x="2520950" y="3181350"/>
          <p14:tracePt t="19790" x="2520950" y="3219450"/>
          <p14:tracePt t="19794" x="2520950" y="3225800"/>
          <p14:tracePt t="19807" x="2520950" y="3238500"/>
          <p14:tracePt t="19823" x="2533650" y="3276600"/>
          <p14:tracePt t="19827" x="2546350" y="3282950"/>
          <p14:tracePt t="19843" x="2559050" y="3295650"/>
          <p14:tracePt t="19857" x="2590800" y="3314700"/>
          <p14:tracePt t="19876" x="2609850" y="3327400"/>
          <p14:tracePt t="19890" x="2622550" y="3327400"/>
          <p14:tracePt t="19908" x="2667000" y="3346450"/>
          <p14:tracePt t="19923" x="2711450" y="3352800"/>
          <p14:tracePt t="19941" x="2794000" y="3365500"/>
          <p14:tracePt t="19956" x="2882900" y="3371850"/>
          <p14:tracePt t="19974" x="2984500" y="3371850"/>
          <p14:tracePt t="19990" x="3054350" y="3378200"/>
          <p14:tracePt t="20006" x="3149600" y="3384550"/>
          <p14:tracePt t="20023" x="3213100" y="3397250"/>
          <p14:tracePt t="20040" x="3238500" y="3403600"/>
          <p14:tracePt t="20042" x="3251200" y="3403600"/>
          <p14:tracePt t="20057" x="3263900" y="3403600"/>
          <p14:tracePt t="20073" x="3276600" y="3403600"/>
          <p14:tracePt t="20090" x="3289300" y="3403600"/>
          <p14:tracePt t="20107" x="3295650" y="3403600"/>
          <p14:tracePt t="20140" x="3302000" y="3403600"/>
          <p14:tracePt t="20196" x="3308350" y="3403600"/>
          <p14:tracePt t="20207" x="3314700" y="3403600"/>
          <p14:tracePt t="20214" x="3321050" y="3403600"/>
          <p14:tracePt t="20223" x="3327400" y="3403600"/>
          <p14:tracePt t="20240" x="3365500" y="3403600"/>
          <p14:tracePt t="20257" x="3397250" y="3403600"/>
          <p14:tracePt t="20273" x="3454400" y="3403600"/>
          <p14:tracePt t="20277" x="3467100" y="3403600"/>
          <p14:tracePt t="20290" x="3479800" y="3403600"/>
          <p14:tracePt t="20307" x="3505200" y="3397250"/>
          <p14:tracePt t="20309" x="3511550" y="3397250"/>
          <p14:tracePt t="20323" x="3517900" y="3397250"/>
          <p14:tracePt t="20357" x="3524250" y="3390900"/>
          <p14:tracePt t="20373" x="3530600" y="3384550"/>
          <p14:tracePt t="20390" x="3549650" y="3371850"/>
          <p14:tracePt t="20407" x="3562350" y="3365500"/>
          <p14:tracePt t="20423" x="3581400" y="3365500"/>
          <p14:tracePt t="20440" x="3606800" y="3352800"/>
          <p14:tracePt t="20457" x="3632200" y="3346450"/>
          <p14:tracePt t="20473" x="3651250" y="3346450"/>
          <p14:tracePt t="20490" x="3663950" y="3346450"/>
          <p14:tracePt t="20607" x="3663950" y="3340100"/>
          <p14:tracePt t="20615" x="3670300" y="3340100"/>
          <p14:tracePt t="20634" x="3676650" y="3333750"/>
          <p14:tracePt t="20647" x="3676650" y="3327400"/>
          <p14:tracePt t="20735" x="3676650" y="3321050"/>
          <p14:tracePt t="20746" x="3683000" y="3321050"/>
          <p14:tracePt t="20785" x="3683000" y="3314700"/>
          <p14:tracePt t="20817" x="3689350" y="3308350"/>
          <p14:tracePt t="20825" x="3689350" y="3302000"/>
          <p14:tracePt t="20850" x="3689350" y="3295650"/>
          <p14:tracePt t="20858" x="3695700" y="3295650"/>
          <p14:tracePt t="20873" x="3695700" y="3289300"/>
          <p14:tracePt t="29724" x="0" y="0"/>
        </p14:tracePtLst>
        <p14:tracePtLst>
          <p14:tracePt t="31605" x="3054350" y="3416300"/>
          <p14:tracePt t="31624" x="3054350" y="3409950"/>
          <p14:tracePt t="31640" x="3048000" y="3403600"/>
          <p14:tracePt t="31658" x="3041650" y="3403600"/>
          <p14:tracePt t="31676" x="3041650" y="3397250"/>
          <p14:tracePt t="31690" x="3035300" y="3397250"/>
          <p14:tracePt t="31708" x="3028950" y="3390900"/>
          <p14:tracePt t="31732" x="3022600" y="3390900"/>
          <p14:tracePt t="31740" x="3016250" y="3384550"/>
          <p14:tracePt t="31757" x="3009900" y="3384550"/>
          <p14:tracePt t="31773" x="2997200" y="3384550"/>
          <p14:tracePt t="31790" x="2978150" y="3384550"/>
          <p14:tracePt t="31807" x="2959100" y="3378200"/>
          <p14:tracePt t="31824" x="2927350" y="3371850"/>
          <p14:tracePt t="31840" x="2895600" y="3371850"/>
          <p14:tracePt t="31857" x="2851150" y="3365500"/>
          <p14:tracePt t="31861" x="2832100" y="3365500"/>
          <p14:tracePt t="31874" x="2806700" y="3365500"/>
          <p14:tracePt t="31890" x="2749550" y="3359150"/>
          <p14:tracePt t="31893" x="2717800" y="3359150"/>
          <p14:tracePt t="31907" x="2686050" y="3359150"/>
          <p14:tracePt t="31924" x="2622550" y="3359150"/>
          <p14:tracePt t="31927" x="2590800" y="3359150"/>
          <p14:tracePt t="31941" x="2527300" y="3359150"/>
          <p14:tracePt t="31957" x="2476500" y="3359150"/>
          <p14:tracePt t="31974" x="2451100" y="3359150"/>
          <p14:tracePt t="31990" x="2406650" y="3359150"/>
          <p14:tracePt t="32007" x="2349500" y="3359150"/>
          <p14:tracePt t="32024" x="2298700" y="3359150"/>
          <p14:tracePt t="32040" x="2254250" y="3359150"/>
          <p14:tracePt t="32057" x="2228850" y="3359150"/>
          <p14:tracePt t="32074" x="2178050" y="3359150"/>
          <p14:tracePt t="32090" x="2133600" y="3359150"/>
          <p14:tracePt t="32107" x="2114550" y="3359150"/>
          <p14:tracePt t="32124" x="2076450" y="3359150"/>
          <p14:tracePt t="32128" x="2057400" y="3359150"/>
          <p14:tracePt t="32140" x="2038350" y="3359150"/>
          <p14:tracePt t="32157" x="2032000" y="3359150"/>
          <p14:tracePt t="32160" x="2019300" y="3359150"/>
          <p14:tracePt t="32173" x="2006600" y="3359150"/>
          <p14:tracePt t="32191" x="1968500" y="3359150"/>
          <p14:tracePt t="32207" x="1936750" y="3359150"/>
          <p14:tracePt t="32224" x="1911350" y="3359150"/>
          <p14:tracePt t="32240" x="1879600" y="3359150"/>
          <p14:tracePt t="32257" x="1847850" y="3352800"/>
          <p14:tracePt t="32274" x="1809750" y="3352800"/>
          <p14:tracePt t="32290" x="1765300" y="3352800"/>
          <p14:tracePt t="32295" x="1733550" y="3352800"/>
          <p14:tracePt t="32307" x="1708150" y="3352800"/>
          <p14:tracePt t="32324" x="1663700" y="3352800"/>
          <p14:tracePt t="32340" x="1612900" y="3352800"/>
          <p14:tracePt t="32357" x="1568450" y="3352800"/>
          <p14:tracePt t="32361" x="1549400" y="3352800"/>
          <p14:tracePt t="32373" x="1530350" y="3352800"/>
          <p14:tracePt t="32390" x="1492250" y="3352800"/>
          <p14:tracePt t="32393" x="1479550" y="3352800"/>
          <p14:tracePt t="32407" x="1460500" y="3359150"/>
          <p14:tracePt t="32424" x="1435100" y="3365500"/>
          <p14:tracePt t="32427" x="1416050" y="3365500"/>
          <p14:tracePt t="32441" x="1377950" y="3371850"/>
          <p14:tracePt t="32457" x="1346200" y="3384550"/>
          <p14:tracePt t="32473" x="1327150" y="3390900"/>
          <p14:tracePt t="32490" x="1282700" y="3409950"/>
          <p14:tracePt t="32507" x="1238250" y="3429000"/>
          <p14:tracePt t="32524" x="1193800" y="3454400"/>
          <p14:tracePt t="32540" x="1143000" y="3486150"/>
          <p14:tracePt t="32557" x="1111250" y="3505200"/>
          <p14:tracePt t="32574" x="1079500" y="3530600"/>
          <p14:tracePt t="32590" x="1060450" y="3543300"/>
          <p14:tracePt t="32607" x="1054100" y="3549650"/>
          <p14:tracePt t="32624" x="1054100" y="3562350"/>
          <p14:tracePt t="32640" x="1047750" y="3568700"/>
          <p14:tracePt t="32657" x="1047750" y="3581400"/>
          <p14:tracePt t="32674" x="1047750" y="3587750"/>
          <p14:tracePt t="32691" x="1035050" y="3613150"/>
          <p14:tracePt t="32707" x="1035050" y="3632200"/>
          <p14:tracePt t="32724" x="1028700" y="3663950"/>
          <p14:tracePt t="32740" x="1022350" y="3702050"/>
          <p14:tracePt t="32757" x="1022350" y="3714750"/>
          <p14:tracePt t="32774" x="1016000" y="3740150"/>
          <p14:tracePt t="32790" x="1016000" y="3752850"/>
          <p14:tracePt t="32807" x="1016000" y="3759200"/>
          <p14:tracePt t="32824" x="1016000" y="3771900"/>
          <p14:tracePt t="32840" x="1022350" y="3778250"/>
          <p14:tracePt t="32857" x="1022350" y="3784600"/>
          <p14:tracePt t="32873" x="1028700" y="3797300"/>
          <p14:tracePt t="32890" x="1035050" y="3797300"/>
          <p14:tracePt t="32893" x="1047750" y="3810000"/>
          <p14:tracePt t="32907" x="1047750" y="3816350"/>
          <p14:tracePt t="32923" x="1054100" y="3822700"/>
          <p14:tracePt t="32925" x="1060450" y="3829050"/>
          <p14:tracePt t="32940" x="1085850" y="3841750"/>
          <p14:tracePt t="32956" x="1098550" y="3854450"/>
          <p14:tracePt t="32973" x="1117600" y="3867150"/>
          <p14:tracePt t="32990" x="1136650" y="3867150"/>
          <p14:tracePt t="33009" x="1155700" y="3879850"/>
          <p14:tracePt t="33023" x="1174750" y="3886200"/>
          <p14:tracePt t="33043" x="1219200" y="3892550"/>
          <p14:tracePt t="33047" x="1238250" y="3892550"/>
          <p14:tracePt t="33057" x="1257300" y="3898900"/>
          <p14:tracePt t="33076" x="1301750" y="3905250"/>
          <p14:tracePt t="33079" x="1327150" y="3911600"/>
          <p14:tracePt t="33091" x="1352550" y="3911600"/>
          <p14:tracePt t="33109" x="1428750" y="3924300"/>
          <p14:tracePt t="33124" x="1441450" y="3924300"/>
          <p14:tracePt t="33141" x="1473200" y="3930650"/>
          <p14:tracePt t="33144" x="1485900" y="3930650"/>
          <p14:tracePt t="33157" x="1504950" y="3930650"/>
          <p14:tracePt t="33174" x="1530350" y="3930650"/>
          <p14:tracePt t="33177" x="1543050" y="3930650"/>
          <p14:tracePt t="33190" x="1562100" y="3937000"/>
          <p14:tracePt t="33208" x="1581150" y="3937000"/>
          <p14:tracePt t="33224" x="1593850" y="3943350"/>
          <p14:tracePt t="33240" x="1600200" y="3943350"/>
          <p14:tracePt t="33257" x="1612900" y="3943350"/>
          <p14:tracePt t="33274" x="1619250" y="3943350"/>
          <p14:tracePt t="33290" x="1638300" y="3949700"/>
          <p14:tracePt t="33307" x="1651000" y="3949700"/>
          <p14:tracePt t="33312" x="1657350" y="3949700"/>
          <p14:tracePt t="33324" x="1657350" y="3956050"/>
          <p14:tracePt t="33340" x="1695450" y="3962400"/>
          <p14:tracePt t="33344" x="1701800" y="3968750"/>
          <p14:tracePt t="33357" x="1708150" y="3968750"/>
          <p14:tracePt t="33374" x="1733550" y="3968750"/>
          <p14:tracePt t="33377" x="1746250" y="3975100"/>
          <p14:tracePt t="33390" x="1752600" y="3975100"/>
          <p14:tracePt t="33407" x="1790700" y="3987800"/>
          <p14:tracePt t="33409" x="1797050" y="3987800"/>
          <p14:tracePt t="33423" x="1809750" y="3987800"/>
          <p14:tracePt t="33441" x="1835150" y="3987800"/>
          <p14:tracePt t="33457" x="1854200" y="3994150"/>
          <p14:tracePt t="33473" x="1879600" y="3994150"/>
          <p14:tracePt t="33490" x="1905000" y="4000500"/>
          <p14:tracePt t="33507" x="1930400" y="4000500"/>
          <p14:tracePt t="33524" x="1974850" y="4000500"/>
          <p14:tracePt t="33540" x="2019300" y="4000500"/>
          <p14:tracePt t="33546" x="2032000" y="4000500"/>
          <p14:tracePt t="33557" x="2070100" y="4000500"/>
          <p14:tracePt t="33574" x="2108200" y="4000500"/>
          <p14:tracePt t="33578" x="2127250" y="4000500"/>
          <p14:tracePt t="33590" x="2184400" y="4000500"/>
          <p14:tracePt t="33607" x="2222500" y="4000500"/>
          <p14:tracePt t="33610" x="2266950" y="4000500"/>
          <p14:tracePt t="33624" x="2279650" y="4000500"/>
          <p14:tracePt t="33641" x="2343150" y="4000500"/>
          <p14:tracePt t="33657" x="2355850" y="3994150"/>
          <p14:tracePt t="33674" x="2374900" y="3994150"/>
          <p14:tracePt t="33676" x="2381250" y="3994150"/>
          <p14:tracePt t="33691" x="2400300" y="3987800"/>
          <p14:tracePt t="33707" x="2413000" y="3987800"/>
          <p14:tracePt t="33724" x="2425700" y="3981450"/>
          <p14:tracePt t="33740" x="2438400" y="3981450"/>
          <p14:tracePt t="33757" x="2444750" y="3975100"/>
          <p14:tracePt t="33773" x="2451100" y="3975100"/>
          <p14:tracePt t="33790" x="2463800" y="3975100"/>
          <p14:tracePt t="33807" x="2470150" y="3968750"/>
          <p14:tracePt t="33823" x="2495550" y="3956050"/>
          <p14:tracePt t="33840" x="2514600" y="3949700"/>
          <p14:tracePt t="33845" x="2520950" y="3943350"/>
          <p14:tracePt t="33857" x="2527300" y="3943350"/>
          <p14:tracePt t="33874" x="2546350" y="3930650"/>
          <p14:tracePt t="33877" x="2559050" y="3930650"/>
          <p14:tracePt t="33893" x="2571750" y="3917950"/>
          <p14:tracePt t="33907" x="2584450" y="3905250"/>
          <p14:tracePt t="33924" x="2590800" y="3898900"/>
          <p14:tracePt t="33940" x="2603500" y="3886200"/>
          <p14:tracePt t="33957" x="2609850" y="3873500"/>
          <p14:tracePt t="33974" x="2616200" y="3867150"/>
          <p14:tracePt t="33990" x="2616200" y="3854450"/>
          <p14:tracePt t="34007" x="2622550" y="3841750"/>
          <p14:tracePt t="34024" x="2628900" y="3829050"/>
          <p14:tracePt t="34040" x="2641600" y="3816350"/>
          <p14:tracePt t="34057" x="2647950" y="3797300"/>
          <p14:tracePt t="34074" x="2654300" y="3784600"/>
          <p14:tracePt t="34078" x="2660650" y="3778250"/>
          <p14:tracePt t="34090" x="2667000" y="3765550"/>
          <p14:tracePt t="34107" x="2667000" y="3752850"/>
          <p14:tracePt t="34111" x="2673350" y="3746500"/>
          <p14:tracePt t="34124" x="2673350" y="3740150"/>
          <p14:tracePt t="34140" x="2679700" y="3733800"/>
          <p14:tracePt t="34264" x="2679700" y="3727450"/>
          <p14:tracePt t="34312" x="2679700" y="3721100"/>
          <p14:tracePt t="34362" x="2679700" y="3714750"/>
          <p14:tracePt t="34384" x="2679700" y="3708400"/>
          <p14:tracePt t="34399" x="2679700" y="3702050"/>
          <p14:tracePt t="34416" x="2679700" y="3695700"/>
          <p14:tracePt t="34426" x="2679700" y="3689350"/>
          <p14:tracePt t="34455" x="2679700" y="3683000"/>
          <p14:tracePt t="34474" x="2679700" y="3676650"/>
          <p14:tracePt t="34515" x="2679700" y="3670300"/>
          <p14:tracePt t="34562" x="2673350" y="3670300"/>
          <p14:tracePt t="34578" x="2673350" y="3663950"/>
          <p14:tracePt t="34602" x="2667000" y="3663950"/>
          <p14:tracePt t="34628" x="2660650" y="3663950"/>
          <p14:tracePt t="34642" x="2654300" y="3657600"/>
          <p14:tracePt t="34659" x="2647950" y="3657600"/>
          <p14:tracePt t="34673" x="2641600" y="3657600"/>
          <p14:tracePt t="35024" x="0" y="0"/>
        </p14:tracePtLst>
        <p14:tracePtLst>
          <p14:tracePt t="44168" x="8248650" y="2463800"/>
          <p14:tracePt t="44190" x="8248650" y="2457450"/>
          <p14:tracePt t="44214" x="8242300" y="2457450"/>
          <p14:tracePt t="44238" x="8235950" y="2457450"/>
          <p14:tracePt t="44264" x="8235950" y="2451100"/>
          <p14:tracePt t="44287" x="8229600" y="2451100"/>
          <p14:tracePt t="44320" x="8223250" y="2451100"/>
          <p14:tracePt t="44336" x="8204200" y="2444750"/>
          <p14:tracePt t="44344" x="8191500" y="2444750"/>
          <p14:tracePt t="44357" x="8185150" y="2444750"/>
          <p14:tracePt t="44374" x="8128000" y="2438400"/>
          <p14:tracePt t="44377" x="8115300" y="2438400"/>
          <p14:tracePt t="44392" x="8089900" y="2438400"/>
          <p14:tracePt t="44407" x="8045450" y="2438400"/>
          <p14:tracePt t="44424" x="8032750" y="2438400"/>
          <p14:tracePt t="44441" x="8020050" y="2438400"/>
          <p14:tracePt t="44458" x="8013700" y="2438400"/>
          <p14:tracePt t="44474" x="8007350" y="2438400"/>
          <p14:tracePt t="44492" x="8001000" y="2438400"/>
          <p14:tracePt t="44496" x="7994650" y="2438400"/>
          <p14:tracePt t="44507" x="7988300" y="2438400"/>
          <p14:tracePt t="44526" x="7962900" y="2438400"/>
          <p14:tracePt t="44531" x="7956550" y="2438400"/>
          <p14:tracePt t="44540" x="7950200" y="2438400"/>
          <p14:tracePt t="44559" x="7937500" y="2438400"/>
          <p14:tracePt t="44563" x="7931150" y="2438400"/>
          <p14:tracePt t="44574" x="7918450" y="2438400"/>
          <p14:tracePt t="44592" x="7899400" y="2438400"/>
          <p14:tracePt t="44595" x="7893050" y="2444750"/>
          <p14:tracePt t="44607" x="7880350" y="2444750"/>
          <p14:tracePt t="44626" x="7854950" y="2444750"/>
          <p14:tracePt t="44641" x="7842250" y="2451100"/>
          <p14:tracePt t="44659" x="7823200" y="2457450"/>
          <p14:tracePt t="44674" x="7810500" y="2457450"/>
          <p14:tracePt t="44691" x="7797800" y="2463800"/>
          <p14:tracePt t="44707" x="7791450" y="2470150"/>
          <p14:tracePt t="44724" x="7785100" y="2470150"/>
          <p14:tracePt t="44741" x="7772400" y="2470150"/>
          <p14:tracePt t="44757" x="7766050" y="2476500"/>
          <p14:tracePt t="44774" x="7759700" y="2476500"/>
          <p14:tracePt t="44807" x="7753350" y="2482850"/>
          <p14:tracePt t="44824" x="7747000" y="2482850"/>
          <p14:tracePt t="44841" x="7740650" y="2482850"/>
          <p14:tracePt t="44874" x="7734300" y="2482850"/>
          <p14:tracePt t="44877" x="7727950" y="2489200"/>
          <p14:tracePt t="44893" x="7721600" y="2495550"/>
          <p14:tracePt t="44907" x="7715250" y="2495550"/>
          <p14:tracePt t="44940" x="7708900" y="2495550"/>
          <p14:tracePt t="44957" x="7708900" y="2501900"/>
          <p14:tracePt t="44974" x="7696200" y="2501900"/>
          <p14:tracePt t="44991" x="7696200" y="2508250"/>
          <p14:tracePt t="45007" x="7689850" y="2508250"/>
          <p14:tracePt t="45024" x="7683500" y="2520950"/>
          <p14:tracePt t="45040" x="7677150" y="2520950"/>
          <p14:tracePt t="45057" x="7670800" y="2527300"/>
          <p14:tracePt t="45133" x="7664450" y="2527300"/>
          <p14:tracePt t="45142" x="7664450" y="2533650"/>
          <p14:tracePt t="45158" x="7658100" y="2533650"/>
          <p14:tracePt t="45166" x="7658100" y="2540000"/>
          <p14:tracePt t="45175" x="7658100" y="2546350"/>
          <p14:tracePt t="45190" x="7651750" y="2552700"/>
          <p14:tracePt t="45208" x="7645400" y="2552700"/>
          <p14:tracePt t="45738" x="7651750" y="2552700"/>
          <p14:tracePt t="45841" x="7658100" y="2552700"/>
          <p14:tracePt t="46512" x="7658100" y="2565400"/>
          <p14:tracePt t="46520" x="7639050" y="2571750"/>
          <p14:tracePt t="46529" x="7632700" y="2578100"/>
          <p14:tracePt t="46541" x="7620000" y="2597150"/>
          <p14:tracePt t="46545" x="7600950" y="2603500"/>
          <p14:tracePt t="46557" x="7588250" y="2622550"/>
          <p14:tracePt t="46574" x="7550150" y="2647950"/>
          <p14:tracePt t="46577" x="7543800" y="2654300"/>
          <p14:tracePt t="46592" x="7518400" y="2673350"/>
          <p14:tracePt t="46607" x="7505700" y="2686050"/>
          <p14:tracePt t="46624" x="7493000" y="2692400"/>
          <p14:tracePt t="46641" x="7467600" y="2711450"/>
          <p14:tracePt t="46657" x="7442200" y="2724150"/>
          <p14:tracePt t="46674" x="7391400" y="2743200"/>
          <p14:tracePt t="46691" x="7308850" y="2768600"/>
          <p14:tracePt t="46708" x="7200900" y="2800350"/>
          <p14:tracePt t="46724" x="7099300" y="2838450"/>
          <p14:tracePt t="46741" x="7023100" y="2851150"/>
          <p14:tracePt t="46757" x="6972300" y="2863850"/>
          <p14:tracePt t="46774" x="6953250" y="2863850"/>
          <p14:tracePt t="46778" x="6953250" y="2870200"/>
          <p14:tracePt t="47084" x="6953250" y="2863850"/>
          <p14:tracePt t="47092" x="6953250" y="2857500"/>
          <p14:tracePt t="47100" x="6959600" y="2857500"/>
          <p14:tracePt t="47116" x="6959600" y="2851150"/>
          <p14:tracePt t="47124" x="6965950" y="2851150"/>
          <p14:tracePt t="47140" x="6965950" y="2844800"/>
          <p14:tracePt t="47157" x="6965950" y="2838450"/>
          <p14:tracePt t="47174" x="6972300" y="2825750"/>
          <p14:tracePt t="47191" x="6972300" y="2819400"/>
          <p14:tracePt t="47207" x="6972300" y="2806700"/>
          <p14:tracePt t="47224" x="6972300" y="2800350"/>
          <p14:tracePt t="47241" x="6965950" y="2794000"/>
          <p14:tracePt t="47257" x="6953250" y="2787650"/>
          <p14:tracePt t="47274" x="6946900" y="2781300"/>
          <p14:tracePt t="47291" x="6927850" y="2781300"/>
          <p14:tracePt t="47295" x="6921500" y="2774950"/>
          <p14:tracePt t="47307" x="6902450" y="2774950"/>
          <p14:tracePt t="47324" x="6864350" y="2762250"/>
          <p14:tracePt t="47327" x="6858000" y="2762250"/>
          <p14:tracePt t="47341" x="6807200" y="2755900"/>
          <p14:tracePt t="47357" x="6769100" y="2749550"/>
          <p14:tracePt t="47374" x="6711950" y="2743200"/>
          <p14:tracePt t="47391" x="6673850" y="2743200"/>
          <p14:tracePt t="47407" x="6642100" y="2743200"/>
          <p14:tracePt t="47424" x="6610350" y="2743200"/>
          <p14:tracePt t="47441" x="6584950" y="2743200"/>
          <p14:tracePt t="47458" x="6559550" y="2743200"/>
          <p14:tracePt t="47461" x="6540500" y="2743200"/>
          <p14:tracePt t="47481" x="6527800" y="2743200"/>
          <p14:tracePt t="47490" x="6515100" y="2743200"/>
          <p14:tracePt t="47507" x="6496050" y="2743200"/>
          <p14:tracePt t="47524" x="6477000" y="2743200"/>
          <p14:tracePt t="47530" x="6457950" y="2736850"/>
          <p14:tracePt t="47541" x="6451600" y="2736850"/>
          <p14:tracePt t="47557" x="6419850" y="2736850"/>
          <p14:tracePt t="47562" x="6407150" y="2736850"/>
          <p14:tracePt t="47574" x="6388100" y="2736850"/>
          <p14:tracePt t="47591" x="6356350" y="2736850"/>
          <p14:tracePt t="47607" x="6337300" y="2736850"/>
          <p14:tracePt t="47624" x="6324600" y="2736850"/>
          <p14:tracePt t="47640" x="6318250" y="2736850"/>
          <p14:tracePt t="47657" x="6311900" y="2736850"/>
          <p14:tracePt t="47674" x="6305550" y="2736850"/>
          <p14:tracePt t="47707" x="6299200" y="2736850"/>
          <p14:tracePt t="47724" x="6299200" y="2743200"/>
          <p14:tracePt t="47740" x="6292850" y="2743200"/>
          <p14:tracePt t="47744" x="6292850" y="2749550"/>
          <p14:tracePt t="47762" x="6286500" y="2755900"/>
          <p14:tracePt t="47786" x="6280150" y="2755900"/>
          <p14:tracePt t="47796" x="6280150" y="2762250"/>
          <p14:tracePt t="47810" x="6280150" y="2768600"/>
          <p14:tracePt t="47824" x="6273800" y="2768600"/>
          <p14:tracePt t="47841" x="6273800" y="2781300"/>
          <p14:tracePt t="47857" x="6267450" y="2787650"/>
          <p14:tracePt t="47874" x="6267450" y="2800350"/>
          <p14:tracePt t="47896" x="6261100" y="2806700"/>
          <p14:tracePt t="47899" x="6261100" y="2813050"/>
          <p14:tracePt t="47921" x="6261100" y="2819400"/>
          <p14:tracePt t="47946" x="6261100" y="2825750"/>
          <p14:tracePt t="47954" x="6261100" y="2832100"/>
          <p14:tracePt t="47970" x="6261100" y="2838450"/>
          <p14:tracePt t="47986" x="6261100" y="2844800"/>
          <p14:tracePt t="47994" x="6261100" y="2857500"/>
          <p14:tracePt t="48013" x="6261100" y="2870200"/>
          <p14:tracePt t="48024" x="6261100" y="2876550"/>
          <p14:tracePt t="48040" x="6261100" y="2889250"/>
          <p14:tracePt t="48058" x="6267450" y="2901950"/>
          <p14:tracePt t="48061" x="6267450" y="2908300"/>
          <p14:tracePt t="48075" x="6273800" y="2921000"/>
          <p14:tracePt t="48091" x="6273800" y="2927350"/>
          <p14:tracePt t="48107" x="6286500" y="2933700"/>
          <p14:tracePt t="48124" x="6292850" y="2940050"/>
          <p14:tracePt t="48141" x="6305550" y="2946400"/>
          <p14:tracePt t="48157" x="6324600" y="2952750"/>
          <p14:tracePt t="48174" x="6343650" y="2959100"/>
          <p14:tracePt t="48191" x="6356350" y="2965450"/>
          <p14:tracePt t="48207" x="6394450" y="2978150"/>
          <p14:tracePt t="48224" x="6407150" y="2984500"/>
          <p14:tracePt t="48227" x="6419850" y="2984500"/>
          <p14:tracePt t="48241" x="6426200" y="2990850"/>
          <p14:tracePt t="48257" x="6464300" y="2997200"/>
          <p14:tracePt t="48260" x="6477000" y="2997200"/>
          <p14:tracePt t="48274" x="6496050" y="3003550"/>
          <p14:tracePt t="48291" x="6527800" y="3009900"/>
          <p14:tracePt t="48296" x="6540500" y="3009900"/>
          <p14:tracePt t="48307" x="6559550" y="3016250"/>
          <p14:tracePt t="48324" x="6597650" y="3016250"/>
          <p14:tracePt t="48326" x="6616700" y="3016250"/>
          <p14:tracePt t="48341" x="6667500" y="3016250"/>
          <p14:tracePt t="48357" x="6699250" y="3022600"/>
          <p14:tracePt t="48374" x="6724650" y="3022600"/>
          <p14:tracePt t="48391" x="6756400" y="3028950"/>
          <p14:tracePt t="48407" x="6788150" y="3035300"/>
          <p14:tracePt t="48424" x="6826250" y="3035300"/>
          <p14:tracePt t="48441" x="6870700" y="3048000"/>
          <p14:tracePt t="48458" x="6908800" y="3054350"/>
          <p14:tracePt t="48463" x="6927850" y="3054350"/>
          <p14:tracePt t="48474" x="6953250" y="3054350"/>
          <p14:tracePt t="48491" x="6985000" y="3054350"/>
          <p14:tracePt t="48494" x="7004050" y="3054350"/>
          <p14:tracePt t="48507" x="7016750" y="3054350"/>
          <p14:tracePt t="48524" x="7042150" y="3048000"/>
          <p14:tracePt t="48527" x="7054850" y="3041650"/>
          <p14:tracePt t="48541" x="7073900" y="3041650"/>
          <p14:tracePt t="48557" x="7105650" y="3028950"/>
          <p14:tracePt t="48560" x="7124700" y="3022600"/>
          <p14:tracePt t="48574" x="7137400" y="3022600"/>
          <p14:tracePt t="48591" x="7162800" y="3016250"/>
          <p14:tracePt t="48607" x="7188200" y="3009900"/>
          <p14:tracePt t="48624" x="7200900" y="3003550"/>
          <p14:tracePt t="48641" x="7213600" y="2997200"/>
          <p14:tracePt t="48657" x="7226300" y="2984500"/>
          <p14:tracePt t="48674" x="7232650" y="2971800"/>
          <p14:tracePt t="48691" x="7245350" y="2946400"/>
          <p14:tracePt t="48696" x="7251700" y="2927350"/>
          <p14:tracePt t="48707" x="7251700" y="2921000"/>
          <p14:tracePt t="48724" x="7258050" y="2901950"/>
          <p14:tracePt t="48728" x="7258050" y="2895600"/>
          <p14:tracePt t="48740" x="7258050" y="2882900"/>
          <p14:tracePt t="48757" x="7258050" y="2863850"/>
          <p14:tracePt t="48760" x="7258050" y="2844800"/>
          <p14:tracePt t="48776" x="7245350" y="2832100"/>
          <p14:tracePt t="48791" x="7213600" y="2800350"/>
          <p14:tracePt t="48808" x="7200900" y="2794000"/>
          <p14:tracePt t="48824" x="7137400" y="2762250"/>
          <p14:tracePt t="48828" x="7131050" y="2755900"/>
          <p14:tracePt t="48841" x="7080250" y="2736850"/>
          <p14:tracePt t="48857" x="7042150" y="2724150"/>
          <p14:tracePt t="48874" x="7004050" y="2711450"/>
          <p14:tracePt t="48891" x="6978650" y="2698750"/>
          <p14:tracePt t="48907" x="6953250" y="2698750"/>
          <p14:tracePt t="48924" x="6940550" y="2686050"/>
          <p14:tracePt t="48941" x="6927850" y="2686050"/>
          <p14:tracePt t="48957" x="6908800" y="2679700"/>
          <p14:tracePt t="48974" x="6896100" y="2679700"/>
          <p14:tracePt t="48991" x="6858000" y="2679700"/>
          <p14:tracePt t="48994" x="6838950" y="2679700"/>
          <p14:tracePt t="49007" x="6807200" y="2679700"/>
          <p14:tracePt t="49024" x="6769100" y="2679700"/>
          <p14:tracePt t="49027" x="6750050" y="2679700"/>
          <p14:tracePt t="49041" x="6680200" y="2692400"/>
          <p14:tracePt t="49058" x="6629400" y="2698750"/>
          <p14:tracePt t="49074" x="6559550" y="2705100"/>
          <p14:tracePt t="49091" x="6527800" y="2711450"/>
          <p14:tracePt t="49107" x="6477000" y="2717800"/>
          <p14:tracePt t="49124" x="6451600" y="2724150"/>
          <p14:tracePt t="49141" x="6432550" y="2730500"/>
          <p14:tracePt t="49157" x="6426200" y="2736850"/>
          <p14:tracePt t="49175" x="6426200" y="2743200"/>
          <p14:tracePt t="49191" x="6426200" y="2755900"/>
          <p14:tracePt t="49214" x="6426200" y="2762250"/>
          <p14:tracePt t="49236" x="6432550" y="2762250"/>
          <p14:tracePt t="49292" x="6432550" y="2768600"/>
          <p14:tracePt t="49300" x="6438900" y="2768600"/>
          <p14:tracePt t="49316" x="6445250" y="2781300"/>
          <p14:tracePt t="49332" x="6451600" y="2787650"/>
          <p14:tracePt t="49341" x="6451600" y="2800350"/>
          <p14:tracePt t="49358" x="6470650" y="2825750"/>
          <p14:tracePt t="49377" x="6489700" y="2857500"/>
          <p14:tracePt t="49391" x="6508750" y="2882900"/>
          <p14:tracePt t="49410" x="6553200" y="2914650"/>
          <p14:tracePt t="49413" x="6565900" y="2914650"/>
          <p14:tracePt t="49424" x="6604000" y="2933700"/>
          <p14:tracePt t="49443" x="6667500" y="2946400"/>
          <p14:tracePt t="49447" x="6724650" y="2959100"/>
          <p14:tracePt t="49457" x="6788150" y="2965450"/>
          <p14:tracePt t="49477" x="6877050" y="2978150"/>
          <p14:tracePt t="49480" x="6902450" y="2978150"/>
          <p14:tracePt t="49491" x="6965950" y="2990850"/>
          <p14:tracePt t="49510" x="7073900" y="3009900"/>
          <p14:tracePt t="49524" x="7131050" y="3016250"/>
          <p14:tracePt t="49542" x="7213600" y="3028950"/>
          <p14:tracePt t="49557" x="7296150" y="3041650"/>
          <p14:tracePt t="49575" x="7327900" y="3041650"/>
          <p14:tracePt t="49591" x="7372350" y="3041650"/>
          <p14:tracePt t="49607" x="7404100" y="3041650"/>
          <p14:tracePt t="49624" x="7423150" y="3041650"/>
          <p14:tracePt t="49641" x="7435850" y="3041650"/>
          <p14:tracePt t="49657" x="7442200" y="3041650"/>
          <p14:tracePt t="49674" x="7448550" y="3041650"/>
          <p14:tracePt t="49719" x="7454900" y="3041650"/>
          <p14:tracePt t="49744" x="7467600" y="3041650"/>
          <p14:tracePt t="49760" x="7473950" y="3041650"/>
          <p14:tracePt t="49768" x="7480300" y="3041650"/>
          <p14:tracePt t="49776" x="7486650" y="3041650"/>
          <p14:tracePt t="49791" x="7499350" y="3041650"/>
          <p14:tracePt t="49808" x="7512050" y="3041650"/>
          <p14:tracePt t="49824" x="7524750" y="3041650"/>
          <p14:tracePt t="49840" x="7531100" y="3041650"/>
          <p14:tracePt t="49857" x="7537450" y="3041650"/>
          <p14:tracePt t="49874" x="7537450" y="3035300"/>
          <p14:tracePt t="49891" x="7537450" y="3028950"/>
          <p14:tracePt t="49930" x="7537450" y="3022600"/>
          <p14:tracePt t="49963" x="7537450" y="3016250"/>
          <p14:tracePt t="49972" x="7531100" y="3016250"/>
          <p14:tracePt t="50018" x="7524750" y="3016250"/>
          <p14:tracePt t="50034" x="7518400" y="3016250"/>
          <p14:tracePt t="50058" x="7512050" y="3016250"/>
          <p14:tracePt t="50066" x="7505700" y="3016250"/>
          <p14:tracePt t="50082" x="7499350" y="3016250"/>
          <p14:tracePt t="50091" x="7493000" y="3016250"/>
          <p14:tracePt t="50107" x="7480300" y="3009900"/>
          <p14:tracePt t="50124" x="7467600" y="3009900"/>
          <p14:tracePt t="50141" x="7467600" y="3003550"/>
          <p14:tracePt t="50160" x="7461250" y="3003550"/>
          <p14:tracePt t="50197" x="7454900" y="3003550"/>
          <p14:tracePt t="50252" x="7454900" y="2997200"/>
          <p14:tracePt t="50275" x="7448550" y="2997200"/>
          <p14:tracePt t="50302" x="7442200" y="2997200"/>
          <p14:tracePt t="50325" x="7435850" y="2997200"/>
          <p14:tracePt t="50356" x="7429500" y="2997200"/>
          <p14:tracePt t="50374" x="7429500" y="2990850"/>
          <p14:tracePt t="50453" x="7423150" y="2990850"/>
          <p14:tracePt t="50470" x="7416800" y="2990850"/>
          <p14:tracePt t="50478" x="7416800" y="2984500"/>
          <p14:tracePt t="50760" x="7410450" y="2984500"/>
          <p14:tracePt t="50800" x="7410450" y="2978150"/>
          <p14:tracePt t="50824" x="7404100" y="2978150"/>
          <p14:tracePt t="51050" x="7410450" y="2978150"/>
          <p14:tracePt t="51060" x="7416800" y="2978150"/>
          <p14:tracePt t="51067" x="7429500" y="2978150"/>
          <p14:tracePt t="51075" x="7435850" y="2978150"/>
          <p14:tracePt t="51092" x="7454900" y="2978150"/>
          <p14:tracePt t="51107" x="7486650" y="2984500"/>
          <p14:tracePt t="51126" x="7512050" y="2984500"/>
          <p14:tracePt t="51129" x="7524750" y="2984500"/>
          <p14:tracePt t="51141" x="7537450" y="2984500"/>
          <p14:tracePt t="51159" x="7562850" y="2984500"/>
          <p14:tracePt t="51163" x="7575550" y="2984500"/>
          <p14:tracePt t="51174" x="7588250" y="2984500"/>
          <p14:tracePt t="51191" x="7607300" y="2984500"/>
          <p14:tracePt t="51195" x="7620000" y="2984500"/>
          <p14:tracePt t="51207" x="7639050" y="2984500"/>
          <p14:tracePt t="51226" x="7658100" y="2984500"/>
          <p14:tracePt t="51241" x="7689850" y="2990850"/>
          <p14:tracePt t="51257" x="7696200" y="2990850"/>
          <p14:tracePt t="51261" x="7708900" y="2990850"/>
          <p14:tracePt t="51276" x="7721600" y="2990850"/>
          <p14:tracePt t="51291" x="7734300" y="2990850"/>
          <p14:tracePt t="51307" x="7747000" y="2990850"/>
          <p14:tracePt t="51325" x="7766050" y="2990850"/>
          <p14:tracePt t="51341" x="7785100" y="2997200"/>
          <p14:tracePt t="51357" x="7797800" y="2997200"/>
          <p14:tracePt t="51374" x="7804150" y="2997200"/>
          <p14:tracePt t="51391" x="7816850" y="2997200"/>
          <p14:tracePt t="51407" x="7823200" y="3003550"/>
          <p14:tracePt t="51424" x="7835900" y="3003550"/>
          <p14:tracePt t="51441" x="7842250" y="3003550"/>
          <p14:tracePt t="51474" x="7848600" y="3003550"/>
          <p14:tracePt t="51952" x="7854950" y="3003550"/>
          <p14:tracePt t="51999" x="7861300" y="3003550"/>
          <p14:tracePt t="52008" x="7861300" y="2997200"/>
          <p14:tracePt t="52034" x="7867650" y="2997200"/>
          <p14:tracePt t="52043" x="7867650" y="2990850"/>
          <p14:tracePt t="52059" x="7874000" y="2990850"/>
          <p14:tracePt t="52872" x="7874000" y="2984500"/>
          <p14:tracePt t="53532" x="7886700" y="2984500"/>
          <p14:tracePt t="53539" x="7899400" y="2984500"/>
          <p14:tracePt t="53548" x="7912100" y="2984500"/>
          <p14:tracePt t="53557" x="7937500" y="2984500"/>
          <p14:tracePt t="53574" x="7988300" y="2984500"/>
          <p14:tracePt t="53590" x="8064500" y="2997200"/>
          <p14:tracePt t="53608" x="8128000" y="2997200"/>
          <p14:tracePt t="53611" x="8159750" y="2997200"/>
          <p14:tracePt t="53624" x="8185150" y="2997200"/>
          <p14:tracePt t="53641" x="8223250" y="2997200"/>
          <p14:tracePt t="53657" x="8235950" y="2997200"/>
          <p14:tracePt t="53674" x="8248650" y="2997200"/>
          <p14:tracePt t="53677" x="8255000" y="2997200"/>
          <p14:tracePt t="53691" x="8267700" y="2997200"/>
          <p14:tracePt t="53708" x="8280400" y="2997200"/>
          <p14:tracePt t="53711" x="8293100" y="2997200"/>
          <p14:tracePt t="53724" x="8318500" y="2997200"/>
          <p14:tracePt t="53741" x="8382000" y="3003550"/>
          <p14:tracePt t="53757" x="8439150" y="3003550"/>
          <p14:tracePt t="53774" x="8477250" y="3003550"/>
          <p14:tracePt t="53791" x="8528050" y="3003550"/>
          <p14:tracePt t="53808" x="8578850" y="3003550"/>
          <p14:tracePt t="53824" x="8604250" y="3003550"/>
          <p14:tracePt t="53841" x="8629650" y="3003550"/>
          <p14:tracePt t="53858" x="8667750" y="3003550"/>
          <p14:tracePt t="53874" x="8705850" y="3003550"/>
          <p14:tracePt t="53878" x="8712200" y="3003550"/>
          <p14:tracePt t="53895" x="8737600" y="3003550"/>
          <p14:tracePt t="53907" x="8763000" y="2997200"/>
          <p14:tracePt t="53924" x="8794750" y="2997200"/>
          <p14:tracePt t="53928" x="8807450" y="2997200"/>
          <p14:tracePt t="53941" x="8826500" y="2990850"/>
          <p14:tracePt t="53957" x="8845550" y="2990850"/>
          <p14:tracePt t="53974" x="8864600" y="2990850"/>
          <p14:tracePt t="53977" x="8890000" y="2990850"/>
          <p14:tracePt t="53991" x="8902700" y="2990850"/>
          <p14:tracePt t="54007" x="8940800" y="2990850"/>
          <p14:tracePt t="54024" x="8991600" y="2990850"/>
          <p14:tracePt t="54041" x="9017000" y="2990850"/>
          <p14:tracePt t="54058" x="9055100" y="2990850"/>
          <p14:tracePt t="54074" x="9074150" y="2990850"/>
          <p14:tracePt t="54091" x="9093200" y="2990850"/>
          <p14:tracePt t="54108" x="9118600" y="2990850"/>
          <p14:tracePt t="54124" x="9156700" y="2990850"/>
          <p14:tracePt t="54141" x="9194800" y="2990850"/>
          <p14:tracePt t="54145" x="9207500" y="2990850"/>
          <p14:tracePt t="54157" x="9226550" y="2990850"/>
          <p14:tracePt t="54174" x="9264650" y="2990850"/>
          <p14:tracePt t="54179" x="9277350" y="2990850"/>
          <p14:tracePt t="54191" x="9283700" y="2990850"/>
          <p14:tracePt t="54207" x="9290050" y="2990850"/>
          <p14:tracePt t="54266" x="9296400" y="2990850"/>
          <p14:tracePt t="54290" x="9302750" y="2990850"/>
          <p14:tracePt t="54298" x="9309100" y="2990850"/>
          <p14:tracePt t="54307" x="9315450" y="2990850"/>
          <p14:tracePt t="54324" x="9328150" y="2990850"/>
          <p14:tracePt t="54341" x="9353550" y="2990850"/>
          <p14:tracePt t="54357" x="9372600" y="2990850"/>
          <p14:tracePt t="54374" x="9404350" y="2990850"/>
          <p14:tracePt t="54377" x="9423400" y="2990850"/>
          <p14:tracePt t="54393" x="9436100" y="2990850"/>
          <p14:tracePt t="54396" x="9448800" y="2990850"/>
          <p14:tracePt t="54407" x="9461500" y="2990850"/>
          <p14:tracePt t="54426" x="9493250" y="2990850"/>
          <p14:tracePt t="54441" x="9505950" y="2984500"/>
          <p14:tracePt t="54474" x="9512300" y="2984500"/>
          <p14:tracePt t="54500" x="9518650" y="2984500"/>
          <p14:tracePt t="54518" x="9525000" y="2984500"/>
          <p14:tracePt t="54533" x="9531350" y="2984500"/>
          <p14:tracePt t="54541" x="9544050" y="2984500"/>
          <p14:tracePt t="54557" x="9556750" y="2984500"/>
          <p14:tracePt t="54574" x="9563100" y="2984500"/>
          <p14:tracePt t="54684" x="9569450" y="2984500"/>
          <p14:tracePt t="54716" x="9575800" y="2984500"/>
          <p14:tracePt t="54742" x="9582150" y="2984500"/>
          <p14:tracePt t="54750" x="9588500" y="2984500"/>
          <p14:tracePt t="54766" x="9594850" y="2984500"/>
          <p14:tracePt t="54782" x="9601200" y="2984500"/>
          <p14:tracePt t="54806" x="9607550" y="2984500"/>
          <p14:tracePt t="54824" x="9613900" y="2984500"/>
          <p14:tracePt t="55620" x="9620250" y="2990850"/>
          <p14:tracePt t="55629" x="9620250" y="2997200"/>
          <p14:tracePt t="55636" x="9626600" y="3003550"/>
          <p14:tracePt t="55644" x="9632950" y="3016250"/>
          <p14:tracePt t="55658" x="9645650" y="3022600"/>
          <p14:tracePt t="55674" x="9671050" y="3054350"/>
          <p14:tracePt t="55691" x="9734550" y="3098800"/>
          <p14:tracePt t="55707" x="9810750" y="3143250"/>
          <p14:tracePt t="55724" x="9906000" y="3181350"/>
          <p14:tracePt t="55741" x="10020300" y="3219450"/>
          <p14:tracePt t="55757" x="10121900" y="3238500"/>
          <p14:tracePt t="55774" x="10242550" y="3251200"/>
          <p14:tracePt t="55791" x="10325100" y="3251200"/>
          <p14:tracePt t="55808" x="10375900" y="3251200"/>
          <p14:tracePt t="55825" x="10401300" y="3251200"/>
          <p14:tracePt t="55841" x="10401300" y="3244850"/>
          <p14:tracePt t="55858" x="10407650" y="3238500"/>
          <p14:tracePt t="55874" x="10414000" y="3225800"/>
          <p14:tracePt t="55891" x="10420350" y="3213100"/>
          <p14:tracePt t="55895" x="10426700" y="3200400"/>
          <p14:tracePt t="55907" x="10439400" y="3187700"/>
          <p14:tracePt t="55924" x="10458450" y="3168650"/>
          <p14:tracePt t="55928" x="10471150" y="3149600"/>
          <p14:tracePt t="55943" x="10496550" y="3130550"/>
          <p14:tracePt t="55957" x="10515600" y="3111500"/>
          <p14:tracePt t="55974" x="10534650" y="3092450"/>
          <p14:tracePt t="55991" x="10541000" y="3086100"/>
          <p14:tracePt t="56010" x="10553700" y="3079750"/>
          <p14:tracePt t="56013" x="10553700" y="3073400"/>
          <p14:tracePt t="56112" x="10541000" y="3067050"/>
          <p14:tracePt t="56120" x="10534650" y="3060700"/>
          <p14:tracePt t="56128" x="10528300" y="3054350"/>
          <p14:tracePt t="56142" x="10515600" y="3054350"/>
          <p14:tracePt t="56145" x="10509250" y="3048000"/>
          <p14:tracePt t="56157" x="10496550" y="3041650"/>
          <p14:tracePt t="56176" x="10483850" y="3028950"/>
          <p14:tracePt t="56319" x="10483850" y="3022600"/>
          <p14:tracePt t="56340" x="10483850" y="3016250"/>
          <p14:tracePt t="56346" x="10490200" y="3009900"/>
          <p14:tracePt t="56363" x="10490200" y="3003550"/>
          <p14:tracePt t="56374" x="10496550" y="3003550"/>
          <p14:tracePt t="56394" x="10496550" y="2997200"/>
          <p14:tracePt t="56411" x="10502900" y="2997200"/>
          <p14:tracePt t="56442" x="10509250" y="2990850"/>
          <p14:tracePt t="56451" x="10515600" y="2990850"/>
          <p14:tracePt t="56459" x="10521950" y="2978150"/>
          <p14:tracePt t="56474" x="10534650" y="2965450"/>
          <p14:tracePt t="56491" x="10547350" y="2952750"/>
          <p14:tracePt t="56508" x="10560050" y="2940050"/>
          <p14:tracePt t="56524" x="10572750" y="2927350"/>
          <p14:tracePt t="56541" x="10579100" y="2914650"/>
          <p14:tracePt t="56558" x="10585450" y="2901950"/>
          <p14:tracePt t="56574" x="10585450" y="2895600"/>
          <p14:tracePt t="56578" x="10585450" y="2889250"/>
          <p14:tracePt t="56591" x="10591800" y="2889250"/>
          <p14:tracePt t="56608" x="10591800" y="2876550"/>
          <p14:tracePt t="56611" x="10591800" y="2870200"/>
          <p14:tracePt t="56628" x="10591800" y="2857500"/>
          <p14:tracePt t="56640" x="10591800" y="2851150"/>
          <p14:tracePt t="56643" x="10585450" y="2844800"/>
          <p14:tracePt t="56658" x="10579100" y="2832100"/>
          <p14:tracePt t="56674" x="10572750" y="2813050"/>
          <p14:tracePt t="56677" x="10560050" y="2800350"/>
          <p14:tracePt t="56692" x="10547350" y="2774950"/>
          <p14:tracePt t="56707" x="10534650" y="2749550"/>
          <p14:tracePt t="56724" x="10528300" y="2736850"/>
          <p14:tracePt t="56741" x="10515600" y="2724150"/>
          <p14:tracePt t="56758" x="10509250" y="2717800"/>
          <p14:tracePt t="56774" x="10496550" y="2711450"/>
          <p14:tracePt t="56791" x="10490200" y="2705100"/>
          <p14:tracePt t="56807" x="10471150" y="2692400"/>
          <p14:tracePt t="56811" x="10464800" y="2692400"/>
          <p14:tracePt t="56824" x="10452100" y="2692400"/>
          <p14:tracePt t="56841" x="10433050" y="2679700"/>
          <p14:tracePt t="56844" x="10426700" y="2679700"/>
          <p14:tracePt t="56857" x="10407650" y="2679700"/>
          <p14:tracePt t="56874" x="10375900" y="2667000"/>
          <p14:tracePt t="56894" x="10331450" y="2660650"/>
          <p14:tracePt t="56908" x="10318750" y="2660650"/>
          <p14:tracePt t="56924" x="10274300" y="2660650"/>
          <p14:tracePt t="56941" x="10236200" y="2660650"/>
          <p14:tracePt t="56958" x="10198100" y="2660650"/>
          <p14:tracePt t="56974" x="10179050" y="2660650"/>
          <p14:tracePt t="56991" x="10160000" y="2673350"/>
          <p14:tracePt t="57007" x="10153650" y="2673350"/>
          <p14:tracePt t="57024" x="10128250" y="2679700"/>
          <p14:tracePt t="57041" x="10115550" y="2692400"/>
          <p14:tracePt t="57058" x="10102850" y="2698750"/>
          <p14:tracePt t="57091" x="10096500" y="2711450"/>
          <p14:tracePt t="57110" x="10096500" y="2717800"/>
          <p14:tracePt t="57124" x="10090150" y="2717800"/>
          <p14:tracePt t="57157" x="10090150" y="2724150"/>
          <p14:tracePt t="57586" x="10090150" y="2730500"/>
          <p14:tracePt t="57596" x="10090150" y="2736850"/>
          <p14:tracePt t="57610" x="10090150" y="2743200"/>
          <p14:tracePt t="57618" x="10090150" y="2749550"/>
          <p14:tracePt t="57628" x="10090150" y="2755900"/>
          <p14:tracePt t="57641" x="10090150" y="2768600"/>
          <p14:tracePt t="57659" x="10096500" y="2781300"/>
          <p14:tracePt t="57674" x="10102850" y="2800350"/>
          <p14:tracePt t="57692" x="10109200" y="2813050"/>
          <p14:tracePt t="57707" x="10115550" y="2825750"/>
          <p14:tracePt t="57727" x="10121900" y="2838450"/>
          <p14:tracePt t="57741" x="10121900" y="2851150"/>
          <p14:tracePt t="57758" x="10134600" y="2857500"/>
          <p14:tracePt t="57774" x="10147300" y="2870200"/>
          <p14:tracePt t="57791" x="10160000" y="2882900"/>
          <p14:tracePt t="57808" x="10185400" y="2895600"/>
          <p14:tracePt t="57825" x="10210800" y="2908300"/>
          <p14:tracePt t="57829" x="10229850" y="2921000"/>
          <p14:tracePt t="57841" x="10242550" y="2921000"/>
          <p14:tracePt t="57858" x="10261600" y="2927350"/>
          <p14:tracePt t="57862" x="10274300" y="2933700"/>
          <p14:tracePt t="57874" x="10287000" y="2933700"/>
          <p14:tracePt t="57879" x="10299700" y="2940050"/>
          <p14:tracePt t="57891" x="10325100" y="2940050"/>
          <p14:tracePt t="57908" x="10344150" y="2946400"/>
          <p14:tracePt t="57924" x="10363200" y="2946400"/>
          <p14:tracePt t="57941" x="10401300" y="2952750"/>
          <p14:tracePt t="57957" x="10433050" y="2952750"/>
          <p14:tracePt t="57974" x="10483850" y="2959100"/>
          <p14:tracePt t="57991" x="10509250" y="2959100"/>
          <p14:tracePt t="58007" x="10534650" y="2959100"/>
          <p14:tracePt t="58024" x="10553700" y="2959100"/>
          <p14:tracePt t="58041" x="10572750" y="2959100"/>
          <p14:tracePt t="58058" x="10585450" y="2959100"/>
          <p14:tracePt t="58061" x="10591800" y="2959100"/>
          <p14:tracePt t="58074" x="10604500" y="2959100"/>
          <p14:tracePt t="58091" x="10610850" y="2959100"/>
          <p14:tracePt t="58095" x="10617200" y="2952750"/>
          <p14:tracePt t="58107" x="10623550" y="2952750"/>
          <p14:tracePt t="58124" x="10629900" y="2946400"/>
          <p14:tracePt t="58127" x="10636250" y="2940050"/>
          <p14:tracePt t="58141" x="10642600" y="2933700"/>
          <p14:tracePt t="58158" x="10642600" y="2927350"/>
          <p14:tracePt t="58174" x="10642600" y="2914650"/>
          <p14:tracePt t="58191" x="10648950" y="2908300"/>
          <p14:tracePt t="58208" x="10648950" y="2901950"/>
          <p14:tracePt t="58224" x="10655300" y="2889250"/>
          <p14:tracePt t="58241" x="10655300" y="2882900"/>
          <p14:tracePt t="58257" x="10655300" y="2870200"/>
          <p14:tracePt t="58274" x="10655300" y="2863850"/>
          <p14:tracePt t="58291" x="10655300" y="2838450"/>
          <p14:tracePt t="58308" x="10655300" y="2832100"/>
          <p14:tracePt t="58324" x="10655300" y="2825750"/>
          <p14:tracePt t="58329" x="10648950" y="2813050"/>
          <p14:tracePt t="58341" x="10648950" y="2806700"/>
          <p14:tracePt t="58357" x="10642600" y="2794000"/>
          <p14:tracePt t="58361" x="10642600" y="2787650"/>
          <p14:tracePt t="58376" x="10629900" y="2781300"/>
          <p14:tracePt t="58391" x="10623550" y="2768600"/>
          <p14:tracePt t="58408" x="10604500" y="2755900"/>
          <p14:tracePt t="58424" x="10553700" y="2736850"/>
          <p14:tracePt t="58441" x="10521950" y="2724150"/>
          <p14:tracePt t="58457" x="10490200" y="2717800"/>
          <p14:tracePt t="58474" x="10452100" y="2717800"/>
          <p14:tracePt t="58491" x="10420350" y="2717800"/>
          <p14:tracePt t="58508" x="10388600" y="2717800"/>
          <p14:tracePt t="58524" x="10375900" y="2717800"/>
          <p14:tracePt t="58541" x="10363200" y="2717800"/>
          <p14:tracePt t="58557" x="10350500" y="2724150"/>
          <p14:tracePt t="58561" x="10344150" y="2730500"/>
          <p14:tracePt t="58574" x="10337800" y="2736850"/>
          <p14:tracePt t="58591" x="10325100" y="2749550"/>
          <p14:tracePt t="58593" x="10318750" y="2755900"/>
          <p14:tracePt t="58608" x="10312400" y="2762250"/>
          <p14:tracePt t="58624" x="10306050" y="2774950"/>
          <p14:tracePt t="58627" x="10306050" y="2781300"/>
          <p14:tracePt t="58642" x="10306050" y="2787650"/>
          <p14:tracePt t="58730" x="10306050" y="2794000"/>
          <p14:tracePt t="58751" x="10312400" y="2794000"/>
          <p14:tracePt t="58756" x="10318750" y="2800350"/>
          <p14:tracePt t="58774" x="10369550" y="2806700"/>
          <p14:tracePt t="58791" x="10471150" y="2825750"/>
          <p14:tracePt t="58808" x="10547350" y="2825750"/>
          <p14:tracePt t="58825" x="10642600" y="2825750"/>
          <p14:tracePt t="58828" x="10680700" y="2825750"/>
          <p14:tracePt t="58841" x="10712450" y="2825750"/>
          <p14:tracePt t="58857" x="10756900" y="2825750"/>
          <p14:tracePt t="58861" x="10775950" y="2825750"/>
          <p14:tracePt t="58874" x="10782300" y="2825750"/>
          <p14:tracePt t="58891" x="10807700" y="2825750"/>
          <p14:tracePt t="58924" x="10814050" y="2825750"/>
          <p14:tracePt t="58981" x="10820400" y="2825750"/>
          <p14:tracePt t="58988" x="10826750" y="2825750"/>
          <p14:tracePt t="58997" x="10826750" y="2819400"/>
          <p14:tracePt t="59008" x="10833100" y="2819400"/>
          <p14:tracePt t="59024" x="10839450" y="2806700"/>
          <p14:tracePt t="59041" x="10839450" y="2800350"/>
          <p14:tracePt t="59058" x="10852150" y="2794000"/>
          <p14:tracePt t="59075" x="10852150" y="2781300"/>
          <p14:tracePt t="59118" x="10852150" y="2774950"/>
          <p14:tracePt t="59144" x="10845800" y="2774950"/>
          <p14:tracePt t="59158" x="10839450" y="2774950"/>
          <p14:tracePt t="59167" x="10833100" y="2774950"/>
          <p14:tracePt t="59174" x="10820400" y="2787650"/>
          <p14:tracePt t="59191" x="10801350" y="2800350"/>
          <p14:tracePt t="59208" x="10788650" y="2813050"/>
          <p14:tracePt t="59224" x="10782300" y="2819400"/>
          <p14:tracePt t="59241" x="10782300" y="2825750"/>
          <p14:tracePt t="59257" x="10775950" y="2838450"/>
          <p14:tracePt t="59274" x="10775950" y="2844800"/>
          <p14:tracePt t="59291" x="10775950" y="2857500"/>
          <p14:tracePt t="59308" x="10775950" y="2863850"/>
          <p14:tracePt t="59324" x="10775950" y="2876550"/>
          <p14:tracePt t="59343" x="10782300" y="2882900"/>
          <p14:tracePt t="59347" x="10782300" y="2889250"/>
          <p14:tracePt t="59360" x="10788650" y="2895600"/>
          <p14:tracePt t="59377" x="10795000" y="2901950"/>
          <p14:tracePt t="59391" x="10801350" y="2914650"/>
          <p14:tracePt t="59409" x="10820400" y="2921000"/>
          <p14:tracePt t="59424" x="10833100" y="2927350"/>
          <p14:tracePt t="59442" x="10852150" y="2940050"/>
          <p14:tracePt t="59458" x="10871200" y="2946400"/>
          <p14:tracePt t="59474" x="10902950" y="2952750"/>
          <p14:tracePt t="59491" x="10934700" y="2959100"/>
          <p14:tracePt t="59508" x="10960100" y="2959100"/>
          <p14:tracePt t="59512" x="10985500" y="2965450"/>
          <p14:tracePt t="59524" x="10998200" y="2965450"/>
          <p14:tracePt t="59541" x="11029950" y="2965450"/>
          <p14:tracePt t="59558" x="11042650" y="2965450"/>
          <p14:tracePt t="59574" x="11068050" y="2965450"/>
          <p14:tracePt t="59578" x="11074400" y="2965450"/>
          <p14:tracePt t="59591" x="11093450" y="2965450"/>
          <p14:tracePt t="59608" x="11106150" y="2959100"/>
          <p14:tracePt t="59611" x="11112500" y="2959100"/>
          <p14:tracePt t="59624" x="11118850" y="2952750"/>
          <p14:tracePt t="59641" x="11131550" y="2946400"/>
          <p14:tracePt t="59657" x="11137900" y="2933700"/>
          <p14:tracePt t="59674" x="11144250" y="2921000"/>
          <p14:tracePt t="59691" x="11144250" y="2901950"/>
          <p14:tracePt t="59708" x="11144250" y="2870200"/>
          <p14:tracePt t="59724" x="11144250" y="2851150"/>
          <p14:tracePt t="59741" x="11144250" y="2844800"/>
          <p14:tracePt t="59758" x="11137900" y="2825750"/>
          <p14:tracePt t="59774" x="11106150" y="2794000"/>
          <p14:tracePt t="59778" x="11099800" y="2794000"/>
          <p14:tracePt t="59791" x="11087100" y="2781300"/>
          <p14:tracePt t="59808" x="11055350" y="2768600"/>
          <p14:tracePt t="59812" x="11036300" y="2755900"/>
          <p14:tracePt t="59825" x="11023600" y="2755900"/>
          <p14:tracePt t="59841" x="10991850" y="2749550"/>
          <p14:tracePt t="59844" x="10979150" y="2749550"/>
          <p14:tracePt t="59857" x="10966450" y="2749550"/>
          <p14:tracePt t="59874" x="10934700" y="2749550"/>
          <p14:tracePt t="59877" x="10928350" y="2749550"/>
          <p14:tracePt t="59894" x="10909300" y="2749550"/>
          <p14:tracePt t="59908" x="10890250" y="2749550"/>
          <p14:tracePt t="59924" x="10871200" y="2749550"/>
          <p14:tracePt t="59941" x="10858500" y="2749550"/>
          <p14:tracePt t="59957" x="10852150" y="2755900"/>
          <p14:tracePt t="59974" x="10839450" y="2762250"/>
          <p14:tracePt t="59991" x="10826750" y="2768600"/>
          <p14:tracePt t="60008" x="10820400" y="2787650"/>
          <p14:tracePt t="60011" x="10807700" y="2794000"/>
          <p14:tracePt t="60024" x="10807700" y="2806700"/>
          <p14:tracePt t="60041" x="10795000" y="2838450"/>
          <p14:tracePt t="60045" x="10788650" y="2857500"/>
          <p14:tracePt t="60058" x="10788650" y="2870200"/>
          <p14:tracePt t="60074" x="10788650" y="2908300"/>
          <p14:tracePt t="60077" x="10788650" y="2927350"/>
          <p14:tracePt t="60091" x="10788650" y="2940050"/>
          <p14:tracePt t="60108" x="10788650" y="2965450"/>
          <p14:tracePt t="60111" x="10795000" y="2965450"/>
          <p14:tracePt t="60124" x="10795000" y="2971800"/>
          <p14:tracePt t="60142" x="10807700" y="2978150"/>
          <p14:tracePt t="60158" x="10814050" y="2978150"/>
          <p14:tracePt t="60174" x="10820400" y="2978150"/>
          <p14:tracePt t="60200" x="10826750" y="2978150"/>
          <p14:tracePt t="60208" x="10826750" y="2984500"/>
          <p14:tracePt t="60224" x="10833100" y="2984500"/>
          <p14:tracePt t="60258" x="10839450" y="2984500"/>
          <p14:tracePt t="60311" x="10845800" y="2990850"/>
          <p14:tracePt t="60335" x="10852150" y="2990850"/>
          <p14:tracePt t="60352" x="10858500" y="2997200"/>
          <p14:tracePt t="60360" x="10864850" y="2997200"/>
          <p14:tracePt t="60374" x="10871200" y="2997200"/>
          <p14:tracePt t="60391" x="10909300" y="3016250"/>
          <p14:tracePt t="60408" x="10941050" y="3028950"/>
          <p14:tracePt t="60424" x="10966450" y="3035300"/>
          <p14:tracePt t="60441" x="10991850" y="3048000"/>
          <p14:tracePt t="60457" x="10998200" y="3048000"/>
          <p14:tracePt t="60474" x="11010900" y="3048000"/>
          <p14:tracePt t="60501" x="0" y="0"/>
        </p14:tracePtLst>
        <p14:tracePtLst>
          <p14:tracePt t="68963" x="8483600" y="3067050"/>
          <p14:tracePt t="68968" x="8477250" y="3067050"/>
          <p14:tracePt t="68985" x="8470900" y="3067050"/>
          <p14:tracePt t="69002" x="8470900" y="3060700"/>
          <p14:tracePt t="69012" x="8464550" y="3060700"/>
          <p14:tracePt t="69024" x="8458200" y="3060700"/>
          <p14:tracePt t="69042" x="8451850" y="3060700"/>
          <p14:tracePt t="69058" x="8432800" y="3060700"/>
          <p14:tracePt t="69075" x="8420100" y="3060700"/>
          <p14:tracePt t="69091" x="8382000" y="3060700"/>
          <p14:tracePt t="69108" x="8362950" y="3060700"/>
          <p14:tracePt t="69124" x="8324850" y="3060700"/>
          <p14:tracePt t="69141" x="8305800" y="3060700"/>
          <p14:tracePt t="69158" x="8286750" y="3060700"/>
          <p14:tracePt t="69174" x="8248650" y="3060700"/>
          <p14:tracePt t="69191" x="8223250" y="3060700"/>
          <p14:tracePt t="69196" x="8210550" y="3060700"/>
          <p14:tracePt t="69211" x="8178800" y="3060700"/>
          <p14:tracePt t="69224" x="8166100" y="3060700"/>
          <p14:tracePt t="69244" x="8121650" y="3060700"/>
          <p14:tracePt t="69258" x="8070850" y="3060700"/>
          <p14:tracePt t="69275" x="8045450" y="3060700"/>
          <p14:tracePt t="69291" x="8020050" y="3060700"/>
          <p14:tracePt t="69309" x="7994650" y="3060700"/>
          <p14:tracePt t="69324" x="7962900" y="3060700"/>
          <p14:tracePt t="69342" x="7924800" y="3060700"/>
          <p14:tracePt t="69358" x="7886700" y="3060700"/>
          <p14:tracePt t="69374" x="7829550" y="3060700"/>
          <p14:tracePt t="69391" x="7766050" y="3060700"/>
          <p14:tracePt t="69408" x="7702550" y="3067050"/>
          <p14:tracePt t="69425" x="7645400" y="3067050"/>
          <p14:tracePt t="69441" x="7581900" y="3067050"/>
          <p14:tracePt t="69444" x="7556500" y="3067050"/>
          <p14:tracePt t="69458" x="7531100" y="3067050"/>
          <p14:tracePt t="69475" x="7493000" y="3067050"/>
          <p14:tracePt t="69478" x="7473950" y="3067050"/>
          <p14:tracePt t="69492" x="7442200" y="3067050"/>
          <p14:tracePt t="69508" x="7423150" y="3067050"/>
          <p14:tracePt t="69524" x="7404100" y="3067050"/>
          <p14:tracePt t="69541" x="7378700" y="3067050"/>
          <p14:tracePt t="69558" x="7315200" y="3067050"/>
          <p14:tracePt t="69575" x="7270750" y="3067050"/>
          <p14:tracePt t="69591" x="7219950" y="3067050"/>
          <p14:tracePt t="69608" x="7169150" y="3067050"/>
          <p14:tracePt t="69625" x="7118350" y="3067050"/>
          <p14:tracePt t="69641" x="7073900" y="3067050"/>
          <p14:tracePt t="69658" x="7042150" y="3067050"/>
          <p14:tracePt t="69675" x="7004050" y="3067050"/>
          <p14:tracePt t="69678" x="6991350" y="3067050"/>
          <p14:tracePt t="69691" x="6972300" y="3067050"/>
          <p14:tracePt t="69708" x="6940550" y="3073400"/>
          <p14:tracePt t="69711" x="6927850" y="3079750"/>
          <p14:tracePt t="69724" x="6915150" y="3086100"/>
          <p14:tracePt t="69742" x="6870700" y="3098800"/>
          <p14:tracePt t="69758" x="6845300" y="3105150"/>
          <p14:tracePt t="69774" x="6800850" y="3117850"/>
          <p14:tracePt t="69791" x="6756400" y="3136900"/>
          <p14:tracePt t="69808" x="6724650" y="3149600"/>
          <p14:tracePt t="69825" x="6661150" y="3175000"/>
          <p14:tracePt t="69841" x="6584950" y="3200400"/>
          <p14:tracePt t="69858" x="6527800" y="3219450"/>
          <p14:tracePt t="69875" x="6489700" y="3232150"/>
          <p14:tracePt t="69891" x="6470650" y="3238500"/>
          <p14:tracePt t="69896" x="6457950" y="3238500"/>
          <p14:tracePt t="69908" x="6445250" y="3244850"/>
          <p14:tracePt t="69924" x="6432550" y="3251200"/>
          <p14:tracePt t="69941" x="6419850" y="3251200"/>
          <p14:tracePt t="69944" x="6413500" y="3251200"/>
          <p14:tracePt t="69958" x="6407150" y="3251200"/>
          <p14:tracePt t="69974" x="6394450" y="3257550"/>
          <p14:tracePt t="69977" x="6381750" y="3257550"/>
          <p14:tracePt t="69991" x="6375400" y="3257550"/>
          <p14:tracePt t="70008" x="6362700" y="3257550"/>
          <p14:tracePt t="70613" x="0" y="0"/>
        </p14:tracePtLst>
        <p14:tracePtLst>
          <p14:tracePt t="71360" x="1733550" y="3067050"/>
          <p14:tracePt t="71390" x="1733550" y="3060700"/>
          <p14:tracePt t="71424" x="1733550" y="3054350"/>
          <p14:tracePt t="71553" x="1739900" y="3054350"/>
          <p14:tracePt t="71577" x="1746250" y="3054350"/>
          <p14:tracePt t="71586" x="1752600" y="3048000"/>
          <p14:tracePt t="71593" x="1758950" y="3048000"/>
          <p14:tracePt t="71608" x="1771650" y="3048000"/>
          <p14:tracePt t="71625" x="1790700" y="3041650"/>
          <p14:tracePt t="71641" x="1809750" y="3041650"/>
          <p14:tracePt t="71658" x="1822450" y="3035300"/>
          <p14:tracePt t="71675" x="1847850" y="3035300"/>
          <p14:tracePt t="71691" x="1860550" y="3035300"/>
          <p14:tracePt t="71708" x="1879600" y="3035300"/>
          <p14:tracePt t="71786" x="1885950" y="3035300"/>
          <p14:tracePt t="71802" x="1892300" y="3035300"/>
          <p14:tracePt t="71810" x="1892300" y="3048000"/>
          <p14:tracePt t="71824" x="1898650" y="3048000"/>
          <p14:tracePt t="71842" x="1943100" y="3086100"/>
          <p14:tracePt t="71858" x="1974850" y="3105150"/>
          <p14:tracePt t="71874" x="2082800" y="3149600"/>
          <p14:tracePt t="71891" x="2203450" y="3181350"/>
          <p14:tracePt t="71908" x="2368550" y="3213100"/>
          <p14:tracePt t="71924" x="2476500" y="3213100"/>
          <p14:tracePt t="71941" x="2616200" y="3213100"/>
          <p14:tracePt t="71958" x="2679700" y="3206750"/>
          <p14:tracePt t="71974" x="2717800" y="3200400"/>
          <p14:tracePt t="71991" x="2724150" y="3200400"/>
          <p14:tracePt t="72345" x="2717800" y="3200400"/>
          <p14:tracePt t="72358" x="2711450" y="3200400"/>
          <p14:tracePt t="72374" x="2698750" y="3200400"/>
          <p14:tracePt t="72391" x="2692400" y="3206750"/>
          <p14:tracePt t="72408" x="2686050" y="3206750"/>
          <p14:tracePt t="72424" x="2686050" y="3213100"/>
          <p14:tracePt t="72447" x="2679700" y="3219450"/>
          <p14:tracePt t="72462" x="2679700" y="3225800"/>
          <p14:tracePt t="72479" x="2679700" y="3232150"/>
          <p14:tracePt t="72494" x="2679700" y="3238500"/>
          <p14:tracePt t="72512" x="2686050" y="3251200"/>
          <p14:tracePt t="72524" x="2692400" y="3251200"/>
          <p14:tracePt t="72542" x="2717800" y="3276600"/>
          <p14:tracePt t="72544" x="2736850" y="3282950"/>
          <p14:tracePt t="72557" x="2755900" y="3289300"/>
          <p14:tracePt t="72575" x="2863850" y="3321050"/>
          <p14:tracePt t="72591" x="2946400" y="3327400"/>
          <p14:tracePt t="72608" x="3067050" y="3340100"/>
          <p14:tracePt t="72624" x="3175000" y="3340100"/>
          <p14:tracePt t="72641" x="3327400" y="3346450"/>
          <p14:tracePt t="72658" x="3435350" y="3346450"/>
          <p14:tracePt t="72674" x="3536950" y="3346450"/>
          <p14:tracePt t="72691" x="3632200" y="3346450"/>
          <p14:tracePt t="72707" x="3702050" y="3346450"/>
          <p14:tracePt t="72724" x="3784600" y="3346450"/>
          <p14:tracePt t="72741" x="3841750" y="3340100"/>
          <p14:tracePt t="72758" x="3867150" y="3333750"/>
          <p14:tracePt t="72775" x="3911600" y="3314700"/>
          <p14:tracePt t="72778" x="3930650" y="3302000"/>
          <p14:tracePt t="72791" x="3943350" y="3295650"/>
          <p14:tracePt t="72808" x="3962400" y="3276600"/>
          <p14:tracePt t="72811" x="3968750" y="3270250"/>
          <p14:tracePt t="72826" x="3975100" y="3257550"/>
          <p14:tracePt t="72841" x="3981450" y="3244850"/>
          <p14:tracePt t="72858" x="3981450" y="3225800"/>
          <p14:tracePt t="72874" x="3981450" y="3213100"/>
          <p14:tracePt t="72891" x="3981450" y="3194050"/>
          <p14:tracePt t="72908" x="3968750" y="3175000"/>
          <p14:tracePt t="72924" x="3937000" y="3149600"/>
          <p14:tracePt t="72941" x="3886200" y="3130550"/>
          <p14:tracePt t="72958" x="3822700" y="3105150"/>
          <p14:tracePt t="72974" x="3740150" y="3086100"/>
          <p14:tracePt t="72991" x="3638550" y="3073400"/>
          <p14:tracePt t="73008" x="3517900" y="3067050"/>
          <p14:tracePt t="73009" x="3435350" y="3060700"/>
          <p14:tracePt t="73024" x="3390900" y="3060700"/>
          <p14:tracePt t="73041" x="3194050" y="3073400"/>
          <p14:tracePt t="73058" x="3162300" y="3079750"/>
          <p14:tracePt t="73074" x="3054350" y="3098800"/>
          <p14:tracePt t="73076" x="3028950" y="3105150"/>
          <p14:tracePt t="73091" x="2946400" y="3117850"/>
          <p14:tracePt t="73108" x="2901950" y="3124200"/>
          <p14:tracePt t="73125" x="2863850" y="3130550"/>
          <p14:tracePt t="73142" x="2813050" y="3143250"/>
          <p14:tracePt t="73158" x="2787650" y="3143250"/>
          <p14:tracePt t="73175" x="2755900" y="3155950"/>
          <p14:tracePt t="73180" x="2743200" y="3162300"/>
          <p14:tracePt t="73192" x="2724150" y="3168650"/>
          <p14:tracePt t="73209" x="2705100" y="3181350"/>
          <p14:tracePt t="73212" x="2705100" y="3187700"/>
          <p14:tracePt t="73224" x="2692400" y="3194050"/>
          <p14:tracePt t="73241" x="2692400" y="3200400"/>
          <p14:tracePt t="73244" x="2692400" y="3213100"/>
          <p14:tracePt t="73258" x="2686050" y="3219450"/>
          <p14:tracePt t="73274" x="2679700" y="3244850"/>
          <p14:tracePt t="73277" x="2679700" y="3251200"/>
          <p14:tracePt t="73291" x="2679700" y="3282950"/>
          <p14:tracePt t="73308" x="2679700" y="3295650"/>
          <p14:tracePt t="73311" x="2679700" y="3302000"/>
          <p14:tracePt t="73324" x="2679700" y="3314700"/>
          <p14:tracePt t="73342" x="2686050" y="3346450"/>
          <p14:tracePt t="73358" x="2698750" y="3359150"/>
          <p14:tracePt t="73374" x="2736850" y="3378200"/>
          <p14:tracePt t="73391" x="2787650" y="3397250"/>
          <p14:tracePt t="73408" x="2901950" y="3409950"/>
          <p14:tracePt t="73425" x="3035300" y="3416300"/>
          <p14:tracePt t="73441" x="3136900" y="3416300"/>
          <p14:tracePt t="73458" x="3206750" y="3416300"/>
          <p14:tracePt t="73475" x="3251200" y="3416300"/>
          <p14:tracePt t="73480" x="3270250" y="3409950"/>
          <p14:tracePt t="73491" x="3282950" y="3409950"/>
          <p14:tracePt t="73508" x="3295650" y="3409950"/>
          <p14:tracePt t="73511" x="3302000" y="3403600"/>
          <p14:tracePt t="73524" x="3308350" y="3403600"/>
          <p14:tracePt t="73542" x="3314700" y="3397250"/>
          <p14:tracePt t="73569" x="3314700" y="3390900"/>
          <p14:tracePt t="73576" x="3321050" y="3390900"/>
          <p14:tracePt t="73602" x="3321050" y="3384550"/>
          <p14:tracePt t="73618" x="3333750" y="3384550"/>
          <p14:tracePt t="73619" x="0" y="0"/>
        </p14:tracePtLst>
        <p14:tracePtLst>
          <p14:tracePt t="74789" x="9004300" y="3263900"/>
          <p14:tracePt t="74888" x="8997950" y="3263900"/>
          <p14:tracePt t="74896" x="8991600" y="3257550"/>
          <p14:tracePt t="74908" x="8978900" y="3257550"/>
          <p14:tracePt t="74925" x="8940800" y="3251200"/>
          <p14:tracePt t="74930" x="8909050" y="3244850"/>
          <p14:tracePt t="74942" x="8870950" y="3238500"/>
          <p14:tracePt t="74958" x="8782050" y="3225800"/>
          <p14:tracePt t="74975" x="8712200" y="3219450"/>
          <p14:tracePt t="74992" x="8636000" y="3219450"/>
          <p14:tracePt t="74995" x="8604250" y="3219450"/>
          <p14:tracePt t="75008" x="8591550" y="3219450"/>
          <p14:tracePt t="75025" x="8540750" y="3219450"/>
          <p14:tracePt t="75028" x="8528050" y="3219450"/>
          <p14:tracePt t="75042" x="8496300" y="3232150"/>
          <p14:tracePt t="75058" x="8445500" y="3244850"/>
          <p14:tracePt t="75075" x="8401050" y="3263900"/>
          <p14:tracePt t="75091" x="8362950" y="3270250"/>
          <p14:tracePt t="75108" x="8293100" y="3289300"/>
          <p14:tracePt t="75125" x="8197850" y="3302000"/>
          <p14:tracePt t="75141" x="8115300" y="3308350"/>
          <p14:tracePt t="75158" x="7981950" y="3321050"/>
          <p14:tracePt t="75175" x="7880350" y="3321050"/>
          <p14:tracePt t="75191" x="7766050" y="3321050"/>
          <p14:tracePt t="75194" x="7677150" y="3321050"/>
          <p14:tracePt t="75208" x="7632700" y="3321050"/>
          <p14:tracePt t="75225" x="7486650" y="3321050"/>
          <p14:tracePt t="75229" x="7397750" y="3321050"/>
          <p14:tracePt t="75241" x="7353300" y="3321050"/>
          <p14:tracePt t="75258" x="7213600" y="3314700"/>
          <p14:tracePt t="75261" x="7124700" y="3308350"/>
          <p14:tracePt t="75275" x="7086600" y="3302000"/>
          <p14:tracePt t="75292" x="6946900" y="3295650"/>
          <p14:tracePt t="75308" x="6851650" y="3289300"/>
          <p14:tracePt t="75325" x="6775450" y="3282950"/>
          <p14:tracePt t="75341" x="6737350" y="3282950"/>
          <p14:tracePt t="75358" x="6673850" y="3282950"/>
          <p14:tracePt t="75375" x="6610350" y="3282950"/>
          <p14:tracePt t="75392" x="6578600" y="3282950"/>
          <p14:tracePt t="75408" x="6521450" y="3282950"/>
          <p14:tracePt t="75425" x="6489700" y="3282950"/>
          <p14:tracePt t="75429" x="6477000" y="3282950"/>
          <p14:tracePt t="75441" x="6470650" y="3282950"/>
          <p14:tracePt t="75458" x="6438900" y="3282950"/>
          <p14:tracePt t="75463" x="6432550" y="3282950"/>
          <p14:tracePt t="75475" x="6426200" y="3282950"/>
          <p14:tracePt t="75491" x="6419850" y="3282950"/>
          <p14:tracePt t="75494" x="6413500" y="3282950"/>
          <p14:tracePt t="75510" x="6407150" y="3289300"/>
          <p14:tracePt t="75525" x="6400800" y="3289300"/>
          <p14:tracePt t="75542" x="6381750" y="3289300"/>
          <p14:tracePt t="75558" x="6350000" y="3302000"/>
          <p14:tracePt t="75575" x="6337300" y="3308350"/>
          <p14:tracePt t="75591" x="6337300" y="3314700"/>
          <p14:tracePt t="75608" x="6330950" y="3321050"/>
          <p14:tracePt t="75625" x="6330950" y="3333750"/>
          <p14:tracePt t="75641" x="6330950" y="3352800"/>
          <p14:tracePt t="75658" x="6330950" y="3365500"/>
          <p14:tracePt t="75662" x="6330950" y="3371850"/>
          <p14:tracePt t="75675" x="6330950" y="3384550"/>
          <p14:tracePt t="75691" x="6343650" y="3403600"/>
          <p14:tracePt t="75696" x="6350000" y="3422650"/>
          <p14:tracePt t="75708" x="6362700" y="3435350"/>
          <p14:tracePt t="75725" x="6394450" y="3467100"/>
          <p14:tracePt t="75728" x="6407150" y="3479800"/>
          <p14:tracePt t="75741" x="6470650" y="3505200"/>
          <p14:tracePt t="75758" x="6553200" y="3536950"/>
          <p14:tracePt t="75763" x="6578600" y="3543300"/>
          <p14:tracePt t="75775" x="6642100" y="3562350"/>
          <p14:tracePt t="75792" x="6870700" y="3600450"/>
          <p14:tracePt t="75808" x="7042150" y="3613150"/>
          <p14:tracePt t="75825" x="7207250" y="3625850"/>
          <p14:tracePt t="75844" x="7340600" y="3625850"/>
          <p14:tracePt t="75849" x="7372350" y="3625850"/>
          <p14:tracePt t="75858" x="7448550" y="3625850"/>
          <p14:tracePt t="75876" x="7524750" y="3625850"/>
          <p14:tracePt t="75880" x="7550150" y="3625850"/>
          <p14:tracePt t="75891" x="7594600" y="3625850"/>
          <p14:tracePt t="75898" x="7620000" y="3625850"/>
          <p14:tracePt t="75908" x="7639050" y="3625850"/>
          <p14:tracePt t="75925" x="7689850" y="3625850"/>
          <p14:tracePt t="75941" x="7791450" y="3625850"/>
          <p14:tracePt t="75946" x="7810500" y="3625850"/>
          <p14:tracePt t="75958" x="7854950" y="3625850"/>
          <p14:tracePt t="75974" x="7962900" y="3625850"/>
          <p14:tracePt t="75977" x="8026400" y="3625850"/>
          <p14:tracePt t="75992" x="8134350" y="3625850"/>
          <p14:tracePt t="76008" x="8159750" y="3625850"/>
          <p14:tracePt t="76012" x="8210550" y="3625850"/>
          <p14:tracePt t="76025" x="8267700" y="3625850"/>
          <p14:tracePt t="76042" x="8401050" y="3625850"/>
          <p14:tracePt t="76058" x="8489950" y="3625850"/>
          <p14:tracePt t="76074" x="8591550" y="3625850"/>
          <p14:tracePt t="76091" x="8705850" y="3625850"/>
          <p14:tracePt t="76108" x="8826500" y="3632200"/>
          <p14:tracePt t="76124" x="8947150" y="3632200"/>
          <p14:tracePt t="76141" x="9029700" y="3632200"/>
          <p14:tracePt t="76158" x="9093200" y="3625850"/>
          <p14:tracePt t="76174" x="9105900" y="3619500"/>
          <p14:tracePt t="76191" x="9124950" y="3613150"/>
          <p14:tracePt t="76208" x="9131300" y="3606800"/>
          <p14:tracePt t="76211" x="9144000" y="3600450"/>
          <p14:tracePt t="76227" x="9150350" y="3587750"/>
          <p14:tracePt t="76242" x="9163050" y="3581400"/>
          <p14:tracePt t="76258" x="9175750" y="3568700"/>
          <p14:tracePt t="76275" x="9194800" y="3556000"/>
          <p14:tracePt t="76277" x="9201150" y="3543300"/>
          <p14:tracePt t="76292" x="9213850" y="3530600"/>
          <p14:tracePt t="76308" x="9232900" y="3505200"/>
          <p14:tracePt t="76324" x="9239250" y="3498850"/>
          <p14:tracePt t="76341" x="9239250" y="3486150"/>
          <p14:tracePt t="76358" x="9239250" y="3473450"/>
          <p14:tracePt t="76375" x="9239250" y="3460750"/>
          <p14:tracePt t="76391" x="9239250" y="3448050"/>
          <p14:tracePt t="76408" x="9239250" y="3435350"/>
          <p14:tracePt t="76413" x="9226550" y="3422650"/>
          <p14:tracePt t="76425" x="9213850" y="3422650"/>
          <p14:tracePt t="76441" x="9169400" y="3403600"/>
          <p14:tracePt t="76444" x="9156700" y="3397250"/>
          <p14:tracePt t="76458" x="9105900" y="3384550"/>
          <p14:tracePt t="76475" x="9061450" y="3365500"/>
          <p14:tracePt t="76478" x="9029700" y="3365500"/>
          <p14:tracePt t="76492" x="8953500" y="3346450"/>
          <p14:tracePt t="76508" x="8890000" y="3333750"/>
          <p14:tracePt t="76525" x="8864600" y="3327400"/>
          <p14:tracePt t="76542" x="8813800" y="3321050"/>
          <p14:tracePt t="76558" x="8750300" y="3314700"/>
          <p14:tracePt t="76575" x="8712200" y="3308350"/>
          <p14:tracePt t="76591" x="8642350" y="3308350"/>
          <p14:tracePt t="76608" x="8591550" y="3302000"/>
          <p14:tracePt t="76625" x="8534400" y="3302000"/>
          <p14:tracePt t="76641" x="8483600" y="3302000"/>
          <p14:tracePt t="76658" x="8388350" y="3302000"/>
          <p14:tracePt t="76675" x="8343900" y="3302000"/>
          <p14:tracePt t="76678" x="8318500" y="3302000"/>
          <p14:tracePt t="76691" x="8299450" y="3302000"/>
          <p14:tracePt t="76708" x="8248650" y="3302000"/>
          <p14:tracePt t="76711" x="8223250" y="3302000"/>
          <p14:tracePt t="76725" x="8197850" y="3302000"/>
          <p14:tracePt t="76742" x="8077200" y="3314700"/>
          <p14:tracePt t="76758" x="8032750" y="3327400"/>
          <p14:tracePt t="76775" x="8013700" y="3333750"/>
          <p14:tracePt t="76791" x="7994650" y="3340100"/>
          <p14:tracePt t="76808" x="7981950" y="3352800"/>
          <p14:tracePt t="76824" x="7981950" y="3359150"/>
          <p14:tracePt t="76841" x="7969250" y="3371850"/>
          <p14:tracePt t="76858" x="7962900" y="3384550"/>
          <p14:tracePt t="76875" x="7950200" y="3390900"/>
          <p14:tracePt t="77115" x="7956550" y="3384550"/>
          <p14:tracePt t="77117" x="0" y="0"/>
        </p14:tracePtLst>
        <p14:tracePtLst>
          <p14:tracePt t="81871" x="9747250" y="3505200"/>
          <p14:tracePt t="81878" x="9740900" y="3505200"/>
          <p14:tracePt t="81891" x="9734550" y="3505200"/>
          <p14:tracePt t="81908" x="9728200" y="3505200"/>
          <p14:tracePt t="81925" x="9709150" y="3505200"/>
          <p14:tracePt t="81929" x="9702800" y="3505200"/>
          <p14:tracePt t="81943" x="9677400" y="3505200"/>
          <p14:tracePt t="81958" x="9664700" y="3505200"/>
          <p14:tracePt t="81975" x="9626600" y="3505200"/>
          <p14:tracePt t="81991" x="9594850" y="3505200"/>
          <p14:tracePt t="82008" x="9556750" y="3498850"/>
          <p14:tracePt t="82025" x="9505950" y="3492500"/>
          <p14:tracePt t="82042" x="9448800" y="3479800"/>
          <p14:tracePt t="82058" x="9372600" y="3467100"/>
          <p14:tracePt t="82063" x="9334500" y="3467100"/>
          <p14:tracePt t="82075" x="9315450" y="3467100"/>
          <p14:tracePt t="82092" x="9277350" y="3467100"/>
          <p14:tracePt t="82096" x="9271000" y="3467100"/>
          <p14:tracePt t="82108" x="9264650" y="3467100"/>
          <p14:tracePt t="82125" x="9245600" y="3473450"/>
          <p14:tracePt t="82141" x="9232900" y="3473450"/>
          <p14:tracePt t="82158" x="9220200" y="3486150"/>
          <p14:tracePt t="82161" x="9194800" y="3492500"/>
          <p14:tracePt t="82175" x="9188450" y="3505200"/>
          <p14:tracePt t="82192" x="9144000" y="3543300"/>
          <p14:tracePt t="82208" x="9112250" y="3587750"/>
          <p14:tracePt t="82225" x="9086850" y="3638550"/>
          <p14:tracePt t="82241" x="9055100" y="3683000"/>
          <p14:tracePt t="82258" x="9048750" y="3714750"/>
          <p14:tracePt t="82275" x="9042400" y="3733800"/>
          <p14:tracePt t="82291" x="9042400" y="3759200"/>
          <p14:tracePt t="82308" x="9042400" y="3778250"/>
          <p14:tracePt t="82325" x="9048750" y="3803650"/>
          <p14:tracePt t="82330" x="9074150" y="3822700"/>
          <p14:tracePt t="82344" x="9093200" y="3841750"/>
          <p14:tracePt t="82347" x="9118600" y="3854450"/>
          <p14:tracePt t="82358" x="9144000" y="3867150"/>
          <p14:tracePt t="82376" x="9194800" y="3892550"/>
          <p14:tracePt t="82380" x="9239250" y="3905250"/>
          <p14:tracePt t="82392" x="9290050" y="3917950"/>
          <p14:tracePt t="82411" x="9436100" y="3937000"/>
          <p14:tracePt t="82425" x="9448800" y="3937000"/>
          <p14:tracePt t="82442" x="9544050" y="3943350"/>
          <p14:tracePt t="82458" x="9588500" y="3943350"/>
          <p14:tracePt t="82476" x="9620250" y="3943350"/>
          <p14:tracePt t="82491" x="9639300" y="3924300"/>
          <p14:tracePt t="82508" x="9664700" y="3886200"/>
          <p14:tracePt t="82525" x="9696450" y="3829050"/>
          <p14:tracePt t="82542" x="9721850" y="3746500"/>
          <p14:tracePt t="82558" x="9734550" y="3670300"/>
          <p14:tracePt t="82575" x="9740900" y="3594100"/>
          <p14:tracePt t="82591" x="9734550" y="3549650"/>
          <p14:tracePt t="82608" x="9721850" y="3530600"/>
          <p14:tracePt t="82611" x="9715500" y="3511550"/>
          <p14:tracePt t="82625" x="9702800" y="3505200"/>
          <p14:tracePt t="82642" x="9671050" y="3486150"/>
          <p14:tracePt t="82658" x="9645650" y="3479800"/>
          <p14:tracePt t="82675" x="9632950" y="3473450"/>
          <p14:tracePt t="82678" x="9613900" y="3473450"/>
          <p14:tracePt t="82692" x="9582150" y="3460750"/>
          <p14:tracePt t="82708" x="9550400" y="3460750"/>
          <p14:tracePt t="82725" x="9505950" y="3448050"/>
          <p14:tracePt t="82742" x="9461500" y="3435350"/>
          <p14:tracePt t="82758" x="9436100" y="3435350"/>
          <p14:tracePt t="82775" x="9410700" y="3422650"/>
          <p14:tracePt t="82792" x="9391650" y="3416300"/>
          <p14:tracePt t="82808" x="9372600" y="3416300"/>
          <p14:tracePt t="82812" x="9366250" y="3416300"/>
          <p14:tracePt t="82825" x="9359900" y="3416300"/>
          <p14:tracePt t="82841" x="9353550" y="3416300"/>
          <p14:tracePt t="82858" x="9340850" y="3416300"/>
          <p14:tracePt t="82876" x="9328150" y="3429000"/>
          <p14:tracePt t="82892" x="9321800" y="3435350"/>
          <p14:tracePt t="82908" x="9309100" y="3448050"/>
          <p14:tracePt t="82910" x="0" y="0"/>
        </p14:tracePtLst>
        <p14:tracePtLst>
          <p14:tracePt t="86862" x="7366000" y="2724150"/>
          <p14:tracePt t="86868" x="7359650" y="2724150"/>
          <p14:tracePt t="86876" x="7353300" y="2724150"/>
          <p14:tracePt t="86891" x="7346950" y="2724150"/>
          <p14:tracePt t="86908" x="7340600" y="2724150"/>
          <p14:tracePt t="86925" x="7334250" y="2730500"/>
          <p14:tracePt t="86942" x="7334250" y="2736850"/>
          <p14:tracePt t="86958" x="7327900" y="2743200"/>
          <p14:tracePt t="86975" x="7327900" y="2755900"/>
          <p14:tracePt t="86991" x="7327900" y="2762250"/>
          <p14:tracePt t="87008" x="7327900" y="2774950"/>
          <p14:tracePt t="87025" x="7321550" y="2787650"/>
          <p14:tracePt t="87042" x="7315200" y="2806700"/>
          <p14:tracePt t="87058" x="7315200" y="2819400"/>
          <p14:tracePt t="87065" x="7315200" y="2832100"/>
          <p14:tracePt t="87077" x="7315200" y="2838450"/>
          <p14:tracePt t="87092" x="7315200" y="2851150"/>
          <p14:tracePt t="87108" x="7315200" y="2857500"/>
          <p14:tracePt t="87125" x="7327900" y="2876550"/>
          <p14:tracePt t="87142" x="7353300" y="2901950"/>
          <p14:tracePt t="87158" x="7385050" y="2921000"/>
          <p14:tracePt t="87166" x="7397750" y="2927350"/>
          <p14:tracePt t="87175" x="7442200" y="2946400"/>
          <p14:tracePt t="87191" x="7493000" y="2959100"/>
          <p14:tracePt t="87208" x="7588250" y="2990850"/>
          <p14:tracePt t="87225" x="7651750" y="2997200"/>
          <p14:tracePt t="87242" x="7766050" y="3016250"/>
          <p14:tracePt t="87258" x="7829550" y="3022600"/>
          <p14:tracePt t="87275" x="7880350" y="3028950"/>
          <p14:tracePt t="87278" x="7969250" y="3048000"/>
          <p14:tracePt t="87291" x="8001000" y="3048000"/>
          <p14:tracePt t="87308" x="8089900" y="3054350"/>
          <p14:tracePt t="87312" x="8191500" y="3060700"/>
          <p14:tracePt t="87325" x="8242300" y="3060700"/>
          <p14:tracePt t="87343" x="8464550" y="3067050"/>
          <p14:tracePt t="87358" x="8559800" y="3067050"/>
          <p14:tracePt t="87375" x="8731250" y="3060700"/>
          <p14:tracePt t="87392" x="8807450" y="3054350"/>
          <p14:tracePt t="87408" x="8953500" y="3041650"/>
          <p14:tracePt t="87425" x="9036050" y="3028950"/>
          <p14:tracePt t="87442" x="9124950" y="3016250"/>
          <p14:tracePt t="87459" x="9258300" y="2984500"/>
          <p14:tracePt t="87475" x="9321800" y="2971800"/>
          <p14:tracePt t="87478" x="9359900" y="2959100"/>
          <p14:tracePt t="87491" x="9385300" y="2952750"/>
          <p14:tracePt t="87508" x="9429750" y="2946400"/>
          <p14:tracePt t="87525" x="9467850" y="2933700"/>
          <p14:tracePt t="87542" x="9544050" y="2914650"/>
          <p14:tracePt t="87546" x="9569450" y="2908300"/>
          <p14:tracePt t="87558" x="9594850" y="2908300"/>
          <p14:tracePt t="87575" x="9645650" y="2908300"/>
          <p14:tracePt t="87578" x="9671050" y="2901950"/>
          <p14:tracePt t="87592" x="9709150" y="2895600"/>
          <p14:tracePt t="87608" x="9747250" y="2889250"/>
          <p14:tracePt t="87625" x="9779000" y="2870200"/>
          <p14:tracePt t="87642" x="9798050" y="2857500"/>
          <p14:tracePt t="87658" x="9817100" y="2844800"/>
          <p14:tracePt t="87675" x="9829800" y="2825750"/>
          <p14:tracePt t="87691" x="9842500" y="2813050"/>
          <p14:tracePt t="87708" x="9848850" y="2800350"/>
          <p14:tracePt t="87725" x="9855200" y="2794000"/>
          <p14:tracePt t="87742" x="9855200" y="2781300"/>
          <p14:tracePt t="87758" x="9855200" y="2774950"/>
          <p14:tracePt t="87775" x="9855200" y="2762250"/>
          <p14:tracePt t="87791" x="9855200" y="2749550"/>
          <p14:tracePt t="87808" x="9848850" y="2736850"/>
          <p14:tracePt t="87812" x="9842500" y="2730500"/>
          <p14:tracePt t="87825" x="9817100" y="2717800"/>
          <p14:tracePt t="87843" x="9747250" y="2698750"/>
          <p14:tracePt t="87858" x="9677400" y="2686050"/>
          <p14:tracePt t="87875" x="9575800" y="2686050"/>
          <p14:tracePt t="87896" x="9448800" y="2686050"/>
          <p14:tracePt t="87908" x="9302750" y="2686050"/>
          <p14:tracePt t="87925" x="9169400" y="2692400"/>
          <p14:tracePt t="87942" x="9029700" y="2717800"/>
          <p14:tracePt t="87958" x="8959850" y="2724150"/>
          <p14:tracePt t="87975" x="8870950" y="2743200"/>
          <p14:tracePt t="87978" x="8858250" y="2749550"/>
          <p14:tracePt t="87991" x="8839200" y="2762250"/>
          <p14:tracePt t="88008" x="8801100" y="2774950"/>
          <p14:tracePt t="88025" x="8769350" y="2794000"/>
          <p14:tracePt t="88028" x="8769350" y="2800350"/>
          <p14:tracePt t="88042" x="8756650" y="2806700"/>
          <p14:tracePt t="88059" x="8750300" y="2813050"/>
          <p14:tracePt t="88061" x="8750300" y="2819400"/>
          <p14:tracePt t="88075" x="8743950" y="2825750"/>
          <p14:tracePt t="88092" x="8737600" y="2838450"/>
          <p14:tracePt t="88134" x="8743950" y="2838450"/>
          <p14:tracePt t="88141" x="8763000" y="2838450"/>
          <p14:tracePt t="88158" x="8788400" y="2838450"/>
          <p14:tracePt t="88175" x="8966200" y="2838450"/>
          <p14:tracePt t="88178" x="0" y="0"/>
        </p14:tracePtLst>
        <p14:tracePtLst>
          <p14:tracePt t="88775" x="10337800" y="2705100"/>
          <p14:tracePt t="88789" x="10331450" y="2705100"/>
          <p14:tracePt t="88797" x="10325100" y="2698750"/>
          <p14:tracePt t="88815" x="10318750" y="2698750"/>
          <p14:tracePt t="88832" x="10312400" y="2698750"/>
          <p14:tracePt t="88847" x="10306050" y="2698750"/>
          <p14:tracePt t="88863" x="10299700" y="2698750"/>
          <p14:tracePt t="88875" x="10287000" y="2698750"/>
          <p14:tracePt t="88880" x="10280650" y="2698750"/>
          <p14:tracePt t="88892" x="10267950" y="2698750"/>
          <p14:tracePt t="88908" x="10261600" y="2698750"/>
          <p14:tracePt t="88925" x="10242550" y="2698750"/>
          <p14:tracePt t="88945" x="10229850" y="2705100"/>
          <p14:tracePt t="88958" x="10223500" y="2711450"/>
          <p14:tracePt t="88975" x="10223500" y="2717800"/>
          <p14:tracePt t="88992" x="10217150" y="2724150"/>
          <p14:tracePt t="89010" x="10210800" y="2736850"/>
          <p14:tracePt t="89025" x="10204450" y="2743200"/>
          <p14:tracePt t="89042" x="10198100" y="2755900"/>
          <p14:tracePt t="89059" x="10198100" y="2774950"/>
          <p14:tracePt t="89075" x="10191750" y="2794000"/>
          <p14:tracePt t="89078" x="10185400" y="2806700"/>
          <p14:tracePt t="89092" x="10185400" y="2819400"/>
          <p14:tracePt t="89109" x="10185400" y="2838450"/>
          <p14:tracePt t="89111" x="10185400" y="2851150"/>
          <p14:tracePt t="89125" x="10185400" y="2857500"/>
          <p14:tracePt t="89142" x="10185400" y="2870200"/>
          <p14:tracePt t="89158" x="10185400" y="2882900"/>
          <p14:tracePt t="89175" x="10185400" y="2889250"/>
          <p14:tracePt t="89178" x="10185400" y="2895600"/>
          <p14:tracePt t="89192" x="10191750" y="2901950"/>
          <p14:tracePt t="89208" x="10198100" y="2914650"/>
          <p14:tracePt t="89225" x="10210800" y="2927350"/>
          <p14:tracePt t="89242" x="10229850" y="2940050"/>
          <p14:tracePt t="89258" x="10248900" y="2952750"/>
          <p14:tracePt t="89275" x="10267950" y="2971800"/>
          <p14:tracePt t="89292" x="10306050" y="2984500"/>
          <p14:tracePt t="89309" x="10325100" y="2997200"/>
          <p14:tracePt t="89312" x="10344150" y="3009900"/>
          <p14:tracePt t="89325" x="10375900" y="3009900"/>
          <p14:tracePt t="89341" x="10426700" y="3028950"/>
          <p14:tracePt t="89345" x="10464800" y="3035300"/>
          <p14:tracePt t="89359" x="10509250" y="3035300"/>
          <p14:tracePt t="89375" x="10579100" y="3041650"/>
          <p14:tracePt t="89379" x="10610850" y="3041650"/>
          <p14:tracePt t="89392" x="10648950" y="3041650"/>
          <p14:tracePt t="89408" x="10699750" y="3041650"/>
          <p14:tracePt t="89411" x="10725150" y="3041650"/>
          <p14:tracePt t="89425" x="10737850" y="3035300"/>
          <p14:tracePt t="89442" x="10775950" y="3016250"/>
          <p14:tracePt t="89458" x="10801350" y="2997200"/>
          <p14:tracePt t="89475" x="10814050" y="2990850"/>
          <p14:tracePt t="89492" x="10833100" y="2971800"/>
          <p14:tracePt t="89508" x="10839450" y="2959100"/>
          <p14:tracePt t="89525" x="10845800" y="2940050"/>
          <p14:tracePt t="89541" x="10845800" y="2927350"/>
          <p14:tracePt t="89558" x="10845800" y="2876550"/>
          <p14:tracePt t="89575" x="10814050" y="2844800"/>
          <p14:tracePt t="89579" x="10807700" y="2832100"/>
          <p14:tracePt t="89592" x="10775950" y="2813050"/>
          <p14:tracePt t="89608" x="10725150" y="2787650"/>
          <p14:tracePt t="89611" x="10693400" y="2768600"/>
          <p14:tracePt t="89625" x="10674350" y="2768600"/>
          <p14:tracePt t="89642" x="10623550" y="2755900"/>
          <p14:tracePt t="89646" x="10591800" y="2755900"/>
          <p14:tracePt t="89658" x="10585450" y="2755900"/>
          <p14:tracePt t="89675" x="10534650" y="2755900"/>
          <p14:tracePt t="89678" x="10502900" y="2755900"/>
          <p14:tracePt t="89692" x="10458450" y="2755900"/>
          <p14:tracePt t="89708" x="10420350" y="2762250"/>
          <p14:tracePt t="89725" x="10350500" y="2774950"/>
          <p14:tracePt t="89742" x="10299700" y="2787650"/>
          <p14:tracePt t="89758" x="10274300" y="2794000"/>
          <p14:tracePt t="89870" x="0" y="0"/>
        </p14:tracePtLst>
        <p14:tracePtLst>
          <p14:tracePt t="90379" x="10928350" y="2743200"/>
          <p14:tracePt t="90433" x="10922000" y="2743200"/>
          <p14:tracePt t="90441" x="10915650" y="2743200"/>
          <p14:tracePt t="90460" x="10909300" y="2743200"/>
          <p14:tracePt t="90468" x="10902950" y="2749550"/>
          <p14:tracePt t="90475" x="10896600" y="2749550"/>
          <p14:tracePt t="90492" x="10883900" y="2762250"/>
          <p14:tracePt t="90508" x="10864850" y="2774950"/>
          <p14:tracePt t="90525" x="10858500" y="2774950"/>
          <p14:tracePt t="90541" x="10852150" y="2794000"/>
          <p14:tracePt t="90561" x="10845800" y="2806700"/>
          <p14:tracePt t="90563" x="10845800" y="2813050"/>
          <p14:tracePt t="90575" x="10845800" y="2819400"/>
          <p14:tracePt t="90594" x="10845800" y="2844800"/>
          <p14:tracePt t="90608" x="10845800" y="2857500"/>
          <p14:tracePt t="90627" x="10845800" y="2876550"/>
          <p14:tracePt t="90642" x="10845800" y="2882900"/>
          <p14:tracePt t="90661" x="10852150" y="2901950"/>
          <p14:tracePt t="90675" x="10864850" y="2914650"/>
          <p14:tracePt t="90692" x="10877550" y="2927350"/>
          <p14:tracePt t="90708" x="10896600" y="2940050"/>
          <p14:tracePt t="90726" x="10934700" y="2959100"/>
          <p14:tracePt t="90742" x="10966450" y="2971800"/>
          <p14:tracePt t="90759" x="10998200" y="2978150"/>
          <p14:tracePt t="90775" x="11029950" y="2984500"/>
          <p14:tracePt t="90792" x="11061700" y="2990850"/>
          <p14:tracePt t="90808" x="11087100" y="2990850"/>
          <p14:tracePt t="90825" x="11112500" y="2990850"/>
          <p14:tracePt t="90830" x="11118850" y="2990850"/>
          <p14:tracePt t="90841" x="11125200" y="2990850"/>
          <p14:tracePt t="90859" x="11144250" y="2978150"/>
          <p14:tracePt t="90861" x="11150600" y="2965450"/>
          <p14:tracePt t="90875" x="11156950" y="2959100"/>
          <p14:tracePt t="90892" x="11169650" y="2921000"/>
          <p14:tracePt t="90908" x="11176000" y="2889250"/>
          <p14:tracePt t="90925" x="11176000" y="2870200"/>
          <p14:tracePt t="90941" x="11176000" y="2863850"/>
          <p14:tracePt t="90958" x="11176000" y="2857500"/>
          <p14:tracePt t="90975" x="11176000" y="2851150"/>
          <p14:tracePt t="90992" x="11169650" y="2844800"/>
          <p14:tracePt t="91008" x="11163300" y="2838450"/>
          <p14:tracePt t="91025" x="11150600" y="2825750"/>
          <p14:tracePt t="91042" x="11131550" y="2813050"/>
          <p14:tracePt t="91059" x="11087100" y="2794000"/>
          <p14:tracePt t="91075" x="11023600" y="2781300"/>
          <p14:tracePt t="91092" x="10966450" y="2768600"/>
          <p14:tracePt t="91095" x="10915650" y="2755900"/>
          <p14:tracePt t="91108" x="10871200" y="2755900"/>
          <p14:tracePt t="91125" x="10826750" y="2749550"/>
          <p14:tracePt t="91128" x="10801350" y="2749550"/>
          <p14:tracePt t="91142" x="10782300" y="2749550"/>
          <p14:tracePt t="91231" x="10782300" y="2755900"/>
          <p14:tracePt t="91241" x="10788650" y="2755900"/>
          <p14:tracePt t="91248" x="10788650" y="2762250"/>
          <p14:tracePt t="91259" x="10795000" y="2768600"/>
          <p14:tracePt t="91275" x="10807700" y="2774950"/>
          <p14:tracePt t="91308" x="10839450" y="2781300"/>
          <p14:tracePt t="91312" x="0" y="0"/>
        </p14:tracePtLst>
        <p14:tracePtLst>
          <p14:tracePt t="94193" x="8616950" y="4933950"/>
          <p14:tracePt t="94239" x="8616950" y="4927600"/>
          <p14:tracePt t="94256" x="8616950" y="4921250"/>
          <p14:tracePt t="94271" x="8610600" y="4908550"/>
          <p14:tracePt t="94280" x="8597900" y="4902200"/>
          <p14:tracePt t="94292" x="8591550" y="4895850"/>
          <p14:tracePt t="94296" x="8578850" y="4889500"/>
          <p14:tracePt t="94310" x="8566150" y="4883150"/>
          <p14:tracePt t="94325" x="8553450" y="4883150"/>
          <p14:tracePt t="94329" x="8534400" y="4883150"/>
          <p14:tracePt t="94343" x="8509000" y="4883150"/>
          <p14:tracePt t="94358" x="8458200" y="4883150"/>
          <p14:tracePt t="94375" x="8388350" y="4908550"/>
          <p14:tracePt t="94392" x="8331200" y="4921250"/>
          <p14:tracePt t="94408" x="8235950" y="4946650"/>
          <p14:tracePt t="94425" x="8197850" y="4959350"/>
          <p14:tracePt t="94442" x="8166100" y="4965700"/>
          <p14:tracePt t="94459" x="8153400" y="4978400"/>
          <p14:tracePt t="94475" x="8147050" y="4991100"/>
          <p14:tracePt t="94492" x="8134350" y="5003800"/>
          <p14:tracePt t="94508" x="8121650" y="5035550"/>
          <p14:tracePt t="94525" x="8102600" y="5086350"/>
          <p14:tracePt t="94529" x="8089900" y="5105400"/>
          <p14:tracePt t="94542" x="8083550" y="5118100"/>
          <p14:tracePt t="94558" x="8077200" y="5149850"/>
          <p14:tracePt t="94562" x="8070850" y="5149850"/>
          <p14:tracePt t="94575" x="8070850" y="5162550"/>
          <p14:tracePt t="94592" x="8058150" y="5181600"/>
          <p14:tracePt t="94608" x="8058150" y="5194300"/>
          <p14:tracePt t="94625" x="8058150" y="5200650"/>
          <p14:tracePt t="94642" x="8070850" y="5207000"/>
          <p14:tracePt t="94658" x="8140700" y="5226050"/>
          <p14:tracePt t="94675" x="8223250" y="5232400"/>
          <p14:tracePt t="94692" x="8343900" y="5238750"/>
          <p14:tracePt t="94708" x="8470900" y="5238750"/>
          <p14:tracePt t="94725" x="8578850" y="5238750"/>
          <p14:tracePt t="94742" x="8667750" y="5238750"/>
          <p14:tracePt t="94759" x="8724900" y="5219700"/>
          <p14:tracePt t="94763" x="8743950" y="5213350"/>
          <p14:tracePt t="94775" x="8750300" y="5207000"/>
          <p14:tracePt t="94792" x="8801100" y="5168900"/>
          <p14:tracePt t="94795" x="8820150" y="5137150"/>
          <p14:tracePt t="94808" x="8826500" y="5124450"/>
          <p14:tracePt t="94825" x="8870950" y="5054600"/>
          <p14:tracePt t="94828" x="8877300" y="5035550"/>
          <p14:tracePt t="94842" x="8883650" y="4984750"/>
          <p14:tracePt t="94858" x="8890000" y="4959350"/>
          <p14:tracePt t="94875" x="8890000" y="4940300"/>
          <p14:tracePt t="94892" x="8890000" y="4927600"/>
          <p14:tracePt t="94918" x="8890000" y="4921250"/>
          <p14:tracePt t="94925" x="8883650" y="4921250"/>
          <p14:tracePt t="94942" x="8870950" y="4921250"/>
          <p14:tracePt t="94958" x="8845550" y="4927600"/>
          <p14:tracePt t="94962" x="8820150" y="4953000"/>
          <p14:tracePt t="94975" x="8782050" y="4978400"/>
          <p14:tracePt t="94992" x="8737600" y="5022850"/>
          <p14:tracePt t="94994" x="8705850" y="5054600"/>
          <p14:tracePt t="95008" x="8693150" y="5060950"/>
          <p14:tracePt t="95025" x="8674100" y="5080000"/>
          <p14:tracePt t="95030" x="8667750" y="5086350"/>
          <p14:tracePt t="95033" x="0" y="0"/>
        </p14:tracePtLst>
        <p14:tracePtLst>
          <p14:tracePt t="95401" x="8509000" y="5219700"/>
          <p14:tracePt t="95423" x="8509000" y="5213350"/>
          <p14:tracePt t="95432" x="8502650" y="5213350"/>
          <p14:tracePt t="95448" x="8496300" y="5213350"/>
          <p14:tracePt t="95458" x="8489950" y="5207000"/>
          <p14:tracePt t="95476" x="8477250" y="5207000"/>
          <p14:tracePt t="95480" x="8470900" y="5207000"/>
          <p14:tracePt t="95492" x="8439150" y="5200650"/>
          <p14:tracePt t="95512" x="8382000" y="5194300"/>
          <p14:tracePt t="95525" x="8337550" y="5194300"/>
          <p14:tracePt t="95545" x="8248650" y="5200650"/>
          <p14:tracePt t="95558" x="8235950" y="5200650"/>
          <p14:tracePt t="95578" x="8185150" y="5219700"/>
          <p14:tracePt t="95592" x="8166100" y="5226050"/>
          <p14:tracePt t="95610" x="8159750" y="5232400"/>
          <p14:tracePt t="95625" x="8147050" y="5238750"/>
          <p14:tracePt t="95643" x="8147050" y="5245100"/>
          <p14:tracePt t="95658" x="8134350" y="5264150"/>
          <p14:tracePt t="95676" x="8128000" y="5283200"/>
          <p14:tracePt t="95692" x="8108950" y="5308600"/>
          <p14:tracePt t="95708" x="8102600" y="5327650"/>
          <p14:tracePt t="95725" x="8096250" y="5353050"/>
          <p14:tracePt t="95742" x="8096250" y="5372100"/>
          <p14:tracePt t="95759" x="8096250" y="5378450"/>
          <p14:tracePt t="95775" x="8096250" y="5391150"/>
          <p14:tracePt t="95778" x="8096250" y="5397500"/>
          <p14:tracePt t="95792" x="8096250" y="5403850"/>
          <p14:tracePt t="95809" x="8134350" y="5429250"/>
          <p14:tracePt t="95811" x="8153400" y="5441950"/>
          <p14:tracePt t="95825" x="8191500" y="5454650"/>
          <p14:tracePt t="95843" x="8305800" y="5467350"/>
          <p14:tracePt t="95858" x="8375650" y="5467350"/>
          <p14:tracePt t="95875" x="8458200" y="5467350"/>
          <p14:tracePt t="95892" x="8509000" y="5454650"/>
          <p14:tracePt t="95908" x="8547100" y="5454650"/>
          <p14:tracePt t="95925" x="8572500" y="5454650"/>
          <p14:tracePt t="95942" x="8591550" y="5454650"/>
          <p14:tracePt t="95958" x="8623300" y="5441950"/>
          <p14:tracePt t="95975" x="8648700" y="5435600"/>
          <p14:tracePt t="95992" x="8693150" y="5410200"/>
          <p14:tracePt t="96008" x="8712200" y="5378450"/>
          <p14:tracePt t="96012" x="8718550" y="5372100"/>
          <p14:tracePt t="96025" x="8731250" y="5340350"/>
          <p14:tracePt t="96042" x="8750300" y="5276850"/>
          <p14:tracePt t="96059" x="8750300" y="5245100"/>
          <p14:tracePt t="96075" x="8750300" y="5238750"/>
          <p14:tracePt t="96078" x="8750300" y="5219700"/>
          <p14:tracePt t="96093" x="8731250" y="5207000"/>
          <p14:tracePt t="96109" x="8712200" y="5194300"/>
          <p14:tracePt t="96125" x="8674100" y="5187950"/>
          <p14:tracePt t="96142" x="8616950" y="5187950"/>
          <p14:tracePt t="96158" x="8559800" y="5194300"/>
          <p14:tracePt t="96175" x="8521700" y="5200650"/>
          <p14:tracePt t="96192" x="8470900" y="5213350"/>
          <p14:tracePt t="96208" x="8451850" y="5213350"/>
          <p14:tracePt t="96225" x="8426450" y="5219700"/>
          <p14:tracePt t="96242" x="8420100" y="5226050"/>
          <p14:tracePt t="96258" x="8413750" y="5232400"/>
          <p14:tracePt t="96275" x="8407400" y="5238750"/>
          <p14:tracePt t="96278" x="8401050" y="5238750"/>
          <p14:tracePt t="96292" x="8401050" y="5251450"/>
          <p14:tracePt t="96308" x="8401050" y="5264150"/>
          <p14:tracePt t="96325" x="8394700" y="5270500"/>
          <p14:tracePt t="96384" x="8401050" y="5276850"/>
          <p14:tracePt t="96391" x="8407400" y="5276850"/>
          <p14:tracePt t="96408" x="8420100" y="5276850"/>
          <p14:tracePt t="96425" x="8426450" y="5276850"/>
          <p14:tracePt t="96442" x="8477250" y="5276850"/>
          <p14:tracePt t="96445" x="0" y="0"/>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information on file </a:t>
            </a:r>
            <a:r>
              <a:rPr lang="en-US" dirty="0" err="1"/>
              <a:t>io</a:t>
            </a:r>
            <a:endParaRPr lang="nl-BE" dirty="0"/>
          </a:p>
        </p:txBody>
      </p:sp>
      <p:sp>
        <p:nvSpPr>
          <p:cNvPr id="3" name="Content Placeholder 2"/>
          <p:cNvSpPr>
            <a:spLocks noGrp="1"/>
          </p:cNvSpPr>
          <p:nvPr>
            <p:ph idx="1"/>
          </p:nvPr>
        </p:nvSpPr>
        <p:spPr/>
        <p:txBody>
          <a:bodyPr/>
          <a:lstStyle/>
          <a:p>
            <a:r>
              <a:rPr lang="en-US">
                <a:hlinkClick r:id="rId2"/>
              </a:rPr>
              <a:t>https://realpython.com/read-write-files-python/</a:t>
            </a:r>
          </a:p>
          <a:p>
            <a:r>
              <a:rPr lang="en-US" dirty="0">
                <a:hlinkClick r:id="rId2"/>
              </a:rPr>
              <a:t>https://python.camden.rutgers.edu/python_resources/python3_book/files.html</a:t>
            </a:r>
            <a:endParaRPr lang="en-US" dirty="0"/>
          </a:p>
          <a:p>
            <a:r>
              <a:rPr lang="en-US" dirty="0">
                <a:hlinkClick r:id="rId3"/>
              </a:rPr>
              <a:t>http://www.pythonforbeginners.com/files/reading-and-writing-files-in-python</a:t>
            </a:r>
            <a:endParaRPr lang="en-US" dirty="0"/>
          </a:p>
          <a:p>
            <a:r>
              <a:rPr lang="en-US" dirty="0">
                <a:hlinkClick r:id="rId4"/>
              </a:rPr>
              <a:t>https://www.datacamp.com/community/tutorials/reading-writing-files-python</a:t>
            </a:r>
            <a:r>
              <a:rPr lang="en-US" dirty="0"/>
              <a:t> </a:t>
            </a:r>
          </a:p>
          <a:p>
            <a:endParaRPr lang="nl-BE" dirty="0"/>
          </a:p>
        </p:txBody>
      </p:sp>
    </p:spTree>
    <p:extLst>
      <p:ext uri="{BB962C8B-B14F-4D97-AF65-F5344CB8AC3E}">
        <p14:creationId xmlns:p14="http://schemas.microsoft.com/office/powerpoint/2010/main" val="774877101"/>
      </p:ext>
    </p:extLst>
  </p:cSld>
  <p:clrMapOvr>
    <a:masterClrMapping/>
  </p:clrMapOvr>
  <mc:AlternateContent xmlns:mc="http://schemas.openxmlformats.org/markup-compatibility/2006" xmlns:p14="http://schemas.microsoft.com/office/powerpoint/2010/main">
    <mc:Choice Requires="p14">
      <p:transition spd="slow" p14:dur="2000" advTm="27792"/>
    </mc:Choice>
    <mc:Fallback xmlns="">
      <p:transition spd="slow" advTm="2779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IO</a:t>
            </a:r>
            <a:endParaRPr lang="nl-BE" dirty="0"/>
          </a:p>
        </p:txBody>
      </p:sp>
      <p:sp>
        <p:nvSpPr>
          <p:cNvPr id="3" name="Content Placeholder 2"/>
          <p:cNvSpPr>
            <a:spLocks noGrp="1"/>
          </p:cNvSpPr>
          <p:nvPr>
            <p:ph idx="1"/>
          </p:nvPr>
        </p:nvSpPr>
        <p:spPr/>
        <p:txBody>
          <a:bodyPr>
            <a:normAutofit/>
          </a:bodyPr>
          <a:lstStyle/>
          <a:p>
            <a:r>
              <a:rPr lang="en-US" dirty="0"/>
              <a:t>See: </a:t>
            </a:r>
            <a:r>
              <a:rPr lang="nl-BE" dirty="0">
                <a:hlinkClick r:id="rId2"/>
              </a:rPr>
              <a:t>https://realpython.com/read-write-files-python/</a:t>
            </a:r>
            <a:endParaRPr lang="nl-BE" dirty="0"/>
          </a:p>
          <a:p>
            <a:r>
              <a:rPr lang="en-US" dirty="0"/>
              <a:t>File IO is handled natively in the language.</a:t>
            </a:r>
          </a:p>
          <a:p>
            <a:r>
              <a:rPr lang="en-US" dirty="0"/>
              <a:t>Write/Read text files in Python is straightforward, it involves these steps:</a:t>
            </a:r>
          </a:p>
          <a:p>
            <a:pPr lvl="1"/>
            <a:r>
              <a:rPr lang="en-US" dirty="0"/>
              <a:t>Opening the file and associating it with a file handle.</a:t>
            </a:r>
          </a:p>
          <a:p>
            <a:pPr lvl="1"/>
            <a:r>
              <a:rPr lang="en-US" dirty="0"/>
              <a:t>Using the file handle: read from or write to a file</a:t>
            </a:r>
          </a:p>
          <a:p>
            <a:pPr lvl="1"/>
            <a:r>
              <a:rPr lang="en-US" dirty="0"/>
              <a:t>Closing the file handle to commit to a disk file. (Do not forget!)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6509311"/>
      </p:ext>
    </p:extLst>
  </p:cSld>
  <p:clrMapOvr>
    <a:masterClrMapping/>
  </p:clrMapOvr>
  <mc:AlternateContent xmlns:mc="http://schemas.openxmlformats.org/markup-compatibility/2006" xmlns:p14="http://schemas.microsoft.com/office/powerpoint/2010/main">
    <mc:Choice Requires="p14">
      <p:transition spd="slow" p14:dur="2000" advTm="72513"/>
    </mc:Choice>
    <mc:Fallback xmlns="">
      <p:transition spd="slow" advTm="72513"/>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IO: access mode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68452961"/>
              </p:ext>
            </p:extLst>
          </p:nvPr>
        </p:nvGraphicFramePr>
        <p:xfrm>
          <a:off x="500743" y="1825625"/>
          <a:ext cx="11408227" cy="4241800"/>
        </p:xfrm>
        <a:graphic>
          <a:graphicData uri="http://schemas.openxmlformats.org/drawingml/2006/table">
            <a:tbl>
              <a:tblPr firstRow="1" bandRow="1">
                <a:tableStyleId>{5C22544A-7EE6-4342-B048-85BDC9FD1C3A}</a:tableStyleId>
              </a:tblPr>
              <a:tblGrid>
                <a:gridCol w="755825">
                  <a:extLst>
                    <a:ext uri="{9D8B030D-6E8A-4147-A177-3AD203B41FA5}">
                      <a16:colId xmlns:a16="http://schemas.microsoft.com/office/drawing/2014/main" val="1798875094"/>
                    </a:ext>
                  </a:extLst>
                </a:gridCol>
                <a:gridCol w="10652402">
                  <a:extLst>
                    <a:ext uri="{9D8B030D-6E8A-4147-A177-3AD203B41FA5}">
                      <a16:colId xmlns:a16="http://schemas.microsoft.com/office/drawing/2014/main" val="2595753553"/>
                    </a:ext>
                  </a:extLst>
                </a:gridCol>
              </a:tblGrid>
              <a:tr h="370840">
                <a:tc>
                  <a:txBody>
                    <a:bodyPr/>
                    <a:lstStyle/>
                    <a:p>
                      <a:pPr algn="l"/>
                      <a:endParaRPr lang="en-US" dirty="0"/>
                    </a:p>
                  </a:txBody>
                  <a:tcPr/>
                </a:tc>
                <a:tc>
                  <a:txBody>
                    <a:bodyPr/>
                    <a:lstStyle/>
                    <a:p>
                      <a:endParaRPr lang="en-US" dirty="0"/>
                    </a:p>
                  </a:txBody>
                  <a:tcPr/>
                </a:tc>
                <a:extLst>
                  <a:ext uri="{0D108BD9-81ED-4DB2-BD59-A6C34878D82A}">
                    <a16:rowId xmlns:a16="http://schemas.microsoft.com/office/drawing/2014/main" val="2748107711"/>
                  </a:ext>
                </a:extLst>
              </a:tr>
              <a:tr h="370840">
                <a:tc>
                  <a:txBody>
                    <a:bodyPr/>
                    <a:lstStyle/>
                    <a:p>
                      <a:pPr algn="just" fontAlgn="t"/>
                      <a:r>
                        <a:rPr lang="en-US" dirty="0">
                          <a:effectLst/>
                        </a:rPr>
                        <a:t>r</a:t>
                      </a:r>
                      <a:endParaRPr lang="en-US" dirty="0">
                        <a:solidFill>
                          <a:srgbClr val="000000"/>
                        </a:solidFill>
                        <a:effectLst/>
                      </a:endParaRPr>
                    </a:p>
                  </a:txBody>
                  <a:tcPr marL="60960" marR="6096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Opens a file for reading only. The file pointer is placed at the beginning of the file. This is the default mode.</a:t>
                      </a:r>
                      <a:endParaRPr lang="en-US" dirty="0">
                        <a:solidFill>
                          <a:srgbClr val="000000"/>
                        </a:solidFill>
                        <a:effectLst/>
                      </a:endParaRPr>
                    </a:p>
                  </a:txBody>
                  <a:tcPr/>
                </a:tc>
                <a:extLst>
                  <a:ext uri="{0D108BD9-81ED-4DB2-BD59-A6C34878D82A}">
                    <a16:rowId xmlns:a16="http://schemas.microsoft.com/office/drawing/2014/main" val="1944339012"/>
                  </a:ext>
                </a:extLst>
              </a:tr>
              <a:tr h="370840">
                <a:tc>
                  <a:txBody>
                    <a:bodyPr/>
                    <a:lstStyle/>
                    <a:p>
                      <a:pPr algn="just" fontAlgn="t"/>
                      <a:r>
                        <a:rPr lang="en-US" dirty="0" err="1">
                          <a:effectLst/>
                        </a:rPr>
                        <a:t>rb</a:t>
                      </a:r>
                      <a:endParaRPr lang="en-US" dirty="0">
                        <a:solidFill>
                          <a:srgbClr val="000000"/>
                        </a:solidFill>
                        <a:effectLst/>
                      </a:endParaRPr>
                    </a:p>
                  </a:txBody>
                  <a:tcPr marL="60960" marR="60960" marT="60960" marB="60960"/>
                </a:tc>
                <a:tc>
                  <a:txBody>
                    <a:bodyPr/>
                    <a:lstStyle/>
                    <a:p>
                      <a:pPr algn="just" fontAlgn="t"/>
                      <a:r>
                        <a:rPr lang="en-US" dirty="0">
                          <a:effectLst/>
                        </a:rPr>
                        <a:t>Opens a file for reading only in binary format. The file pointer is placed at the beginning of the file. This is the default mode.</a:t>
                      </a:r>
                      <a:endParaRPr lang="en-US" dirty="0">
                        <a:solidFill>
                          <a:srgbClr val="000000"/>
                        </a:solidFill>
                        <a:effectLst/>
                      </a:endParaRPr>
                    </a:p>
                  </a:txBody>
                  <a:tcPr marL="60960" marR="60960" marT="60960" marB="60960"/>
                </a:tc>
                <a:extLst>
                  <a:ext uri="{0D108BD9-81ED-4DB2-BD59-A6C34878D82A}">
                    <a16:rowId xmlns:a16="http://schemas.microsoft.com/office/drawing/2014/main" val="3147921444"/>
                  </a:ext>
                </a:extLst>
              </a:tr>
              <a:tr h="370840">
                <a:tc>
                  <a:txBody>
                    <a:bodyPr/>
                    <a:lstStyle/>
                    <a:p>
                      <a:pPr algn="just" fontAlgn="t"/>
                      <a:r>
                        <a:rPr lang="en-US" dirty="0">
                          <a:effectLst/>
                        </a:rPr>
                        <a:t>r+</a:t>
                      </a:r>
                      <a:endParaRPr lang="en-US" dirty="0">
                        <a:solidFill>
                          <a:srgbClr val="000000"/>
                        </a:solidFill>
                        <a:effectLst/>
                      </a:endParaRPr>
                    </a:p>
                  </a:txBody>
                  <a:tcPr marL="60960" marR="60960" marT="60960" marB="60960"/>
                </a:tc>
                <a:tc>
                  <a:txBody>
                    <a:bodyPr/>
                    <a:lstStyle/>
                    <a:p>
                      <a:pPr algn="just" fontAlgn="t"/>
                      <a:r>
                        <a:rPr lang="en-US" dirty="0">
                          <a:effectLst/>
                        </a:rPr>
                        <a:t>Opens a file for both reading and writing. The file pointer placed at the beginning of the file.</a:t>
                      </a:r>
                      <a:endParaRPr lang="en-US" dirty="0">
                        <a:solidFill>
                          <a:srgbClr val="000000"/>
                        </a:solidFill>
                        <a:effectLst/>
                      </a:endParaRPr>
                    </a:p>
                  </a:txBody>
                  <a:tcPr marL="60960" marR="60960" marT="60960" marB="60960"/>
                </a:tc>
                <a:extLst>
                  <a:ext uri="{0D108BD9-81ED-4DB2-BD59-A6C34878D82A}">
                    <a16:rowId xmlns:a16="http://schemas.microsoft.com/office/drawing/2014/main" val="293408531"/>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err="1">
                          <a:effectLst/>
                        </a:rPr>
                        <a:t>rb</a:t>
                      </a:r>
                      <a:r>
                        <a:rPr lang="en-US" dirty="0">
                          <a:effectLst/>
                        </a:rPr>
                        <a:t>+</a:t>
                      </a:r>
                      <a:endParaRPr lang="en-US" dirty="0">
                        <a:solidFill>
                          <a:srgbClr val="000000"/>
                        </a:solidFill>
                        <a:effectLst/>
                      </a:endParaRPr>
                    </a:p>
                  </a:txBody>
                  <a:tcPr marL="60960" marR="60960" marT="60960" marB="60960"/>
                </a:tc>
                <a:tc>
                  <a:txBody>
                    <a:bodyPr/>
                    <a:lstStyle/>
                    <a:p>
                      <a:pPr algn="just" fontAlgn="t"/>
                      <a:r>
                        <a:rPr lang="en-US" dirty="0">
                          <a:effectLst/>
                        </a:rPr>
                        <a:t>Opens a file for both reading and writing in binary format. The file pointer placed at the beginning of the file.</a:t>
                      </a:r>
                      <a:endParaRPr lang="en-US" dirty="0">
                        <a:solidFill>
                          <a:srgbClr val="000000"/>
                        </a:solidFill>
                        <a:effectLst/>
                      </a:endParaRPr>
                    </a:p>
                  </a:txBody>
                  <a:tcPr marL="60960" marR="60960" marT="60960" marB="60960"/>
                </a:tc>
                <a:extLst>
                  <a:ext uri="{0D108BD9-81ED-4DB2-BD59-A6C34878D82A}">
                    <a16:rowId xmlns:a16="http://schemas.microsoft.com/office/drawing/2014/main" val="1671629773"/>
                  </a:ext>
                </a:extLst>
              </a:tr>
              <a:tr h="370840">
                <a:tc>
                  <a:txBody>
                    <a:bodyPr/>
                    <a:lstStyle/>
                    <a:p>
                      <a:pPr algn="just" fontAlgn="t"/>
                      <a:r>
                        <a:rPr lang="en-US" dirty="0">
                          <a:effectLst/>
                        </a:rPr>
                        <a:t>w</a:t>
                      </a:r>
                      <a:endParaRPr lang="en-US" dirty="0">
                        <a:solidFill>
                          <a:srgbClr val="000000"/>
                        </a:solidFill>
                        <a:effectLst/>
                      </a:endParaRPr>
                    </a:p>
                  </a:txBody>
                  <a:tcPr marL="60960" marR="60960" marT="60960" marB="60960"/>
                </a:tc>
                <a:tc>
                  <a:txBody>
                    <a:bodyPr/>
                    <a:lstStyle/>
                    <a:p>
                      <a:pPr algn="just" fontAlgn="t"/>
                      <a:r>
                        <a:rPr lang="en-US" dirty="0">
                          <a:effectLst/>
                        </a:rPr>
                        <a:t>Opens a file for writing only. Overwrites the file if the file exists. If the file does not exist, creates a new file for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3082334972"/>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err="1">
                          <a:effectLst/>
                        </a:rPr>
                        <a:t>wb</a:t>
                      </a:r>
                      <a:endParaRPr lang="en-US" dirty="0">
                        <a:effectLst/>
                      </a:endParaRPr>
                    </a:p>
                    <a:p>
                      <a:pPr algn="ctr" fontAlgn="t"/>
                      <a:endParaRPr lang="en-US" dirty="0">
                        <a:effectLst/>
                      </a:endParaRPr>
                    </a:p>
                  </a:txBody>
                  <a:tcPr marL="60960" marR="60960" marT="60960" marB="60960"/>
                </a:tc>
                <a:tc>
                  <a:txBody>
                    <a:bodyPr/>
                    <a:lstStyle/>
                    <a:p>
                      <a:pPr algn="just" fontAlgn="t"/>
                      <a:r>
                        <a:rPr lang="en-US" dirty="0">
                          <a:effectLst/>
                        </a:rPr>
                        <a:t>Opens a file for writing only in binary format. Overwrites the file if the file exists. If the file does not exist, creates a new file for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1134106217"/>
                  </a:ext>
                </a:extLst>
              </a:tr>
              <a:tr h="370840">
                <a:tc>
                  <a:txBody>
                    <a:bodyPr/>
                    <a:lstStyle/>
                    <a:p>
                      <a:pPr algn="l" fontAlgn="t"/>
                      <a:r>
                        <a:rPr lang="en-US" dirty="0">
                          <a:effectLst/>
                        </a:rPr>
                        <a:t>w+</a:t>
                      </a:r>
                    </a:p>
                  </a:txBody>
                  <a:tcPr marL="60960" marR="60960" marT="60960" marB="60960"/>
                </a:tc>
                <a:tc>
                  <a:txBody>
                    <a:bodyPr/>
                    <a:lstStyle/>
                    <a:p>
                      <a:pPr algn="just" fontAlgn="t"/>
                      <a:r>
                        <a:rPr lang="en-US" dirty="0">
                          <a:effectLst/>
                        </a:rPr>
                        <a:t>Opens a file for both writing and reading. Overwrites the existing file if the file exists. If the file does not exist, creates a new file for reading and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2638012604"/>
                  </a:ext>
                </a:extLst>
              </a:tr>
            </a:tbl>
          </a:graphicData>
        </a:graphic>
      </p:graphicFrame>
      <p:sp>
        <p:nvSpPr>
          <p:cNvPr id="6" name="Rectangle 5"/>
          <p:cNvSpPr/>
          <p:nvPr/>
        </p:nvSpPr>
        <p:spPr>
          <a:xfrm>
            <a:off x="500743" y="6335877"/>
            <a:ext cx="5919441" cy="369332"/>
          </a:xfrm>
          <a:prstGeom prst="rect">
            <a:avLst/>
          </a:prstGeom>
        </p:spPr>
        <p:txBody>
          <a:bodyPr wrap="none">
            <a:spAutoFit/>
          </a:bodyPr>
          <a:lstStyle/>
          <a:p>
            <a:r>
              <a:rPr lang="en-US" dirty="0">
                <a:hlinkClick r:id="rId2"/>
              </a:rPr>
              <a:t>https://www.tutorialspoint.com/python/python_files_io.htm</a:t>
            </a:r>
            <a:endParaRPr lang="en-US" dirty="0"/>
          </a:p>
        </p:txBody>
      </p:sp>
    </p:spTree>
    <p:extLst>
      <p:ext uri="{BB962C8B-B14F-4D97-AF65-F5344CB8AC3E}">
        <p14:creationId xmlns:p14="http://schemas.microsoft.com/office/powerpoint/2010/main" val="968271888"/>
      </p:ext>
    </p:extLst>
  </p:cSld>
  <p:clrMapOvr>
    <a:masterClrMapping/>
  </p:clrMapOvr>
  <mc:AlternateContent xmlns:mc="http://schemas.openxmlformats.org/markup-compatibility/2006" xmlns:p14="http://schemas.microsoft.com/office/powerpoint/2010/main">
    <mc:Choice Requires="p14">
      <p:transition spd="slow" p14:dur="2000" advTm="59313"/>
    </mc:Choice>
    <mc:Fallback xmlns="">
      <p:transition spd="slow" advTm="59313"/>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IO: access mode</a:t>
            </a:r>
          </a:p>
        </p:txBody>
      </p:sp>
      <p:sp>
        <p:nvSpPr>
          <p:cNvPr id="3" name="Content Placeholder 2"/>
          <p:cNvSpPr>
            <a:spLocks noGrp="1"/>
          </p:cNvSpPr>
          <p:nvPr>
            <p:ph idx="1"/>
          </p:nvPr>
        </p:nvSpPr>
        <p:spPr/>
        <p:txBody>
          <a:bodyPr/>
          <a:lstStyle/>
          <a:p>
            <a:endParaRPr lang="en-US"/>
          </a:p>
        </p:txBody>
      </p:sp>
      <p:graphicFrame>
        <p:nvGraphicFramePr>
          <p:cNvPr id="5" name="Content Placeholder 4"/>
          <p:cNvGraphicFramePr>
            <a:graphicFrameLocks/>
          </p:cNvGraphicFramePr>
          <p:nvPr>
            <p:extLst>
              <p:ext uri="{D42A27DB-BD31-4B8C-83A1-F6EECF244321}">
                <p14:modId xmlns:p14="http://schemas.microsoft.com/office/powerpoint/2010/main" val="96423998"/>
              </p:ext>
            </p:extLst>
          </p:nvPr>
        </p:nvGraphicFramePr>
        <p:xfrm>
          <a:off x="500743" y="1825625"/>
          <a:ext cx="11408227" cy="3723640"/>
        </p:xfrm>
        <a:graphic>
          <a:graphicData uri="http://schemas.openxmlformats.org/drawingml/2006/table">
            <a:tbl>
              <a:tblPr firstRow="1" bandRow="1">
                <a:tableStyleId>{5C22544A-7EE6-4342-B048-85BDC9FD1C3A}</a:tableStyleId>
              </a:tblPr>
              <a:tblGrid>
                <a:gridCol w="755825">
                  <a:extLst>
                    <a:ext uri="{9D8B030D-6E8A-4147-A177-3AD203B41FA5}">
                      <a16:colId xmlns:a16="http://schemas.microsoft.com/office/drawing/2014/main" val="1798875094"/>
                    </a:ext>
                  </a:extLst>
                </a:gridCol>
                <a:gridCol w="10652402">
                  <a:extLst>
                    <a:ext uri="{9D8B030D-6E8A-4147-A177-3AD203B41FA5}">
                      <a16:colId xmlns:a16="http://schemas.microsoft.com/office/drawing/2014/main" val="2595753553"/>
                    </a:ext>
                  </a:extLst>
                </a:gridCol>
              </a:tblGrid>
              <a:tr h="370840">
                <a:tc>
                  <a:txBody>
                    <a:bodyPr/>
                    <a:lstStyle/>
                    <a:p>
                      <a:pPr algn="l"/>
                      <a:endParaRPr lang="en-US" dirty="0"/>
                    </a:p>
                  </a:txBody>
                  <a:tcPr/>
                </a:tc>
                <a:tc>
                  <a:txBody>
                    <a:bodyPr/>
                    <a:lstStyle/>
                    <a:p>
                      <a:endParaRPr lang="en-US" dirty="0"/>
                    </a:p>
                  </a:txBody>
                  <a:tcPr/>
                </a:tc>
                <a:extLst>
                  <a:ext uri="{0D108BD9-81ED-4DB2-BD59-A6C34878D82A}">
                    <a16:rowId xmlns:a16="http://schemas.microsoft.com/office/drawing/2014/main" val="2748107711"/>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err="1">
                          <a:effectLst/>
                        </a:rPr>
                        <a:t>wb</a:t>
                      </a:r>
                      <a:r>
                        <a:rPr lang="en-US" dirty="0">
                          <a:effectLst/>
                        </a:rPr>
                        <a:t>+</a:t>
                      </a:r>
                    </a:p>
                    <a:p>
                      <a:pPr algn="l" fontAlgn="t"/>
                      <a:endParaRPr lang="en-US" dirty="0">
                        <a:effectLst/>
                      </a:endParaRPr>
                    </a:p>
                  </a:txBody>
                  <a:tcPr marL="60960" marR="60960" marT="60960" marB="60960"/>
                </a:tc>
                <a:tc>
                  <a:txBody>
                    <a:bodyPr/>
                    <a:lstStyle/>
                    <a:p>
                      <a:pPr algn="just" fontAlgn="t"/>
                      <a:r>
                        <a:rPr lang="en-US" dirty="0">
                          <a:effectLst/>
                        </a:rPr>
                        <a:t>Opens a file for both writing and reading in binary format. Overwrites the existing file if the file exists. If the file does not exist, creates a new file for reading and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3117836331"/>
                  </a:ext>
                </a:extLst>
              </a:tr>
              <a:tr h="370840">
                <a:tc>
                  <a:txBody>
                    <a:bodyPr/>
                    <a:lstStyle/>
                    <a:p>
                      <a:pPr algn="l" fontAlgn="t"/>
                      <a:r>
                        <a:rPr lang="en-US" dirty="0">
                          <a:effectLst/>
                        </a:rPr>
                        <a:t>a</a:t>
                      </a:r>
                      <a:endParaRPr lang="en-US" dirty="0">
                        <a:solidFill>
                          <a:srgbClr val="000000"/>
                        </a:solidFill>
                        <a:effectLst/>
                      </a:endParaRPr>
                    </a:p>
                  </a:txBody>
                  <a:tcPr marL="60960" marR="60960" marT="60960" marB="60960"/>
                </a:tc>
                <a:tc>
                  <a:txBody>
                    <a:bodyPr/>
                    <a:lstStyle/>
                    <a:p>
                      <a:pPr algn="just" fontAlgn="t"/>
                      <a:r>
                        <a:rPr lang="en-US" dirty="0">
                          <a:effectLst/>
                        </a:rPr>
                        <a:t>Opens a file for appending. The file pointer is at the end of the file if the file exists. That is, the file is in the append mode. If the file does not exist, it creates a new file for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385192201"/>
                  </a:ext>
                </a:extLst>
              </a:tr>
              <a:tr h="370840">
                <a:tc>
                  <a:txBody>
                    <a:bodyPr/>
                    <a:lstStyle/>
                    <a:p>
                      <a:pPr algn="l" fontAlgn="t"/>
                      <a:r>
                        <a:rPr lang="en-US" dirty="0">
                          <a:effectLst/>
                        </a:rPr>
                        <a:t>ab</a:t>
                      </a:r>
                      <a:endParaRPr lang="en-US" dirty="0">
                        <a:solidFill>
                          <a:srgbClr val="000000"/>
                        </a:solidFill>
                        <a:effectLst/>
                      </a:endParaRPr>
                    </a:p>
                  </a:txBody>
                  <a:tcPr marL="60960" marR="60960" marT="60960" marB="60960"/>
                </a:tc>
                <a:tc>
                  <a:txBody>
                    <a:bodyPr/>
                    <a:lstStyle/>
                    <a:p>
                      <a:pPr algn="just" fontAlgn="t"/>
                      <a:r>
                        <a:rPr lang="en-US" dirty="0">
                          <a:effectLst/>
                        </a:rPr>
                        <a:t>Opens a file for appending in binary format. The file pointer is at the end of the file if the file exists. That is, the file is in the append mode. If the file does not exist, it creates a new file for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2328876191"/>
                  </a:ext>
                </a:extLst>
              </a:tr>
              <a:tr h="370840">
                <a:tc>
                  <a:txBody>
                    <a:bodyPr/>
                    <a:lstStyle/>
                    <a:p>
                      <a:pPr algn="l" fontAlgn="t"/>
                      <a:r>
                        <a:rPr lang="en-US" dirty="0">
                          <a:effectLst/>
                        </a:rPr>
                        <a:t>a+</a:t>
                      </a:r>
                      <a:endParaRPr lang="en-US" dirty="0">
                        <a:solidFill>
                          <a:srgbClr val="000000"/>
                        </a:solidFill>
                        <a:effectLst/>
                      </a:endParaRPr>
                    </a:p>
                  </a:txBody>
                  <a:tcPr marL="60960" marR="60960" marT="60960" marB="60960"/>
                </a:tc>
                <a:tc>
                  <a:txBody>
                    <a:bodyPr/>
                    <a:lstStyle/>
                    <a:p>
                      <a:pPr algn="just" fontAlgn="t"/>
                      <a:r>
                        <a:rPr lang="en-US" dirty="0">
                          <a:effectLst/>
                        </a:rPr>
                        <a:t>Opens a file for both appending and reading. The file pointer is at the end of the file if the file exists. The file opens in the append mode. If the file does not exist, it creates a new file for reading and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2399982376"/>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dirty="0">
                          <a:effectLst/>
                        </a:rPr>
                        <a:t>ab+</a:t>
                      </a:r>
                    </a:p>
                    <a:p>
                      <a:pPr algn="l" fontAlgn="t"/>
                      <a:endParaRPr lang="en-US" dirty="0">
                        <a:effectLst/>
                      </a:endParaRPr>
                    </a:p>
                  </a:txBody>
                  <a:tcPr marL="60960" marR="60960" marT="60960" marB="60960"/>
                </a:tc>
                <a:tc>
                  <a:txBody>
                    <a:bodyPr/>
                    <a:lstStyle/>
                    <a:p>
                      <a:pPr algn="just" fontAlgn="t"/>
                      <a:r>
                        <a:rPr lang="en-US" dirty="0">
                          <a:effectLst/>
                        </a:rPr>
                        <a:t>Opens a file for both appending and reading in binary format. The file pointer is at the end of the file if the file exists. The file opens in the append mode. If the file does not exist, it creates a new file for reading and writing.</a:t>
                      </a:r>
                      <a:endParaRPr lang="en-US" dirty="0">
                        <a:solidFill>
                          <a:srgbClr val="000000"/>
                        </a:solidFill>
                        <a:effectLst/>
                      </a:endParaRPr>
                    </a:p>
                  </a:txBody>
                  <a:tcPr marL="60960" marR="60960" marT="60960" marB="60960"/>
                </a:tc>
                <a:extLst>
                  <a:ext uri="{0D108BD9-81ED-4DB2-BD59-A6C34878D82A}">
                    <a16:rowId xmlns:a16="http://schemas.microsoft.com/office/drawing/2014/main" val="457745128"/>
                  </a:ext>
                </a:extLst>
              </a:tr>
            </a:tbl>
          </a:graphicData>
        </a:graphic>
      </p:graphicFrame>
      <p:sp>
        <p:nvSpPr>
          <p:cNvPr id="6" name="TextBox 5"/>
          <p:cNvSpPr txBox="1"/>
          <p:nvPr/>
        </p:nvSpPr>
        <p:spPr>
          <a:xfrm>
            <a:off x="500743" y="6306146"/>
            <a:ext cx="5919441" cy="369332"/>
          </a:xfrm>
          <a:prstGeom prst="rect">
            <a:avLst/>
          </a:prstGeom>
          <a:noFill/>
        </p:spPr>
        <p:txBody>
          <a:bodyPr wrap="none" rtlCol="0">
            <a:spAutoFit/>
          </a:bodyPr>
          <a:lstStyle/>
          <a:p>
            <a:r>
              <a:rPr lang="en-US" dirty="0">
                <a:hlinkClick r:id="rId2"/>
              </a:rPr>
              <a:t>https://www.tutorialspoint.com/python/python_files_io.htm</a:t>
            </a:r>
            <a:endParaRPr lang="en-US" dirty="0"/>
          </a:p>
        </p:txBody>
      </p:sp>
    </p:spTree>
    <p:extLst>
      <p:ext uri="{BB962C8B-B14F-4D97-AF65-F5344CB8AC3E}">
        <p14:creationId xmlns:p14="http://schemas.microsoft.com/office/powerpoint/2010/main" val="1962174969"/>
      </p:ext>
    </p:extLst>
  </p:cSld>
  <p:clrMapOvr>
    <a:masterClrMapping/>
  </p:clrMapOvr>
  <mc:AlternateContent xmlns:mc="http://schemas.openxmlformats.org/markup-compatibility/2006" xmlns:p14="http://schemas.microsoft.com/office/powerpoint/2010/main">
    <mc:Choice Requires="p14">
      <p:transition spd="slow" p14:dur="2000" advTm="17120"/>
    </mc:Choice>
    <mc:Fallback xmlns="">
      <p:transition spd="slow" advTm="1712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4B8FD-1124-F02E-B175-71D4A5042FEF}"/>
              </a:ext>
            </a:extLst>
          </p:cNvPr>
          <p:cNvSpPr>
            <a:spLocks noGrp="1"/>
          </p:cNvSpPr>
          <p:nvPr>
            <p:ph type="title"/>
          </p:nvPr>
        </p:nvSpPr>
        <p:spPr/>
        <p:txBody>
          <a:bodyPr/>
          <a:lstStyle/>
          <a:p>
            <a:r>
              <a:rPr lang="en-US" dirty="0"/>
              <a:t>Available access modes</a:t>
            </a:r>
          </a:p>
        </p:txBody>
      </p:sp>
      <p:graphicFrame>
        <p:nvGraphicFramePr>
          <p:cNvPr id="4" name="Table 4">
            <a:extLst>
              <a:ext uri="{FF2B5EF4-FFF2-40B4-BE49-F238E27FC236}">
                <a16:creationId xmlns:a16="http://schemas.microsoft.com/office/drawing/2014/main" id="{96066350-E292-FD7A-20F7-2F3B21B01139}"/>
              </a:ext>
            </a:extLst>
          </p:cNvPr>
          <p:cNvGraphicFramePr>
            <a:graphicFrameLocks noGrp="1"/>
          </p:cNvGraphicFramePr>
          <p:nvPr>
            <p:ph idx="1"/>
            <p:extLst>
              <p:ext uri="{D42A27DB-BD31-4B8C-83A1-F6EECF244321}">
                <p14:modId xmlns:p14="http://schemas.microsoft.com/office/powerpoint/2010/main" val="1360580918"/>
              </p:ext>
            </p:extLst>
          </p:nvPr>
        </p:nvGraphicFramePr>
        <p:xfrm>
          <a:off x="838200" y="1825625"/>
          <a:ext cx="10515600" cy="3942080"/>
        </p:xfrm>
        <a:graphic>
          <a:graphicData uri="http://schemas.openxmlformats.org/drawingml/2006/table">
            <a:tbl>
              <a:tblPr firstRow="1" bandRow="1">
                <a:tableStyleId>{5C22544A-7EE6-4342-B048-85BDC9FD1C3A}</a:tableStyleId>
              </a:tblPr>
              <a:tblGrid>
                <a:gridCol w="1323975">
                  <a:extLst>
                    <a:ext uri="{9D8B030D-6E8A-4147-A177-3AD203B41FA5}">
                      <a16:colId xmlns:a16="http://schemas.microsoft.com/office/drawing/2014/main" val="2026487704"/>
                    </a:ext>
                  </a:extLst>
                </a:gridCol>
                <a:gridCol w="2028825">
                  <a:extLst>
                    <a:ext uri="{9D8B030D-6E8A-4147-A177-3AD203B41FA5}">
                      <a16:colId xmlns:a16="http://schemas.microsoft.com/office/drawing/2014/main" val="4050710670"/>
                    </a:ext>
                  </a:extLst>
                </a:gridCol>
                <a:gridCol w="2114550">
                  <a:extLst>
                    <a:ext uri="{9D8B030D-6E8A-4147-A177-3AD203B41FA5}">
                      <a16:colId xmlns:a16="http://schemas.microsoft.com/office/drawing/2014/main" val="483415224"/>
                    </a:ext>
                  </a:extLst>
                </a:gridCol>
                <a:gridCol w="2057400">
                  <a:extLst>
                    <a:ext uri="{9D8B030D-6E8A-4147-A177-3AD203B41FA5}">
                      <a16:colId xmlns:a16="http://schemas.microsoft.com/office/drawing/2014/main" val="133078099"/>
                    </a:ext>
                  </a:extLst>
                </a:gridCol>
                <a:gridCol w="2990850">
                  <a:extLst>
                    <a:ext uri="{9D8B030D-6E8A-4147-A177-3AD203B41FA5}">
                      <a16:colId xmlns:a16="http://schemas.microsoft.com/office/drawing/2014/main" val="3509180595"/>
                    </a:ext>
                  </a:extLst>
                </a:gridCol>
              </a:tblGrid>
              <a:tr h="370840">
                <a:tc>
                  <a:txBody>
                    <a:bodyPr/>
                    <a:lstStyle/>
                    <a:p>
                      <a:pPr algn="l"/>
                      <a:r>
                        <a:rPr lang="nl-BE" dirty="0">
                          <a:effectLst/>
                        </a:rPr>
                        <a:t>Mode</a:t>
                      </a:r>
                    </a:p>
                  </a:txBody>
                  <a:tcPr/>
                </a:tc>
                <a:tc>
                  <a:txBody>
                    <a:bodyPr/>
                    <a:lstStyle/>
                    <a:p>
                      <a:pPr algn="l"/>
                      <a:r>
                        <a:rPr lang="nl-BE">
                          <a:effectLst/>
                        </a:rPr>
                        <a:t>Name</a:t>
                      </a:r>
                    </a:p>
                  </a:txBody>
                  <a:tcPr/>
                </a:tc>
                <a:tc>
                  <a:txBody>
                    <a:bodyPr/>
                    <a:lstStyle/>
                    <a:p>
                      <a:pPr algn="l"/>
                      <a:r>
                        <a:rPr lang="nl-BE" dirty="0">
                          <a:effectLst/>
                        </a:rPr>
                        <a:t>File Status</a:t>
                      </a:r>
                    </a:p>
                  </a:txBody>
                  <a:tcPr/>
                </a:tc>
                <a:tc>
                  <a:txBody>
                    <a:bodyPr/>
                    <a:lstStyle/>
                    <a:p>
                      <a:pPr algn="l"/>
                      <a:r>
                        <a:rPr lang="nl-BE">
                          <a:effectLst/>
                        </a:rPr>
                        <a:t>Starts At</a:t>
                      </a:r>
                    </a:p>
                  </a:txBody>
                  <a:tcPr/>
                </a:tc>
                <a:tc>
                  <a:txBody>
                    <a:bodyPr/>
                    <a:lstStyle/>
                    <a:p>
                      <a:pPr algn="l"/>
                      <a:r>
                        <a:rPr lang="nl-BE">
                          <a:effectLst/>
                        </a:rPr>
                        <a:t>Position of Writes</a:t>
                      </a:r>
                    </a:p>
                  </a:txBody>
                  <a:tcPr/>
                </a:tc>
                <a:extLst>
                  <a:ext uri="{0D108BD9-81ED-4DB2-BD59-A6C34878D82A}">
                    <a16:rowId xmlns:a16="http://schemas.microsoft.com/office/drawing/2014/main" val="1283579345"/>
                  </a:ext>
                </a:extLst>
              </a:tr>
              <a:tr h="370840">
                <a:tc>
                  <a:txBody>
                    <a:bodyPr/>
                    <a:lstStyle/>
                    <a:p>
                      <a:r>
                        <a:rPr lang="nl-BE">
                          <a:effectLst/>
                        </a:rPr>
                        <a:t>'r'</a:t>
                      </a:r>
                    </a:p>
                  </a:txBody>
                  <a:tcPr/>
                </a:tc>
                <a:tc>
                  <a:txBody>
                    <a:bodyPr/>
                    <a:lstStyle/>
                    <a:p>
                      <a:r>
                        <a:rPr lang="nl-BE">
                          <a:effectLst/>
                        </a:rPr>
                        <a:t>Read Only</a:t>
                      </a:r>
                    </a:p>
                  </a:txBody>
                  <a:tcPr/>
                </a:tc>
                <a:tc>
                  <a:txBody>
                    <a:bodyPr/>
                    <a:lstStyle/>
                    <a:p>
                      <a:r>
                        <a:rPr lang="nl-BE">
                          <a:effectLst/>
                        </a:rPr>
                        <a:t>File must exist</a:t>
                      </a:r>
                    </a:p>
                  </a:txBody>
                  <a:tcPr/>
                </a:tc>
                <a:tc>
                  <a:txBody>
                    <a:bodyPr/>
                    <a:lstStyle/>
                    <a:p>
                      <a:r>
                        <a:rPr lang="nl-BE">
                          <a:effectLst/>
                        </a:rPr>
                        <a:t>Beginning</a:t>
                      </a:r>
                    </a:p>
                  </a:txBody>
                  <a:tcPr/>
                </a:tc>
                <a:tc>
                  <a:txBody>
                    <a:bodyPr/>
                    <a:lstStyle/>
                    <a:p>
                      <a:r>
                        <a:rPr lang="nl-BE">
                          <a:effectLst/>
                        </a:rPr>
                        <a:t>Writing not allowed</a:t>
                      </a:r>
                    </a:p>
                  </a:txBody>
                  <a:tcPr/>
                </a:tc>
                <a:extLst>
                  <a:ext uri="{0D108BD9-81ED-4DB2-BD59-A6C34878D82A}">
                    <a16:rowId xmlns:a16="http://schemas.microsoft.com/office/drawing/2014/main" val="4072579865"/>
                  </a:ext>
                </a:extLst>
              </a:tr>
              <a:tr h="370840">
                <a:tc>
                  <a:txBody>
                    <a:bodyPr/>
                    <a:lstStyle/>
                    <a:p>
                      <a:r>
                        <a:rPr lang="nl-BE">
                          <a:effectLst/>
                        </a:rPr>
                        <a:t>'w'</a:t>
                      </a:r>
                    </a:p>
                  </a:txBody>
                  <a:tcPr/>
                </a:tc>
                <a:tc>
                  <a:txBody>
                    <a:bodyPr/>
                    <a:lstStyle/>
                    <a:p>
                      <a:r>
                        <a:rPr lang="nl-BE">
                          <a:effectLst/>
                        </a:rPr>
                        <a:t>Write Only</a:t>
                      </a:r>
                    </a:p>
                  </a:txBody>
                  <a:tcPr/>
                </a:tc>
                <a:tc>
                  <a:txBody>
                    <a:bodyPr/>
                    <a:lstStyle/>
                    <a:p>
                      <a:r>
                        <a:rPr lang="en-US">
                          <a:effectLst/>
                        </a:rPr>
                        <a:t>File is created OR EMPTIED</a:t>
                      </a:r>
                    </a:p>
                  </a:txBody>
                  <a:tcPr/>
                </a:tc>
                <a:tc>
                  <a:txBody>
                    <a:bodyPr/>
                    <a:lstStyle/>
                    <a:p>
                      <a:r>
                        <a:rPr lang="nl-BE">
                          <a:effectLst/>
                        </a:rPr>
                        <a:t>Beginning (= end)</a:t>
                      </a:r>
                    </a:p>
                  </a:txBody>
                  <a:tcPr/>
                </a:tc>
                <a:tc>
                  <a:txBody>
                    <a:bodyPr/>
                    <a:lstStyle/>
                    <a:p>
                      <a:r>
                        <a:rPr lang="en-US">
                          <a:effectLst/>
                        </a:rPr>
                        <a:t>Writes (after first) may be positioned with seek</a:t>
                      </a:r>
                    </a:p>
                  </a:txBody>
                  <a:tcPr/>
                </a:tc>
                <a:extLst>
                  <a:ext uri="{0D108BD9-81ED-4DB2-BD59-A6C34878D82A}">
                    <a16:rowId xmlns:a16="http://schemas.microsoft.com/office/drawing/2014/main" val="2237160287"/>
                  </a:ext>
                </a:extLst>
              </a:tr>
              <a:tr h="370840">
                <a:tc>
                  <a:txBody>
                    <a:bodyPr/>
                    <a:lstStyle/>
                    <a:p>
                      <a:r>
                        <a:rPr lang="nl-BE">
                          <a:effectLst/>
                        </a:rPr>
                        <a:t>'a'</a:t>
                      </a:r>
                    </a:p>
                  </a:txBody>
                  <a:tcPr/>
                </a:tc>
                <a:tc>
                  <a:txBody>
                    <a:bodyPr/>
                    <a:lstStyle/>
                    <a:p>
                      <a:r>
                        <a:rPr lang="nl-BE">
                          <a:effectLst/>
                        </a:rPr>
                        <a:t>Append Only</a:t>
                      </a:r>
                    </a:p>
                  </a:txBody>
                  <a:tcPr/>
                </a:tc>
                <a:tc>
                  <a:txBody>
                    <a:bodyPr/>
                    <a:lstStyle/>
                    <a:p>
                      <a:r>
                        <a:rPr lang="en-US" dirty="0">
                          <a:effectLst/>
                        </a:rPr>
                        <a:t>File is created or exists</a:t>
                      </a:r>
                    </a:p>
                  </a:txBody>
                  <a:tcPr/>
                </a:tc>
                <a:tc>
                  <a:txBody>
                    <a:bodyPr/>
                    <a:lstStyle/>
                    <a:p>
                      <a:r>
                        <a:rPr lang="nl-BE">
                          <a:effectLst/>
                        </a:rPr>
                        <a:t>End</a:t>
                      </a:r>
                    </a:p>
                  </a:txBody>
                  <a:tcPr/>
                </a:tc>
                <a:tc>
                  <a:txBody>
                    <a:bodyPr/>
                    <a:lstStyle/>
                    <a:p>
                      <a:r>
                        <a:rPr lang="en-US">
                          <a:effectLst/>
                        </a:rPr>
                        <a:t>Writes ALWAYS move to the end of the file</a:t>
                      </a:r>
                    </a:p>
                  </a:txBody>
                  <a:tcPr/>
                </a:tc>
                <a:extLst>
                  <a:ext uri="{0D108BD9-81ED-4DB2-BD59-A6C34878D82A}">
                    <a16:rowId xmlns:a16="http://schemas.microsoft.com/office/drawing/2014/main" val="1788804812"/>
                  </a:ext>
                </a:extLst>
              </a:tr>
              <a:tr h="370840">
                <a:tc>
                  <a:txBody>
                    <a:bodyPr/>
                    <a:lstStyle/>
                    <a:p>
                      <a:r>
                        <a:rPr lang="nl-BE">
                          <a:effectLst/>
                        </a:rPr>
                        <a:t>'r+'</a:t>
                      </a:r>
                    </a:p>
                  </a:txBody>
                  <a:tcPr/>
                </a:tc>
                <a:tc>
                  <a:txBody>
                    <a:bodyPr/>
                    <a:lstStyle/>
                    <a:p>
                      <a:r>
                        <a:rPr lang="nl-BE">
                          <a:effectLst/>
                        </a:rPr>
                        <a:t>Read and Write</a:t>
                      </a:r>
                    </a:p>
                  </a:txBody>
                  <a:tcPr/>
                </a:tc>
                <a:tc>
                  <a:txBody>
                    <a:bodyPr/>
                    <a:lstStyle/>
                    <a:p>
                      <a:r>
                        <a:rPr lang="nl-BE">
                          <a:effectLst/>
                        </a:rPr>
                        <a:t>File must exist</a:t>
                      </a:r>
                    </a:p>
                  </a:txBody>
                  <a:tcPr/>
                </a:tc>
                <a:tc>
                  <a:txBody>
                    <a:bodyPr/>
                    <a:lstStyle/>
                    <a:p>
                      <a:r>
                        <a:rPr lang="nl-BE">
                          <a:effectLst/>
                        </a:rPr>
                        <a:t>Beginning</a:t>
                      </a:r>
                    </a:p>
                  </a:txBody>
                  <a:tcPr/>
                </a:tc>
                <a:tc>
                  <a:txBody>
                    <a:bodyPr/>
                    <a:lstStyle/>
                    <a:p>
                      <a:r>
                        <a:rPr lang="en-US">
                          <a:effectLst/>
                        </a:rPr>
                        <a:t>Writes (after first) may be positioned with seek</a:t>
                      </a:r>
                    </a:p>
                  </a:txBody>
                  <a:tcPr/>
                </a:tc>
                <a:extLst>
                  <a:ext uri="{0D108BD9-81ED-4DB2-BD59-A6C34878D82A}">
                    <a16:rowId xmlns:a16="http://schemas.microsoft.com/office/drawing/2014/main" val="1490703528"/>
                  </a:ext>
                </a:extLst>
              </a:tr>
              <a:tr h="370840">
                <a:tc>
                  <a:txBody>
                    <a:bodyPr/>
                    <a:lstStyle/>
                    <a:p>
                      <a:r>
                        <a:rPr lang="nl-BE">
                          <a:effectLst/>
                        </a:rPr>
                        <a:t>'w+'</a:t>
                      </a:r>
                    </a:p>
                  </a:txBody>
                  <a:tcPr/>
                </a:tc>
                <a:tc>
                  <a:txBody>
                    <a:bodyPr/>
                    <a:lstStyle/>
                    <a:p>
                      <a:r>
                        <a:rPr lang="nl-BE">
                          <a:effectLst/>
                        </a:rPr>
                        <a:t>Write and Read</a:t>
                      </a:r>
                    </a:p>
                  </a:txBody>
                  <a:tcPr/>
                </a:tc>
                <a:tc>
                  <a:txBody>
                    <a:bodyPr/>
                    <a:lstStyle/>
                    <a:p>
                      <a:r>
                        <a:rPr lang="en-US">
                          <a:effectLst/>
                        </a:rPr>
                        <a:t>File is created OR EMPTIED</a:t>
                      </a:r>
                    </a:p>
                  </a:txBody>
                  <a:tcPr/>
                </a:tc>
                <a:tc>
                  <a:txBody>
                    <a:bodyPr/>
                    <a:lstStyle/>
                    <a:p>
                      <a:r>
                        <a:rPr lang="nl-BE">
                          <a:effectLst/>
                        </a:rPr>
                        <a:t>Beginning (= end)</a:t>
                      </a:r>
                    </a:p>
                  </a:txBody>
                  <a:tcPr/>
                </a:tc>
                <a:tc>
                  <a:txBody>
                    <a:bodyPr/>
                    <a:lstStyle/>
                    <a:p>
                      <a:r>
                        <a:rPr lang="en-US">
                          <a:effectLst/>
                        </a:rPr>
                        <a:t>Writes (after first) may be positioned with seek</a:t>
                      </a:r>
                    </a:p>
                  </a:txBody>
                  <a:tcPr/>
                </a:tc>
                <a:extLst>
                  <a:ext uri="{0D108BD9-81ED-4DB2-BD59-A6C34878D82A}">
                    <a16:rowId xmlns:a16="http://schemas.microsoft.com/office/drawing/2014/main" val="1642932415"/>
                  </a:ext>
                </a:extLst>
              </a:tr>
              <a:tr h="370840">
                <a:tc>
                  <a:txBody>
                    <a:bodyPr/>
                    <a:lstStyle/>
                    <a:p>
                      <a:r>
                        <a:rPr lang="nl-BE">
                          <a:effectLst/>
                        </a:rPr>
                        <a:t>'a+'</a:t>
                      </a:r>
                    </a:p>
                  </a:txBody>
                  <a:tcPr/>
                </a:tc>
                <a:tc>
                  <a:txBody>
                    <a:bodyPr/>
                    <a:lstStyle/>
                    <a:p>
                      <a:r>
                        <a:rPr lang="nl-BE">
                          <a:effectLst/>
                        </a:rPr>
                        <a:t>Append and Read</a:t>
                      </a:r>
                    </a:p>
                  </a:txBody>
                  <a:tcPr/>
                </a:tc>
                <a:tc>
                  <a:txBody>
                    <a:bodyPr/>
                    <a:lstStyle/>
                    <a:p>
                      <a:r>
                        <a:rPr lang="en-US">
                          <a:effectLst/>
                        </a:rPr>
                        <a:t>File is created or exists</a:t>
                      </a:r>
                    </a:p>
                  </a:txBody>
                  <a:tcPr/>
                </a:tc>
                <a:tc>
                  <a:txBody>
                    <a:bodyPr/>
                    <a:lstStyle/>
                    <a:p>
                      <a:r>
                        <a:rPr lang="nl-BE">
                          <a:effectLst/>
                        </a:rPr>
                        <a:t>Beginning</a:t>
                      </a:r>
                    </a:p>
                  </a:txBody>
                  <a:tcPr/>
                </a:tc>
                <a:tc>
                  <a:txBody>
                    <a:bodyPr/>
                    <a:lstStyle/>
                    <a:p>
                      <a:r>
                        <a:rPr lang="en-US" dirty="0">
                          <a:effectLst/>
                        </a:rPr>
                        <a:t>Writes ALWAYS move to the end of the file</a:t>
                      </a:r>
                    </a:p>
                  </a:txBody>
                  <a:tcPr/>
                </a:tc>
                <a:extLst>
                  <a:ext uri="{0D108BD9-81ED-4DB2-BD59-A6C34878D82A}">
                    <a16:rowId xmlns:a16="http://schemas.microsoft.com/office/drawing/2014/main" val="4226179897"/>
                  </a:ext>
                </a:extLst>
              </a:tr>
            </a:tbl>
          </a:graphicData>
        </a:graphic>
      </p:graphicFrame>
      <p:sp>
        <p:nvSpPr>
          <p:cNvPr id="5" name="TextBox 4">
            <a:extLst>
              <a:ext uri="{FF2B5EF4-FFF2-40B4-BE49-F238E27FC236}">
                <a16:creationId xmlns:a16="http://schemas.microsoft.com/office/drawing/2014/main" id="{A2F6CAAE-935A-E14C-3E1B-6BE630419716}"/>
              </a:ext>
            </a:extLst>
          </p:cNvPr>
          <p:cNvSpPr txBox="1"/>
          <p:nvPr/>
        </p:nvSpPr>
        <p:spPr>
          <a:xfrm>
            <a:off x="981075" y="6276975"/>
            <a:ext cx="5934510" cy="369332"/>
          </a:xfrm>
          <a:prstGeom prst="rect">
            <a:avLst/>
          </a:prstGeom>
          <a:noFill/>
        </p:spPr>
        <p:txBody>
          <a:bodyPr wrap="none" rtlCol="0">
            <a:spAutoFit/>
          </a:bodyPr>
          <a:lstStyle/>
          <a:p>
            <a:r>
              <a:rPr lang="en-US" dirty="0">
                <a:hlinkClick r:id="rId2"/>
              </a:rPr>
              <a:t>https://cvw.cac.cornell.edu/python-intro/input-output/file-io</a:t>
            </a:r>
            <a:r>
              <a:rPr lang="en-US" dirty="0"/>
              <a:t> </a:t>
            </a:r>
          </a:p>
        </p:txBody>
      </p:sp>
    </p:spTree>
    <p:extLst>
      <p:ext uri="{BB962C8B-B14F-4D97-AF65-F5344CB8AC3E}">
        <p14:creationId xmlns:p14="http://schemas.microsoft.com/office/powerpoint/2010/main" val="2201731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to a file</a:t>
            </a:r>
          </a:p>
        </p:txBody>
      </p:sp>
      <p:sp>
        <p:nvSpPr>
          <p:cNvPr id="3" name="Content Placeholder 2"/>
          <p:cNvSpPr>
            <a:spLocks noGrp="1"/>
          </p:cNvSpPr>
          <p:nvPr>
            <p:ph idx="1"/>
          </p:nvPr>
        </p:nvSpPr>
        <p:spPr/>
        <p:txBody>
          <a:bodyPr>
            <a:normAutofit lnSpcReduction="10000"/>
          </a:bodyPr>
          <a:lstStyle/>
          <a:p>
            <a:r>
              <a:rPr lang="en-US" dirty="0">
                <a:latin typeface="Courier New" panose="02070309020205020404" pitchFamily="49" charset="0"/>
                <a:cs typeface="Courier New" panose="02070309020205020404" pitchFamily="49" charset="0"/>
              </a:rPr>
              <a:t>open()</a:t>
            </a:r>
            <a:r>
              <a:rPr lang="en-US" dirty="0"/>
              <a:t>:  get a file object handle</a:t>
            </a:r>
          </a:p>
          <a:p>
            <a:pPr lvl="1"/>
            <a:r>
              <a:rPr lang="en-US" dirty="0"/>
              <a:t>File objects contain methods and attributes that can be used to collect information about the file. </a:t>
            </a:r>
          </a:p>
          <a:p>
            <a:pPr lvl="1"/>
            <a:r>
              <a:rPr lang="en-US" dirty="0"/>
              <a:t>Syntax: </a:t>
            </a:r>
            <a:r>
              <a:rPr lang="en-US" dirty="0" err="1">
                <a:latin typeface="Courier New" panose="02070309020205020404" pitchFamily="49" charset="0"/>
                <a:cs typeface="Courier New" panose="02070309020205020404" pitchFamily="49" charset="0"/>
              </a:rPr>
              <a:t>file_object</a:t>
            </a:r>
            <a:r>
              <a:rPr lang="en-US" dirty="0">
                <a:latin typeface="Courier New" panose="02070309020205020404" pitchFamily="49" charset="0"/>
                <a:cs typeface="Courier New" panose="02070309020205020404" pitchFamily="49" charset="0"/>
              </a:rPr>
              <a:t> = open(‘filename’, ‘mode’, ‘encoding’)</a:t>
            </a:r>
          </a:p>
          <a:p>
            <a:r>
              <a:rPr lang="en-US" dirty="0"/>
              <a:t>A simple example</a:t>
            </a:r>
          </a:p>
          <a:p>
            <a:pPr marL="0" indent="0">
              <a:buNone/>
            </a:pPr>
            <a:r>
              <a:rPr lang="en-US" dirty="0" err="1">
                <a:latin typeface="Courier New" panose="02070309020205020404" pitchFamily="49" charset="0"/>
                <a:cs typeface="Courier New" panose="02070309020205020404" pitchFamily="49" charset="0"/>
              </a:rPr>
              <a:t>outfile</a:t>
            </a:r>
            <a:r>
              <a:rPr lang="en-US" dirty="0">
                <a:latin typeface="Courier New" panose="02070309020205020404" pitchFamily="49" charset="0"/>
                <a:cs typeface="Courier New" panose="02070309020205020404" pitchFamily="49" charset="0"/>
              </a:rPr>
              <a:t> = open("</a:t>
            </a:r>
            <a:r>
              <a:rPr lang="en-US" dirty="0" err="1">
                <a:latin typeface="Courier New" panose="02070309020205020404" pitchFamily="49" charset="0"/>
                <a:cs typeface="Courier New" panose="02070309020205020404" pitchFamily="49" charset="0"/>
              </a:rPr>
              <a:t>testwrite.txt","w</a:t>
            </a:r>
            <a:r>
              <a:rPr lang="en-US" dirty="0">
                <a:latin typeface="Courier New" panose="02070309020205020404" pitchFamily="49" charset="0"/>
                <a:cs typeface="Courier New" panose="02070309020205020404" pitchFamily="49" charset="0"/>
              </a:rPr>
              <a:t>") </a:t>
            </a:r>
          </a:p>
          <a:p>
            <a:pPr marL="0" indent="0">
              <a:buNone/>
            </a:pPr>
            <a:r>
              <a:rPr lang="en-US" dirty="0" err="1">
                <a:latin typeface="Courier New" panose="02070309020205020404" pitchFamily="49" charset="0"/>
                <a:cs typeface="Courier New" panose="02070309020205020404" pitchFamily="49" charset="0"/>
              </a:rPr>
              <a:t>outfile.write</a:t>
            </a:r>
            <a:r>
              <a:rPr lang="en-US" dirty="0">
                <a:latin typeface="Courier New" panose="02070309020205020404" pitchFamily="49" charset="0"/>
                <a:cs typeface="Courier New" panose="02070309020205020404" pitchFamily="49" charset="0"/>
              </a:rPr>
              <a:t>("Line number 1\n") </a:t>
            </a:r>
          </a:p>
          <a:p>
            <a:pPr marL="0" indent="0">
              <a:buNone/>
            </a:pPr>
            <a:r>
              <a:rPr lang="en-US" dirty="0" err="1">
                <a:latin typeface="Courier New" panose="02070309020205020404" pitchFamily="49" charset="0"/>
                <a:cs typeface="Courier New" panose="02070309020205020404" pitchFamily="49" charset="0"/>
              </a:rPr>
              <a:t>outfile.close</a:t>
            </a:r>
            <a:r>
              <a:rPr lang="en-US" dirty="0">
                <a:latin typeface="Courier New" panose="02070309020205020404" pitchFamily="49" charset="0"/>
                <a:cs typeface="Courier New" panose="02070309020205020404" pitchFamily="49" charset="0"/>
              </a:rPr>
              <a:t>() </a:t>
            </a:r>
          </a:p>
          <a:p>
            <a:r>
              <a:rPr lang="en-US" i="1" dirty="0"/>
              <a:t>File: file_io_write_1.py</a:t>
            </a:r>
          </a:p>
          <a:p>
            <a:pPr marL="0" indent="0">
              <a:buNone/>
            </a:pPr>
            <a:endParaRPr lang="en-US" i="1" dirty="0"/>
          </a:p>
        </p:txBody>
      </p:sp>
    </p:spTree>
    <p:extLst>
      <p:ext uri="{BB962C8B-B14F-4D97-AF65-F5344CB8AC3E}">
        <p14:creationId xmlns:p14="http://schemas.microsoft.com/office/powerpoint/2010/main" val="4123768681"/>
      </p:ext>
    </p:extLst>
  </p:cSld>
  <p:clrMapOvr>
    <a:masterClrMapping/>
  </p:clrMapOvr>
  <mc:AlternateContent xmlns:mc="http://schemas.openxmlformats.org/markup-compatibility/2006" xmlns:p14="http://schemas.microsoft.com/office/powerpoint/2010/main">
    <mc:Choice Requires="p14">
      <p:transition spd="slow" p14:dur="2000" advTm="131042"/>
    </mc:Choice>
    <mc:Fallback xmlns="">
      <p:transition spd="slow" advTm="131042"/>
    </mc:Fallback>
  </mc:AlternateContent>
  <p:extLst>
    <p:ext uri="{3A86A75C-4F4B-4683-9AE1-C65F6400EC91}">
      <p14:laserTraceLst xmlns:p14="http://schemas.microsoft.com/office/powerpoint/2010/main">
        <p14:tracePtLst>
          <p14:tracePt t="16774" x="5022850" y="2673350"/>
          <p14:tracePt t="16909" x="5010150" y="2667000"/>
          <p14:tracePt t="16918" x="4997450" y="2667000"/>
          <p14:tracePt t="16929" x="4991100" y="2667000"/>
          <p14:tracePt t="16945" x="4972050" y="2667000"/>
          <p14:tracePt t="16963" x="4946650" y="2667000"/>
          <p14:tracePt t="16967" x="4940300" y="2667000"/>
          <p14:tracePt t="16978" x="4933950" y="2667000"/>
          <p14:tracePt t="16997" x="4902200" y="2679700"/>
          <p14:tracePt t="17017" x="4895850" y="2692400"/>
          <p14:tracePt t="17029" x="4876800" y="2705100"/>
          <p14:tracePt t="17046" x="4864100" y="2730500"/>
          <p14:tracePt t="17062" x="4845050" y="2762250"/>
          <p14:tracePt t="17079" x="4832350" y="2781300"/>
          <p14:tracePt t="17095" x="4813300" y="2813050"/>
          <p14:tracePt t="17112" x="4800600" y="2832100"/>
          <p14:tracePt t="17129" x="4787900" y="2851150"/>
          <p14:tracePt t="17146" x="4775200" y="2870200"/>
          <p14:tracePt t="17162" x="4768850" y="2889250"/>
          <p14:tracePt t="17180" x="4768850" y="2908300"/>
          <p14:tracePt t="17185" x="4762500" y="2914650"/>
          <p14:tracePt t="17195" x="4762500" y="2927350"/>
          <p14:tracePt t="17215" x="4762500" y="2959100"/>
          <p14:tracePt t="17231" x="4762500" y="2965450"/>
          <p14:tracePt t="17248" x="4762500" y="2984500"/>
          <p14:tracePt t="17263" x="4762500" y="2997200"/>
          <p14:tracePt t="17281" x="4762500" y="3016250"/>
          <p14:tracePt t="17295" x="4768850" y="3028950"/>
          <p14:tracePt t="17312" x="4775200" y="3054350"/>
          <p14:tracePt t="17329" x="4794250" y="3086100"/>
          <p14:tracePt t="17345" x="4826000" y="3117850"/>
          <p14:tracePt t="17362" x="4857750" y="3149600"/>
          <p14:tracePt t="17378" x="4883150" y="3168650"/>
          <p14:tracePt t="17395" x="4921250" y="3181350"/>
          <p14:tracePt t="17412" x="4953000" y="3194050"/>
          <p14:tracePt t="17429" x="5016500" y="3200400"/>
          <p14:tracePt t="17445" x="5054600" y="3206750"/>
          <p14:tracePt t="17449" x="5067300" y="3213100"/>
          <p14:tracePt t="17462" x="5086350" y="3213100"/>
          <p14:tracePt t="17479" x="5124450" y="3219450"/>
          <p14:tracePt t="17482" x="5137150" y="3225800"/>
          <p14:tracePt t="17495" x="5168900" y="3232150"/>
          <p14:tracePt t="17512" x="5232400" y="3244850"/>
          <p14:tracePt t="17529" x="5321300" y="3257550"/>
          <p14:tracePt t="17545" x="5365750" y="3257550"/>
          <p14:tracePt t="17562" x="5416550" y="3257550"/>
          <p14:tracePt t="17579" x="5461000" y="3257550"/>
          <p14:tracePt t="17595" x="5492750" y="3257550"/>
          <p14:tracePt t="17612" x="5511800" y="3257550"/>
          <p14:tracePt t="17629" x="5537200" y="3244850"/>
          <p14:tracePt t="17645" x="5556250" y="3219450"/>
          <p14:tracePt t="17649" x="5568950" y="3213100"/>
          <p14:tracePt t="17662" x="5575300" y="3206750"/>
          <p14:tracePt t="17678" x="5588000" y="3181350"/>
          <p14:tracePt t="17695" x="5600700" y="3143250"/>
          <p14:tracePt t="17712" x="5607050" y="3111500"/>
          <p14:tracePt t="17716" x="5613400" y="3098800"/>
          <p14:tracePt t="17729" x="5613400" y="3060700"/>
          <p14:tracePt t="17745" x="5619750" y="3028950"/>
          <p14:tracePt t="17748" x="5619750" y="3016250"/>
          <p14:tracePt t="17763" x="5626100" y="2978150"/>
          <p14:tracePt t="17779" x="5626100" y="2914650"/>
          <p14:tracePt t="17795" x="5626100" y="2882900"/>
          <p14:tracePt t="17812" x="5626100" y="2844800"/>
          <p14:tracePt t="17829" x="5619750" y="2806700"/>
          <p14:tracePt t="17845" x="5619750" y="2774950"/>
          <p14:tracePt t="17862" x="5607050" y="2724150"/>
          <p14:tracePt t="17879" x="5600700" y="2692400"/>
          <p14:tracePt t="17883" x="5594350" y="2679700"/>
          <p14:tracePt t="17895" x="5594350" y="2673350"/>
          <p14:tracePt t="17912" x="5581650" y="2641600"/>
          <p14:tracePt t="17916" x="5581650" y="2635250"/>
          <p14:tracePt t="17929" x="5575300" y="2622550"/>
          <p14:tracePt t="17945" x="5562600" y="2597150"/>
          <p14:tracePt t="17948" x="5556250" y="2590800"/>
          <p14:tracePt t="17962" x="5549900" y="2578100"/>
          <p14:tracePt t="17979" x="5530850" y="2559050"/>
          <p14:tracePt t="17982" x="5511800" y="2546350"/>
          <p14:tracePt t="17995" x="5499100" y="2540000"/>
          <p14:tracePt t="18013" x="5429250" y="2508250"/>
          <p14:tracePt t="18029" x="5372100" y="2495550"/>
          <p14:tracePt t="18045" x="5346700" y="2489200"/>
          <p14:tracePt t="18062" x="5314950" y="2489200"/>
          <p14:tracePt t="18079" x="5308600" y="2489200"/>
          <p14:tracePt t="18096" x="0" y="0"/>
        </p14:tracePtLst>
        <p14:tracePtLst>
          <p14:tracePt t="18556" x="6432550" y="2635250"/>
          <p14:tracePt t="18561" x="6432550" y="2628900"/>
          <p14:tracePt t="18570" x="6413500" y="2628900"/>
          <p14:tracePt t="18579" x="6407150" y="2628900"/>
          <p14:tracePt t="18595" x="6375400" y="2622550"/>
          <p14:tracePt t="18612" x="6330950" y="2616200"/>
          <p14:tracePt t="18629" x="6286500" y="2609850"/>
          <p14:tracePt t="18645" x="6216650" y="2609850"/>
          <p14:tracePt t="18649" x="6184900" y="2609850"/>
          <p14:tracePt t="18662" x="6165850" y="2609850"/>
          <p14:tracePt t="18679" x="6076950" y="2609850"/>
          <p14:tracePt t="18683" x="6026150" y="2609850"/>
          <p14:tracePt t="18695" x="5994400" y="2609850"/>
          <p14:tracePt t="18713" x="5861050" y="2609850"/>
          <p14:tracePt t="18728" x="5810250" y="2609850"/>
          <p14:tracePt t="18745" x="5702300" y="2616200"/>
          <p14:tracePt t="18764" x="5664200" y="2622550"/>
          <p14:tracePt t="18779" x="5638800" y="2628900"/>
          <p14:tracePt t="18798" x="5626100" y="2628900"/>
          <p14:tracePt t="18812" x="5619750" y="2635250"/>
          <p14:tracePt t="18831" x="5607050" y="2641600"/>
          <p14:tracePt t="18835" x="5607050" y="2647950"/>
          <p14:tracePt t="18845" x="5594350" y="2660650"/>
          <p14:tracePt t="18865" x="5581650" y="2705100"/>
          <p14:tracePt t="18868" x="5575300" y="2711450"/>
          <p14:tracePt t="18881" x="5568950" y="2724150"/>
          <p14:tracePt t="18897" x="5562600" y="2762250"/>
          <p14:tracePt t="18900" x="5556250" y="2768600"/>
          <p14:tracePt t="18912" x="5556250" y="2781300"/>
          <p14:tracePt t="18929" x="5549900" y="2794000"/>
          <p14:tracePt t="18931" x="5549900" y="2800350"/>
          <p14:tracePt t="18945" x="5549900" y="2806700"/>
          <p14:tracePt t="18964" x="5549900" y="2851150"/>
          <p14:tracePt t="18979" x="5549900" y="2895600"/>
          <p14:tracePt t="18997" x="5562600" y="2927350"/>
          <p14:tracePt t="19013" x="5581650" y="2971800"/>
          <p14:tracePt t="19029" x="5613400" y="3009900"/>
          <p14:tracePt t="19045" x="5695950" y="3067050"/>
          <p14:tracePt t="19062" x="5765800" y="3098800"/>
          <p14:tracePt t="19079" x="5873750" y="3143250"/>
          <p14:tracePt t="19095" x="5943600" y="3162300"/>
          <p14:tracePt t="19112" x="6076950" y="3181350"/>
          <p14:tracePt t="19129" x="6153150" y="3200400"/>
          <p14:tracePt t="19133" x="6248400" y="3206750"/>
          <p14:tracePt t="19145" x="6292850" y="3213100"/>
          <p14:tracePt t="19162" x="6369050" y="3219450"/>
          <p14:tracePt t="19165" x="6407150" y="3225800"/>
          <p14:tracePt t="19178" x="6483350" y="3232150"/>
          <p14:tracePt t="19195" x="6534150" y="3238500"/>
          <p14:tracePt t="19197" x="6572250" y="3244850"/>
          <p14:tracePt t="19212" x="6616700" y="3244850"/>
          <p14:tracePt t="19228" x="6686550" y="3244850"/>
          <p14:tracePt t="19245" x="6718300" y="3244850"/>
          <p14:tracePt t="19262" x="6743700" y="3244850"/>
          <p14:tracePt t="19279" x="6775450" y="3244850"/>
          <p14:tracePt t="19295" x="6819900" y="3232150"/>
          <p14:tracePt t="19312" x="6851650" y="3225800"/>
          <p14:tracePt t="19329" x="6896100" y="3206750"/>
          <p14:tracePt t="19345" x="6946900" y="3194050"/>
          <p14:tracePt t="19362" x="7035800" y="3168650"/>
          <p14:tracePt t="19379" x="7080250" y="3149600"/>
          <p14:tracePt t="19395" x="7162800" y="3124200"/>
          <p14:tracePt t="19412" x="7188200" y="3111500"/>
          <p14:tracePt t="19428" x="7232650" y="3092450"/>
          <p14:tracePt t="19431" x="7239000" y="3086100"/>
          <p14:tracePt t="19445" x="7245350" y="3079750"/>
          <p14:tracePt t="19462" x="7264400" y="3048000"/>
          <p14:tracePt t="19478" x="7270750" y="3035300"/>
          <p14:tracePt t="19495" x="7277100" y="3016250"/>
          <p14:tracePt t="19512" x="7283450" y="3003550"/>
          <p14:tracePt t="19529" x="7283450" y="2984500"/>
          <p14:tracePt t="19545" x="7296150" y="2971800"/>
          <p14:tracePt t="19562" x="7296150" y="2959100"/>
          <p14:tracePt t="19579" x="7308850" y="2927350"/>
          <p14:tracePt t="19595" x="7321550" y="2908300"/>
          <p14:tracePt t="19612" x="7334250" y="2889250"/>
          <p14:tracePt t="19629" x="7340600" y="2870200"/>
          <p14:tracePt t="19634" x="7346950" y="2857500"/>
          <p14:tracePt t="19645" x="7353300" y="2844800"/>
          <p14:tracePt t="19662" x="7353300" y="2825750"/>
          <p14:tracePt t="19665" x="7353300" y="2819400"/>
          <p14:tracePt t="19679" x="7359650" y="2800350"/>
          <p14:tracePt t="19695" x="7359650" y="2781300"/>
          <p14:tracePt t="19698" x="7359650" y="2774950"/>
          <p14:tracePt t="19713" x="7359650" y="2749550"/>
          <p14:tracePt t="19729" x="7359650" y="2730500"/>
          <p14:tracePt t="19745" x="7346950" y="2705100"/>
          <p14:tracePt t="19762" x="7327900" y="2686050"/>
          <p14:tracePt t="19779" x="7315200" y="2660650"/>
          <p14:tracePt t="19795" x="7296150" y="2635250"/>
          <p14:tracePt t="19812" x="7277100" y="2616200"/>
          <p14:tracePt t="19829" x="7245350" y="2603500"/>
          <p14:tracePt t="19845" x="7219950" y="2584450"/>
          <p14:tracePt t="19862" x="7175500" y="2571750"/>
          <p14:tracePt t="19881" x="7156450" y="2565400"/>
          <p14:tracePt t="19895" x="7105650" y="2559050"/>
          <p14:tracePt t="19899" x="7067550" y="2552700"/>
          <p14:tracePt t="19912" x="7042150" y="2552700"/>
          <p14:tracePt t="19929" x="6927850" y="2552700"/>
          <p14:tracePt t="19931" x="6858000" y="2552700"/>
          <p14:tracePt t="19945" x="6775450" y="2552700"/>
          <p14:tracePt t="19963" x="6623050" y="2552700"/>
          <p14:tracePt t="19979" x="6496050" y="2552700"/>
          <p14:tracePt t="19995" x="6375400" y="2552700"/>
          <p14:tracePt t="20012" x="6267450" y="2552700"/>
          <p14:tracePt t="20029" x="6210300" y="2552700"/>
          <p14:tracePt t="20045" x="6121400" y="2552700"/>
          <p14:tracePt t="20062" x="6032500" y="2552700"/>
          <p14:tracePt t="20079" x="5988050" y="2552700"/>
          <p14:tracePt t="20095" x="5911850" y="2559050"/>
          <p14:tracePt t="20112" x="5848350" y="2571750"/>
          <p14:tracePt t="20128" x="5810250" y="2578100"/>
          <p14:tracePt t="20145" x="5765800" y="2590800"/>
          <p14:tracePt t="20162" x="5676900" y="2616200"/>
          <p14:tracePt t="20166" x="5645150" y="2622550"/>
          <p14:tracePt t="20179" x="5619750" y="2635250"/>
          <p14:tracePt t="20196" x="5518150" y="2673350"/>
          <p14:tracePt t="20199" x="5492750" y="2686050"/>
          <p14:tracePt t="20213" x="5448300" y="2711450"/>
          <p14:tracePt t="20229" x="5410200" y="2749550"/>
          <p14:tracePt t="20245" x="5397500" y="2774950"/>
          <p14:tracePt t="20262" x="5397500" y="2800350"/>
          <p14:tracePt t="20279" x="5397500" y="2819400"/>
          <p14:tracePt t="20295" x="5416550" y="2851150"/>
          <p14:tracePt t="20312" x="5454650" y="2895600"/>
          <p14:tracePt t="20329" x="5511800" y="2927350"/>
          <p14:tracePt t="20333" x="5543550" y="2946400"/>
          <p14:tracePt t="20345" x="5575300" y="2965450"/>
          <p14:tracePt t="20362" x="5657850" y="2997200"/>
          <p14:tracePt t="20379" x="5765800" y="3022600"/>
          <p14:tracePt t="20395" x="5892800" y="3048000"/>
          <p14:tracePt t="20399" x="5949950" y="3060700"/>
          <p14:tracePt t="20412" x="6013450" y="3079750"/>
          <p14:tracePt t="20429" x="6127750" y="3105150"/>
          <p14:tracePt t="20433" x="6146800" y="3105150"/>
          <p14:tracePt t="20445" x="6178550" y="3117850"/>
          <p14:tracePt t="20463" x="6229350" y="3124200"/>
          <p14:tracePt t="20480" x="6242050" y="3130550"/>
          <p14:tracePt t="20496" x="6254750" y="3130550"/>
          <p14:tracePt t="20513" x="6261100" y="3130550"/>
          <p14:tracePt t="20529" x="6267450" y="3136900"/>
          <p14:tracePt t="20547" x="6273800" y="3143250"/>
          <p14:tracePt t="20562" x="6280150" y="3143250"/>
          <p14:tracePt t="20794" x="0" y="0"/>
        </p14:tracePtLst>
        <p14:tracePtLst>
          <p14:tracePt t="26424" x="8350250" y="2470150"/>
          <p14:tracePt t="26443" x="8343900" y="2470150"/>
          <p14:tracePt t="26453" x="8337550" y="2470150"/>
          <p14:tracePt t="26462" x="8331200" y="2470150"/>
          <p14:tracePt t="26479" x="8318500" y="2470150"/>
          <p14:tracePt t="26495" x="8293100" y="2476500"/>
          <p14:tracePt t="26499" x="8280400" y="2476500"/>
          <p14:tracePt t="26512" x="8267700" y="2476500"/>
          <p14:tracePt t="26529" x="8235950" y="2489200"/>
          <p14:tracePt t="26533" x="8216900" y="2495550"/>
          <p14:tracePt t="26546" x="8159750" y="2508250"/>
          <p14:tracePt t="26562" x="8121650" y="2514600"/>
          <p14:tracePt t="26565" x="8051800" y="2540000"/>
          <p14:tracePt t="26579" x="8026400" y="2546350"/>
          <p14:tracePt t="26595" x="7937500" y="2565400"/>
          <p14:tracePt t="26598" x="7905750" y="2571750"/>
          <p14:tracePt t="26612" x="7867650" y="2578100"/>
          <p14:tracePt t="26629" x="7823200" y="2590800"/>
          <p14:tracePt t="26645" x="7791450" y="2590800"/>
          <p14:tracePt t="26663" x="7785100" y="2597150"/>
          <p14:tracePt t="26679" x="7772400" y="2609850"/>
          <p14:tracePt t="26696" x="7759700" y="2622550"/>
          <p14:tracePt t="26712" x="7753350" y="2641600"/>
          <p14:tracePt t="26729" x="7740650" y="2673350"/>
          <p14:tracePt t="26733" x="7727950" y="2698750"/>
          <p14:tracePt t="26746" x="7708900" y="2724150"/>
          <p14:tracePt t="26762" x="7689850" y="2768600"/>
          <p14:tracePt t="26766" x="7677150" y="2794000"/>
          <p14:tracePt t="26779" x="7670800" y="2813050"/>
          <p14:tracePt t="26796" x="7664450" y="2838450"/>
          <p14:tracePt t="26800" x="7658100" y="2844800"/>
          <p14:tracePt t="26812" x="7658100" y="2857500"/>
          <p14:tracePt t="26829" x="7658100" y="2876550"/>
          <p14:tracePt t="26832" x="7658100" y="2882900"/>
          <p14:tracePt t="26846" x="7658100" y="2895600"/>
          <p14:tracePt t="26863" x="7664450" y="2933700"/>
          <p14:tracePt t="26879" x="7677150" y="2965450"/>
          <p14:tracePt t="26896" x="7696200" y="2978150"/>
          <p14:tracePt t="26912" x="7734300" y="3003550"/>
          <p14:tracePt t="26929" x="7766050" y="3035300"/>
          <p14:tracePt t="26946" x="7835900" y="3067050"/>
          <p14:tracePt t="26962" x="7880350" y="3092450"/>
          <p14:tracePt t="26979" x="7943850" y="3117850"/>
          <p14:tracePt t="26995" x="8026400" y="3130550"/>
          <p14:tracePt t="26999" x="8089900" y="3149600"/>
          <p14:tracePt t="27012" x="8115300" y="3149600"/>
          <p14:tracePt t="27029" x="8216900" y="3168650"/>
          <p14:tracePt t="27032" x="8255000" y="3168650"/>
          <p14:tracePt t="27046" x="8356600" y="3187700"/>
          <p14:tracePt t="27062" x="8426450" y="3200400"/>
          <p14:tracePt t="27066" x="8451850" y="3200400"/>
          <p14:tracePt t="27079" x="8477250" y="3200400"/>
          <p14:tracePt t="27095" x="8553450" y="3200400"/>
          <p14:tracePt t="27098" x="8572500" y="3200400"/>
          <p14:tracePt t="27115" x="8610600" y="3194050"/>
          <p14:tracePt t="27129" x="8642350" y="3181350"/>
          <p14:tracePt t="27147" x="8661400" y="3162300"/>
          <p14:tracePt t="27162" x="8680450" y="3130550"/>
          <p14:tracePt t="27179" x="8693150" y="3086100"/>
          <p14:tracePt t="27196" x="8705850" y="3041650"/>
          <p14:tracePt t="27213" x="8705850" y="2997200"/>
          <p14:tracePt t="27229" x="8705850" y="2952750"/>
          <p14:tracePt t="27245" x="8693150" y="2921000"/>
          <p14:tracePt t="27250" x="8693150" y="2908300"/>
          <p14:tracePt t="27262" x="8693150" y="2889250"/>
          <p14:tracePt t="27279" x="8680450" y="2863850"/>
          <p14:tracePt t="27282" x="8674100" y="2851150"/>
          <p14:tracePt t="27295" x="8674100" y="2838450"/>
          <p14:tracePt t="27312" x="8667750" y="2806700"/>
          <p14:tracePt t="27315" x="8661400" y="2800350"/>
          <p14:tracePt t="27329" x="8655050" y="2781300"/>
          <p14:tracePt t="27346" x="8655050" y="2762250"/>
          <p14:tracePt t="27349" x="8642350" y="2755900"/>
          <p14:tracePt t="27363" x="8636000" y="2730500"/>
          <p14:tracePt t="27379" x="8616950" y="2705100"/>
          <p14:tracePt t="27395" x="8591550" y="2667000"/>
          <p14:tracePt t="27412" x="8559800" y="2635250"/>
          <p14:tracePt t="27429" x="8509000" y="2584450"/>
          <p14:tracePt t="27446" x="8451850" y="2546350"/>
          <p14:tracePt t="27462" x="8394700" y="2508250"/>
          <p14:tracePt t="27479" x="8324850" y="2489200"/>
          <p14:tracePt t="27483" x="8274050" y="2476500"/>
          <p14:tracePt t="27495" x="8255000" y="2470150"/>
          <p14:tracePt t="27513" x="8191500" y="2470150"/>
          <p14:tracePt t="27515" x="8159750" y="2470150"/>
          <p14:tracePt t="27529" x="8147050" y="2476500"/>
          <p14:tracePt t="27546" x="8102600" y="2495550"/>
          <p14:tracePt t="27548" x="8089900" y="2508250"/>
          <p14:tracePt t="27563" x="8051800" y="2540000"/>
          <p14:tracePt t="27579" x="8039100" y="2546350"/>
          <p14:tracePt t="27582" x="8020050" y="2571750"/>
          <p14:tracePt t="27596" x="8007350" y="2578100"/>
          <p14:tracePt t="27613" x="7969250" y="2609850"/>
          <p14:tracePt t="27629" x="7943850" y="2635250"/>
          <p14:tracePt t="27646" x="7937500" y="2641600"/>
          <p14:tracePt t="27662" x="7924800" y="2667000"/>
          <p14:tracePt t="27679" x="7912100" y="2679700"/>
          <p14:tracePt t="27695" x="7905750" y="2692400"/>
          <p14:tracePt t="27712" x="7899400" y="2705100"/>
          <p14:tracePt t="27814" x="0" y="0"/>
        </p14:tracePtLst>
        <p14:tracePtLst>
          <p14:tracePt t="36877" x="5105400" y="2724150"/>
          <p14:tracePt t="37237" x="5099050" y="2724150"/>
          <p14:tracePt t="37247" x="5086350" y="2724150"/>
          <p14:tracePt t="37254" x="5080000" y="2717800"/>
          <p14:tracePt t="37263" x="5073650" y="2717800"/>
          <p14:tracePt t="37279" x="5048250" y="2717800"/>
          <p14:tracePt t="37296" x="5029200" y="2717800"/>
          <p14:tracePt t="37313" x="4997450" y="2717800"/>
          <p14:tracePt t="37330" x="4984750" y="2717800"/>
          <p14:tracePt t="37346" x="4972050" y="2717800"/>
          <p14:tracePt t="37362" x="4965700" y="2717800"/>
          <p14:tracePt t="37395" x="4959350" y="2717800"/>
          <p14:tracePt t="37412" x="4953000" y="2717800"/>
          <p14:tracePt t="37429" x="4946650" y="2717800"/>
          <p14:tracePt t="37446" x="4940300" y="2717800"/>
          <p14:tracePt t="37449" x="4933950" y="2717800"/>
          <p14:tracePt t="37463" x="4927600" y="2724150"/>
          <p14:tracePt t="37479" x="4914900" y="2730500"/>
          <p14:tracePt t="37496" x="4908550" y="2743200"/>
          <p14:tracePt t="37512" x="4902200" y="2749550"/>
          <p14:tracePt t="37560" x="4902200" y="2755900"/>
          <p14:tracePt t="37585" x="4902200" y="2762250"/>
          <p14:tracePt t="37593" x="4902200" y="2768600"/>
          <p14:tracePt t="37608" x="4902200" y="2774950"/>
          <p14:tracePt t="37618" x="4902200" y="2781300"/>
          <p14:tracePt t="37629" x="4895850" y="2787650"/>
          <p14:tracePt t="37646" x="4895850" y="2794000"/>
          <p14:tracePt t="37649" x="4895850" y="2800350"/>
          <p14:tracePt t="37662" x="4895850" y="2806700"/>
          <p14:tracePt t="37679" x="4895850" y="2813050"/>
          <p14:tracePt t="37681" x="4895850" y="2819400"/>
          <p14:tracePt t="37696" x="4895850" y="2825750"/>
          <p14:tracePt t="37713" x="4889500" y="2844800"/>
          <p14:tracePt t="37729" x="4889500" y="2851150"/>
          <p14:tracePt t="37746" x="4889500" y="2870200"/>
          <p14:tracePt t="37762" x="4889500" y="2876550"/>
          <p14:tracePt t="37779" x="4889500" y="2882900"/>
          <p14:tracePt t="37796" x="4889500" y="2889250"/>
          <p14:tracePt t="37813" x="4889500" y="2895600"/>
          <p14:tracePt t="37829" x="4889500" y="2901950"/>
          <p14:tracePt t="37846" x="4889500" y="2914650"/>
          <p14:tracePt t="37862" x="4889500" y="2921000"/>
          <p14:tracePt t="37879" x="4889500" y="2927350"/>
          <p14:tracePt t="37899" x="4889500" y="2940050"/>
          <p14:tracePt t="37917" x="4889500" y="2946400"/>
          <p14:tracePt t="37941" x="4889500" y="2952750"/>
          <p14:tracePt t="37948" x="4895850" y="2952750"/>
          <p14:tracePt t="37963" x="4895850" y="2965450"/>
          <p14:tracePt t="37979" x="4902200" y="2971800"/>
          <p14:tracePt t="37996" x="4902200" y="2978150"/>
          <p14:tracePt t="38012" x="4908550" y="2990850"/>
          <p14:tracePt t="38029" x="4921250" y="2997200"/>
          <p14:tracePt t="38046" x="4927600" y="3003550"/>
          <p14:tracePt t="38063" x="4933950" y="3009900"/>
          <p14:tracePt t="38079" x="4946650" y="3016250"/>
          <p14:tracePt t="38084" x="4959350" y="3028950"/>
          <p14:tracePt t="38095" x="4965700" y="3028950"/>
          <p14:tracePt t="38113" x="4978400" y="3035300"/>
          <p14:tracePt t="38117" x="4984750" y="3041650"/>
          <p14:tracePt t="38129" x="4997450" y="3041650"/>
          <p14:tracePt t="38146" x="5003800" y="3041650"/>
          <p14:tracePt t="38150" x="5016500" y="3048000"/>
          <p14:tracePt t="38162" x="5029200" y="3048000"/>
          <p14:tracePt t="38179" x="5041900" y="3048000"/>
          <p14:tracePt t="38182" x="5060950" y="3048000"/>
          <p14:tracePt t="38196" x="5073650" y="3048000"/>
          <p14:tracePt t="38213" x="5099050" y="3054350"/>
          <p14:tracePt t="38229" x="5137150" y="3054350"/>
          <p14:tracePt t="38246" x="5162550" y="3054350"/>
          <p14:tracePt t="38262" x="5181600" y="3054350"/>
          <p14:tracePt t="38279" x="5200650" y="3054350"/>
          <p14:tracePt t="38296" x="5232400" y="3054350"/>
          <p14:tracePt t="38312" x="5257800" y="3054350"/>
          <p14:tracePt t="38329" x="5295900" y="3054350"/>
          <p14:tracePt t="38346" x="5321300" y="3054350"/>
          <p14:tracePt t="38349" x="5334000" y="3054350"/>
          <p14:tracePt t="38362" x="5353050" y="3054350"/>
          <p14:tracePt t="38379" x="5384800" y="3054350"/>
          <p14:tracePt t="38382" x="5416550" y="3048000"/>
          <p14:tracePt t="38396" x="5435600" y="3041650"/>
          <p14:tracePt t="38413" x="5461000" y="3041650"/>
          <p14:tracePt t="38429" x="5492750" y="3035300"/>
          <p14:tracePt t="38434" x="5499100" y="3035300"/>
          <p14:tracePt t="38446" x="5518150" y="3028950"/>
          <p14:tracePt t="38463" x="5543550" y="3022600"/>
          <p14:tracePt t="38479" x="5556250" y="3022600"/>
          <p14:tracePt t="38496" x="5568950" y="3016250"/>
          <p14:tracePt t="38512" x="5581650" y="3009900"/>
          <p14:tracePt t="39067" x="5575300" y="3009900"/>
          <p14:tracePt t="39076" x="5562600" y="3009900"/>
          <p14:tracePt t="39084" x="5556250" y="3009900"/>
          <p14:tracePt t="39096" x="5543550" y="3009900"/>
          <p14:tracePt t="39099" x="5524500" y="3009900"/>
          <p14:tracePt t="39113" x="5511800" y="3009900"/>
          <p14:tracePt t="39130" x="5461000" y="3009900"/>
          <p14:tracePt t="39132" x="5448300" y="3009900"/>
          <p14:tracePt t="39146" x="5435600" y="3009900"/>
          <p14:tracePt t="39163" x="5397500" y="3009900"/>
          <p14:tracePt t="39624" x="5397500" y="3003550"/>
          <p14:tracePt t="39631" x="5397500" y="2997200"/>
          <p14:tracePt t="39647" x="5397500" y="2978150"/>
          <p14:tracePt t="39663" x="5397500" y="2965450"/>
          <p14:tracePt t="39679" x="5397500" y="2946400"/>
          <p14:tracePt t="39696" x="5391150" y="2933700"/>
          <p14:tracePt t="39713" x="5391150" y="2927350"/>
          <p14:tracePt t="39729" x="5384800" y="2908300"/>
          <p14:tracePt t="39746" x="5378450" y="2889250"/>
          <p14:tracePt t="39763" x="5372100" y="2876550"/>
          <p14:tracePt t="39779" x="5365750" y="2863850"/>
          <p14:tracePt t="39796" x="5353050" y="2844800"/>
          <p14:tracePt t="39813" x="5340350" y="2825750"/>
          <p14:tracePt t="39829" x="5334000" y="2813050"/>
          <p14:tracePt t="39833" x="5321300" y="2806700"/>
          <p14:tracePt t="39846" x="5314950" y="2800350"/>
          <p14:tracePt t="39862" x="5302250" y="2787650"/>
          <p14:tracePt t="39867" x="5295900" y="2774950"/>
          <p14:tracePt t="39879" x="5289550" y="2774950"/>
          <p14:tracePt t="39896" x="5276850" y="2755900"/>
          <p14:tracePt t="39898" x="5264150" y="2749550"/>
          <p14:tracePt t="39913" x="5245100" y="2736850"/>
          <p14:tracePt t="39929" x="5219700" y="2717800"/>
          <p14:tracePt t="39946" x="5213350" y="2711450"/>
          <p14:tracePt t="39963" x="5168900" y="2686050"/>
          <p14:tracePt t="39979" x="5156200" y="2673350"/>
          <p14:tracePt t="39996" x="5137150" y="2660650"/>
          <p14:tracePt t="40013" x="5111750" y="2647950"/>
          <p14:tracePt t="40029" x="5105400" y="2641600"/>
          <p14:tracePt t="40046" x="5080000" y="2628900"/>
          <p14:tracePt t="40062" x="5060950" y="2616200"/>
          <p14:tracePt t="40079" x="5048250" y="2609850"/>
          <p14:tracePt t="40096" x="5016500" y="2597150"/>
          <p14:tracePt t="40099" x="5010150" y="2597150"/>
          <p14:tracePt t="40113" x="5003800" y="2590800"/>
          <p14:tracePt t="40129" x="4984750" y="2584450"/>
          <p14:tracePt t="40133" x="4959350" y="2578100"/>
          <p14:tracePt t="40146" x="4946650" y="2571750"/>
          <p14:tracePt t="40163" x="4921250" y="2559050"/>
          <p14:tracePt t="40179" x="4883150" y="2552700"/>
          <p14:tracePt t="40196" x="4857750" y="2546350"/>
          <p14:tracePt t="40212" x="4832350" y="2540000"/>
          <p14:tracePt t="40229" x="4800600" y="2533650"/>
          <p14:tracePt t="40246" x="4749800" y="2527300"/>
          <p14:tracePt t="40263" x="4718050" y="2520950"/>
          <p14:tracePt t="40280" x="4679950" y="2520950"/>
          <p14:tracePt t="40296" x="4641850" y="2520950"/>
          <p14:tracePt t="40314" x="4597400" y="2520950"/>
          <p14:tracePt t="40318" x="4578350" y="2520950"/>
          <p14:tracePt t="40329" x="4559300" y="2520950"/>
          <p14:tracePt t="40347" x="4521200" y="2520950"/>
          <p14:tracePt t="40351" x="4495800" y="2520950"/>
          <p14:tracePt t="40362" x="4476750" y="2520950"/>
          <p14:tracePt t="40379" x="4432300" y="2520950"/>
          <p14:tracePt t="40396" x="4381500" y="2520950"/>
          <p14:tracePt t="40400" x="4362450" y="2520950"/>
          <p14:tracePt t="40413" x="4330700" y="2520950"/>
          <p14:tracePt t="40429" x="4292600" y="2527300"/>
          <p14:tracePt t="40446" x="4260850" y="2527300"/>
          <p14:tracePt t="40462" x="4235450" y="2533650"/>
          <p14:tracePt t="40479" x="4203700" y="2533650"/>
          <p14:tracePt t="40496" x="4184650" y="2540000"/>
          <p14:tracePt t="40513" x="4165600" y="2540000"/>
          <p14:tracePt t="40529" x="4140200" y="2546350"/>
          <p14:tracePt t="40546" x="4121150" y="2552700"/>
          <p14:tracePt t="40563" x="4108450" y="2565400"/>
          <p14:tracePt t="40579" x="4095750" y="2571750"/>
          <p14:tracePt t="40596" x="4083050" y="2578100"/>
          <p14:tracePt t="40612" x="4070350" y="2584450"/>
          <p14:tracePt t="40617" x="4051300" y="2590800"/>
          <p14:tracePt t="40629" x="4044950" y="2597150"/>
          <p14:tracePt t="40646" x="4025900" y="2609850"/>
          <p14:tracePt t="40649" x="4013200" y="2609850"/>
          <p14:tracePt t="40664" x="4006850" y="2622550"/>
          <p14:tracePt t="40679" x="3981450" y="2628900"/>
          <p14:tracePt t="40696" x="3962400" y="2641600"/>
          <p14:tracePt t="40713" x="3949700" y="2654300"/>
          <p14:tracePt t="40729" x="3943350" y="2654300"/>
          <p14:tracePt t="40746" x="3937000" y="2654300"/>
          <p14:tracePt t="40769" x="3937000" y="2660650"/>
          <p14:tracePt t="40792" x="3930650" y="2660650"/>
          <p14:tracePt t="40819" x="3930650" y="2667000"/>
          <p14:tracePt t="40834" x="3924300" y="2673350"/>
          <p14:tracePt t="41673" x="0" y="0"/>
        </p14:tracePtLst>
        <p14:tracePtLst>
          <p14:tracePt t="57152" x="736600" y="3505200"/>
          <p14:tracePt t="57336" x="723900" y="3511550"/>
          <p14:tracePt t="57353" x="717550" y="3517900"/>
          <p14:tracePt t="57360" x="717550" y="3524250"/>
          <p14:tracePt t="57368" x="711200" y="3524250"/>
          <p14:tracePt t="57379" x="711200" y="3530600"/>
          <p14:tracePt t="57396" x="704850" y="3536950"/>
          <p14:tracePt t="57413" x="698500" y="3536950"/>
          <p14:tracePt t="57443" x="698500" y="3543300"/>
          <p14:tracePt t="57457" x="698500" y="3549650"/>
          <p14:tracePt t="57474" x="698500" y="3556000"/>
          <p14:tracePt t="57481" x="692150" y="3562350"/>
          <p14:tracePt t="57496" x="692150" y="3581400"/>
          <p14:tracePt t="57513" x="685800" y="3606800"/>
          <p14:tracePt t="57530" x="679450" y="3625850"/>
          <p14:tracePt t="57546" x="673100" y="3644900"/>
          <p14:tracePt t="57563" x="673100" y="3657600"/>
          <p14:tracePt t="57580" x="673100" y="3663950"/>
          <p14:tracePt t="57596" x="673100" y="3670300"/>
          <p14:tracePt t="57613" x="673100" y="3676650"/>
          <p14:tracePt t="57629" x="673100" y="3683000"/>
          <p14:tracePt t="57646" x="673100" y="3689350"/>
          <p14:tracePt t="57663" x="673100" y="3702050"/>
          <p14:tracePt t="57679" x="673100" y="3708400"/>
          <p14:tracePt t="57697" x="673100" y="3721100"/>
          <p14:tracePt t="57714" x="673100" y="3740150"/>
          <p14:tracePt t="57730" x="673100" y="3746500"/>
          <p14:tracePt t="57746" x="673100" y="3765550"/>
          <p14:tracePt t="57763" x="673100" y="3778250"/>
          <p14:tracePt t="57780" x="673100" y="3816350"/>
          <p14:tracePt t="57796" x="673100" y="3848100"/>
          <p14:tracePt t="57813" x="673100" y="3905250"/>
          <p14:tracePt t="57830" x="673100" y="3937000"/>
          <p14:tracePt t="57846" x="673100" y="3975100"/>
          <p14:tracePt t="57850" x="673100" y="4025900"/>
          <p14:tracePt t="57863" x="673100" y="4044950"/>
          <p14:tracePt t="57880" x="679450" y="4076700"/>
          <p14:tracePt t="57883" x="679450" y="4089400"/>
          <p14:tracePt t="57896" x="685800" y="4102100"/>
          <p14:tracePt t="57913" x="692150" y="4127500"/>
          <p14:tracePt t="57916" x="692150" y="4152900"/>
          <p14:tracePt t="57929" x="692150" y="4159250"/>
          <p14:tracePt t="57946" x="698500" y="4178300"/>
          <p14:tracePt t="57949" x="698500" y="4184650"/>
          <p14:tracePt t="57964" x="704850" y="4197350"/>
          <p14:tracePt t="57980" x="704850" y="4210050"/>
          <p14:tracePt t="57996" x="711200" y="4229100"/>
          <p14:tracePt t="58013" x="717550" y="4248150"/>
          <p14:tracePt t="58030" x="730250" y="4279900"/>
          <p14:tracePt t="58046" x="742950" y="4318000"/>
          <p14:tracePt t="58063" x="762000" y="4349750"/>
          <p14:tracePt t="58080" x="774700" y="4387850"/>
          <p14:tracePt t="58096" x="781050" y="4394200"/>
          <p14:tracePt t="58113" x="800100" y="4419600"/>
          <p14:tracePt t="58117" x="806450" y="4425950"/>
          <p14:tracePt t="58130" x="812800" y="4438650"/>
          <p14:tracePt t="58146" x="819150" y="4451350"/>
          <p14:tracePt t="58150" x="831850" y="4464050"/>
          <p14:tracePt t="58163" x="838200" y="4470400"/>
          <p14:tracePt t="58180" x="850900" y="4476750"/>
          <p14:tracePt t="58183" x="863600" y="4483100"/>
          <p14:tracePt t="58196" x="869950" y="4489450"/>
          <p14:tracePt t="58213" x="895350" y="4514850"/>
          <p14:tracePt t="58229" x="914400" y="4521200"/>
          <p14:tracePt t="58246" x="933450" y="4527550"/>
          <p14:tracePt t="58263" x="971550" y="4546600"/>
          <p14:tracePt t="58279" x="1003300" y="4559300"/>
          <p14:tracePt t="58296" x="1041400" y="4572000"/>
          <p14:tracePt t="58313" x="1092200" y="4597400"/>
          <p14:tracePt t="58330" x="1181100" y="4635500"/>
          <p14:tracePt t="58347" x="1231900" y="4648200"/>
          <p14:tracePt t="58350" x="1257300" y="4654550"/>
          <p14:tracePt t="58363" x="1289050" y="4660900"/>
          <p14:tracePt t="58380" x="1333500" y="4673600"/>
          <p14:tracePt t="58383" x="1358900" y="4679950"/>
          <p14:tracePt t="58398" x="1409700" y="4679950"/>
          <p14:tracePt t="58413" x="1435100" y="4679950"/>
          <p14:tracePt t="58430" x="1504950" y="4692650"/>
          <p14:tracePt t="58433" x="1524000" y="4692650"/>
          <p14:tracePt t="58446" x="1536700" y="4692650"/>
          <p14:tracePt t="58465" x="1593850" y="4692650"/>
          <p14:tracePt t="58480" x="1631950" y="4692650"/>
          <p14:tracePt t="58497" x="1670050" y="4699000"/>
          <p14:tracePt t="58513" x="1714500" y="4705350"/>
          <p14:tracePt t="58530" x="1752600" y="4711700"/>
          <p14:tracePt t="58546" x="1784350" y="4711700"/>
          <p14:tracePt t="58563" x="1809750" y="4711700"/>
          <p14:tracePt t="58580" x="1822450" y="4711700"/>
          <p14:tracePt t="58596" x="1828800" y="4711700"/>
          <p14:tracePt t="58613" x="1835150" y="4711700"/>
          <p14:tracePt t="58630" x="1841500" y="4711700"/>
          <p14:tracePt t="58646" x="1847850" y="4711700"/>
          <p14:tracePt t="58663" x="1854200" y="4711700"/>
          <p14:tracePt t="58680" x="1866900" y="4711700"/>
          <p14:tracePt t="58713" x="1873250" y="4711700"/>
          <p14:tracePt t="58829" x="1879600" y="4711700"/>
          <p14:tracePt t="58842" x="1885950" y="4711700"/>
          <p14:tracePt t="58859" x="1892300" y="4711700"/>
          <p14:tracePt t="58866" x="1898650" y="4711700"/>
          <p14:tracePt t="58883" x="1905000" y="4711700"/>
          <p14:tracePt t="58896" x="1911350" y="4711700"/>
          <p14:tracePt t="58899" x="1917700" y="4711700"/>
          <p14:tracePt t="58914" x="1930400" y="4711700"/>
          <p14:tracePt t="58930" x="1962150" y="4711700"/>
          <p14:tracePt t="58946" x="1968500" y="4711700"/>
          <p14:tracePt t="58963" x="2019300" y="4711700"/>
          <p14:tracePt t="58980" x="2057400" y="4705350"/>
          <p14:tracePt t="58996" x="2095500" y="4699000"/>
          <p14:tracePt t="59013" x="2133600" y="4699000"/>
          <p14:tracePt t="59030" x="2171700" y="4692650"/>
          <p14:tracePt t="59046" x="2190750" y="4692650"/>
          <p14:tracePt t="59063" x="2216150" y="4686300"/>
          <p14:tracePt t="59080" x="2228850" y="4686300"/>
          <p14:tracePt t="59096" x="2247900" y="4686300"/>
          <p14:tracePt t="59101" x="2260600" y="4686300"/>
          <p14:tracePt t="59113" x="2266950" y="4686300"/>
          <p14:tracePt t="59130" x="2279650" y="4686300"/>
          <p14:tracePt t="59146" x="2286000" y="4686300"/>
          <p14:tracePt t="59164" x="2298700" y="4686300"/>
          <p14:tracePt t="59179" x="2311400" y="4686300"/>
          <p14:tracePt t="59196" x="2317750" y="4686300"/>
          <p14:tracePt t="59214" x="2324100" y="4686300"/>
          <p14:tracePt t="59229" x="2336800" y="4686300"/>
          <p14:tracePt t="59247" x="2343150" y="4686300"/>
          <p14:tracePt t="59280" x="2349500" y="4686300"/>
          <p14:tracePt t="59513" x="0" y="0"/>
        </p14:tracePtLst>
        <p14:tracePtLst>
          <p14:tracePt t="66652" x="4133850" y="3371850"/>
          <p14:tracePt t="66657" x="4140200" y="3365500"/>
          <p14:tracePt t="66690" x="4146550" y="3365500"/>
          <p14:tracePt t="66705" x="4146550" y="3359150"/>
          <p14:tracePt t="66771" x="4152900" y="3359150"/>
          <p14:tracePt t="66835" x="4159250" y="3359150"/>
          <p14:tracePt t="66978" x="4165600" y="3359150"/>
          <p14:tracePt t="67037" x="4165600" y="3365500"/>
          <p14:tracePt t="67046" x="4165600" y="3371850"/>
          <p14:tracePt t="67063" x="4165600" y="3378200"/>
          <p14:tracePt t="67079" x="4165600" y="3384550"/>
          <p14:tracePt t="67097" x="4165600" y="3390900"/>
          <p14:tracePt t="67113" x="4165600" y="3397250"/>
          <p14:tracePt t="67131" x="4165600" y="3403600"/>
          <p14:tracePt t="67164" x="4171950" y="3409950"/>
          <p14:tracePt t="67180" x="4171950" y="3416300"/>
          <p14:tracePt t="67197" x="4171950" y="3429000"/>
          <p14:tracePt t="67213" x="4171950" y="3435350"/>
          <p14:tracePt t="67230" x="4171950" y="3454400"/>
          <p14:tracePt t="67247" x="4171950" y="3467100"/>
          <p14:tracePt t="67263" x="4171950" y="3498850"/>
          <p14:tracePt t="67280" x="4191000" y="3530600"/>
          <p14:tracePt t="67296" x="4197350" y="3549650"/>
          <p14:tracePt t="67313" x="4203700" y="3562350"/>
          <p14:tracePt t="67330" x="4222750" y="3581400"/>
          <p14:tracePt t="67346" x="4254500" y="3606800"/>
          <p14:tracePt t="67351" x="4267200" y="3613150"/>
          <p14:tracePt t="67363" x="4305300" y="3638550"/>
          <p14:tracePt t="67380" x="4368800" y="3657600"/>
          <p14:tracePt t="67383" x="4413250" y="3676650"/>
          <p14:tracePt t="67396" x="4476750" y="3702050"/>
          <p14:tracePt t="67414" x="4591050" y="3733800"/>
          <p14:tracePt t="67430" x="4673600" y="3746500"/>
          <p14:tracePt t="67447" x="4730750" y="3746500"/>
          <p14:tracePt t="67463" x="4787900" y="3746500"/>
          <p14:tracePt t="67480" x="4819650" y="3746500"/>
          <p14:tracePt t="67496" x="4845050" y="3752850"/>
          <p14:tracePt t="67513" x="4864100" y="3752850"/>
          <p14:tracePt t="67530" x="4876800" y="3752850"/>
          <p14:tracePt t="67546" x="4914900" y="3752850"/>
          <p14:tracePt t="67563" x="4953000" y="3752850"/>
          <p14:tracePt t="67580" x="4972050" y="3752850"/>
          <p14:tracePt t="67585" x="5003800" y="3752850"/>
          <p14:tracePt t="67596" x="5016500" y="3752850"/>
          <p14:tracePt t="67613" x="5035550" y="3752850"/>
          <p14:tracePt t="67616" x="5060950" y="3752850"/>
          <p14:tracePt t="67629" x="5067300" y="3752850"/>
          <p14:tracePt t="67646" x="5086350" y="3752850"/>
          <p14:tracePt t="67649" x="5092700" y="3752850"/>
          <p14:tracePt t="67664" x="5130800" y="3752850"/>
          <p14:tracePt t="67680" x="5149850" y="3752850"/>
          <p14:tracePt t="67697" x="5168900" y="3752850"/>
          <p14:tracePt t="67713" x="5207000" y="3752850"/>
          <p14:tracePt t="67730" x="5226050" y="3752850"/>
          <p14:tracePt t="67747" x="5245100" y="3752850"/>
          <p14:tracePt t="67763" x="5257800" y="3759200"/>
          <p14:tracePt t="67780" x="5276850" y="3759200"/>
          <p14:tracePt t="67797" x="5283200" y="3759200"/>
          <p14:tracePt t="67813" x="5289550" y="3759200"/>
          <p14:tracePt t="67954" x="5295900" y="3765550"/>
          <p14:tracePt t="67962" x="5302250" y="3765550"/>
          <p14:tracePt t="67980" x="5321300" y="3771900"/>
          <p14:tracePt t="67996" x="5353050" y="3784600"/>
          <p14:tracePt t="68013" x="5397500" y="3797300"/>
          <p14:tracePt t="68030" x="5448300" y="3803650"/>
          <p14:tracePt t="68047" x="5518150" y="3816350"/>
          <p14:tracePt t="68063" x="5594350" y="3822700"/>
          <p14:tracePt t="68080" x="5651500" y="3829050"/>
          <p14:tracePt t="68084" x="5683250" y="3829050"/>
          <p14:tracePt t="68096" x="5734050" y="3829050"/>
          <p14:tracePt t="68113" x="5778500" y="3835400"/>
          <p14:tracePt t="68118" x="5810250" y="3835400"/>
          <p14:tracePt t="68130" x="5835650" y="3835400"/>
          <p14:tracePt t="68147" x="5873750" y="3835400"/>
          <p14:tracePt t="68151" x="5899150" y="3835400"/>
          <p14:tracePt t="68164" x="5969000" y="3835400"/>
          <p14:tracePt t="68180" x="6019800" y="3835400"/>
          <p14:tracePt t="68197" x="6057900" y="3835400"/>
          <p14:tracePt t="68213" x="6089650" y="3835400"/>
          <p14:tracePt t="68230" x="6127750" y="3829050"/>
          <p14:tracePt t="68246" x="6159500" y="3822700"/>
          <p14:tracePt t="68266" x="6178550" y="3816350"/>
          <p14:tracePt t="68270" x="6191250" y="3810000"/>
          <p14:tracePt t="68280" x="6210300" y="3810000"/>
          <p14:tracePt t="68298" x="6223000" y="3797300"/>
          <p14:tracePt t="68302" x="6235700" y="3797300"/>
          <p14:tracePt t="68313" x="6248400" y="3790950"/>
          <p14:tracePt t="68332" x="6267450" y="3784600"/>
          <p14:tracePt t="68334" x="6280150" y="3778250"/>
          <p14:tracePt t="68346" x="6286500" y="3778250"/>
          <p14:tracePt t="68363" x="6311900" y="3778250"/>
          <p14:tracePt t="68368" x="6318250" y="3771900"/>
          <p14:tracePt t="68380" x="6337300" y="3771900"/>
          <p14:tracePt t="68397" x="6350000" y="3765550"/>
          <p14:tracePt t="68399" x="6375400" y="3759200"/>
          <p14:tracePt t="68414" x="6388100" y="3752850"/>
          <p14:tracePt t="68430" x="6400800" y="3746500"/>
          <p14:tracePt t="68447" x="6407150" y="3740150"/>
          <p14:tracePt t="68463" x="6413500" y="3740150"/>
          <p14:tracePt t="68480" x="6419850" y="3733800"/>
          <p14:tracePt t="68496" x="6419850" y="3727450"/>
          <p14:tracePt t="68513" x="6426200" y="3721100"/>
          <p14:tracePt t="68530" x="6426200" y="3702050"/>
          <p14:tracePt t="68546" x="6432550" y="3689350"/>
          <p14:tracePt t="68563" x="6432550" y="3676650"/>
          <p14:tracePt t="68567" x="6432550" y="3670300"/>
          <p14:tracePt t="68580" x="6426200" y="3651250"/>
          <p14:tracePt t="68597" x="6413500" y="3638550"/>
          <p14:tracePt t="68601" x="6407150" y="3625850"/>
          <p14:tracePt t="68613" x="6400800" y="3619500"/>
          <p14:tracePt t="68630" x="6369050" y="3606800"/>
          <p14:tracePt t="68633" x="6356350" y="3600450"/>
          <p14:tracePt t="68646" x="6343650" y="3594100"/>
          <p14:tracePt t="68664" x="6280150" y="3575050"/>
          <p14:tracePt t="68680" x="6229350" y="3568700"/>
          <p14:tracePt t="68697" x="6127750" y="3556000"/>
          <p14:tracePt t="68713" x="6013450" y="3549650"/>
          <p14:tracePt t="68730" x="5892800" y="3536950"/>
          <p14:tracePt t="68747" x="5715000" y="3530600"/>
          <p14:tracePt t="68763" x="5556250" y="3517900"/>
          <p14:tracePt t="68768" x="5467350" y="3517900"/>
          <p14:tracePt t="68780" x="5397500" y="3511550"/>
          <p14:tracePt t="68797" x="5270500" y="3498850"/>
          <p14:tracePt t="68802" x="5226050" y="3498850"/>
          <p14:tracePt t="68813" x="5181600" y="3498850"/>
          <p14:tracePt t="68830" x="5111750" y="3498850"/>
          <p14:tracePt t="68834" x="5086350" y="3498850"/>
          <p14:tracePt t="68847" x="5067300" y="3498850"/>
          <p14:tracePt t="68863" x="5022850" y="3498850"/>
          <p14:tracePt t="68866" x="5010150" y="3498850"/>
          <p14:tracePt t="68883" x="4972050" y="3498850"/>
          <p14:tracePt t="68896" x="4965700" y="3498850"/>
          <p14:tracePt t="68900" x="4946650" y="3498850"/>
          <p14:tracePt t="68914" x="4902200" y="3505200"/>
          <p14:tracePt t="68930" x="4864100" y="3505200"/>
          <p14:tracePt t="68946" x="4813300" y="3517900"/>
          <p14:tracePt t="68963" x="4762500" y="3524250"/>
          <p14:tracePt t="68980" x="4673600" y="3536950"/>
          <p14:tracePt t="68996" x="4629150" y="3556000"/>
          <p14:tracePt t="69013" x="4597400" y="3562350"/>
          <p14:tracePt t="69030" x="4565650" y="3568700"/>
          <p14:tracePt t="69046" x="4552950" y="3568700"/>
          <p14:tracePt t="69063" x="4533900" y="3581400"/>
          <p14:tracePt t="69067" x="4521200" y="3581400"/>
          <p14:tracePt t="69080" x="4502150" y="3587750"/>
          <p14:tracePt t="69097" x="4457700" y="3600450"/>
          <p14:tracePt t="69100" x="4438650" y="3606800"/>
          <p14:tracePt t="69114" x="4381500" y="3606800"/>
          <p14:tracePt t="69130" x="4362450" y="3613150"/>
          <p14:tracePt t="69134" x="4343400" y="3613150"/>
          <p14:tracePt t="69146" x="4311650" y="3619500"/>
          <p14:tracePt t="69164" x="4279900" y="3619500"/>
          <p14:tracePt t="69180" x="4248150" y="3625850"/>
          <p14:tracePt t="69197" x="4229100" y="3632200"/>
          <p14:tracePt t="69213" x="4184650" y="3644900"/>
          <p14:tracePt t="69230" x="4140200" y="3657600"/>
          <p14:tracePt t="69247" x="4095750" y="3663950"/>
          <p14:tracePt t="69263" x="4025900" y="3676650"/>
          <p14:tracePt t="69280" x="4000500" y="3683000"/>
          <p14:tracePt t="69297" x="3987800" y="3689350"/>
          <p14:tracePt t="69300" x="3968750" y="3689350"/>
          <p14:tracePt t="69313" x="3949700" y="3689350"/>
          <p14:tracePt t="69330" x="3937000" y="3689350"/>
          <p14:tracePt t="69333" x="3924300" y="3689350"/>
          <p14:tracePt t="69347" x="3911600" y="3689350"/>
          <p14:tracePt t="69364" x="3873500" y="3689350"/>
          <p14:tracePt t="69380" x="3841750" y="3689350"/>
          <p14:tracePt t="69397" x="3829050" y="3689350"/>
          <p14:tracePt t="69400" x="3810000" y="3689350"/>
          <p14:tracePt t="69414" x="3771900" y="3689350"/>
          <p14:tracePt t="69430" x="3759200" y="3689350"/>
          <p14:tracePt t="69462" x="3752850" y="3689350"/>
          <p14:tracePt t="69502" x="3752850" y="3683000"/>
          <p14:tracePt t="69509" x="3752850" y="3676650"/>
          <p14:tracePt t="69526" x="3746500" y="3676650"/>
          <p14:tracePt t="69535" x="3746500" y="3670300"/>
          <p14:tracePt t="69552" x="3746500" y="3663950"/>
          <p14:tracePt t="69566" x="3746500" y="3657600"/>
          <p14:tracePt t="69579" x="3746500" y="3651250"/>
          <p14:tracePt t="69598" x="3746500" y="3632200"/>
          <p14:tracePt t="69614" x="3740150" y="3619500"/>
          <p14:tracePt t="69630" x="3733800" y="3613150"/>
          <p14:tracePt t="69646" x="3733800" y="3606800"/>
          <p14:tracePt t="69664" x="3727450" y="3600450"/>
          <p14:tracePt t="69680" x="3721100" y="3594100"/>
          <p14:tracePt t="69697" x="3689350" y="3587750"/>
          <p14:tracePt t="69713" x="3644900" y="3581400"/>
          <p14:tracePt t="69730" x="3613150" y="3568700"/>
          <p14:tracePt t="69747" x="3575050" y="3562350"/>
          <p14:tracePt t="69763" x="3517900" y="3556000"/>
          <p14:tracePt t="69780" x="3486150" y="3549650"/>
          <p14:tracePt t="69796" x="3429000" y="3530600"/>
          <p14:tracePt t="69799" x="3416300" y="3530600"/>
          <p14:tracePt t="69813" x="3409950" y="3524250"/>
          <p14:tracePt t="69830" x="3384550" y="3511550"/>
          <p14:tracePt t="69832" x="3378200" y="3511550"/>
          <p14:tracePt t="69846" x="3365500" y="3511550"/>
          <p14:tracePt t="69863" x="3333750" y="3498850"/>
          <p14:tracePt t="69882" x="3314700" y="3498850"/>
          <p14:tracePt t="69896" x="3302000" y="3492500"/>
          <p14:tracePt t="69914" x="3282950" y="3492500"/>
          <p14:tracePt t="69930" x="3263900" y="3486150"/>
          <p14:tracePt t="69949" x="3244850" y="3486150"/>
          <p14:tracePt t="69963" x="3219450" y="3486150"/>
          <p14:tracePt t="69980" x="3206750" y="3486150"/>
          <p14:tracePt t="69996" x="3181350" y="3486150"/>
          <p14:tracePt t="70014" x="3155950" y="3492500"/>
          <p14:tracePt t="70018" x="3136900" y="3498850"/>
          <p14:tracePt t="70030" x="3124200" y="3498850"/>
          <p14:tracePt t="70046" x="3098800" y="3511550"/>
          <p14:tracePt t="70050" x="3079750" y="3517900"/>
          <p14:tracePt t="70063" x="3067050" y="3524250"/>
          <p14:tracePt t="70080" x="3054350" y="3530600"/>
          <p14:tracePt t="70083" x="3048000" y="3530600"/>
          <p14:tracePt t="70097" x="3041650" y="3536950"/>
          <p14:tracePt t="70114" x="3028950" y="3549650"/>
          <p14:tracePt t="70130" x="3016250" y="3562350"/>
          <p14:tracePt t="70147" x="3016250" y="3568700"/>
          <p14:tracePt t="70163" x="3009900" y="3581400"/>
          <p14:tracePt t="70180" x="3003550" y="3587750"/>
          <p14:tracePt t="70197" x="2997200" y="3600450"/>
          <p14:tracePt t="70213" x="2990850" y="3606800"/>
          <p14:tracePt t="70230" x="2990850" y="3613150"/>
          <p14:tracePt t="70247" x="2984500" y="3625850"/>
          <p14:tracePt t="70263" x="2978150" y="3638550"/>
          <p14:tracePt t="70280" x="2978150" y="3657600"/>
          <p14:tracePt t="70297" x="2971800" y="3676650"/>
          <p14:tracePt t="70313" x="2965450" y="3695700"/>
          <p14:tracePt t="70317" x="2965450" y="3708400"/>
          <p14:tracePt t="70332" x="2965450" y="3714750"/>
          <p14:tracePt t="70347" x="2965450" y="3721100"/>
          <p14:tracePt t="70350" x="2965450" y="3727450"/>
          <p14:tracePt t="70365" x="2965450" y="3733800"/>
          <p14:tracePt t="70380" x="2971800" y="3740150"/>
          <p14:tracePt t="70397" x="2978150" y="3746500"/>
          <p14:tracePt t="70413" x="2997200" y="3759200"/>
          <p14:tracePt t="70430" x="3016250" y="3765550"/>
          <p14:tracePt t="70447" x="3048000" y="3784600"/>
          <p14:tracePt t="70463" x="3079750" y="3790950"/>
          <p14:tracePt t="70480" x="3105150" y="3803650"/>
          <p14:tracePt t="70496" x="3162300" y="3810000"/>
          <p14:tracePt t="70513" x="3213100" y="3816350"/>
          <p14:tracePt t="70530" x="3263900" y="3816350"/>
          <p14:tracePt t="70547" x="3321050" y="3816350"/>
          <p14:tracePt t="70551" x="3352800" y="3816350"/>
          <p14:tracePt t="70563" x="3422650" y="3816350"/>
          <p14:tracePt t="70580" x="3479800" y="3816350"/>
          <p14:tracePt t="70582" x="3498850" y="3816350"/>
          <p14:tracePt t="70597" x="3524250" y="3816350"/>
          <p14:tracePt t="70614" x="3575050" y="3810000"/>
          <p14:tracePt t="70630" x="3613150" y="3797300"/>
          <p14:tracePt t="70647" x="3644900" y="3784600"/>
          <p14:tracePt t="70663" x="3657600" y="3778250"/>
          <p14:tracePt t="70680" x="3676650" y="3759200"/>
          <p14:tracePt t="70697" x="3689350" y="3752850"/>
          <p14:tracePt t="70713" x="3708400" y="3733800"/>
          <p14:tracePt t="70730" x="3733800" y="3714750"/>
          <p14:tracePt t="70746" x="3740150" y="3702050"/>
          <p14:tracePt t="70763" x="3752850" y="3689350"/>
          <p14:tracePt t="70780" x="3759200" y="3676650"/>
          <p14:tracePt t="70796" x="3759200" y="3670300"/>
          <p14:tracePt t="70813" x="3759200" y="3644900"/>
          <p14:tracePt t="70816" x="3759200" y="3638550"/>
          <p14:tracePt t="70830" x="3759200" y="3632200"/>
          <p14:tracePt t="70847" x="3759200" y="3606800"/>
          <p14:tracePt t="70849" x="3759200" y="3600450"/>
          <p14:tracePt t="70864" x="3733800" y="3568700"/>
          <p14:tracePt t="70880" x="3714750" y="3556000"/>
          <p14:tracePt t="70897" x="3702050" y="3549650"/>
          <p14:tracePt t="70913" x="3683000" y="3536950"/>
          <p14:tracePt t="70930" x="3657600" y="3536950"/>
          <p14:tracePt t="70946" x="3638550" y="3536950"/>
          <p14:tracePt t="70963" x="3606800" y="3536950"/>
          <p14:tracePt t="70980" x="3575050" y="3536950"/>
          <p14:tracePt t="70985" x="3562350" y="3536950"/>
          <p14:tracePt t="70996" x="3549650" y="3536950"/>
          <p14:tracePt t="71013" x="3524250" y="3536950"/>
          <p14:tracePt t="71030" x="3498850" y="3536950"/>
          <p14:tracePt t="71047" x="3486150" y="3536950"/>
          <p14:tracePt t="71050" x="3473450" y="3536950"/>
          <p14:tracePt t="71083" x="3473450" y="3543300"/>
          <p14:tracePt t="71090" x="3473450" y="3549650"/>
          <p14:tracePt t="71098" x="3473450" y="3562350"/>
          <p14:tracePt t="71115" x="3473450" y="3575050"/>
          <p14:tracePt t="71130" x="3511550" y="3606800"/>
          <p14:tracePt t="71147" x="3581400" y="3657600"/>
          <p14:tracePt t="71163" x="3708400" y="3702050"/>
          <p14:tracePt t="71180" x="3797300" y="3721100"/>
          <p14:tracePt t="71197" x="3924300" y="3740150"/>
          <p14:tracePt t="71213" x="4051300" y="3746500"/>
          <p14:tracePt t="71230" x="4165600" y="3746500"/>
          <p14:tracePt t="71247" x="4210050" y="3746500"/>
          <p14:tracePt t="71263" x="4235450" y="3746500"/>
          <p14:tracePt t="71280" x="4248150" y="3740150"/>
          <p14:tracePt t="71607" x="4254500" y="3740150"/>
          <p14:tracePt t="71623" x="4254500" y="3746500"/>
          <p14:tracePt t="71631" x="4260850" y="3759200"/>
          <p14:tracePt t="71646" x="4273550" y="3771900"/>
          <p14:tracePt t="71663" x="4292600" y="3790950"/>
          <p14:tracePt t="71680" x="4330700" y="3822700"/>
          <p14:tracePt t="71698" x="4387850" y="3854450"/>
          <p14:tracePt t="71714" x="4451350" y="3873500"/>
          <p14:tracePt t="71730" x="4521200" y="3886200"/>
          <p14:tracePt t="71747" x="4597400" y="3898900"/>
          <p14:tracePt t="71750" x="4622800" y="3898900"/>
          <p14:tracePt t="71763" x="4673600" y="3898900"/>
          <p14:tracePt t="71780" x="4730750" y="3898900"/>
          <p14:tracePt t="71783" x="4762500" y="3898900"/>
          <p14:tracePt t="71796" x="4794250" y="3898900"/>
          <p14:tracePt t="71813" x="4864100" y="3898900"/>
          <p14:tracePt t="71817" x="4895850" y="3898900"/>
          <p14:tracePt t="71830" x="4933950" y="3898900"/>
          <p14:tracePt t="71848" x="5016500" y="3892550"/>
          <p14:tracePt t="71864" x="5073650" y="3892550"/>
          <p14:tracePt t="71880" x="5124450" y="3892550"/>
          <p14:tracePt t="71897" x="5187950" y="3892550"/>
          <p14:tracePt t="71913" x="5238750" y="3892550"/>
          <p14:tracePt t="71930" x="5289550" y="3886200"/>
          <p14:tracePt t="71947" x="5340350" y="3886200"/>
          <p14:tracePt t="71963" x="5397500" y="3879850"/>
          <p14:tracePt t="71980" x="5454650" y="3879850"/>
          <p14:tracePt t="71984" x="5486400" y="3879850"/>
          <p14:tracePt t="71997" x="5499100" y="3879850"/>
          <p14:tracePt t="72013" x="5543550" y="3879850"/>
          <p14:tracePt t="72016" x="5549900" y="3879850"/>
          <p14:tracePt t="72030" x="5581650" y="3879850"/>
          <p14:tracePt t="72047" x="5626100" y="3879850"/>
          <p14:tracePt t="72064" x="5689600" y="3879850"/>
          <p14:tracePt t="72080" x="5702300" y="3879850"/>
          <p14:tracePt t="72097" x="5759450" y="3879850"/>
          <p14:tracePt t="72100" x="5778500" y="3879850"/>
          <p14:tracePt t="72114" x="5822950" y="3879850"/>
          <p14:tracePt t="72130" x="5911850" y="3879850"/>
          <p14:tracePt t="72147" x="5962650" y="3879850"/>
          <p14:tracePt t="72163" x="6064250" y="3879850"/>
          <p14:tracePt t="72180" x="6127750" y="3879850"/>
          <p14:tracePt t="72197" x="6248400" y="3873500"/>
          <p14:tracePt t="72213" x="6311900" y="3873500"/>
          <p14:tracePt t="72230" x="6381750" y="3867150"/>
          <p14:tracePt t="72247" x="6502400" y="3867150"/>
          <p14:tracePt t="72263" x="6565900" y="3867150"/>
          <p14:tracePt t="72268" x="6591300" y="3867150"/>
          <p14:tracePt t="72280" x="6610350" y="3867150"/>
          <p14:tracePt t="72297" x="6654800" y="3860800"/>
          <p14:tracePt t="72299" x="6661150" y="3860800"/>
          <p14:tracePt t="72314" x="6673850" y="3854450"/>
          <p14:tracePt t="72444" x="6680200" y="3860800"/>
          <p14:tracePt t="72460" x="6686550" y="3860800"/>
          <p14:tracePt t="72469" x="6699250" y="3867150"/>
          <p14:tracePt t="72480" x="6711950" y="3867150"/>
          <p14:tracePt t="72497" x="6750050" y="3873500"/>
          <p14:tracePt t="72501" x="6769100" y="3873500"/>
          <p14:tracePt t="72513" x="6781800" y="3873500"/>
          <p14:tracePt t="72530" x="6838950" y="3873500"/>
          <p14:tracePt t="72533" x="6877050" y="3867150"/>
          <p14:tracePt t="72547" x="6915150" y="3860800"/>
          <p14:tracePt t="72564" x="6946900" y="3854450"/>
          <p14:tracePt t="72580" x="6953250" y="3848100"/>
          <p14:tracePt t="72597" x="6959600" y="3848100"/>
          <p14:tracePt t="72601" x="6965950" y="3848100"/>
          <p14:tracePt t="72638" x="6972300" y="3848100"/>
          <p14:tracePt t="72646" x="6985000" y="3848100"/>
          <p14:tracePt t="72663" x="7029450" y="3848100"/>
          <p14:tracePt t="72680" x="7092950" y="3854450"/>
          <p14:tracePt t="72697" x="7175500" y="3860800"/>
          <p14:tracePt t="72713" x="7270750" y="3860800"/>
          <p14:tracePt t="72730" x="7346950" y="3854450"/>
          <p14:tracePt t="72734" x="7366000" y="3854450"/>
          <p14:tracePt t="72747" x="7378700" y="3854450"/>
          <p14:tracePt t="72763" x="7404100" y="3841750"/>
          <p14:tracePt t="73008" x="7416800" y="3841750"/>
          <p14:tracePt t="73018" x="7429500" y="3841750"/>
          <p14:tracePt t="73025" x="7448550" y="3841750"/>
          <p14:tracePt t="73032" x="7467600" y="3841750"/>
          <p14:tracePt t="73047" x="7486650" y="3841750"/>
          <p14:tracePt t="73064" x="7562850" y="3841750"/>
          <p14:tracePt t="73081" x="7613650" y="3841750"/>
          <p14:tracePt t="73097" x="7651750" y="3841750"/>
          <p14:tracePt t="73113" x="7677150" y="3835400"/>
          <p14:tracePt t="73129" x="7683500" y="3829050"/>
          <p14:tracePt t="73147" x="7696200" y="3816350"/>
          <p14:tracePt t="73163" x="7702550" y="3810000"/>
          <p14:tracePt t="73182" x="7708900" y="3790950"/>
          <p14:tracePt t="73197" x="7715250" y="3765550"/>
          <p14:tracePt t="73213" x="7715250" y="3752850"/>
          <p14:tracePt t="73230" x="7715250" y="3727450"/>
          <p14:tracePt t="73234" x="7715250" y="3714750"/>
          <p14:tracePt t="73247" x="7715250" y="3702050"/>
          <p14:tracePt t="73263" x="7715250" y="3683000"/>
          <p14:tracePt t="73266" x="7715250" y="3663950"/>
          <p14:tracePt t="73280" x="7702550" y="3632200"/>
          <p14:tracePt t="73297" x="7683500" y="3606800"/>
          <p14:tracePt t="73299" x="7683500" y="3594100"/>
          <p14:tracePt t="73314" x="7658100" y="3568700"/>
          <p14:tracePt t="73330" x="7632700" y="3536950"/>
          <p14:tracePt t="73347" x="7607300" y="3511550"/>
          <p14:tracePt t="73363" x="7581900" y="3486150"/>
          <p14:tracePt t="73380" x="7569200" y="3473450"/>
          <p14:tracePt t="73397" x="7562850" y="3467100"/>
          <p14:tracePt t="73413" x="7550150" y="3454400"/>
          <p14:tracePt t="73430" x="7537450" y="3448050"/>
          <p14:tracePt t="73447" x="7531100" y="3429000"/>
          <p14:tracePt t="73463" x="7518400" y="3416300"/>
          <p14:tracePt t="73480" x="7505700" y="3397250"/>
          <p14:tracePt t="73497" x="7493000" y="3384550"/>
          <p14:tracePt t="73501" x="7480300" y="3378200"/>
          <p14:tracePt t="73513" x="7473950" y="3371850"/>
          <p14:tracePt t="73530" x="7448550" y="3365500"/>
          <p14:tracePt t="73533" x="7442200" y="3365500"/>
          <p14:tracePt t="73547" x="7429500" y="3365500"/>
          <p14:tracePt t="73564" x="7391400" y="3365500"/>
          <p14:tracePt t="73580" x="7353300" y="3365500"/>
          <p14:tracePt t="73597" x="7321550" y="3365500"/>
          <p14:tracePt t="73613" x="7270750" y="3390900"/>
          <p14:tracePt t="73630" x="7239000" y="3409950"/>
          <p14:tracePt t="73647" x="7207250" y="3429000"/>
          <p14:tracePt t="73663" x="7181850" y="3454400"/>
          <p14:tracePt t="73680" x="7156450" y="3486150"/>
          <p14:tracePt t="73697" x="7118350" y="3517900"/>
          <p14:tracePt t="73713" x="7086600" y="3543300"/>
          <p14:tracePt t="73730" x="7054850" y="3562350"/>
          <p14:tracePt t="73747" x="7029450" y="3575050"/>
          <p14:tracePt t="73750" x="7023100" y="3581400"/>
          <p14:tracePt t="73763" x="7010400" y="3581400"/>
          <p14:tracePt t="73780" x="7004050" y="3587750"/>
          <p14:tracePt t="73783" x="6997700" y="3600450"/>
          <p14:tracePt t="73799" x="6991350" y="3606800"/>
          <p14:tracePt t="73814" x="6991350" y="3619500"/>
          <p14:tracePt t="73830" x="6991350" y="3638550"/>
          <p14:tracePt t="73847" x="6991350" y="3651250"/>
          <p14:tracePt t="73863" x="6991350" y="3670300"/>
          <p14:tracePt t="73880" x="6997700" y="3683000"/>
          <p14:tracePt t="73897" x="7004050" y="3695700"/>
          <p14:tracePt t="73913" x="7010400" y="3708400"/>
          <p14:tracePt t="73930" x="7029450" y="3721100"/>
          <p14:tracePt t="73947" x="7048500" y="3740150"/>
          <p14:tracePt t="73963" x="7086600" y="3765550"/>
          <p14:tracePt t="73980" x="7131050" y="3790950"/>
          <p14:tracePt t="73997" x="7162800" y="3810000"/>
          <p14:tracePt t="74013" x="7213600" y="3822700"/>
          <p14:tracePt t="74016" x="7258050" y="3835400"/>
          <p14:tracePt t="74030" x="7277100" y="3835400"/>
          <p14:tracePt t="74047" x="7340600" y="3841750"/>
          <p14:tracePt t="74049" x="7359650" y="3841750"/>
          <p14:tracePt t="74064" x="7416800" y="3841750"/>
          <p14:tracePt t="74080" x="7454900" y="3841750"/>
          <p14:tracePt t="74097" x="7499350" y="3841750"/>
          <p14:tracePt t="74113" x="7524750" y="3835400"/>
          <p14:tracePt t="74130" x="7556500" y="3829050"/>
          <p14:tracePt t="74146" x="7562850" y="3822700"/>
          <p14:tracePt t="74163" x="7575550" y="3810000"/>
          <p14:tracePt t="74180" x="7581900" y="3810000"/>
          <p14:tracePt t="74197" x="7588250" y="3803650"/>
          <p14:tracePt t="75081" x="7588250" y="3797300"/>
          <p14:tracePt t="75099" x="7581900" y="3790950"/>
          <p14:tracePt t="75105" x="7569200" y="3790950"/>
          <p14:tracePt t="75114" x="7550150" y="3790950"/>
          <p14:tracePt t="75130" x="7505700" y="3784600"/>
          <p14:tracePt t="75146" x="7448550" y="3778250"/>
          <p14:tracePt t="75164" x="7340600" y="3778250"/>
          <p14:tracePt t="75168" x="7277100" y="3778250"/>
          <p14:tracePt t="75180" x="7213600" y="3771900"/>
          <p14:tracePt t="75197" x="7061200" y="3765550"/>
          <p14:tracePt t="75201" x="6985000" y="3759200"/>
          <p14:tracePt t="75213" x="6940550" y="3752850"/>
          <p14:tracePt t="75230" x="6819900" y="3752850"/>
          <p14:tracePt t="75233" x="6750050" y="3752850"/>
          <p14:tracePt t="75247" x="6711950" y="3752850"/>
          <p14:tracePt t="75264" x="6565900" y="3746500"/>
          <p14:tracePt t="75280" x="6515100" y="3746500"/>
          <p14:tracePt t="75297" x="6413500" y="3746500"/>
          <p14:tracePt t="75299" x="6350000" y="3752850"/>
          <p14:tracePt t="75314" x="6203950" y="3771900"/>
          <p14:tracePt t="75330" x="6026150" y="3797300"/>
          <p14:tracePt t="75347" x="5842000" y="3816350"/>
          <p14:tracePt t="75364" x="5549900" y="3854450"/>
          <p14:tracePt t="75380" x="5257800" y="3879850"/>
          <p14:tracePt t="75397" x="4902200" y="3905250"/>
          <p14:tracePt t="75413" x="4572000" y="3930650"/>
          <p14:tracePt t="75430" x="4324350" y="3943350"/>
          <p14:tracePt t="75434" x="4210050" y="3949700"/>
          <p14:tracePt t="75447" x="4133850" y="3956050"/>
          <p14:tracePt t="75463" x="4025900" y="3962400"/>
          <p14:tracePt t="75466" x="4000500" y="3962400"/>
          <p14:tracePt t="75480" x="3987800" y="3962400"/>
          <p14:tracePt t="75497" x="3975100" y="3962400"/>
          <p14:tracePt t="75515" x="3968750" y="3962400"/>
          <p14:tracePt t="75530" x="3962400" y="3956050"/>
          <p14:tracePt t="75549" x="3956050" y="3949700"/>
          <p14:tracePt t="75564" x="3943350" y="3937000"/>
          <p14:tracePt t="75580" x="3930650" y="3924300"/>
          <p14:tracePt t="75597" x="3905250" y="3911600"/>
          <p14:tracePt t="75613" x="3879850" y="3892550"/>
          <p14:tracePt t="75630" x="3829050" y="3860800"/>
          <p14:tracePt t="75647" x="3752850" y="3841750"/>
          <p14:tracePt t="75663" x="3651250" y="3816350"/>
          <p14:tracePt t="75680" x="3543300" y="3803650"/>
          <p14:tracePt t="75697" x="3454400" y="3803650"/>
          <p14:tracePt t="75701" x="3429000" y="3803650"/>
          <p14:tracePt t="75713" x="3409950" y="3803650"/>
          <p14:tracePt t="75730" x="3397250" y="3803650"/>
          <p14:tracePt t="75910" x="3390900" y="3797300"/>
          <p14:tracePt t="75982" x="3390900" y="3790950"/>
          <p14:tracePt t="76023" x="3390900" y="3784600"/>
          <p14:tracePt t="76240" x="3390900" y="3778250"/>
          <p14:tracePt t="76249" x="3390900" y="3771900"/>
          <p14:tracePt t="76258" x="3390900" y="3765550"/>
          <p14:tracePt t="76274" x="3390900" y="3752850"/>
          <p14:tracePt t="76281" x="3384550" y="3740150"/>
          <p14:tracePt t="76297" x="3371850" y="3721100"/>
          <p14:tracePt t="76314" x="3365500" y="3695700"/>
          <p14:tracePt t="76330" x="3352800" y="3676650"/>
          <p14:tracePt t="76347" x="3340100" y="3663950"/>
          <p14:tracePt t="76363" x="3327400" y="3651250"/>
          <p14:tracePt t="76380" x="3321050" y="3644900"/>
          <p14:tracePt t="76397" x="3308350" y="3632200"/>
          <p14:tracePt t="76414" x="3289300" y="3625850"/>
          <p14:tracePt t="76430" x="3276600" y="3619500"/>
          <p14:tracePt t="76447" x="3251200" y="3606800"/>
          <p14:tracePt t="76452" x="3219450" y="3600450"/>
          <p14:tracePt t="76463" x="3194050" y="3594100"/>
          <p14:tracePt t="76483" x="3124200" y="3575050"/>
          <p14:tracePt t="76497" x="3092450" y="3568700"/>
          <p14:tracePt t="76516" x="3003550" y="3536950"/>
          <p14:tracePt t="76530" x="2959100" y="3524250"/>
          <p14:tracePt t="76549" x="2921000" y="3511550"/>
          <p14:tracePt t="76563" x="2882900" y="3498850"/>
          <p14:tracePt t="76582" x="2851150" y="3486150"/>
          <p14:tracePt t="76597" x="2832100" y="3479800"/>
          <p14:tracePt t="76613" x="2787650" y="3460750"/>
          <p14:tracePt t="76630" x="2755900" y="3460750"/>
          <p14:tracePt t="76647" x="2717800" y="3448050"/>
          <p14:tracePt t="76663" x="2673350" y="3435350"/>
          <p14:tracePt t="76680" x="2622550" y="3429000"/>
          <p14:tracePt t="76697" x="2571750" y="3416300"/>
          <p14:tracePt t="76713" x="2540000" y="3416300"/>
          <p14:tracePt t="76717" x="2508250" y="3409950"/>
          <p14:tracePt t="76730" x="2489200" y="3409950"/>
          <p14:tracePt t="76747" x="2438400" y="3403600"/>
          <p14:tracePt t="76750" x="2419350" y="3397250"/>
          <p14:tracePt t="76764" x="2374900" y="3390900"/>
          <p14:tracePt t="76780" x="2324100" y="3384550"/>
          <p14:tracePt t="76797" x="2292350" y="3384550"/>
          <p14:tracePt t="76813" x="2235200" y="3384550"/>
          <p14:tracePt t="76830" x="2197100" y="3384550"/>
          <p14:tracePt t="76847" x="2114550" y="3384550"/>
          <p14:tracePt t="76863" x="2063750" y="3384550"/>
          <p14:tracePt t="76880" x="2006600" y="3384550"/>
          <p14:tracePt t="76897" x="1898650" y="3397250"/>
          <p14:tracePt t="76913" x="1822450" y="3403600"/>
          <p14:tracePt t="76930" x="1752600" y="3403600"/>
          <p14:tracePt t="76947" x="1638300" y="3403600"/>
          <p14:tracePt t="76950" x="1606550" y="3403600"/>
          <p14:tracePt t="76963" x="1581150" y="3403600"/>
          <p14:tracePt t="76980" x="1530350" y="3403600"/>
          <p14:tracePt t="76982" x="1498600" y="3403600"/>
          <p14:tracePt t="76996" x="1473200" y="3403600"/>
          <p14:tracePt t="77013" x="1365250" y="3409950"/>
          <p14:tracePt t="77030" x="1308100" y="3416300"/>
          <p14:tracePt t="77047" x="1257300" y="3416300"/>
          <p14:tracePt t="77063" x="1212850" y="3422650"/>
          <p14:tracePt t="77080" x="1168400" y="3435350"/>
          <p14:tracePt t="77096" x="1136650" y="3435350"/>
          <p14:tracePt t="77113" x="1104900" y="3441700"/>
          <p14:tracePt t="77130" x="1079500" y="3454400"/>
          <p14:tracePt t="77146" x="1054100" y="3460750"/>
          <p14:tracePt t="77163" x="1028700" y="3473450"/>
          <p14:tracePt t="77180" x="1009650" y="3486150"/>
          <p14:tracePt t="77197" x="996950" y="3505200"/>
          <p14:tracePt t="77213" x="977900" y="3536950"/>
          <p14:tracePt t="77216" x="977900" y="3549650"/>
          <p14:tracePt t="77230" x="977900" y="3568700"/>
          <p14:tracePt t="77246" x="977900" y="3600450"/>
          <p14:tracePt t="77248" x="977900" y="3619500"/>
          <p14:tracePt t="77263" x="990600" y="3651250"/>
          <p14:tracePt t="77280" x="1009650" y="3683000"/>
          <p14:tracePt t="77297" x="1041400" y="3721100"/>
          <p14:tracePt t="77313" x="1066800" y="3740150"/>
          <p14:tracePt t="77330" x="1098550" y="3765550"/>
          <p14:tracePt t="77346" x="1123950" y="3784600"/>
          <p14:tracePt t="77363" x="1155700" y="3797300"/>
          <p14:tracePt t="77380" x="1187450" y="3810000"/>
          <p14:tracePt t="77396" x="1257300" y="3835400"/>
          <p14:tracePt t="77413" x="1295400" y="3841750"/>
          <p14:tracePt t="77430" x="1333500" y="3860800"/>
          <p14:tracePt t="77447" x="1371600" y="3867150"/>
          <p14:tracePt t="77463" x="1416050" y="3879850"/>
          <p14:tracePt t="77480" x="1460500" y="3886200"/>
          <p14:tracePt t="77481" x="1479550" y="3886200"/>
          <p14:tracePt t="77496" x="1543050" y="3886200"/>
          <p14:tracePt t="77514" x="1644650" y="3879850"/>
          <p14:tracePt t="77530" x="1708150" y="3867150"/>
          <p14:tracePt t="77547" x="1758950" y="3841750"/>
          <p14:tracePt t="77563" x="1790700" y="3829050"/>
          <p14:tracePt t="77580" x="1822450" y="3810000"/>
          <p14:tracePt t="77596" x="1828800" y="3803650"/>
          <p14:tracePt t="78627" x="1828800" y="3810000"/>
          <p14:tracePt t="78643" x="1828800" y="3816350"/>
          <p14:tracePt t="78651" x="1828800" y="3822700"/>
          <p14:tracePt t="78660" x="1828800" y="3829050"/>
          <p14:tracePt t="78676" x="1828800" y="3841750"/>
          <p14:tracePt t="78683" x="1828800" y="3848100"/>
          <p14:tracePt t="78697" x="1828800" y="3854450"/>
          <p14:tracePt t="78700" x="1828800" y="3860800"/>
          <p14:tracePt t="78715" x="1828800" y="3879850"/>
          <p14:tracePt t="78730" x="1828800" y="3898900"/>
          <p14:tracePt t="78747" x="1828800" y="3924300"/>
          <p14:tracePt t="78764" x="1822450" y="3943350"/>
          <p14:tracePt t="78780" x="1822450" y="3956050"/>
          <p14:tracePt t="79103" x="1822450" y="3949700"/>
          <p14:tracePt t="79135" x="1816100" y="3949700"/>
          <p14:tracePt t="79143" x="1816100" y="3943350"/>
          <p14:tracePt t="79159" x="1816100" y="3937000"/>
          <p14:tracePt t="79168" x="1809750" y="3937000"/>
          <p14:tracePt t="79180" x="1809750" y="3930650"/>
          <p14:tracePt t="79197" x="1803400" y="3924300"/>
          <p14:tracePt t="79201" x="1803400" y="3917950"/>
          <p14:tracePt t="79214" x="1797050" y="3911600"/>
          <p14:tracePt t="79230" x="1790700" y="3905250"/>
          <p14:tracePt t="79247" x="1778000" y="3898900"/>
          <p14:tracePt t="79263" x="1771650" y="3892550"/>
          <p14:tracePt t="79280" x="1765300" y="3892550"/>
          <p14:tracePt t="79297" x="1758950" y="3892550"/>
          <p14:tracePt t="79313" x="1752600" y="3886200"/>
          <p14:tracePt t="79347" x="1739900" y="3879850"/>
          <p14:tracePt t="79363" x="1727200" y="3873500"/>
          <p14:tracePt t="79380" x="1714500" y="3867150"/>
          <p14:tracePt t="79397" x="1695450" y="3860800"/>
          <p14:tracePt t="79401" x="1682750" y="3860800"/>
          <p14:tracePt t="79413" x="1670050" y="3860800"/>
          <p14:tracePt t="79430" x="1638300" y="3860800"/>
          <p14:tracePt t="79433" x="1625600" y="3860800"/>
          <p14:tracePt t="79447" x="1606550" y="3860800"/>
          <p14:tracePt t="79464" x="1562100" y="3854450"/>
          <p14:tracePt t="79480" x="1536700" y="3854450"/>
          <p14:tracePt t="79497" x="1498600" y="3854450"/>
          <p14:tracePt t="79513" x="1473200" y="3854450"/>
          <p14:tracePt t="79530" x="1447800" y="3854450"/>
          <p14:tracePt t="79547" x="1416050" y="3854450"/>
          <p14:tracePt t="79563" x="1384300" y="3854450"/>
          <p14:tracePt t="79580" x="1365250" y="3854450"/>
          <p14:tracePt t="79597" x="1339850" y="3854450"/>
          <p14:tracePt t="79613" x="1327150" y="3854450"/>
          <p14:tracePt t="79630" x="1308100" y="3854450"/>
          <p14:tracePt t="79647" x="1301750" y="3854450"/>
          <p14:tracePt t="79663" x="1289050" y="3854450"/>
          <p14:tracePt t="79667" x="1282700" y="3854450"/>
          <p14:tracePt t="79682" x="1276350" y="3854450"/>
          <p14:tracePt t="79685" x="1263650" y="3854450"/>
          <p14:tracePt t="79699" x="1250950" y="3854450"/>
          <p14:tracePt t="79717" x="1231900" y="3854450"/>
          <p14:tracePt t="79732" x="1219200" y="3854450"/>
          <p14:tracePt t="79750" x="1206500" y="3854450"/>
          <p14:tracePt t="79763" x="1200150" y="3860800"/>
          <p14:tracePt t="79782" x="1193800" y="3860800"/>
          <p14:tracePt t="79797" x="1181100" y="3867150"/>
          <p14:tracePt t="79816" x="1174750" y="3873500"/>
          <p14:tracePt t="79830" x="1168400" y="3879850"/>
          <p14:tracePt t="79847" x="1162050" y="3886200"/>
          <p14:tracePt t="79863" x="1155700" y="3898900"/>
          <p14:tracePt t="79880" x="1143000" y="3905250"/>
          <p14:tracePt t="79896" x="1136650" y="3911600"/>
          <p14:tracePt t="79913" x="1130300" y="3917950"/>
          <p14:tracePt t="79916" x="1130300" y="3924300"/>
          <p14:tracePt t="79946" x="1117600" y="3943350"/>
          <p14:tracePt t="79963" x="1111250" y="3949700"/>
          <p14:tracePt t="79980" x="1104900" y="3962400"/>
          <p14:tracePt t="79997" x="1098550" y="3981450"/>
          <p14:tracePt t="80013" x="1098550" y="3994150"/>
          <p14:tracePt t="80030" x="1092200" y="4000500"/>
          <p14:tracePt t="80047" x="1085850" y="4019550"/>
          <p14:tracePt t="80063" x="1085850" y="4038600"/>
          <p14:tracePt t="80080" x="1085850" y="4057650"/>
          <p14:tracePt t="80097" x="1085850" y="4076700"/>
          <p14:tracePt t="80113" x="1085850" y="4095750"/>
          <p14:tracePt t="80130" x="1085850" y="4108450"/>
          <p14:tracePt t="80147" x="1085850" y="4121150"/>
          <p14:tracePt t="80150" x="1085850" y="4127500"/>
          <p14:tracePt t="80167" x="1098550" y="4140200"/>
          <p14:tracePt t="80183" x="1111250" y="4152900"/>
          <p14:tracePt t="80199" x="1130300" y="4165600"/>
          <p14:tracePt t="80214" x="1162050" y="4178300"/>
          <p14:tracePt t="80230" x="1193800" y="4184650"/>
          <p14:tracePt t="80246" x="1238250" y="4197350"/>
          <p14:tracePt t="80263" x="1295400" y="4203700"/>
          <p14:tracePt t="80280" x="1365250" y="4203700"/>
          <p14:tracePt t="80297" x="1466850" y="4210050"/>
          <p14:tracePt t="80313" x="1530350" y="4216400"/>
          <p14:tracePt t="80330" x="1619250" y="4229100"/>
          <p14:tracePt t="80347" x="1689100" y="4235450"/>
          <p14:tracePt t="80351" x="1708150" y="4241800"/>
          <p14:tracePt t="80363" x="1720850" y="4241800"/>
          <p14:tracePt t="80380" x="1771650" y="4241800"/>
          <p14:tracePt t="80385" x="1784350" y="4241800"/>
          <p14:tracePt t="80397" x="1803400" y="4241800"/>
          <p14:tracePt t="80414" x="1866900" y="4229100"/>
          <p14:tracePt t="80416" x="1898650" y="4222750"/>
          <p14:tracePt t="80430" x="1911350" y="4210050"/>
          <p14:tracePt t="80447" x="1949450" y="4203700"/>
          <p14:tracePt t="80449" x="1968500" y="4197350"/>
          <p14:tracePt t="80464" x="1993900" y="4191000"/>
          <p14:tracePt t="80480" x="2006600" y="4191000"/>
          <p14:tracePt t="80497" x="2019300" y="4191000"/>
          <p14:tracePt t="80513" x="2025650" y="4191000"/>
          <p14:tracePt t="80538" x="2032000" y="4191000"/>
          <p14:tracePt t="80547" x="2032000" y="4197350"/>
          <p14:tracePt t="80563" x="2057400" y="4229100"/>
          <p14:tracePt t="80580" x="2076450" y="4248150"/>
          <p14:tracePt t="80585" x="2095500" y="4267200"/>
          <p14:tracePt t="80597" x="2120900" y="4286250"/>
          <p14:tracePt t="80613" x="2159000" y="4311650"/>
          <p14:tracePt t="80617" x="2171700" y="4311650"/>
          <p14:tracePt t="80630" x="2184400" y="4318000"/>
          <p14:tracePt t="80647" x="2203450" y="4324350"/>
          <p14:tracePt t="80651" x="2209800" y="4324350"/>
          <p14:tracePt t="80664" x="2216150" y="4324350"/>
          <p14:tracePt t="80697" x="2222500" y="4324350"/>
          <p14:tracePt t="80730" x="2235200" y="4324350"/>
          <p14:tracePt t="80747" x="2241550" y="4311650"/>
          <p14:tracePt t="80842" x="2247900" y="4311650"/>
          <p14:tracePt t="80851" x="2254250" y="4305300"/>
          <p14:tracePt t="80893" x="2260600" y="4305300"/>
          <p14:tracePt t="80973" x="2266950" y="4305300"/>
          <p14:tracePt t="80990" x="2279650" y="4298950"/>
          <p14:tracePt t="80998" x="2279650" y="4292600"/>
          <p14:tracePt t="81013" x="2298700" y="4286250"/>
          <p14:tracePt t="81030" x="2311400" y="4273550"/>
          <p14:tracePt t="81047" x="2317750" y="4254500"/>
          <p14:tracePt t="81063" x="2324100" y="4254500"/>
          <p14:tracePt t="81109" x="2324100" y="4260850"/>
          <p14:tracePt t="81118" x="2336800" y="4279900"/>
          <p14:tracePt t="81130" x="2355850" y="4298950"/>
          <p14:tracePt t="81147" x="2413000" y="4343400"/>
          <p14:tracePt t="81151" x="2457450" y="4356100"/>
          <p14:tracePt t="81163" x="2489200" y="4362450"/>
          <p14:tracePt t="81180" x="2590800" y="4362450"/>
          <p14:tracePt t="81183" x="2635250" y="4349750"/>
          <p14:tracePt t="81197" x="2679700" y="4337050"/>
          <p14:tracePt t="81214" x="2838450" y="4241800"/>
          <p14:tracePt t="81230" x="2889250" y="4203700"/>
          <p14:tracePt t="81247" x="2914650" y="4191000"/>
          <p14:tracePt t="81263" x="2921000" y="4184650"/>
          <p14:tracePt t="81334" x="2927350" y="4184650"/>
          <p14:tracePt t="81351" x="2933700" y="4191000"/>
          <p14:tracePt t="81359" x="2952750" y="4191000"/>
          <p14:tracePt t="81368" x="2965450" y="4197350"/>
          <p14:tracePt t="81381" x="2984500" y="4210050"/>
          <p14:tracePt t="81400" x="3067050" y="4216400"/>
          <p14:tracePt t="81414" x="3143250" y="4216400"/>
          <p14:tracePt t="81432" x="3206750" y="4210050"/>
          <p14:tracePt t="81447" x="3244850" y="4197350"/>
          <p14:tracePt t="81467" x="3327400" y="4146550"/>
          <p14:tracePt t="81480" x="3346450" y="4127500"/>
          <p14:tracePt t="81498" x="3346450" y="4121150"/>
          <p14:tracePt t="81569" x="3346450" y="4127500"/>
          <p14:tracePt t="81585" x="3346450" y="4133850"/>
          <p14:tracePt t="81593" x="3340100" y="4133850"/>
          <p14:tracePt t="81601" x="3340100" y="4140200"/>
          <p14:tracePt t="82601" x="3340100" y="4146550"/>
          <p14:tracePt t="82625" x="3340100" y="4152900"/>
          <p14:tracePt t="82649" x="3340100" y="4159250"/>
          <p14:tracePt t="82674" x="3340100" y="4165600"/>
          <p14:tracePt t="82682" x="3340100" y="4171950"/>
          <p14:tracePt t="82706" x="3340100" y="4178300"/>
          <p14:tracePt t="82723" x="3340100" y="4184650"/>
          <p14:tracePt t="82755" x="3340100" y="4191000"/>
          <p14:tracePt t="82761" x="3346450" y="4191000"/>
          <p14:tracePt t="82780" x="3352800" y="4197350"/>
          <p14:tracePt t="82797" x="3365500" y="4197350"/>
          <p14:tracePt t="82814" x="3371850" y="4197350"/>
          <p14:tracePt t="82830" x="3390900" y="4197350"/>
          <p14:tracePt t="82847" x="3403600" y="4197350"/>
          <p14:tracePt t="82864" x="3416300" y="4197350"/>
          <p14:tracePt t="82868" x="3429000" y="4197350"/>
          <p14:tracePt t="82885" x="3435350" y="4191000"/>
          <p14:tracePt t="82897" x="3441700" y="4191000"/>
          <p14:tracePt t="82914" x="3460750" y="4171950"/>
          <p14:tracePt t="82930" x="3473450" y="4159250"/>
          <p14:tracePt t="82947" x="3479800" y="4152900"/>
          <p14:tracePt t="82964" x="3486150" y="4127500"/>
          <p14:tracePt t="82980" x="3492500" y="4108450"/>
          <p14:tracePt t="82997" x="3492500" y="4083050"/>
          <p14:tracePt t="83016" x="3492500" y="4064000"/>
          <p14:tracePt t="83019" x="3492500" y="4051300"/>
          <p14:tracePt t="83038" x="3492500" y="4038600"/>
          <p14:tracePt t="83048" x="3492500" y="4032250"/>
          <p14:tracePt t="83063" x="3492500" y="4025900"/>
          <p14:tracePt t="83081" x="3473450" y="4000500"/>
          <p14:tracePt t="83084" x="3454400" y="3981450"/>
          <p14:tracePt t="83097" x="3441700" y="3975100"/>
          <p14:tracePt t="83115" x="3390900" y="3943350"/>
          <p14:tracePt t="83119" x="3359150" y="3930650"/>
          <p14:tracePt t="83130" x="3302000" y="3911600"/>
          <p14:tracePt t="83148" x="3181350" y="3879850"/>
          <p14:tracePt t="83165" x="3092450" y="3867150"/>
          <p14:tracePt t="83181" x="3048000" y="3854450"/>
          <p14:tracePt t="83197" x="3035300" y="3848100"/>
          <p14:tracePt t="83214" x="3028950" y="3848100"/>
          <p14:tracePt t="83230" x="3022600" y="3841750"/>
          <p14:tracePt t="83247" x="3009900" y="3841750"/>
          <p14:tracePt t="83264" x="2978150" y="3841750"/>
          <p14:tracePt t="83280" x="2940050" y="3841750"/>
          <p14:tracePt t="83297" x="2863850" y="3841750"/>
          <p14:tracePt t="83313" x="2800350" y="3854450"/>
          <p14:tracePt t="83330" x="2730500" y="3873500"/>
          <p14:tracePt t="83347" x="2679700" y="3886200"/>
          <p14:tracePt t="83350" x="2660650" y="3892550"/>
          <p14:tracePt t="83363" x="2647950" y="3905250"/>
          <p14:tracePt t="83380" x="2628900" y="3911600"/>
          <p14:tracePt t="83384" x="2628900" y="3917950"/>
          <p14:tracePt t="83397" x="2622550" y="3917950"/>
          <p14:tracePt t="83414" x="2603500" y="3943350"/>
          <p14:tracePt t="83430" x="2597150" y="3968750"/>
          <p14:tracePt t="83447" x="2578100" y="4000500"/>
          <p14:tracePt t="83464" x="2571750" y="4019550"/>
          <p14:tracePt t="83480" x="2571750" y="4032250"/>
          <p14:tracePt t="83546" x="2571750" y="4038600"/>
          <p14:tracePt t="83559" x="2571750" y="4044950"/>
          <p14:tracePt t="83577" x="2578100" y="4057650"/>
          <p14:tracePt t="83583" x="2597150" y="4076700"/>
          <p14:tracePt t="83597" x="2603500" y="4089400"/>
          <p14:tracePt t="83614" x="2647950" y="4127500"/>
          <p14:tracePt t="83618" x="2673350" y="4152900"/>
          <p14:tracePt t="83630" x="2705100" y="4165600"/>
          <p14:tracePt t="83648" x="2813050" y="4216400"/>
          <p14:tracePt t="83664" x="2870200" y="4241800"/>
          <p14:tracePt t="83680" x="2952750" y="4260850"/>
          <p14:tracePt t="83697" x="3003550" y="4260850"/>
          <p14:tracePt t="83714" x="3054350" y="4267200"/>
          <p14:tracePt t="83730" x="3111500" y="4267200"/>
          <p14:tracePt t="83747" x="3149600" y="4267200"/>
          <p14:tracePt t="83764" x="3200400" y="4260850"/>
          <p14:tracePt t="83780" x="3232150" y="4248150"/>
          <p14:tracePt t="83784" x="3238500" y="4248150"/>
          <p14:tracePt t="83797" x="3263900" y="4241800"/>
          <p14:tracePt t="83813" x="3282950" y="4241800"/>
          <p14:tracePt t="83816" x="3289300" y="4241800"/>
          <p14:tracePt t="83830" x="3295650" y="4241800"/>
          <p14:tracePt t="83847" x="3308350" y="4241800"/>
          <p14:tracePt t="83852" x="3314700" y="4241800"/>
          <p14:tracePt t="83867" x="3327400" y="4235450"/>
          <p14:tracePt t="83884" x="3346450" y="4235450"/>
          <p14:tracePt t="83897" x="3352800" y="4229100"/>
          <p14:tracePt t="83914" x="3371850" y="4210050"/>
          <p14:tracePt t="83931" x="3378200" y="4210050"/>
          <p14:tracePt t="83947" x="3378200" y="4203700"/>
          <p14:tracePt t="84881" x="3384550" y="4203700"/>
          <p14:tracePt t="84964" x="3384550" y="4197350"/>
          <p14:tracePt t="84971" x="3390900" y="4197350"/>
          <p14:tracePt t="85004" x="3390900" y="4191000"/>
          <p14:tracePt t="85011" x="3397250" y="4191000"/>
          <p14:tracePt t="85020" x="3397250" y="4184650"/>
          <p14:tracePt t="85030" x="3403600" y="4178300"/>
          <p14:tracePt t="85046" x="3409950" y="4178300"/>
          <p14:tracePt t="85063" x="3409950" y="4171950"/>
          <p14:tracePt t="85849" x="3416300" y="4171950"/>
          <p14:tracePt t="85857" x="3429000" y="4184650"/>
          <p14:tracePt t="85865" x="3441700" y="4191000"/>
          <p14:tracePt t="85880" x="3473450" y="4210050"/>
          <p14:tracePt t="85897" x="3517900" y="4235450"/>
          <p14:tracePt t="85913" x="3568700" y="4254500"/>
          <p14:tracePt t="85931" x="3625850" y="4279900"/>
          <p14:tracePt t="85947" x="3676650" y="4292600"/>
          <p14:tracePt t="85964" x="3714750" y="4298950"/>
          <p14:tracePt t="85980" x="3759200" y="4311650"/>
          <p14:tracePt t="85997" x="3784600" y="4311650"/>
          <p14:tracePt t="86014" x="3810000" y="4311650"/>
          <p14:tracePt t="86030" x="3816350" y="4311650"/>
          <p14:tracePt t="86047" x="3822700" y="4311650"/>
          <p14:tracePt t="86080" x="3822700" y="4305300"/>
          <p14:tracePt t="86097" x="3822700" y="4298950"/>
          <p14:tracePt t="86115" x="3822700" y="4292600"/>
          <p14:tracePt t="86130" x="3822700" y="4286250"/>
          <p14:tracePt t="86147" x="3822700" y="4279900"/>
          <p14:tracePt t="86218" x="3822700" y="4273550"/>
          <p14:tracePt t="86251" x="3822700" y="4267200"/>
          <p14:tracePt t="86270" x="3822700" y="4260850"/>
          <p14:tracePt t="86372" x="3822700" y="4254500"/>
          <p14:tracePt t="86429" x="3822700" y="4248150"/>
          <p14:tracePt t="86559" x="3829050" y="4248150"/>
          <p14:tracePt t="86567" x="3835400" y="4248150"/>
          <p14:tracePt t="86575" x="3841750" y="4248150"/>
          <p14:tracePt t="86583" x="3867150" y="4248150"/>
          <p14:tracePt t="86597" x="3879850" y="4248150"/>
          <p14:tracePt t="86614" x="3968750" y="4248150"/>
          <p14:tracePt t="86631" x="4038600" y="4248150"/>
          <p14:tracePt t="86647" x="4127500" y="4235450"/>
          <p14:tracePt t="86664" x="4203700" y="4229100"/>
          <p14:tracePt t="86680" x="4235450" y="4229100"/>
          <p14:tracePt t="86697" x="4292600" y="4222750"/>
          <p14:tracePt t="86714" x="4343400" y="4216400"/>
          <p14:tracePt t="86730" x="4375150" y="4216400"/>
          <p14:tracePt t="86747" x="4432300" y="4216400"/>
          <p14:tracePt t="86752" x="4445000" y="4216400"/>
          <p14:tracePt t="86763" x="4483100" y="4216400"/>
          <p14:tracePt t="86780" x="4508500" y="4210050"/>
          <p14:tracePt t="86785" x="4521200" y="4210050"/>
          <p14:tracePt t="86797" x="4546600" y="4210050"/>
          <p14:tracePt t="86814" x="4578350" y="4210050"/>
          <p14:tracePt t="86816" x="4584700" y="4210050"/>
          <p14:tracePt t="86830" x="4610100" y="4210050"/>
          <p14:tracePt t="86847" x="4635500" y="4210050"/>
          <p14:tracePt t="86850" x="4648200" y="4210050"/>
          <p14:tracePt t="86864" x="4667250" y="4216400"/>
          <p14:tracePt t="86880" x="4699000" y="4222750"/>
          <p14:tracePt t="86897" x="4718050" y="4222750"/>
          <p14:tracePt t="86914" x="4737100" y="4222750"/>
          <p14:tracePt t="86930" x="4762500" y="4222750"/>
          <p14:tracePt t="86947" x="4800600" y="4222750"/>
          <p14:tracePt t="86964" x="4819650" y="4222750"/>
          <p14:tracePt t="86980" x="4832350" y="4222750"/>
          <p14:tracePt t="86984" x="4845050" y="4222750"/>
          <p14:tracePt t="86997" x="4851400" y="4222750"/>
          <p14:tracePt t="87014" x="4876800" y="4222750"/>
          <p14:tracePt t="87018" x="4889500" y="4222750"/>
          <p14:tracePt t="87030" x="4895850" y="4222750"/>
          <p14:tracePt t="87047" x="4921250" y="4222750"/>
          <p14:tracePt t="87052" x="4927600" y="4222750"/>
          <p14:tracePt t="87063" x="4940300" y="4222750"/>
          <p14:tracePt t="87080" x="4972050" y="4229100"/>
          <p14:tracePt t="87083" x="4984750" y="4229100"/>
          <p14:tracePt t="87097" x="4997450" y="4229100"/>
          <p14:tracePt t="87115" x="5041900" y="4229100"/>
          <p14:tracePt t="87130" x="5073650" y="4235450"/>
          <p14:tracePt t="87147" x="5105400" y="4235450"/>
          <p14:tracePt t="87164" x="5130800" y="4235450"/>
          <p14:tracePt t="87180" x="5149850" y="4241800"/>
          <p14:tracePt t="87197" x="5181600" y="4241800"/>
          <p14:tracePt t="87213" x="5200650" y="4241800"/>
          <p14:tracePt t="87230" x="5232400" y="4241800"/>
          <p14:tracePt t="87247" x="5264150" y="4241800"/>
          <p14:tracePt t="87252" x="5283200" y="4241800"/>
          <p14:tracePt t="87264" x="5302250" y="4241800"/>
          <p14:tracePt t="87280" x="5346700" y="4241800"/>
          <p14:tracePt t="87283" x="5365750" y="4241800"/>
          <p14:tracePt t="87300" x="5391150" y="4241800"/>
          <p14:tracePt t="87314" x="5429250" y="4241800"/>
          <p14:tracePt t="87330" x="5448300" y="4241800"/>
          <p14:tracePt t="87347" x="5492750" y="4241800"/>
          <p14:tracePt t="87350" x="5511800" y="4241800"/>
          <p14:tracePt t="87364" x="5530850" y="4241800"/>
          <p14:tracePt t="87380" x="5568950" y="4248150"/>
          <p14:tracePt t="87397" x="5613400" y="4254500"/>
          <p14:tracePt t="87414" x="5670550" y="4254500"/>
          <p14:tracePt t="87430" x="5695950" y="4254500"/>
          <p14:tracePt t="87447" x="5746750" y="4260850"/>
          <p14:tracePt t="87464" x="5810250" y="4260850"/>
          <p14:tracePt t="87480" x="5835650" y="4260850"/>
          <p14:tracePt t="87485" x="5861050" y="4260850"/>
          <p14:tracePt t="87497" x="5899150" y="4260850"/>
          <p14:tracePt t="87513" x="5956300" y="4260850"/>
          <p14:tracePt t="87530" x="6000750" y="4260850"/>
          <p14:tracePt t="87547" x="6083300" y="4267200"/>
          <p14:tracePt t="87550" x="6127750" y="4267200"/>
          <p14:tracePt t="87565" x="6197600" y="4267200"/>
          <p14:tracePt t="87580" x="6267450" y="4267200"/>
          <p14:tracePt t="87597" x="6299200" y="4267200"/>
          <p14:tracePt t="87615" x="6407150" y="4267200"/>
          <p14:tracePt t="87631" x="6470650" y="4267200"/>
          <p14:tracePt t="87647" x="6584950" y="4273550"/>
          <p14:tracePt t="87664" x="6635750" y="4273550"/>
          <p14:tracePt t="87680" x="6686550" y="4273550"/>
          <p14:tracePt t="87697" x="6743700" y="4273550"/>
          <p14:tracePt t="87714" x="6788150" y="4273550"/>
          <p14:tracePt t="87730" x="6826250" y="4273550"/>
          <p14:tracePt t="87747" x="6864350" y="4267200"/>
          <p14:tracePt t="87751" x="6883400" y="4267200"/>
          <p14:tracePt t="87764" x="6896100" y="4267200"/>
          <p14:tracePt t="87780" x="6915150" y="4260850"/>
          <p14:tracePt t="87784" x="6934200" y="4254500"/>
          <p14:tracePt t="87802" x="6940550" y="4254500"/>
          <p14:tracePt t="87815" x="6953250" y="4248150"/>
          <p14:tracePt t="87830" x="6965950" y="4248150"/>
          <p14:tracePt t="87847" x="6972300" y="4248150"/>
          <p14:tracePt t="87850" x="6978650" y="4241800"/>
          <p14:tracePt t="87865" x="6991350" y="4241800"/>
          <p14:tracePt t="87883" x="6997700" y="4241800"/>
          <p14:tracePt t="87897" x="7010400" y="4235450"/>
          <p14:tracePt t="87913" x="7023100" y="4222750"/>
          <p14:tracePt t="87961" x="7029450" y="4222750"/>
          <p14:tracePt t="87969" x="7029450" y="4216400"/>
          <p14:tracePt t="88961" x="0" y="0"/>
        </p14:tracePtLst>
        <p14:tracePtLst>
          <p14:tracePt t="92989" x="4660900" y="3848100"/>
          <p14:tracePt t="93004" x="4654550" y="3848100"/>
          <p14:tracePt t="93019" x="4641850" y="3854450"/>
          <p14:tracePt t="93028" x="4622800" y="3860800"/>
          <p14:tracePt t="93036" x="4616450" y="3873500"/>
          <p14:tracePt t="93048" x="4584700" y="3886200"/>
          <p14:tracePt t="93051" x="4565650" y="3911600"/>
          <p14:tracePt t="93064" x="4540250" y="3924300"/>
          <p14:tracePt t="93080" x="4514850" y="3943350"/>
          <p14:tracePt t="93083" x="4508500" y="3943350"/>
          <p14:tracePt t="93097" x="4508500" y="3949700"/>
          <p14:tracePt t="93115" x="4489450" y="3956050"/>
          <p14:tracePt t="93130" x="4470400" y="3968750"/>
          <p14:tracePt t="93147" x="4451350" y="3981450"/>
          <p14:tracePt t="93164" x="4406900" y="4006850"/>
          <p14:tracePt t="93180" x="4330700" y="4032250"/>
          <p14:tracePt t="93197" x="4292600" y="4044950"/>
          <p14:tracePt t="93214" x="4203700" y="4070350"/>
          <p14:tracePt t="93230" x="4095750" y="4083050"/>
          <p14:tracePt t="93247" x="3975100" y="4095750"/>
          <p14:tracePt t="93265" x="3848100" y="4102100"/>
          <p14:tracePt t="93280" x="3771900" y="4102100"/>
          <p14:tracePt t="93297" x="3644900" y="4102100"/>
          <p14:tracePt t="93314" x="3575050" y="4108450"/>
          <p14:tracePt t="93317" x="3498850" y="4114800"/>
          <p14:tracePt t="93330" x="3467100" y="4121150"/>
          <p14:tracePt t="93347" x="3416300" y="4133850"/>
          <p14:tracePt t="93350" x="3384550" y="4140200"/>
          <p14:tracePt t="93365" x="3327400" y="4159250"/>
          <p14:tracePt t="93380" x="3295650" y="4159250"/>
          <p14:tracePt t="93397" x="3276600" y="4171950"/>
          <p14:tracePt t="93414" x="3257550" y="4178300"/>
          <p14:tracePt t="93430" x="3238500" y="4191000"/>
          <p14:tracePt t="93447" x="3213100" y="4210050"/>
          <p14:tracePt t="93464" x="3181350" y="4229100"/>
          <p14:tracePt t="93481" x="3155950" y="4241800"/>
          <p14:tracePt t="93497" x="3124200" y="4260850"/>
          <p14:tracePt t="93514" x="3098800" y="4260850"/>
          <p14:tracePt t="93519" x="3079750" y="4267200"/>
          <p14:tracePt t="93530" x="3060700" y="4267200"/>
          <p14:tracePt t="93547" x="3009900" y="4273550"/>
          <p14:tracePt t="93553" x="2997200" y="4273550"/>
          <p14:tracePt t="93564" x="2965450" y="4273550"/>
          <p14:tracePt t="93580" x="2889250" y="4267200"/>
          <p14:tracePt t="93583" x="2876550" y="4267200"/>
          <p14:tracePt t="93597" x="2844800" y="4260850"/>
          <p14:tracePt t="93615" x="2762250" y="4248150"/>
          <p14:tracePt t="93631" x="2724150" y="4248150"/>
          <p14:tracePt t="93647" x="2686050" y="4248150"/>
          <p14:tracePt t="93664" x="2647950" y="4248150"/>
          <p14:tracePt t="93680" x="2603500" y="4248150"/>
          <p14:tracePt t="93697" x="2565400" y="4248150"/>
          <p14:tracePt t="93714" x="2527300" y="4254500"/>
          <p14:tracePt t="93718" x="2520950" y="4260850"/>
          <p14:tracePt t="93730" x="2508250" y="4260850"/>
          <p14:tracePt t="93747" x="2476500" y="4260850"/>
          <p14:tracePt t="93764" x="2438400" y="4267200"/>
          <p14:tracePt t="93781" x="2406650" y="4267200"/>
          <p14:tracePt t="93785" x="2393950" y="4267200"/>
          <p14:tracePt t="93797" x="2387600" y="4267200"/>
          <p14:tracePt t="93814" x="2355850" y="4267200"/>
          <p14:tracePt t="93819" x="2343150" y="4267200"/>
          <p14:tracePt t="93830" x="2330450" y="4267200"/>
          <p14:tracePt t="93847" x="2279650" y="4267200"/>
          <p14:tracePt t="93850" x="2260600" y="4267200"/>
          <p14:tracePt t="93865" x="2228850" y="4267200"/>
          <p14:tracePt t="93880" x="2171700" y="4267200"/>
          <p14:tracePt t="93897" x="2146300" y="4267200"/>
          <p14:tracePt t="93914" x="2120900" y="4267200"/>
          <p14:tracePt t="93931" x="2070100" y="4267200"/>
          <p14:tracePt t="93947" x="2038350" y="4267200"/>
          <p14:tracePt t="93964" x="2000250" y="4267200"/>
          <p14:tracePt t="93980" x="1962150" y="4267200"/>
          <p14:tracePt t="93984" x="1943100" y="4273550"/>
          <p14:tracePt t="93997" x="1892300" y="4273550"/>
          <p14:tracePt t="94014" x="1860550" y="4273550"/>
          <p14:tracePt t="94030" x="1828800" y="4273550"/>
          <p14:tracePt t="94047" x="1803400" y="4273550"/>
          <p14:tracePt t="94051" x="1790700" y="4273550"/>
          <p14:tracePt t="94064" x="1771650" y="4273550"/>
          <p14:tracePt t="94080" x="1746250" y="4267200"/>
          <p14:tracePt t="94084" x="1733550" y="4267200"/>
          <p14:tracePt t="94097" x="1714500" y="4267200"/>
          <p14:tracePt t="94114" x="1670050" y="4260850"/>
          <p14:tracePt t="94130" x="1638300" y="4260850"/>
          <p14:tracePt t="94147" x="1600200" y="4254500"/>
          <p14:tracePt t="94164" x="1568450" y="4254500"/>
          <p14:tracePt t="94181" x="1543050" y="4254500"/>
          <p14:tracePt t="94198" x="1517650" y="4248150"/>
          <p14:tracePt t="94214" x="1498600" y="4248150"/>
          <p14:tracePt t="94231" x="1473200" y="4248150"/>
          <p14:tracePt t="94247" x="1441450" y="4248150"/>
          <p14:tracePt t="94250" x="1428750" y="4248150"/>
          <p14:tracePt t="94264" x="1416050" y="4248150"/>
          <p14:tracePt t="94281" x="1384300" y="4248150"/>
          <p14:tracePt t="94284" x="1365250" y="4248150"/>
          <p14:tracePt t="94297" x="1339850" y="4248150"/>
          <p14:tracePt t="94313" x="1289050" y="4248150"/>
          <p14:tracePt t="94330" x="1257300" y="4248150"/>
          <p14:tracePt t="94347" x="1206500" y="4254500"/>
          <p14:tracePt t="94350" x="1181100" y="4254500"/>
          <p14:tracePt t="94365" x="1117600" y="4254500"/>
          <p14:tracePt t="94380" x="1047750" y="4260850"/>
          <p14:tracePt t="94397" x="977900" y="4260850"/>
          <p14:tracePt t="94414" x="927100" y="4267200"/>
          <p14:tracePt t="94430" x="895350" y="4273550"/>
          <p14:tracePt t="94447" x="863600" y="4286250"/>
          <p14:tracePt t="94464" x="850900" y="4292600"/>
          <p14:tracePt t="94480" x="844550" y="4298950"/>
          <p14:tracePt t="94497" x="838200" y="4305300"/>
          <p14:tracePt t="94513" x="838200" y="4311650"/>
          <p14:tracePt t="94517" x="831850" y="4318000"/>
          <p14:tracePt t="94534" x="831850" y="4324350"/>
          <p14:tracePt t="94547" x="831850" y="4330700"/>
          <p14:tracePt t="94567" x="819150" y="4362450"/>
          <p14:tracePt t="94580" x="812800" y="4375150"/>
          <p14:tracePt t="94600" x="800100" y="4419600"/>
          <p14:tracePt t="94615" x="800100" y="4438650"/>
          <p14:tracePt t="94633" x="793750" y="4464050"/>
          <p14:tracePt t="94647" x="787400" y="4489450"/>
          <p14:tracePt t="94664" x="787400" y="4521200"/>
          <p14:tracePt t="94680" x="787400" y="4540250"/>
          <p14:tracePt t="94697" x="787400" y="4559300"/>
          <p14:tracePt t="94714" x="800100" y="4578350"/>
          <p14:tracePt t="94730" x="819150" y="4597400"/>
          <p14:tracePt t="94747" x="831850" y="4610100"/>
          <p14:tracePt t="94764" x="844550" y="4622800"/>
          <p14:tracePt t="94767" x="857250" y="4629150"/>
          <p14:tracePt t="94781" x="863600" y="4635500"/>
          <p14:tracePt t="94797" x="901700" y="4654550"/>
          <p14:tracePt t="94800" x="901700" y="4660900"/>
          <p14:tracePt t="94814" x="920750" y="4667250"/>
          <p14:tracePt t="94830" x="952500" y="4686300"/>
          <p14:tracePt t="94833" x="971550" y="4692650"/>
          <p14:tracePt t="94847" x="1003300" y="4705350"/>
          <p14:tracePt t="94865" x="1085850" y="4730750"/>
          <p14:tracePt t="94880" x="1162050" y="4749800"/>
          <p14:tracePt t="94897" x="1219200" y="4756150"/>
          <p14:tracePt t="94914" x="1314450" y="4762500"/>
          <p14:tracePt t="94930" x="1416050" y="4762500"/>
          <p14:tracePt t="94947" x="1473200" y="4768850"/>
          <p14:tracePt t="94964" x="1587500" y="4768850"/>
          <p14:tracePt t="94980" x="1682750" y="4768850"/>
          <p14:tracePt t="94997" x="1727200" y="4756150"/>
          <p14:tracePt t="95002" x="1746250" y="4756150"/>
          <p14:tracePt t="95014" x="1784350" y="4749800"/>
          <p14:tracePt t="95031" x="1809750" y="4743450"/>
          <p14:tracePt t="95033" x="1816100" y="4743450"/>
          <p14:tracePt t="95047" x="1835150" y="4737100"/>
          <p14:tracePt t="95065" x="1860550" y="4730750"/>
          <p14:tracePt t="95080" x="1866900" y="4730750"/>
          <p14:tracePt t="95097" x="1885950" y="4730750"/>
          <p14:tracePt t="95100" x="1905000" y="4724400"/>
          <p14:tracePt t="95115" x="1930400" y="4718050"/>
          <p14:tracePt t="95131" x="1993900" y="4711700"/>
          <p14:tracePt t="95147" x="2038350" y="4705350"/>
          <p14:tracePt t="95164" x="2095500" y="4692650"/>
          <p14:tracePt t="95180" x="2146300" y="4679950"/>
          <p14:tracePt t="95197" x="2184400" y="4667250"/>
          <p14:tracePt t="95214" x="2203450" y="4660900"/>
          <p14:tracePt t="95231" x="2209800" y="4654550"/>
          <p14:tracePt t="95247" x="2216150" y="4648200"/>
          <p14:tracePt t="95264" x="2222500" y="4641850"/>
          <p14:tracePt t="95268" x="2235200" y="4629150"/>
          <p14:tracePt t="95283" x="2241550" y="4616450"/>
          <p14:tracePt t="95297" x="2247900" y="4597400"/>
          <p14:tracePt t="95301" x="2254250" y="4591050"/>
          <p14:tracePt t="95315" x="2266950" y="4559300"/>
          <p14:tracePt t="95330" x="2266950" y="4546600"/>
          <p14:tracePt t="95347" x="2266950" y="4540250"/>
          <p14:tracePt t="95365" x="2266950" y="4521200"/>
          <p14:tracePt t="95381" x="2266950" y="4514850"/>
          <p14:tracePt t="95397" x="2266950" y="4508500"/>
          <p14:tracePt t="95414" x="2266950" y="4502150"/>
          <p14:tracePt t="95431" x="2266950" y="4489450"/>
          <p14:tracePt t="95447" x="2266950" y="4483100"/>
          <p14:tracePt t="95464" x="2266950" y="4457700"/>
          <p14:tracePt t="95481" x="2266950" y="4445000"/>
          <p14:tracePt t="95497" x="2266950" y="4438650"/>
          <p14:tracePt t="95500" x="2266950" y="4432300"/>
          <p14:tracePt t="95514" x="2266950" y="4425950"/>
          <p14:tracePt t="95531" x="2266950" y="4400550"/>
          <p14:tracePt t="95534" x="2266950" y="4387850"/>
          <p14:tracePt t="95547" x="2260600" y="4375150"/>
          <p14:tracePt t="95565" x="2235200" y="4337050"/>
          <p14:tracePt t="95580" x="2216150" y="4311650"/>
          <p14:tracePt t="95597" x="2190750" y="4292600"/>
          <p14:tracePt t="95614" x="2165350" y="4279900"/>
          <p14:tracePt t="95631" x="2127250" y="4273550"/>
          <p14:tracePt t="95647" x="2057400" y="4260850"/>
          <p14:tracePt t="95664" x="2006600" y="4254500"/>
          <p14:tracePt t="95680" x="1962150" y="4241800"/>
          <p14:tracePt t="95697" x="1917700" y="4235450"/>
          <p14:tracePt t="95714" x="1860550" y="4222750"/>
          <p14:tracePt t="95731" x="1797050" y="4210050"/>
          <p14:tracePt t="95735" x="1771650" y="4210050"/>
          <p14:tracePt t="95747" x="1733550" y="4203700"/>
          <p14:tracePt t="95764" x="1663700" y="4203700"/>
          <p14:tracePt t="95767" x="1631950" y="4203700"/>
          <p14:tracePt t="95781" x="1587500" y="4203700"/>
          <p14:tracePt t="95797" x="1517650" y="4203700"/>
          <p14:tracePt t="95815" x="1454150" y="4203700"/>
          <p14:tracePt t="95830" x="1371600" y="4203700"/>
          <p14:tracePt t="95847" x="1301750" y="4210050"/>
          <p14:tracePt t="95864" x="1225550" y="4222750"/>
          <p14:tracePt t="95880" x="1143000" y="4248150"/>
          <p14:tracePt t="95897" x="1104900" y="4260850"/>
          <p14:tracePt t="95914" x="1041400" y="4298950"/>
          <p14:tracePt t="95931" x="977900" y="4337050"/>
          <p14:tracePt t="95948" x="927100" y="4387850"/>
          <p14:tracePt t="95964" x="901700" y="4413250"/>
          <p14:tracePt t="95980" x="895350" y="4425950"/>
          <p14:tracePt t="95997" x="889000" y="4445000"/>
          <p14:tracePt t="96001" x="889000" y="4451350"/>
          <p14:tracePt t="96014" x="889000" y="4464050"/>
          <p14:tracePt t="96031" x="889000" y="4470400"/>
          <p14:tracePt t="96034" x="889000" y="4476750"/>
          <p14:tracePt t="96051" x="889000" y="4483100"/>
          <p14:tracePt t="96064" x="889000" y="4489450"/>
          <p14:tracePt t="96080" x="895350" y="4502150"/>
          <p14:tracePt t="96097" x="914400" y="4521200"/>
          <p14:tracePt t="96114" x="933450" y="4540250"/>
          <p14:tracePt t="96131" x="971550" y="4584700"/>
          <p14:tracePt t="96147" x="996950" y="4603750"/>
          <p14:tracePt t="96164" x="1035050" y="4635500"/>
          <p14:tracePt t="96183" x="1041400" y="4641850"/>
          <p14:tracePt t="96197" x="1054100" y="4654550"/>
          <p14:tracePt t="96215" x="1092200" y="4667250"/>
          <p14:tracePt t="96219" x="1098550" y="4673600"/>
          <p14:tracePt t="96230" x="1117600" y="4679950"/>
          <p14:tracePt t="96248" x="1181100" y="4692650"/>
          <p14:tracePt t="96251" x="1225550" y="4699000"/>
          <p14:tracePt t="96264" x="1270000" y="4705350"/>
          <p14:tracePt t="96281" x="1339850" y="4711700"/>
          <p14:tracePt t="96284" x="1390650" y="4711700"/>
          <p14:tracePt t="96297" x="1441450" y="4711700"/>
          <p14:tracePt t="96315" x="1543050" y="4699000"/>
          <p14:tracePt t="96330" x="1587500" y="4692650"/>
          <p14:tracePt t="96348" x="1619250" y="4686300"/>
          <p14:tracePt t="96363" x="1625600" y="4686300"/>
          <p14:tracePt t="96381" x="1631950" y="4686300"/>
          <p14:tracePt t="96446" x="1631950" y="4679950"/>
          <p14:tracePt t="96581" x="1638300" y="4679950"/>
          <p14:tracePt t="96855" x="1644650" y="4679950"/>
          <p14:tracePt t="97259" x="1651000" y="4679950"/>
          <p14:tracePt t="97283" x="1657350" y="4679950"/>
          <p14:tracePt t="97300" x="1670050" y="4679950"/>
          <p14:tracePt t="97309" x="1682750" y="4679950"/>
          <p14:tracePt t="97316" x="1701800" y="4679950"/>
          <p14:tracePt t="97331" x="1746250" y="4673600"/>
          <p14:tracePt t="97347" x="1790700" y="4673600"/>
          <p14:tracePt t="97364" x="1860550" y="4673600"/>
          <p14:tracePt t="97381" x="1955800" y="4660900"/>
          <p14:tracePt t="97397" x="2057400" y="4648200"/>
          <p14:tracePt t="97414" x="2127250" y="4641850"/>
          <p14:tracePt t="97431" x="2190750" y="4629150"/>
          <p14:tracePt t="97447" x="2222500" y="4622800"/>
          <p14:tracePt t="97451" x="2235200" y="4616450"/>
          <p14:tracePt t="97464" x="2247900" y="4616450"/>
          <p14:tracePt t="97480" x="2254250" y="4616450"/>
          <p14:tracePt t="97497" x="2260600" y="4616450"/>
          <p14:tracePt t="97517" x="2266950" y="4616450"/>
          <p14:tracePt t="97581" x="2273300" y="4616450"/>
          <p14:tracePt t="97597" x="2279650" y="4616450"/>
          <p14:tracePt t="97614" x="2292350" y="4616450"/>
          <p14:tracePt t="97630" x="2311400" y="4610100"/>
          <p14:tracePt t="97647" x="2336800" y="4603750"/>
          <p14:tracePt t="97664" x="2343150" y="4603750"/>
          <p14:tracePt t="97681" x="2349500" y="4603750"/>
          <p14:tracePt t="97855" x="2362200" y="4603750"/>
          <p14:tracePt t="97872" x="2368550" y="4603750"/>
          <p14:tracePt t="97887" x="2381250" y="4603750"/>
          <p14:tracePt t="98201" x="2387600" y="4603750"/>
          <p14:tracePt t="98209" x="2387600" y="4610100"/>
          <p14:tracePt t="98218" x="2393950" y="4610100"/>
          <p14:tracePt t="98230" x="2413000" y="4616450"/>
          <p14:tracePt t="98234" x="2438400" y="4622800"/>
          <p14:tracePt t="98247" x="2470150" y="4629150"/>
          <p14:tracePt t="98265" x="2641600" y="4641850"/>
          <p14:tracePt t="98281" x="2730500" y="4641850"/>
          <p14:tracePt t="98297" x="2876550" y="4641850"/>
          <p14:tracePt t="98300" x="2940050" y="4641850"/>
          <p14:tracePt t="98315" x="3041650" y="4635500"/>
          <p14:tracePt t="98331" x="3086100" y="4622800"/>
          <p14:tracePt t="98347" x="3092450" y="4622800"/>
          <p14:tracePt t="100218" x="3098800" y="4622800"/>
          <p14:tracePt t="100370" x="3105150" y="4622800"/>
          <p14:tracePt t="101300" x="0" y="0"/>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85B7-BF57-2232-3895-81779D41DF6A}"/>
              </a:ext>
            </a:extLst>
          </p:cNvPr>
          <p:cNvSpPr>
            <a:spLocks noGrp="1"/>
          </p:cNvSpPr>
          <p:nvPr>
            <p:ph type="title"/>
          </p:nvPr>
        </p:nvSpPr>
        <p:spPr/>
        <p:txBody>
          <a:bodyPr/>
          <a:lstStyle/>
          <a:p>
            <a:r>
              <a:rPr lang="en-US" dirty="0"/>
              <a:t>Write to a file</a:t>
            </a:r>
            <a:endParaRPr lang="en-BE" dirty="0"/>
          </a:p>
        </p:txBody>
      </p:sp>
      <p:sp>
        <p:nvSpPr>
          <p:cNvPr id="3" name="Content Placeholder 2">
            <a:extLst>
              <a:ext uri="{FF2B5EF4-FFF2-40B4-BE49-F238E27FC236}">
                <a16:creationId xmlns:a16="http://schemas.microsoft.com/office/drawing/2014/main" id="{2EDF6617-4C3B-DEE8-295A-FA51534E18D5}"/>
              </a:ext>
            </a:extLst>
          </p:cNvPr>
          <p:cNvSpPr>
            <a:spLocks noGrp="1"/>
          </p:cNvSpPr>
          <p:nvPr>
            <p:ph idx="1"/>
          </p:nvPr>
        </p:nvSpPr>
        <p:spPr/>
        <p:txBody>
          <a:bodyPr>
            <a:normAutofit lnSpcReduction="10000"/>
          </a:bodyPr>
          <a:lstStyle/>
          <a:p>
            <a:r>
              <a:rPr lang="en-US" b="1" dirty="0"/>
              <a:t>write()</a:t>
            </a:r>
            <a:r>
              <a:rPr lang="en-US" dirty="0"/>
              <a:t> </a:t>
            </a:r>
          </a:p>
          <a:p>
            <a:pPr lvl="1"/>
            <a:r>
              <a:rPr lang="en-US" dirty="0"/>
              <a:t>used to write a single string to a file.</a:t>
            </a:r>
          </a:p>
          <a:p>
            <a:pPr lvl="2"/>
            <a:r>
              <a:rPr lang="en-US" dirty="0"/>
              <a:t>The </a:t>
            </a:r>
            <a:r>
              <a:rPr lang="en-US" b="1" dirty="0"/>
              <a:t>write()</a:t>
            </a:r>
            <a:r>
              <a:rPr lang="en-US" dirty="0"/>
              <a:t> function only works with </a:t>
            </a:r>
            <a:r>
              <a:rPr lang="en-US" b="1" dirty="0"/>
              <a:t>string</a:t>
            </a:r>
            <a:r>
              <a:rPr lang="en-US" dirty="0"/>
              <a:t> arguments. If you want to write the results of a numerical variable to an output file, you need to convert the number into a string with </a:t>
            </a:r>
            <a:r>
              <a:rPr lang="en-US" b="1" dirty="0"/>
              <a:t>str()</a:t>
            </a:r>
            <a:r>
              <a:rPr lang="en-US" dirty="0"/>
              <a:t> </a:t>
            </a:r>
          </a:p>
          <a:p>
            <a:pPr lvl="1"/>
            <a:r>
              <a:rPr lang="en-US" dirty="0"/>
              <a:t>It does not add any newline characters unless you explicitly include them in the string.</a:t>
            </a:r>
          </a:p>
          <a:p>
            <a:r>
              <a:rPr lang="en-US" b="1" dirty="0" err="1"/>
              <a:t>writelines</a:t>
            </a:r>
            <a:r>
              <a:rPr lang="en-US" b="1" dirty="0"/>
              <a:t>()</a:t>
            </a:r>
            <a:r>
              <a:rPr lang="en-US" dirty="0"/>
              <a:t> e</a:t>
            </a:r>
            <a:r>
              <a:rPr lang="en-US" b="0" i="0" dirty="0">
                <a:solidFill>
                  <a:srgbClr val="232629"/>
                </a:solidFill>
                <a:effectLst/>
                <a:latin typeface="-apple-system"/>
              </a:rPr>
              <a:t>xpects an </a:t>
            </a:r>
            <a:r>
              <a:rPr lang="en-US" b="0" i="0" dirty="0" err="1">
                <a:solidFill>
                  <a:srgbClr val="232629"/>
                </a:solidFill>
                <a:effectLst/>
                <a:latin typeface="-apple-system"/>
              </a:rPr>
              <a:t>iterable</a:t>
            </a:r>
            <a:r>
              <a:rPr lang="en-US" b="0" i="0" dirty="0">
                <a:solidFill>
                  <a:srgbClr val="232629"/>
                </a:solidFill>
                <a:effectLst/>
                <a:latin typeface="-apple-system"/>
              </a:rPr>
              <a:t> as argument (an </a:t>
            </a:r>
            <a:r>
              <a:rPr lang="en-US" b="0" i="0" dirty="0" err="1">
                <a:solidFill>
                  <a:srgbClr val="232629"/>
                </a:solidFill>
                <a:effectLst/>
                <a:latin typeface="-apple-system"/>
              </a:rPr>
              <a:t>iterable</a:t>
            </a:r>
            <a:r>
              <a:rPr lang="en-US" b="0" i="0" dirty="0">
                <a:solidFill>
                  <a:srgbClr val="232629"/>
                </a:solidFill>
                <a:effectLst/>
                <a:latin typeface="-apple-system"/>
              </a:rPr>
              <a:t> object can be a tuple, a list, a string, or an iterator in the most general sense). Each item contained in the iterator is expected to be a string.</a:t>
            </a:r>
          </a:p>
          <a:p>
            <a:pPr lvl="1"/>
            <a:r>
              <a:rPr lang="en-US" b="0" i="0" dirty="0">
                <a:solidFill>
                  <a:srgbClr val="242424"/>
                </a:solidFill>
                <a:effectLst/>
                <a:latin typeface="Segoe UI" panose="020B0502040204020203" pitchFamily="34" charset="0"/>
              </a:rPr>
              <a:t>It does not add newline characters between the strings; you need to include them in the strings if needed.</a:t>
            </a:r>
            <a:r>
              <a:rPr lang="en-US" b="0" i="0" dirty="0">
                <a:solidFill>
                  <a:srgbClr val="232629"/>
                </a:solidFill>
                <a:effectLst/>
                <a:latin typeface="-apple-system"/>
              </a:rPr>
              <a:t> </a:t>
            </a:r>
            <a:endParaRPr lang="en-BE" dirty="0"/>
          </a:p>
        </p:txBody>
      </p:sp>
    </p:spTree>
    <p:extLst>
      <p:ext uri="{BB962C8B-B14F-4D97-AF65-F5344CB8AC3E}">
        <p14:creationId xmlns:p14="http://schemas.microsoft.com/office/powerpoint/2010/main" val="3654205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98F6A7-F93D-433A-A98F-E09365277A5C}"/>
              </a:ext>
            </a:extLst>
          </p:cNvPr>
          <p:cNvSpPr>
            <a:spLocks noGrp="1"/>
          </p:cNvSpPr>
          <p:nvPr>
            <p:ph type="title"/>
          </p:nvPr>
        </p:nvSpPr>
        <p:spPr/>
        <p:txBody>
          <a:bodyPr/>
          <a:lstStyle/>
          <a:p>
            <a:r>
              <a:rPr lang="en-US" dirty="0"/>
              <a:t>Write to a file</a:t>
            </a:r>
          </a:p>
        </p:txBody>
      </p:sp>
      <p:sp>
        <p:nvSpPr>
          <p:cNvPr id="5" name="Text Placeholder 4">
            <a:extLst>
              <a:ext uri="{FF2B5EF4-FFF2-40B4-BE49-F238E27FC236}">
                <a16:creationId xmlns:a16="http://schemas.microsoft.com/office/drawing/2014/main" id="{7569C0ED-AA04-4BEE-A3A0-6512D5FF2604}"/>
              </a:ext>
            </a:extLst>
          </p:cNvPr>
          <p:cNvSpPr>
            <a:spLocks noGrp="1"/>
          </p:cNvSpPr>
          <p:nvPr>
            <p:ph type="body" idx="1"/>
          </p:nvPr>
        </p:nvSpPr>
        <p:spPr>
          <a:xfrm>
            <a:off x="836612" y="1278732"/>
            <a:ext cx="5157787" cy="823912"/>
          </a:xfrm>
        </p:spPr>
        <p:txBody>
          <a:bodyPr/>
          <a:lstStyle/>
          <a:p>
            <a:r>
              <a:rPr lang="en-US" i="1" dirty="0"/>
              <a:t>File: file_io_write_1.py</a:t>
            </a:r>
          </a:p>
        </p:txBody>
      </p:sp>
      <p:sp>
        <p:nvSpPr>
          <p:cNvPr id="6" name="Content Placeholder 5">
            <a:extLst>
              <a:ext uri="{FF2B5EF4-FFF2-40B4-BE49-F238E27FC236}">
                <a16:creationId xmlns:a16="http://schemas.microsoft.com/office/drawing/2014/main" id="{04E6E5DA-7B8C-4495-B716-447DB153F9AF}"/>
              </a:ext>
            </a:extLst>
          </p:cNvPr>
          <p:cNvSpPr>
            <a:spLocks noGrp="1"/>
          </p:cNvSpPr>
          <p:nvPr>
            <p:ph sz="half" idx="2"/>
          </p:nvPr>
        </p:nvSpPr>
        <p:spPr>
          <a:xfrm>
            <a:off x="836611" y="2097882"/>
            <a:ext cx="5157787" cy="4653900"/>
          </a:xfrm>
        </p:spPr>
        <p:txBody>
          <a:bodyPr>
            <a:normAutofit fontScale="25000" lnSpcReduction="20000"/>
          </a:bodyPr>
          <a:lstStyle/>
          <a:p>
            <a:pPr marL="0" indent="0">
              <a:lnSpc>
                <a:spcPct val="120000"/>
              </a:lnSpc>
              <a:spcBef>
                <a:spcPts val="0"/>
              </a:spcBef>
              <a:buNone/>
            </a:pPr>
            <a:r>
              <a:rPr lang="en-US" sz="5600" dirty="0" err="1">
                <a:latin typeface="Courier New" panose="02070309020205020404" pitchFamily="49" charset="0"/>
                <a:cs typeface="Courier New" panose="02070309020205020404" pitchFamily="49" charset="0"/>
              </a:rPr>
              <a:t>fp</a:t>
            </a:r>
            <a:r>
              <a:rPr lang="en-US" sz="5600" dirty="0">
                <a:latin typeface="Courier New" panose="02070309020205020404" pitchFamily="49" charset="0"/>
                <a:cs typeface="Courier New" panose="02070309020205020404" pitchFamily="49" charset="0"/>
              </a:rPr>
              <a:t> = open('</a:t>
            </a:r>
            <a:r>
              <a:rPr lang="en-US" sz="5600" dirty="0" err="1">
                <a:latin typeface="Courier New" panose="02070309020205020404" pitchFamily="49" charset="0"/>
                <a:cs typeface="Courier New" panose="02070309020205020404" pitchFamily="49" charset="0"/>
              </a:rPr>
              <a:t>testfile-write.txt','w</a:t>
            </a:r>
            <a:r>
              <a:rPr lang="en-US" sz="5600" dirty="0">
                <a:latin typeface="Courier New" panose="02070309020205020404" pitchFamily="49" charset="0"/>
                <a:cs typeface="Courier New" panose="02070309020205020404" pitchFamily="49" charset="0"/>
              </a:rPr>
              <a:t>') </a:t>
            </a:r>
          </a:p>
          <a:p>
            <a:pPr marL="0" indent="0">
              <a:lnSpc>
                <a:spcPct val="120000"/>
              </a:lnSpc>
              <a:spcBef>
                <a:spcPts val="0"/>
              </a:spcBef>
              <a:buNone/>
            </a:pPr>
            <a:r>
              <a:rPr lang="en-US" sz="5600" dirty="0" err="1">
                <a:latin typeface="Courier New" panose="02070309020205020404" pitchFamily="49" charset="0"/>
                <a:cs typeface="Courier New" panose="02070309020205020404" pitchFamily="49" charset="0"/>
              </a:rPr>
              <a:t>fp.write</a:t>
            </a:r>
            <a:r>
              <a:rPr lang="en-US" sz="5600" dirty="0">
                <a:latin typeface="Courier New" panose="02070309020205020404" pitchFamily="49" charset="0"/>
                <a:cs typeface="Courier New" panose="02070309020205020404" pitchFamily="49" charset="0"/>
              </a:rPr>
              <a:t>('Hello World') </a:t>
            </a:r>
          </a:p>
          <a:p>
            <a:pPr marL="0" indent="0">
              <a:lnSpc>
                <a:spcPct val="120000"/>
              </a:lnSpc>
              <a:spcBef>
                <a:spcPts val="0"/>
              </a:spcBef>
              <a:buNone/>
            </a:pPr>
            <a:r>
              <a:rPr lang="en-US" sz="5600" dirty="0" err="1">
                <a:latin typeface="Courier New" panose="02070309020205020404" pitchFamily="49" charset="0"/>
                <a:cs typeface="Courier New" panose="02070309020205020404" pitchFamily="49" charset="0"/>
              </a:rPr>
              <a:t>fp.write</a:t>
            </a:r>
            <a:r>
              <a:rPr lang="en-US" sz="5600" dirty="0">
                <a:latin typeface="Courier New" panose="02070309020205020404" pitchFamily="49" charset="0"/>
                <a:cs typeface="Courier New" panose="02070309020205020404" pitchFamily="49" charset="0"/>
              </a:rPr>
              <a:t>('Hello World \n') </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write the list</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note, here print is used</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It inserts spaces between arguments and appends the line terminator.</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l = [0, 1, 2, 3]</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print(l, file=</a:t>
            </a:r>
            <a:r>
              <a:rPr lang="en-US" sz="5600" dirty="0" err="1">
                <a:latin typeface="Courier New" panose="02070309020205020404" pitchFamily="49" charset="0"/>
                <a:cs typeface="Courier New" panose="02070309020205020404" pitchFamily="49" charset="0"/>
              </a:rPr>
              <a:t>fp</a:t>
            </a:r>
            <a:r>
              <a:rPr lang="en-US" sz="56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for </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in l:</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print(</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file=</a:t>
            </a:r>
            <a:r>
              <a:rPr lang="en-US" sz="5600" dirty="0" err="1">
                <a:latin typeface="Courier New" panose="02070309020205020404" pitchFamily="49" charset="0"/>
                <a:cs typeface="Courier New" panose="02070309020205020404" pitchFamily="49" charset="0"/>
              </a:rPr>
              <a:t>fp</a:t>
            </a:r>
            <a:r>
              <a:rPr lang="en-US" sz="56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for </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in l:</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print(</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end=' ', file=</a:t>
            </a:r>
            <a:r>
              <a:rPr lang="en-US" sz="5600" dirty="0" err="1">
                <a:latin typeface="Courier New" panose="02070309020205020404" pitchFamily="49" charset="0"/>
                <a:cs typeface="Courier New" panose="02070309020205020404" pitchFamily="49" charset="0"/>
              </a:rPr>
              <a:t>fp</a:t>
            </a:r>
            <a:r>
              <a:rPr lang="en-US" sz="56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write the individual elements</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for </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in l:</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a:t>
            </a:r>
            <a:r>
              <a:rPr lang="en-US" sz="5600" dirty="0" err="1">
                <a:latin typeface="Courier New" panose="02070309020205020404" pitchFamily="49" charset="0"/>
                <a:cs typeface="Courier New" panose="02070309020205020404" pitchFamily="49" charset="0"/>
              </a:rPr>
              <a:t>fp.write</a:t>
            </a:r>
            <a:r>
              <a:rPr lang="en-US" sz="5600" dirty="0">
                <a:latin typeface="Courier New" panose="02070309020205020404" pitchFamily="49" charset="0"/>
                <a:cs typeface="Courier New" panose="02070309020205020404" pitchFamily="49" charset="0"/>
              </a:rPr>
              <a:t>(str(</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write the individual elements with a separator</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for </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in l:</a:t>
            </a:r>
          </a:p>
          <a:p>
            <a:pPr marL="0" indent="0">
              <a:lnSpc>
                <a:spcPct val="120000"/>
              </a:lnSpc>
              <a:spcBef>
                <a:spcPts val="0"/>
              </a:spcBef>
              <a:buNone/>
            </a:pPr>
            <a:r>
              <a:rPr lang="en-US" sz="5600" dirty="0">
                <a:latin typeface="Courier New" panose="02070309020205020404" pitchFamily="49" charset="0"/>
                <a:cs typeface="Courier New" panose="02070309020205020404" pitchFamily="49" charset="0"/>
              </a:rPr>
              <a:t>    </a:t>
            </a:r>
            <a:r>
              <a:rPr lang="en-US" sz="5600" dirty="0" err="1">
                <a:latin typeface="Courier New" panose="02070309020205020404" pitchFamily="49" charset="0"/>
                <a:cs typeface="Courier New" panose="02070309020205020404" pitchFamily="49" charset="0"/>
              </a:rPr>
              <a:t>fp.write</a:t>
            </a:r>
            <a:r>
              <a:rPr lang="en-US" sz="5600" dirty="0">
                <a:latin typeface="Courier New" panose="02070309020205020404" pitchFamily="49" charset="0"/>
                <a:cs typeface="Courier New" panose="02070309020205020404" pitchFamily="49" charset="0"/>
              </a:rPr>
              <a:t>(str(</a:t>
            </a:r>
            <a:r>
              <a:rPr lang="en-US" sz="5600" dirty="0" err="1">
                <a:latin typeface="Courier New" panose="02070309020205020404" pitchFamily="49" charset="0"/>
                <a:cs typeface="Courier New" panose="02070309020205020404" pitchFamily="49" charset="0"/>
              </a:rPr>
              <a:t>i</a:t>
            </a:r>
            <a:r>
              <a:rPr lang="en-US" sz="5600" dirty="0">
                <a:latin typeface="Courier New" panose="02070309020205020404" pitchFamily="49" charset="0"/>
                <a:cs typeface="Courier New" panose="02070309020205020404" pitchFamily="49" charset="0"/>
              </a:rPr>
              <a:t>) + '/')</a:t>
            </a:r>
          </a:p>
          <a:p>
            <a:pPr marL="0" indent="0">
              <a:lnSpc>
                <a:spcPct val="120000"/>
              </a:lnSpc>
              <a:spcBef>
                <a:spcPts val="0"/>
              </a:spcBef>
              <a:buNone/>
            </a:pPr>
            <a:r>
              <a:rPr lang="en-US" sz="5600" dirty="0" err="1">
                <a:latin typeface="Courier New" panose="02070309020205020404" pitchFamily="49" charset="0"/>
                <a:cs typeface="Courier New" panose="02070309020205020404" pitchFamily="49" charset="0"/>
              </a:rPr>
              <a:t>fp.write</a:t>
            </a:r>
            <a:r>
              <a:rPr lang="en-US" sz="5600" dirty="0">
                <a:latin typeface="Courier New" panose="02070309020205020404" pitchFamily="49" charset="0"/>
                <a:cs typeface="Courier New" panose="02070309020205020404" pitchFamily="49" charset="0"/>
              </a:rPr>
              <a:t>('\n')</a:t>
            </a:r>
          </a:p>
          <a:p>
            <a:pPr marL="0" indent="0">
              <a:lnSpc>
                <a:spcPct val="120000"/>
              </a:lnSpc>
              <a:spcBef>
                <a:spcPts val="0"/>
              </a:spcBef>
              <a:buNone/>
            </a:pPr>
            <a:r>
              <a:rPr lang="en-US" sz="5600" dirty="0" err="1">
                <a:latin typeface="Courier New" panose="02070309020205020404" pitchFamily="49" charset="0"/>
                <a:cs typeface="Courier New" panose="02070309020205020404" pitchFamily="49" charset="0"/>
              </a:rPr>
              <a:t>fp.close</a:t>
            </a:r>
            <a:r>
              <a:rPr lang="en-US" sz="5600" dirty="0">
                <a:latin typeface="Courier New" panose="02070309020205020404" pitchFamily="49" charset="0"/>
                <a:cs typeface="Courier New" panose="02070309020205020404" pitchFamily="49" charset="0"/>
              </a:rPr>
              <a:t>() </a:t>
            </a:r>
          </a:p>
          <a:p>
            <a:pPr marL="0" indent="0">
              <a:buNone/>
            </a:pPr>
            <a:endParaRPr lang="en-US" dirty="0"/>
          </a:p>
        </p:txBody>
      </p:sp>
      <p:sp>
        <p:nvSpPr>
          <p:cNvPr id="7" name="Text Placeholder 6">
            <a:extLst>
              <a:ext uri="{FF2B5EF4-FFF2-40B4-BE49-F238E27FC236}">
                <a16:creationId xmlns:a16="http://schemas.microsoft.com/office/drawing/2014/main" id="{396278A9-3877-402A-BAB1-CBDE9F3337C6}"/>
              </a:ext>
            </a:extLst>
          </p:cNvPr>
          <p:cNvSpPr>
            <a:spLocks noGrp="1"/>
          </p:cNvSpPr>
          <p:nvPr>
            <p:ph type="body" sz="quarter" idx="3"/>
          </p:nvPr>
        </p:nvSpPr>
        <p:spPr>
          <a:xfrm>
            <a:off x="6096000" y="1273970"/>
            <a:ext cx="5183188" cy="823912"/>
          </a:xfrm>
        </p:spPr>
        <p:txBody>
          <a:bodyPr/>
          <a:lstStyle/>
          <a:p>
            <a:r>
              <a:rPr lang="en-US" dirty="0"/>
              <a:t>testfile-write.txt</a:t>
            </a:r>
          </a:p>
        </p:txBody>
      </p:sp>
      <p:sp>
        <p:nvSpPr>
          <p:cNvPr id="8" name="Content Placeholder 7">
            <a:extLst>
              <a:ext uri="{FF2B5EF4-FFF2-40B4-BE49-F238E27FC236}">
                <a16:creationId xmlns:a16="http://schemas.microsoft.com/office/drawing/2014/main" id="{0F7110A8-DB39-4AA8-BE5E-97A5BCEF410A}"/>
              </a:ext>
            </a:extLst>
          </p:cNvPr>
          <p:cNvSpPr>
            <a:spLocks noGrp="1"/>
          </p:cNvSpPr>
          <p:nvPr>
            <p:ph sz="quarter" idx="4"/>
          </p:nvPr>
        </p:nvSpPr>
        <p:spPr/>
        <p:txBody>
          <a:bodyPr>
            <a:normAutofit fontScale="25000" lnSpcReduction="20000"/>
          </a:bodyPr>
          <a:lstStyle/>
          <a:p>
            <a:pPr marL="0" indent="0">
              <a:buNone/>
            </a:pPr>
            <a:r>
              <a:rPr lang="en-US" sz="6400" dirty="0">
                <a:latin typeface="Courier New" panose="02070309020205020404" pitchFamily="49" charset="0"/>
                <a:cs typeface="Courier New" panose="02070309020205020404" pitchFamily="49" charset="0"/>
              </a:rPr>
              <a:t>Hello </a:t>
            </a:r>
            <a:r>
              <a:rPr lang="en-US" sz="6400" dirty="0" err="1">
                <a:latin typeface="Courier New" panose="02070309020205020404" pitchFamily="49" charset="0"/>
                <a:cs typeface="Courier New" panose="02070309020205020404" pitchFamily="49" charset="0"/>
              </a:rPr>
              <a:t>WorldHello</a:t>
            </a:r>
            <a:r>
              <a:rPr lang="en-US" sz="6400" dirty="0">
                <a:latin typeface="Courier New" panose="02070309020205020404" pitchFamily="49" charset="0"/>
                <a:cs typeface="Courier New" panose="02070309020205020404" pitchFamily="49" charset="0"/>
              </a:rPr>
              <a:t> World </a:t>
            </a:r>
          </a:p>
          <a:p>
            <a:pPr marL="0" indent="0">
              <a:buNone/>
            </a:pPr>
            <a:r>
              <a:rPr lang="en-US" sz="6400" dirty="0">
                <a:latin typeface="Courier New" panose="02070309020205020404" pitchFamily="49" charset="0"/>
                <a:cs typeface="Courier New" panose="02070309020205020404" pitchFamily="49" charset="0"/>
              </a:rPr>
              <a:t>[0, 1, 2, 3]</a:t>
            </a:r>
          </a:p>
          <a:p>
            <a:pPr marL="0" indent="0">
              <a:buNone/>
            </a:pPr>
            <a:r>
              <a:rPr lang="en-US" sz="6400" dirty="0">
                <a:latin typeface="Courier New" panose="02070309020205020404" pitchFamily="49" charset="0"/>
                <a:cs typeface="Courier New" panose="02070309020205020404" pitchFamily="49" charset="0"/>
              </a:rPr>
              <a:t>0</a:t>
            </a:r>
          </a:p>
          <a:p>
            <a:pPr marL="0" indent="0">
              <a:buNone/>
            </a:pPr>
            <a:r>
              <a:rPr lang="en-US" sz="6400" dirty="0">
                <a:latin typeface="Courier New" panose="02070309020205020404" pitchFamily="49" charset="0"/>
                <a:cs typeface="Courier New" panose="02070309020205020404" pitchFamily="49" charset="0"/>
              </a:rPr>
              <a:t>1</a:t>
            </a:r>
          </a:p>
          <a:p>
            <a:pPr marL="0" indent="0">
              <a:buNone/>
            </a:pPr>
            <a:r>
              <a:rPr lang="en-US" sz="6400" dirty="0">
                <a:latin typeface="Courier New" panose="02070309020205020404" pitchFamily="49" charset="0"/>
                <a:cs typeface="Courier New" panose="02070309020205020404" pitchFamily="49" charset="0"/>
              </a:rPr>
              <a:t>2</a:t>
            </a:r>
          </a:p>
          <a:p>
            <a:pPr marL="0" indent="0">
              <a:buNone/>
            </a:pPr>
            <a:r>
              <a:rPr lang="en-US" sz="6400" dirty="0">
                <a:latin typeface="Courier New" panose="02070309020205020404" pitchFamily="49" charset="0"/>
                <a:cs typeface="Courier New" panose="02070309020205020404" pitchFamily="49" charset="0"/>
              </a:rPr>
              <a:t>3</a:t>
            </a:r>
          </a:p>
          <a:p>
            <a:pPr marL="0" indent="0">
              <a:buNone/>
            </a:pPr>
            <a:r>
              <a:rPr lang="en-US" sz="6400" dirty="0">
                <a:latin typeface="Courier New" panose="02070309020205020404" pitchFamily="49" charset="0"/>
                <a:cs typeface="Courier New" panose="02070309020205020404" pitchFamily="49" charset="0"/>
              </a:rPr>
              <a:t>0 1 2 3 01230/1/2/3/</a:t>
            </a:r>
          </a:p>
          <a:p>
            <a:endParaRPr lang="en-US" dirty="0"/>
          </a:p>
        </p:txBody>
      </p:sp>
      <p:cxnSp>
        <p:nvCxnSpPr>
          <p:cNvPr id="10" name="Straight Arrow Connector 9">
            <a:extLst>
              <a:ext uri="{FF2B5EF4-FFF2-40B4-BE49-F238E27FC236}">
                <a16:creationId xmlns:a16="http://schemas.microsoft.com/office/drawing/2014/main" id="{8B6092EB-0B1E-4C3E-AEED-1A8D5879BEFF}"/>
              </a:ext>
            </a:extLst>
          </p:cNvPr>
          <p:cNvCxnSpPr/>
          <p:nvPr/>
        </p:nvCxnSpPr>
        <p:spPr>
          <a:xfrm flipV="1">
            <a:off x="2872509" y="3006727"/>
            <a:ext cx="3223491" cy="98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88482CA-13DF-4F14-88A2-5A3FD2939005}"/>
              </a:ext>
            </a:extLst>
          </p:cNvPr>
          <p:cNvCxnSpPr>
            <a:cxnSpLocks/>
          </p:cNvCxnSpPr>
          <p:nvPr/>
        </p:nvCxnSpPr>
        <p:spPr>
          <a:xfrm flipV="1">
            <a:off x="3163454" y="3523566"/>
            <a:ext cx="3008746" cy="823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3649725-E660-45E1-A765-5D3E67D1BEE3}"/>
              </a:ext>
            </a:extLst>
          </p:cNvPr>
          <p:cNvCxnSpPr>
            <a:cxnSpLocks/>
          </p:cNvCxnSpPr>
          <p:nvPr/>
        </p:nvCxnSpPr>
        <p:spPr>
          <a:xfrm flipV="1">
            <a:off x="4174475" y="4424832"/>
            <a:ext cx="2099327" cy="379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7109286-324D-48C0-B961-CBD0164E439B}"/>
              </a:ext>
            </a:extLst>
          </p:cNvPr>
          <p:cNvCxnSpPr>
            <a:cxnSpLocks/>
          </p:cNvCxnSpPr>
          <p:nvPr/>
        </p:nvCxnSpPr>
        <p:spPr>
          <a:xfrm flipV="1">
            <a:off x="3163454" y="4506948"/>
            <a:ext cx="4290291" cy="908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8B62CEC-7E47-4496-9C8C-936D0E248124}"/>
              </a:ext>
            </a:extLst>
          </p:cNvPr>
          <p:cNvCxnSpPr>
            <a:cxnSpLocks/>
          </p:cNvCxnSpPr>
          <p:nvPr/>
        </p:nvCxnSpPr>
        <p:spPr>
          <a:xfrm flipV="1">
            <a:off x="3749963" y="4614664"/>
            <a:ext cx="4498110" cy="1666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685276"/>
      </p:ext>
    </p:extLst>
  </p:cSld>
  <p:clrMapOvr>
    <a:masterClrMapping/>
  </p:clrMapOvr>
  <mc:AlternateContent xmlns:mc="http://schemas.openxmlformats.org/markup-compatibility/2006" xmlns:p14="http://schemas.microsoft.com/office/powerpoint/2010/main">
    <mc:Choice Requires="p14">
      <p:transition spd="slow" p14:dur="2000" advTm="160357"/>
    </mc:Choice>
    <mc:Fallback xmlns="">
      <p:transition spd="slow" advTm="160357"/>
    </mc:Fallback>
  </mc:AlternateContent>
  <p:extLst>
    <p:ext uri="{3A86A75C-4F4B-4683-9AE1-C65F6400EC91}">
      <p14:laserTraceLst xmlns:p14="http://schemas.microsoft.com/office/powerpoint/2010/main">
        <p14:tracePtLst>
          <p14:tracePt t="3523" x="1930400" y="1435100"/>
          <p14:tracePt t="3528" x="1917700" y="1435100"/>
          <p14:tracePt t="3538" x="1911350" y="1435100"/>
          <p14:tracePt t="3555" x="1879600" y="1441450"/>
          <p14:tracePt t="3572" x="1860550" y="1441450"/>
          <p14:tracePt t="3575" x="1847850" y="1441450"/>
          <p14:tracePt t="3589" x="1841500" y="1441450"/>
          <p14:tracePt t="3605" x="1816100" y="1447800"/>
          <p14:tracePt t="3608" x="1809750" y="1454150"/>
          <p14:tracePt t="3623" x="1790700" y="1454150"/>
          <p14:tracePt t="3639" x="1778000" y="1460500"/>
          <p14:tracePt t="3656" x="1752600" y="1466850"/>
          <p14:tracePt t="3672" x="1733550" y="1473200"/>
          <p14:tracePt t="3689" x="1689100" y="1492250"/>
          <p14:tracePt t="3705" x="1657350" y="1504950"/>
          <p14:tracePt t="3722" x="1619250" y="1517650"/>
          <p14:tracePt t="3739" x="1574800" y="1543050"/>
          <p14:tracePt t="3755" x="1524000" y="1562100"/>
          <p14:tracePt t="3772" x="1498600" y="1574800"/>
          <p14:tracePt t="3788" x="1473200" y="1593850"/>
          <p14:tracePt t="3805" x="1447800" y="1612900"/>
          <p14:tracePt t="3809" x="1447800" y="1625600"/>
          <p14:tracePt t="3822" x="1435100" y="1638300"/>
          <p14:tracePt t="3839" x="1422400" y="1657350"/>
          <p14:tracePt t="3842" x="1416050" y="1676400"/>
          <p14:tracePt t="3855" x="1409700" y="1689100"/>
          <p14:tracePt t="3873" x="1397000" y="1733550"/>
          <p14:tracePt t="3891" x="1384300" y="1771650"/>
          <p14:tracePt t="3905" x="1377950" y="1809750"/>
          <p14:tracePt t="3922" x="1371600" y="1847850"/>
          <p14:tracePt t="3939" x="1371600" y="1879600"/>
          <p14:tracePt t="3955" x="1371600" y="1898650"/>
          <p14:tracePt t="3972" x="1371600" y="1924050"/>
          <p14:tracePt t="3989" x="1371600" y="1943100"/>
          <p14:tracePt t="4005" x="1371600" y="1955800"/>
          <p14:tracePt t="4022" x="1377950" y="1968500"/>
          <p14:tracePt t="4039" x="1390650" y="1981200"/>
          <p14:tracePt t="4042" x="1403350" y="1987550"/>
          <p14:tracePt t="4055" x="1409700" y="2000250"/>
          <p14:tracePt t="4072" x="1428750" y="2019300"/>
          <p14:tracePt t="4076" x="1441450" y="2025650"/>
          <p14:tracePt t="4088" x="1460500" y="2038350"/>
          <p14:tracePt t="4105" x="1485900" y="2057400"/>
          <p14:tracePt t="4107" x="1498600" y="2063750"/>
          <p14:tracePt t="4123" x="1524000" y="2082800"/>
          <p14:tracePt t="4139" x="1562100" y="2095500"/>
          <p14:tracePt t="4156" x="1581150" y="2108200"/>
          <p14:tracePt t="4172" x="1606550" y="2127250"/>
          <p14:tracePt t="4191" x="1631950" y="2139950"/>
          <p14:tracePt t="4205" x="1644650" y="2152650"/>
          <p14:tracePt t="4224" x="1670050" y="2165350"/>
          <p14:tracePt t="4239" x="1689100" y="2178050"/>
          <p14:tracePt t="4257" x="1708150" y="2190750"/>
          <p14:tracePt t="4261" x="1714500" y="2190750"/>
          <p14:tracePt t="4272" x="1720850" y="2203450"/>
          <p14:tracePt t="4289" x="1733550" y="2209800"/>
          <p14:tracePt t="4305" x="1752600" y="2216150"/>
          <p14:tracePt t="4323" x="1771650" y="2228850"/>
          <p14:tracePt t="4326" x="1778000" y="2235200"/>
          <p14:tracePt t="4339" x="1803400" y="2241550"/>
          <p14:tracePt t="4357" x="1828800" y="2254250"/>
          <p14:tracePt t="4373" x="1854200" y="2260600"/>
          <p14:tracePt t="4389" x="1892300" y="2260600"/>
          <p14:tracePt t="4405" x="1917700" y="2266950"/>
          <p14:tracePt t="4422" x="1943100" y="2266950"/>
          <p14:tracePt t="4439" x="1981200" y="2266950"/>
          <p14:tracePt t="4456" x="2000250" y="2266950"/>
          <p14:tracePt t="4472" x="2044700" y="2266950"/>
          <p14:tracePt t="4488" x="2057400" y="2266950"/>
          <p14:tracePt t="4505" x="2082800" y="2266950"/>
          <p14:tracePt t="4522" x="2120900" y="2266950"/>
          <p14:tracePt t="4539" x="2146300" y="2273300"/>
          <p14:tracePt t="4555" x="2178050" y="2279650"/>
          <p14:tracePt t="4559" x="2197100" y="2279650"/>
          <p14:tracePt t="4572" x="2209800" y="2279650"/>
          <p14:tracePt t="4588" x="2235200" y="2286000"/>
          <p14:tracePt t="4591" x="2254250" y="2286000"/>
          <p14:tracePt t="4605" x="2266950" y="2292350"/>
          <p14:tracePt t="4622" x="2362200" y="2298700"/>
          <p14:tracePt t="4639" x="2413000" y="2298700"/>
          <p14:tracePt t="4655" x="2463800" y="2298700"/>
          <p14:tracePt t="4672" x="2508250" y="2298700"/>
          <p14:tracePt t="4689" x="2546350" y="2298700"/>
          <p14:tracePt t="4705" x="2584450" y="2298700"/>
          <p14:tracePt t="4722" x="2622550" y="2298700"/>
          <p14:tracePt t="4739" x="2660650" y="2292350"/>
          <p14:tracePt t="4755" x="2686050" y="2292350"/>
          <p14:tracePt t="4760" x="2698750" y="2292350"/>
          <p14:tracePt t="4772" x="2717800" y="2292350"/>
          <p14:tracePt t="4789" x="2743200" y="2292350"/>
          <p14:tracePt t="4793" x="2755900" y="2292350"/>
          <p14:tracePt t="4805" x="2774950" y="2292350"/>
          <p14:tracePt t="4822" x="2813050" y="2286000"/>
          <p14:tracePt t="4825" x="2825750" y="2286000"/>
          <p14:tracePt t="4838" x="2851150" y="2286000"/>
          <p14:tracePt t="4855" x="2870200" y="2286000"/>
          <p14:tracePt t="4858" x="2889250" y="2286000"/>
          <p14:tracePt t="4872" x="2933700" y="2279650"/>
          <p14:tracePt t="4888" x="2990850" y="2273300"/>
          <p14:tracePt t="4905" x="3041650" y="2273300"/>
          <p14:tracePt t="4922" x="3092450" y="2273300"/>
          <p14:tracePt t="4938" x="3124200" y="2266950"/>
          <p14:tracePt t="4955" x="3175000" y="2266950"/>
          <p14:tracePt t="4972" x="3244850" y="2260600"/>
          <p14:tracePt t="4989" x="3270250" y="2260600"/>
          <p14:tracePt t="5005" x="3340100" y="2254250"/>
          <p14:tracePt t="5022" x="3409950" y="2247900"/>
          <p14:tracePt t="5027" x="3435350" y="2241550"/>
          <p14:tracePt t="5038" x="3460750" y="2241550"/>
          <p14:tracePt t="5055" x="3492500" y="2235200"/>
          <p14:tracePt t="5072" x="3543300" y="2228850"/>
          <p14:tracePt t="5089" x="3594100" y="2216150"/>
          <p14:tracePt t="5105" x="3619500" y="2209800"/>
          <p14:tracePt t="5123" x="3695700" y="2203450"/>
          <p14:tracePt t="5140" x="3714750" y="2190750"/>
          <p14:tracePt t="5155" x="3771900" y="2178050"/>
          <p14:tracePt t="5171" x="3822700" y="2165350"/>
          <p14:tracePt t="5188" x="3854450" y="2165350"/>
          <p14:tracePt t="5205" x="3898900" y="2146300"/>
          <p14:tracePt t="5222" x="3924300" y="2139950"/>
          <p14:tracePt t="5239" x="3956050" y="2133600"/>
          <p14:tracePt t="5255" x="3968750" y="2120900"/>
          <p14:tracePt t="5259" x="3975100" y="2120900"/>
          <p14:tracePt t="5272" x="3987800" y="2114550"/>
          <p14:tracePt t="5289" x="3994150" y="2108200"/>
          <p14:tracePt t="5305" x="4006850" y="2089150"/>
          <p14:tracePt t="5322" x="4019550" y="2076450"/>
          <p14:tracePt t="5338" x="4032250" y="2063750"/>
          <p14:tracePt t="5355" x="4044950" y="2044700"/>
          <p14:tracePt t="5373" x="4051300" y="2025650"/>
          <p14:tracePt t="5388" x="4057650" y="2019300"/>
          <p14:tracePt t="5405" x="4064000" y="1993900"/>
          <p14:tracePt t="5422" x="4070350" y="1987550"/>
          <p14:tracePt t="5439" x="4070350" y="1962150"/>
          <p14:tracePt t="5455" x="4070350" y="1949450"/>
          <p14:tracePt t="5472" x="4070350" y="1930400"/>
          <p14:tracePt t="5489" x="4070350" y="1924050"/>
          <p14:tracePt t="5505" x="4070350" y="1917700"/>
          <p14:tracePt t="5522" x="4064000" y="1905000"/>
          <p14:tracePt t="5527" x="4057650" y="1898650"/>
          <p14:tracePt t="5541" x="4051300" y="1879600"/>
          <p14:tracePt t="5555" x="4044950" y="1873250"/>
          <p14:tracePt t="5572" x="4032250" y="1847850"/>
          <p14:tracePt t="5588" x="4013200" y="1828800"/>
          <p14:tracePt t="5592" x="4013200" y="1816100"/>
          <p14:tracePt t="5605" x="4000500" y="1803400"/>
          <p14:tracePt t="5623" x="3975100" y="1771650"/>
          <p14:tracePt t="5639" x="3956050" y="1752600"/>
          <p14:tracePt t="5655" x="3930650" y="1733550"/>
          <p14:tracePt t="5672" x="3905250" y="1714500"/>
          <p14:tracePt t="5689" x="3879850" y="1695450"/>
          <p14:tracePt t="5705" x="3841750" y="1676400"/>
          <p14:tracePt t="5722" x="3784600" y="1657350"/>
          <p14:tracePt t="5739" x="3721100" y="1651000"/>
          <p14:tracePt t="5755" x="3676650" y="1644650"/>
          <p14:tracePt t="5759" x="3632200" y="1638300"/>
          <p14:tracePt t="5772" x="3587750" y="1631950"/>
          <p14:tracePt t="5788" x="3511550" y="1625600"/>
          <p14:tracePt t="5793" x="3467100" y="1625600"/>
          <p14:tracePt t="5805" x="3422650" y="1619250"/>
          <p14:tracePt t="5823" x="3295650" y="1612900"/>
          <p14:tracePt t="5841" x="3251200" y="1612900"/>
          <p14:tracePt t="5844" x="3206750" y="1606550"/>
          <p14:tracePt t="5855" x="3162300" y="1606550"/>
          <p14:tracePt t="5874" x="3035300" y="1587500"/>
          <p14:tracePt t="5891" x="2940050" y="1581150"/>
          <p14:tracePt t="5907" x="2825750" y="1562100"/>
          <p14:tracePt t="5922" x="2705100" y="1549400"/>
          <p14:tracePt t="5940" x="2578100" y="1530350"/>
          <p14:tracePt t="5955" x="2457450" y="1511300"/>
          <p14:tracePt t="5972" x="2336800" y="1492250"/>
          <p14:tracePt t="5989" x="2222500" y="1479550"/>
          <p14:tracePt t="6006" x="2127250" y="1466850"/>
          <p14:tracePt t="6009" x="2095500" y="1460500"/>
          <p14:tracePt t="6022" x="2057400" y="1460500"/>
          <p14:tracePt t="6039" x="1987550" y="1460500"/>
          <p14:tracePt t="6041" x="1962150" y="1460500"/>
          <p14:tracePt t="6055" x="1936750" y="1460500"/>
          <p14:tracePt t="6073" x="1822450" y="1460500"/>
          <p14:tracePt t="6089" x="1784350" y="1466850"/>
          <p14:tracePt t="6105" x="1708150" y="1479550"/>
          <p14:tracePt t="6108" x="1670050" y="1485900"/>
          <p14:tracePt t="6123" x="1524000" y="1511300"/>
          <p14:tracePt t="6138" x="1447800" y="1530350"/>
          <p14:tracePt t="6155" x="1377950" y="1543050"/>
          <p14:tracePt t="6172" x="1314450" y="1555750"/>
          <p14:tracePt t="6189" x="1238250" y="1581150"/>
          <p14:tracePt t="6205" x="1212850" y="1593850"/>
          <p14:tracePt t="6222" x="1206500" y="1600200"/>
          <p14:tracePt t="6239" x="1200150" y="1606550"/>
          <p14:tracePt t="6390" x="0" y="0"/>
        </p14:tracePtLst>
        <p14:tracePtLst>
          <p14:tracePt t="11186" x="7797800" y="1612900"/>
          <p14:tracePt t="11281" x="7791450" y="1612900"/>
          <p14:tracePt t="11298" x="7785100" y="1612900"/>
          <p14:tracePt t="11306" x="7766050" y="1600200"/>
          <p14:tracePt t="11322" x="7747000" y="1587500"/>
          <p14:tracePt t="11339" x="7715250" y="1574800"/>
          <p14:tracePt t="11355" x="7683500" y="1555750"/>
          <p14:tracePt t="11373" x="7651750" y="1536700"/>
          <p14:tracePt t="11389" x="7607300" y="1517650"/>
          <p14:tracePt t="11405" x="7550150" y="1498600"/>
          <p14:tracePt t="11422" x="7499350" y="1492250"/>
          <p14:tracePt t="11427" x="7467600" y="1479550"/>
          <p14:tracePt t="11438" x="7448550" y="1473200"/>
          <p14:tracePt t="11455" x="7359650" y="1454150"/>
          <p14:tracePt t="11458" x="7340600" y="1454150"/>
          <p14:tracePt t="11473" x="7258050" y="1435100"/>
          <p14:tracePt t="11489" x="7188200" y="1428750"/>
          <p14:tracePt t="11491" x="7162800" y="1428750"/>
          <p14:tracePt t="11505" x="7086600" y="1422400"/>
          <p14:tracePt t="11523" x="6940550" y="1422400"/>
          <p14:tracePt t="11539" x="6826250" y="1422400"/>
          <p14:tracePt t="11555" x="6724650" y="1447800"/>
          <p14:tracePt t="11572" x="6629400" y="1473200"/>
          <p14:tracePt t="11589" x="6591300" y="1485900"/>
          <p14:tracePt t="11605" x="6527800" y="1511300"/>
          <p14:tracePt t="11622" x="6489700" y="1524000"/>
          <p14:tracePt t="11639" x="6464300" y="1536700"/>
          <p14:tracePt t="11655" x="6432550" y="1555750"/>
          <p14:tracePt t="11660" x="6413500" y="1562100"/>
          <p14:tracePt t="11672" x="6400800" y="1568450"/>
          <p14:tracePt t="11689" x="6356350" y="1593850"/>
          <p14:tracePt t="11691" x="6343650" y="1606550"/>
          <p14:tracePt t="11705" x="6330950" y="1606550"/>
          <p14:tracePt t="11723" x="6273800" y="1638300"/>
          <p14:tracePt t="11739" x="6248400" y="1657350"/>
          <p14:tracePt t="11755" x="6223000" y="1676400"/>
          <p14:tracePt t="11773" x="6210300" y="1689100"/>
          <p14:tracePt t="11789" x="6197600" y="1695450"/>
          <p14:tracePt t="11805" x="6191250" y="1708150"/>
          <p14:tracePt t="11822" x="6178550" y="1714500"/>
          <p14:tracePt t="11839" x="6172200" y="1727200"/>
          <p14:tracePt t="11855" x="6165850" y="1733550"/>
          <p14:tracePt t="11872" x="6165850" y="1739900"/>
          <p14:tracePt t="11889" x="6159500" y="1752600"/>
          <p14:tracePt t="11896" x="6153150" y="1752600"/>
          <p14:tracePt t="11905" x="6153150" y="1758950"/>
          <p14:tracePt t="11922" x="6153150" y="1771650"/>
          <p14:tracePt t="11925" x="6153150" y="1778000"/>
          <p14:tracePt t="11938" x="6146800" y="1790700"/>
          <p14:tracePt t="11955" x="6146800" y="1809750"/>
          <p14:tracePt t="11958" x="6140450" y="1822450"/>
          <p14:tracePt t="11973" x="6140450" y="1841500"/>
          <p14:tracePt t="11989" x="6140450" y="1854200"/>
          <p14:tracePt t="12005" x="6140450" y="1866900"/>
          <p14:tracePt t="12022" x="6140450" y="1885950"/>
          <p14:tracePt t="12039" x="6146800" y="1911350"/>
          <p14:tracePt t="12055" x="6153150" y="1936750"/>
          <p14:tracePt t="12072" x="6178550" y="1968500"/>
          <p14:tracePt t="12089" x="6203950" y="1993900"/>
          <p14:tracePt t="12105" x="6254750" y="2032000"/>
          <p14:tracePt t="12122" x="6305550" y="2063750"/>
          <p14:tracePt t="12139" x="6356350" y="2089150"/>
          <p14:tracePt t="12155" x="6445250" y="2120900"/>
          <p14:tracePt t="12158" x="6477000" y="2133600"/>
          <p14:tracePt t="12172" x="6502400" y="2139950"/>
          <p14:tracePt t="12189" x="6559550" y="2159000"/>
          <p14:tracePt t="12192" x="6635750" y="2171700"/>
          <p14:tracePt t="12205" x="6667500" y="2178050"/>
          <p14:tracePt t="12223" x="6788150" y="2197100"/>
          <p14:tracePt t="12239" x="6940550" y="2216150"/>
          <p14:tracePt t="12255" x="7035800" y="2228850"/>
          <p14:tracePt t="12272" x="7131050" y="2241550"/>
          <p14:tracePt t="12289" x="7226300" y="2254250"/>
          <p14:tracePt t="12305" x="7353300" y="2260600"/>
          <p14:tracePt t="12322" x="7423150" y="2266950"/>
          <p14:tracePt t="12339" x="7486650" y="2266950"/>
          <p14:tracePt t="12355" x="7550150" y="2266950"/>
          <p14:tracePt t="12372" x="7607300" y="2266950"/>
          <p14:tracePt t="12389" x="7721600" y="2266950"/>
          <p14:tracePt t="12393" x="7753350" y="2266950"/>
          <p14:tracePt t="12405" x="7791450" y="2260600"/>
          <p14:tracePt t="12422" x="7867650" y="2247900"/>
          <p14:tracePt t="12426" x="7975600" y="2241550"/>
          <p14:tracePt t="12441" x="8026400" y="2235200"/>
          <p14:tracePt t="12444" x="8070850" y="2228850"/>
          <p14:tracePt t="12455" x="8115300" y="2222500"/>
          <p14:tracePt t="12474" x="8293100" y="2197100"/>
          <p14:tracePt t="12488" x="8356600" y="2190750"/>
          <p14:tracePt t="12507" x="8413750" y="2171700"/>
          <p14:tracePt t="12522" x="8477250" y="2152650"/>
          <p14:tracePt t="12540" x="8509000" y="2146300"/>
          <p14:tracePt t="12555" x="8534400" y="2133600"/>
          <p14:tracePt t="12573" x="8553450" y="2127250"/>
          <p14:tracePt t="12589" x="8566150" y="2114550"/>
          <p14:tracePt t="12606" x="8585200" y="2101850"/>
          <p14:tracePt t="12622" x="8604250" y="2089150"/>
          <p14:tracePt t="12639" x="8623300" y="2076450"/>
          <p14:tracePt t="12655" x="8655050" y="2051050"/>
          <p14:tracePt t="12672" x="8680450" y="2012950"/>
          <p14:tracePt t="12677" x="8693150" y="1993900"/>
          <p14:tracePt t="12689" x="8699500" y="1987550"/>
          <p14:tracePt t="12705" x="8712200" y="1955800"/>
          <p14:tracePt t="12708" x="8712200" y="1949450"/>
          <p14:tracePt t="12723" x="8712200" y="1917700"/>
          <p14:tracePt t="12739" x="8712200" y="1892300"/>
          <p14:tracePt t="12755" x="8699500" y="1866900"/>
          <p14:tracePt t="12772" x="8680450" y="1847850"/>
          <p14:tracePt t="12789" x="8636000" y="1822450"/>
          <p14:tracePt t="12806" x="8559800" y="1778000"/>
          <p14:tracePt t="12822" x="8477250" y="1746250"/>
          <p14:tracePt t="12839" x="8318500" y="1695450"/>
          <p14:tracePt t="12856" x="8089900" y="1619250"/>
          <p14:tracePt t="12872" x="7956550" y="1587500"/>
          <p14:tracePt t="12889" x="7747000" y="1530350"/>
          <p14:tracePt t="12894" x="7645400" y="1504950"/>
          <p14:tracePt t="12905" x="7550150" y="1492250"/>
          <p14:tracePt t="12922" x="7385050" y="1460500"/>
          <p14:tracePt t="12939" x="7283450" y="1447800"/>
          <p14:tracePt t="12941" x="7213600" y="1441450"/>
          <p14:tracePt t="12955" x="7194550" y="1441450"/>
          <p14:tracePt t="12973" x="7061200" y="1441450"/>
          <p14:tracePt t="12989" x="6965950" y="1454150"/>
          <p14:tracePt t="13005" x="6819900" y="1492250"/>
          <p14:tracePt t="13022" x="6718300" y="1530350"/>
          <p14:tracePt t="13039" x="6616700" y="1568450"/>
          <p14:tracePt t="13055" x="6527800" y="1606550"/>
          <p14:tracePt t="13072" x="6483350" y="1625600"/>
          <p14:tracePt t="13088" x="6426200" y="1638300"/>
          <p14:tracePt t="13105" x="6381750" y="1657350"/>
          <p14:tracePt t="13109" x="6369050" y="1657350"/>
          <p14:tracePt t="13122" x="6330950" y="1663700"/>
          <p14:tracePt t="13139" x="6292850" y="1676400"/>
          <p14:tracePt t="13143" x="6248400" y="1689100"/>
          <p14:tracePt t="13156" x="6223000" y="1695450"/>
          <p14:tracePt t="13172" x="6184900" y="1714500"/>
          <p14:tracePt t="13188" x="6134100" y="1739900"/>
          <p14:tracePt t="13205" x="6108700" y="1758950"/>
          <p14:tracePt t="13208" x="6089650" y="1778000"/>
          <p14:tracePt t="13223" x="6083300" y="1778000"/>
          <p14:tracePt t="13239" x="6083300" y="1784350"/>
          <p14:tracePt t="13266" x="6083300" y="1790700"/>
          <p14:tracePt t="13280" x="6076950" y="1797050"/>
          <p14:tracePt t="13296" x="6076950" y="1803400"/>
          <p14:tracePt t="13305" x="6076950" y="1809750"/>
          <p14:tracePt t="13322" x="6076950" y="1822450"/>
          <p14:tracePt t="13339" x="6076950" y="1835150"/>
          <p14:tracePt t="13355" x="6076950" y="1854200"/>
          <p14:tracePt t="13372" x="6076950" y="1866900"/>
          <p14:tracePt t="13389" x="6076950" y="1885950"/>
          <p14:tracePt t="13405" x="6083300" y="1898650"/>
          <p14:tracePt t="13409" x="6089650" y="1905000"/>
          <p14:tracePt t="13422" x="6089650" y="1911350"/>
          <p14:tracePt t="13439" x="6096000" y="1924050"/>
          <p14:tracePt t="13441" x="6102350" y="1936750"/>
          <p14:tracePt t="13455" x="6108700" y="1943100"/>
          <p14:tracePt t="13473" x="6115050" y="1962150"/>
          <p14:tracePt t="13489" x="6127750" y="1987550"/>
          <p14:tracePt t="13505" x="6134100" y="2000250"/>
          <p14:tracePt t="13522" x="6140450" y="2012950"/>
          <p14:tracePt t="13539" x="6146800" y="2019300"/>
          <p14:tracePt t="13555" x="6159500" y="2032000"/>
          <p14:tracePt t="13572" x="6165850" y="2038350"/>
          <p14:tracePt t="13588" x="6172200" y="2038350"/>
          <p14:tracePt t="13605" x="6172200" y="2044700"/>
          <p14:tracePt t="13622" x="6178550" y="2044700"/>
          <p14:tracePt t="13812" x="0" y="0"/>
        </p14:tracePtLst>
        <p14:tracePtLst>
          <p14:tracePt t="19689" x="7677150" y="2279650"/>
          <p14:tracePt t="19695" x="7677150" y="2286000"/>
          <p14:tracePt t="19706" x="7670800" y="2292350"/>
          <p14:tracePt t="19722" x="7658100" y="2305050"/>
          <p14:tracePt t="19739" x="7639050" y="2317750"/>
          <p14:tracePt t="19755" x="7626350" y="2317750"/>
          <p14:tracePt t="19772" x="7620000" y="2317750"/>
          <p14:tracePt t="19788" x="7613650" y="2317750"/>
          <p14:tracePt t="19805" x="7600950" y="2317750"/>
          <p14:tracePt t="19823" x="7594600" y="2324100"/>
          <p14:tracePt t="19847" x="7588250" y="2330450"/>
          <p14:tracePt t="19864" x="7581900" y="2336800"/>
          <p14:tracePt t="19872" x="7581900" y="2343150"/>
          <p14:tracePt t="19953" x="7575550" y="2343150"/>
          <p14:tracePt t="19962" x="7575550" y="2349500"/>
          <p14:tracePt t="19969" x="7575550" y="2355850"/>
          <p14:tracePt t="19978" x="7569200" y="2362200"/>
          <p14:tracePt t="19988" x="7550150" y="2381250"/>
          <p14:tracePt t="20005" x="7512050" y="2425700"/>
          <p14:tracePt t="20022" x="7423150" y="2482850"/>
          <p14:tracePt t="20038" x="7334250" y="2527300"/>
          <p14:tracePt t="20041" x="7283450" y="2540000"/>
          <p14:tracePt t="20055" x="7264400" y="2546350"/>
          <p14:tracePt t="20072" x="7194550" y="2552700"/>
          <p14:tracePt t="20073" x="7169150" y="2552700"/>
          <p14:tracePt t="20089" x="7118350" y="2552700"/>
          <p14:tracePt t="20105" x="7067550" y="2552700"/>
          <p14:tracePt t="20122" x="6959600" y="2546350"/>
          <p14:tracePt t="20138" x="6819900" y="2546350"/>
          <p14:tracePt t="20155" x="6667500" y="2559050"/>
          <p14:tracePt t="20172" x="6483350" y="2584450"/>
          <p14:tracePt t="20188" x="6343650" y="2603500"/>
          <p14:tracePt t="20205" x="6197600" y="2616200"/>
          <p14:tracePt t="20222" x="6134100" y="2622550"/>
          <p14:tracePt t="20239" x="6057900" y="2628900"/>
          <p14:tracePt t="20255" x="5988050" y="2635250"/>
          <p14:tracePt t="20272" x="5943600" y="2635250"/>
          <p14:tracePt t="20289" x="5924550" y="2635250"/>
          <p14:tracePt t="20305" x="5918200" y="2635250"/>
          <p14:tracePt t="20414" x="5918200" y="2641600"/>
          <p14:tracePt t="20470" x="5918200" y="2647950"/>
          <p14:tracePt t="20485" x="5918200" y="2654300"/>
          <p14:tracePt t="20495" x="5918200" y="2667000"/>
          <p14:tracePt t="20506" x="5911850" y="2667000"/>
          <p14:tracePt t="20523" x="5911850" y="2686050"/>
          <p14:tracePt t="20525" x="5911850" y="2698750"/>
          <p14:tracePt t="20538" x="5911850" y="2705100"/>
          <p14:tracePt t="20556" x="5911850" y="2717800"/>
          <p14:tracePt t="20638" x="5905500" y="2717800"/>
          <p14:tracePt t="20655" x="5886450" y="2724150"/>
          <p14:tracePt t="20672" x="5842000" y="2749550"/>
          <p14:tracePt t="20689" x="5765800" y="2768600"/>
          <p14:tracePt t="20705" x="5670550" y="2781300"/>
          <p14:tracePt t="20722" x="5549900" y="2794000"/>
          <p14:tracePt t="20739" x="5441950" y="2806700"/>
          <p14:tracePt t="20755" x="5334000" y="2819400"/>
          <p14:tracePt t="20772" x="5238750" y="2832100"/>
          <p14:tracePt t="20776" x="5162550" y="2844800"/>
          <p14:tracePt t="20789" x="5111750" y="2851150"/>
          <p14:tracePt t="20805" x="4959350" y="2876550"/>
          <p14:tracePt t="20808" x="4895850" y="2889250"/>
          <p14:tracePt t="20822" x="4819650" y="2901950"/>
          <p14:tracePt t="20838" x="4597400" y="2952750"/>
          <p14:tracePt t="20855" x="4445000" y="2984500"/>
          <p14:tracePt t="20872" x="4330700" y="3009900"/>
          <p14:tracePt t="20889" x="4248150" y="3022600"/>
          <p14:tracePt t="20905" x="4210050" y="3035300"/>
          <p14:tracePt t="20922" x="4178300" y="3041650"/>
          <p14:tracePt t="20939" x="4140200" y="3048000"/>
          <p14:tracePt t="20955" x="4095750" y="3060700"/>
          <p14:tracePt t="20972" x="4000500" y="3079750"/>
          <p14:tracePt t="20989" x="3892550" y="3098800"/>
          <p14:tracePt t="21006" x="3784600" y="3111500"/>
          <p14:tracePt t="21022" x="3689350" y="3124200"/>
          <p14:tracePt t="21039" x="3556000" y="3143250"/>
          <p14:tracePt t="21042" x="3536950" y="3149600"/>
          <p14:tracePt t="21055" x="3473450" y="3155950"/>
          <p14:tracePt t="21072" x="3321050" y="3187700"/>
          <p14:tracePt t="21088" x="3225800" y="3213100"/>
          <p14:tracePt t="21105" x="3136900" y="3238500"/>
          <p14:tracePt t="21122" x="3022600" y="3263900"/>
          <p14:tracePt t="21138" x="2997200" y="3270250"/>
          <p14:tracePt t="21155" x="2965450" y="3282950"/>
          <p14:tracePt t="21172" x="2940050" y="3289300"/>
          <p14:tracePt t="21189" x="2927350" y="3295650"/>
          <p14:tracePt t="21205" x="2908300" y="3302000"/>
          <p14:tracePt t="21222" x="2882900" y="3314700"/>
          <p14:tracePt t="21238" x="2851150" y="3321050"/>
          <p14:tracePt t="21255" x="2800350" y="3346450"/>
          <p14:tracePt t="21272" x="2749550" y="3359150"/>
          <p14:tracePt t="21288" x="2660650" y="3390900"/>
          <p14:tracePt t="21292" x="2635250" y="3403600"/>
          <p14:tracePt t="21305" x="2571750" y="3429000"/>
          <p14:tracePt t="21322" x="2527300" y="3460750"/>
          <p14:tracePt t="21323" x="2508250" y="3467100"/>
          <p14:tracePt t="21338" x="2457450" y="3492500"/>
          <p14:tracePt t="21355" x="2432050" y="3505200"/>
          <p14:tracePt t="21372" x="2393950" y="3517900"/>
          <p14:tracePt t="21389" x="2324100" y="3556000"/>
          <p14:tracePt t="21405" x="2279650" y="3575050"/>
          <p14:tracePt t="21422" x="2235200" y="3600450"/>
          <p14:tracePt t="21439" x="2190750" y="3613150"/>
          <p14:tracePt t="21455" x="2127250" y="3644900"/>
          <p14:tracePt t="21472" x="2101850" y="3657600"/>
          <p14:tracePt t="21489" x="2089150" y="3663950"/>
          <p14:tracePt t="21505" x="2076450" y="3663950"/>
          <p14:tracePt t="21522" x="2063750" y="3676650"/>
          <p14:tracePt t="21538" x="2044700" y="3689350"/>
          <p14:tracePt t="21555" x="2019300" y="3702050"/>
          <p14:tracePt t="21557" x="2000250" y="3714750"/>
          <p14:tracePt t="21572" x="1987550" y="3714750"/>
          <p14:tracePt t="21588" x="1949450" y="3740150"/>
          <p14:tracePt t="21605" x="1905000" y="3771900"/>
          <p14:tracePt t="21622" x="1892300" y="3784600"/>
          <p14:tracePt t="21639" x="1879600" y="3790950"/>
          <p14:tracePt t="21655" x="1873250" y="3790950"/>
          <p14:tracePt t="21672" x="1873250" y="3797300"/>
          <p14:tracePt t="21705" x="1866900" y="3797300"/>
          <p14:tracePt t="21722" x="1854200" y="3803650"/>
          <p14:tracePt t="21738" x="1847850" y="3803650"/>
          <p14:tracePt t="21807" x="1847850" y="3790950"/>
          <p14:tracePt t="21815" x="1847850" y="3771900"/>
          <p14:tracePt t="21824" x="1854200" y="3752850"/>
          <p14:tracePt t="21839" x="1860550" y="3708400"/>
          <p14:tracePt t="21856" x="1873250" y="3644900"/>
          <p14:tracePt t="21872" x="1892300" y="3594100"/>
          <p14:tracePt t="21889" x="1911350" y="3492500"/>
          <p14:tracePt t="21905" x="1943100" y="3403600"/>
          <p14:tracePt t="21922" x="1962150" y="3314700"/>
          <p14:tracePt t="21939" x="1993900" y="3181350"/>
          <p14:tracePt t="21955" x="2025650" y="3073400"/>
          <p14:tracePt t="21972" x="2038350" y="2984500"/>
          <p14:tracePt t="21989" x="2044700" y="2908300"/>
          <p14:tracePt t="21991" x="2051050" y="2870200"/>
          <p14:tracePt t="22005" x="2051050" y="2844800"/>
          <p14:tracePt t="22022" x="2051050" y="2800350"/>
          <p14:tracePt t="22024" x="2051050" y="2794000"/>
          <p14:tracePt t="22039" x="2051050" y="2768600"/>
          <p14:tracePt t="22055" x="2051050" y="2755900"/>
          <p14:tracePt t="22072" x="2051050" y="2743200"/>
          <p14:tracePt t="22089" x="2051050" y="2692400"/>
          <p14:tracePt t="22106" x="2044700" y="2654300"/>
          <p14:tracePt t="22122" x="2032000" y="2622550"/>
          <p14:tracePt t="22139" x="2025650" y="2597150"/>
          <p14:tracePt t="22155" x="2012950" y="2571750"/>
          <p14:tracePt t="22172" x="2012950" y="2552700"/>
          <p14:tracePt t="22188" x="2006600" y="2546350"/>
          <p14:tracePt t="22205" x="1993900" y="2540000"/>
          <p14:tracePt t="22222" x="1993900" y="2533650"/>
          <p14:tracePt t="22239" x="1987550" y="2527300"/>
          <p14:tracePt t="22255" x="1974850" y="2520950"/>
          <p14:tracePt t="22256" x="1968500" y="2520950"/>
          <p14:tracePt t="22272" x="1962150" y="2514600"/>
          <p14:tracePt t="22289" x="1943100" y="2501900"/>
          <p14:tracePt t="22306" x="1930400" y="2501900"/>
          <p14:tracePt t="22322" x="1924050" y="2495550"/>
          <p14:tracePt t="22325" x="1917700" y="2489200"/>
          <p14:tracePt t="22339" x="1911350" y="2489200"/>
          <p14:tracePt t="22355" x="1905000" y="2482850"/>
          <p14:tracePt t="22372" x="1898650" y="2482850"/>
          <p14:tracePt t="22389" x="1885950" y="2482850"/>
          <p14:tracePt t="22408" x="1873250" y="2482850"/>
          <p14:tracePt t="22422" x="1847850" y="2495550"/>
          <p14:tracePt t="22440" x="1809750" y="2514600"/>
          <p14:tracePt t="22456" x="1784350" y="2520950"/>
          <p14:tracePt t="22472" x="1752600" y="2533650"/>
          <p14:tracePt t="22474" x="1746250" y="2533650"/>
          <p14:tracePt t="22489" x="1727200" y="2540000"/>
          <p14:tracePt t="22505" x="1720850" y="2540000"/>
          <p14:tracePt t="22522" x="1714500" y="2546350"/>
          <p14:tracePt t="22662" x="1708150" y="2546350"/>
          <p14:tracePt t="22679" x="1701800" y="2546350"/>
          <p14:tracePt t="22694" x="1695450" y="2546350"/>
          <p14:tracePt t="22702" x="1689100" y="2546350"/>
          <p14:tracePt t="22710" x="1682750" y="2546350"/>
          <p14:tracePt t="22726" x="1676400" y="2546350"/>
          <p14:tracePt t="22738" x="1670050" y="2546350"/>
          <p14:tracePt t="22756" x="1657350" y="2546350"/>
          <p14:tracePt t="22772" x="1631950" y="2546350"/>
          <p14:tracePt t="22773" x="1625600" y="2546350"/>
          <p14:tracePt t="22788" x="1593850" y="2546350"/>
          <p14:tracePt t="22805" x="1574800" y="2546350"/>
          <p14:tracePt t="22822" x="1530350" y="2546350"/>
          <p14:tracePt t="22839" x="1498600" y="2546350"/>
          <p14:tracePt t="22855" x="1460500" y="2546350"/>
          <p14:tracePt t="22872" x="1409700" y="2559050"/>
          <p14:tracePt t="22891" x="1377950" y="2565400"/>
          <p14:tracePt t="22905" x="1346200" y="2571750"/>
          <p14:tracePt t="22922" x="1327150" y="2571750"/>
          <p14:tracePt t="22939" x="1295400" y="2578100"/>
          <p14:tracePt t="22955" x="1282700" y="2584450"/>
          <p14:tracePt t="22972" x="1270000" y="2584450"/>
          <p14:tracePt t="22975" x="1263650" y="2584450"/>
          <p14:tracePt t="22989" x="1244600" y="2584450"/>
          <p14:tracePt t="23005" x="1193800" y="2584450"/>
          <p14:tracePt t="23007" x="1174750" y="2578100"/>
          <p14:tracePt t="23022" x="1162050" y="2578100"/>
          <p14:tracePt t="23039" x="1092200" y="2571750"/>
          <p14:tracePt t="23055" x="1047750" y="2565400"/>
          <p14:tracePt t="23072" x="1028700" y="2565400"/>
          <p14:tracePt t="23089" x="1022350" y="2565400"/>
          <p14:tracePt t="23281" x="1022350" y="2559050"/>
          <p14:tracePt t="23300" x="1035050" y="2559050"/>
          <p14:tracePt t="23305" x="1041400" y="2559050"/>
          <p14:tracePt t="23322" x="1060450" y="2546350"/>
          <p14:tracePt t="23340" x="1073150" y="2546350"/>
          <p14:tracePt t="23355" x="1098550" y="2546350"/>
          <p14:tracePt t="23373" x="1104900" y="2546350"/>
          <p14:tracePt t="23389" x="1123950" y="2546350"/>
          <p14:tracePt t="23406" x="1136650" y="2546350"/>
          <p14:tracePt t="23422" x="1149350" y="2546350"/>
          <p14:tracePt t="23439" x="1174750" y="2546350"/>
          <p14:tracePt t="23455" x="1193800" y="2546350"/>
          <p14:tracePt t="23472" x="1225550" y="2546350"/>
          <p14:tracePt t="23474" x="1244600" y="2546350"/>
          <p14:tracePt t="23489" x="1257300" y="2546350"/>
          <p14:tracePt t="23505" x="1282700" y="2552700"/>
          <p14:tracePt t="23508" x="1295400" y="2552700"/>
          <p14:tracePt t="23522" x="1308100" y="2552700"/>
          <p14:tracePt t="23539" x="1333500" y="2552700"/>
          <p14:tracePt t="23555" x="1346200" y="2559050"/>
          <p14:tracePt t="23572" x="1358900" y="2559050"/>
          <p14:tracePt t="23589" x="1377950" y="2565400"/>
          <p14:tracePt t="23606" x="1390650" y="2565400"/>
          <p14:tracePt t="23622" x="1397000" y="2565400"/>
          <p14:tracePt t="23639" x="1409700" y="2565400"/>
          <p14:tracePt t="23661" x="1416050" y="2565400"/>
          <p14:tracePt t="23798" x="1422400" y="2565400"/>
          <p14:tracePt t="23806" x="1428750" y="2565400"/>
          <p14:tracePt t="23815" x="1435100" y="2565400"/>
          <p14:tracePt t="23822" x="1441450" y="2565400"/>
          <p14:tracePt t="23839" x="1460500" y="2565400"/>
          <p14:tracePt t="23855" x="1485900" y="2571750"/>
          <p14:tracePt t="23872" x="1498600" y="2571750"/>
          <p14:tracePt t="23892" x="1517650" y="2571750"/>
          <p14:tracePt t="23905" x="1524000" y="2571750"/>
          <p14:tracePt t="23922" x="1536700" y="2571750"/>
          <p14:tracePt t="23939" x="1543050" y="2565400"/>
          <p14:tracePt t="23955" x="1555750" y="2565400"/>
          <p14:tracePt t="23972" x="1568450" y="2552700"/>
          <p14:tracePt t="23975" x="1574800" y="2552700"/>
          <p14:tracePt t="23991" x="1581150" y="2546350"/>
          <p14:tracePt t="24005" x="1587500" y="2546350"/>
          <p14:tracePt t="24023" x="1625600" y="2527300"/>
          <p14:tracePt t="24039" x="1657350" y="2514600"/>
          <p14:tracePt t="24056" x="1676400" y="2501900"/>
          <p14:tracePt t="24072" x="1689100" y="2495550"/>
          <p14:tracePt t="24152" x="1689100" y="2489200"/>
          <p14:tracePt t="24167" x="1695450" y="2482850"/>
          <p14:tracePt t="24176" x="1701800" y="2470150"/>
          <p14:tracePt t="24183" x="1708150" y="2470150"/>
          <p14:tracePt t="24194" x="1720850" y="2457450"/>
          <p14:tracePt t="24205" x="1720850" y="2444750"/>
          <p14:tracePt t="24222" x="1733550" y="2438400"/>
          <p14:tracePt t="24239" x="1739900" y="2432050"/>
          <p14:tracePt t="24458" x="1746250" y="2432050"/>
          <p14:tracePt t="24466" x="1752600" y="2432050"/>
          <p14:tracePt t="24476" x="1758950" y="2432050"/>
          <p14:tracePt t="24489" x="1765300" y="2432050"/>
          <p14:tracePt t="24506" x="1771650" y="2432050"/>
          <p14:tracePt t="24522" x="1778000" y="2432050"/>
          <p14:tracePt t="24525" x="1784350" y="2432050"/>
          <p14:tracePt t="24548" x="1790700" y="2432050"/>
          <p14:tracePt t="24556" x="1790700" y="2438400"/>
          <p14:tracePt t="24572" x="1797050" y="2438400"/>
          <p14:tracePt t="24589" x="1809750" y="2438400"/>
          <p14:tracePt t="24605" x="1816100" y="2438400"/>
          <p14:tracePt t="24622" x="1828800" y="2438400"/>
          <p14:tracePt t="24639" x="1847850" y="2438400"/>
          <p14:tracePt t="24656" x="1860550" y="2438400"/>
          <p14:tracePt t="24659" x="1866900" y="2438400"/>
          <p14:tracePt t="24672" x="1873250" y="2438400"/>
          <p14:tracePt t="24689" x="1892300" y="2438400"/>
          <p14:tracePt t="24692" x="1898650" y="2438400"/>
          <p14:tracePt t="24705" x="1905000" y="2438400"/>
          <p14:tracePt t="24722" x="1917700" y="2438400"/>
          <p14:tracePt t="24724" x="1924050" y="2438400"/>
          <p14:tracePt t="24739" x="1930400" y="2438400"/>
          <p14:tracePt t="24755" x="1943100" y="2438400"/>
          <p14:tracePt t="24772" x="1949450" y="2438400"/>
          <p14:tracePt t="24789" x="1962150" y="2438400"/>
          <p14:tracePt t="24805" x="1981200" y="2438400"/>
          <p14:tracePt t="24822" x="1993900" y="2438400"/>
          <p14:tracePt t="24839" x="2012950" y="2438400"/>
          <p14:tracePt t="24855" x="2025650" y="2438400"/>
          <p14:tracePt t="24872" x="2044700" y="2438400"/>
          <p14:tracePt t="24889" x="2063750" y="2438400"/>
          <p14:tracePt t="24906" x="2095500" y="2438400"/>
          <p14:tracePt t="24922" x="2114550" y="2438400"/>
          <p14:tracePt t="24939" x="2152650" y="2438400"/>
          <p14:tracePt t="24955" x="2197100" y="2438400"/>
          <p14:tracePt t="24957" x="2228850" y="2438400"/>
          <p14:tracePt t="24972" x="2254250" y="2438400"/>
          <p14:tracePt t="24989" x="2311400" y="2438400"/>
          <p14:tracePt t="25005" x="2393950" y="2438400"/>
          <p14:tracePt t="25022" x="2425700" y="2438400"/>
          <p14:tracePt t="25025" x="2470150" y="2438400"/>
          <p14:tracePt t="25039" x="2552700" y="2438400"/>
          <p14:tracePt t="25056" x="2597150" y="2438400"/>
          <p14:tracePt t="25072" x="2673350" y="2438400"/>
          <p14:tracePt t="25089" x="2762250" y="2438400"/>
          <p14:tracePt t="25105" x="2800350" y="2438400"/>
          <p14:tracePt t="25122" x="2889250" y="2438400"/>
          <p14:tracePt t="25139" x="2965450" y="2438400"/>
          <p14:tracePt t="25155" x="2997200" y="2438400"/>
          <p14:tracePt t="25172" x="3092450" y="2438400"/>
          <p14:tracePt t="25189" x="3136900" y="2438400"/>
          <p14:tracePt t="25191" x="3194050" y="2438400"/>
          <p14:tracePt t="25205" x="3244850" y="2438400"/>
          <p14:tracePt t="25222" x="3352800" y="2438400"/>
          <p14:tracePt t="25239" x="3467100" y="2438400"/>
          <p14:tracePt t="25255" x="3568700" y="2438400"/>
          <p14:tracePt t="25272" x="3613150" y="2438400"/>
          <p14:tracePt t="25289" x="3695700" y="2425700"/>
          <p14:tracePt t="25306" x="3733800" y="2425700"/>
          <p14:tracePt t="25322" x="3803650" y="2413000"/>
          <p14:tracePt t="25339" x="3835400" y="2406650"/>
          <p14:tracePt t="25355" x="3879850" y="2387600"/>
          <p14:tracePt t="25372" x="3898900" y="2387600"/>
          <p14:tracePt t="25389" x="3911600" y="2374900"/>
          <p14:tracePt t="25410" x="3911600" y="2368550"/>
          <p14:tracePt t="25426" x="3917950" y="2362200"/>
          <p14:tracePt t="25443" x="3917950" y="2355850"/>
          <p14:tracePt t="25465" x="3917950" y="2349500"/>
          <p14:tracePt t="25481" x="3917950" y="2343150"/>
          <p14:tracePt t="25490" x="3917950" y="2336800"/>
          <p14:tracePt t="25505" x="3917950" y="2330450"/>
          <p14:tracePt t="25522" x="3917950" y="2317750"/>
          <p14:tracePt t="25539" x="3917950" y="2298700"/>
          <p14:tracePt t="25555" x="3911600" y="2286000"/>
          <p14:tracePt t="25572" x="3886200" y="2260600"/>
          <p14:tracePt t="25589" x="3867150" y="2241550"/>
          <p14:tracePt t="25606" x="3841750" y="2222500"/>
          <p14:tracePt t="25622" x="3810000" y="2209800"/>
          <p14:tracePt t="25640" x="3771900" y="2178050"/>
          <p14:tracePt t="25644" x="3759200" y="2171700"/>
          <p14:tracePt t="25655" x="3746500" y="2165350"/>
          <p14:tracePt t="25673" x="3721100" y="2152650"/>
          <p14:tracePt t="25676" x="3708400" y="2146300"/>
          <p14:tracePt t="25689" x="3676650" y="2139950"/>
          <p14:tracePt t="25707" x="3562350" y="2127250"/>
          <p14:tracePt t="25722" x="3479800" y="2120900"/>
          <p14:tracePt t="25739" x="3403600" y="2114550"/>
          <p14:tracePt t="25755" x="3295650" y="2108200"/>
          <p14:tracePt t="25772" x="3206750" y="2108200"/>
          <p14:tracePt t="25789" x="3124200" y="2101850"/>
          <p14:tracePt t="25805" x="2984500" y="2101850"/>
          <p14:tracePt t="25822" x="2895600" y="2101850"/>
          <p14:tracePt t="25839" x="2781300" y="2101850"/>
          <p14:tracePt t="25855" x="2679700" y="2101850"/>
          <p14:tracePt t="25872" x="2578100" y="2101850"/>
          <p14:tracePt t="25889" x="2482850" y="2108200"/>
          <p14:tracePt t="25894" x="2463800" y="2108200"/>
          <p14:tracePt t="25906" x="2419350" y="2114550"/>
          <p14:tracePt t="25922" x="2381250" y="2120900"/>
          <p14:tracePt t="25939" x="2317750" y="2127250"/>
          <p14:tracePt t="25940" x="2273300" y="2139950"/>
          <p14:tracePt t="25955" x="2260600" y="2146300"/>
          <p14:tracePt t="25972" x="2178050" y="2165350"/>
          <p14:tracePt t="25974" x="2159000" y="2171700"/>
          <p14:tracePt t="25989" x="2120900" y="2178050"/>
          <p14:tracePt t="26005" x="2044700" y="2197100"/>
          <p14:tracePt t="26022" x="2006600" y="2209800"/>
          <p14:tracePt t="26039" x="1962150" y="2216150"/>
          <p14:tracePt t="26055" x="1943100" y="2228850"/>
          <p14:tracePt t="26072" x="1930400" y="2235200"/>
          <p14:tracePt t="26089" x="1930400" y="2241550"/>
          <p14:tracePt t="26122" x="1924050" y="2254250"/>
          <p14:tracePt t="26139" x="1924050" y="2266950"/>
          <p14:tracePt t="26156" x="1924050" y="2286000"/>
          <p14:tracePt t="26172" x="1917700" y="2311400"/>
          <p14:tracePt t="26176" x="1917700" y="2324100"/>
          <p14:tracePt t="26189" x="1917700" y="2330450"/>
          <p14:tracePt t="26205" x="1917700" y="2343150"/>
          <p14:tracePt t="26206" x="1917700" y="2349500"/>
          <p14:tracePt t="26223" x="1917700" y="2355850"/>
          <p14:tracePt t="26239" x="1930400" y="2368550"/>
          <p14:tracePt t="26255" x="1936750" y="2374900"/>
          <p14:tracePt t="26272" x="1949450" y="2381250"/>
          <p14:tracePt t="26289" x="1968500" y="2387600"/>
          <p14:tracePt t="26305" x="1974850" y="2387600"/>
          <p14:tracePt t="26322" x="1987550" y="2387600"/>
          <p14:tracePt t="26339" x="1993900" y="2387600"/>
          <p14:tracePt t="26804" x="1993900" y="2393950"/>
          <p14:tracePt t="27014" x="1981200" y="2393950"/>
          <p14:tracePt t="27022" x="1968500" y="2393950"/>
          <p14:tracePt t="27039" x="1949450" y="2393950"/>
          <p14:tracePt t="27056" x="1924050" y="2393950"/>
          <p14:tracePt t="27072" x="1905000" y="2387600"/>
          <p14:tracePt t="27089" x="1879600" y="2381250"/>
          <p14:tracePt t="27106" x="1854200" y="2381250"/>
          <p14:tracePt t="27122" x="1841500" y="2381250"/>
          <p14:tracePt t="27139" x="1822450" y="2381250"/>
          <p14:tracePt t="27155" x="1809750" y="2381250"/>
          <p14:tracePt t="27172" x="1803400" y="2381250"/>
          <p14:tracePt t="27189" x="1784350" y="2374900"/>
          <p14:tracePt t="27205" x="1771650" y="2374900"/>
          <p14:tracePt t="27222" x="1765300" y="2374900"/>
          <p14:tracePt t="27239" x="1746250" y="2368550"/>
          <p14:tracePt t="27257" x="1733550" y="2368550"/>
          <p14:tracePt t="27272" x="1720850" y="2368550"/>
          <p14:tracePt t="27289" x="1708150" y="2368550"/>
          <p14:tracePt t="27306" x="1695450" y="2368550"/>
          <p14:tracePt t="27322" x="1682750" y="2374900"/>
          <p14:tracePt t="27339" x="1670050" y="2374900"/>
          <p14:tracePt t="27356" x="1663700" y="2381250"/>
          <p14:tracePt t="27372" x="1651000" y="2381250"/>
          <p14:tracePt t="27389" x="1638300" y="2393950"/>
          <p14:tracePt t="27391" x="1631950" y="2400300"/>
          <p14:tracePt t="27406" x="1619250" y="2406650"/>
          <p14:tracePt t="27422" x="1612900" y="2419350"/>
          <p14:tracePt t="27424" x="1612900" y="2432050"/>
          <p14:tracePt t="27439" x="1606550" y="2444750"/>
          <p14:tracePt t="27455" x="1606550" y="2463800"/>
          <p14:tracePt t="27472" x="1606550" y="2476500"/>
          <p14:tracePt t="27489" x="1606550" y="2495550"/>
          <p14:tracePt t="27506" x="1612900" y="2514600"/>
          <p14:tracePt t="27522" x="1625600" y="2520950"/>
          <p14:tracePt t="27539" x="1638300" y="2533650"/>
          <p14:tracePt t="27555" x="1663700" y="2546350"/>
          <p14:tracePt t="27572" x="1682750" y="2559050"/>
          <p14:tracePt t="27589" x="1733550" y="2578100"/>
          <p14:tracePt t="27606" x="1790700" y="2603500"/>
          <p14:tracePt t="27622" x="1822450" y="2609850"/>
          <p14:tracePt t="27628" x="1873250" y="2622550"/>
          <p14:tracePt t="27639" x="1892300" y="2622550"/>
          <p14:tracePt t="27655" x="1962150" y="2635250"/>
          <p14:tracePt t="27657" x="1981200" y="2641600"/>
          <p14:tracePt t="27672" x="2000250" y="2641600"/>
          <p14:tracePt t="27689" x="2120900" y="2647950"/>
          <p14:tracePt t="27705" x="2171700" y="2647950"/>
          <p14:tracePt t="27722" x="2241550" y="2654300"/>
          <p14:tracePt t="27739" x="2273300" y="2660650"/>
          <p14:tracePt t="27755" x="2305050" y="2660650"/>
          <p14:tracePt t="27772" x="2317750" y="2667000"/>
          <p14:tracePt t="27789" x="2330450" y="2667000"/>
          <p14:tracePt t="27805" x="2349500" y="2667000"/>
          <p14:tracePt t="27822" x="2362200" y="2667000"/>
          <p14:tracePt t="27839" x="2393950" y="2667000"/>
          <p14:tracePt t="27856" x="2432050" y="2667000"/>
          <p14:tracePt t="27872" x="2451100" y="2667000"/>
          <p14:tracePt t="27889" x="2476500" y="2667000"/>
          <p14:tracePt t="27891" x="2482850" y="2667000"/>
          <p14:tracePt t="27905" x="2501900" y="2667000"/>
          <p14:tracePt t="27922" x="2514600" y="2667000"/>
          <p14:tracePt t="27923" x="2527300" y="2667000"/>
          <p14:tracePt t="27939" x="2540000" y="2667000"/>
          <p14:tracePt t="27956" x="2565400" y="2667000"/>
          <p14:tracePt t="27972" x="2584450" y="2667000"/>
          <p14:tracePt t="27989" x="2603500" y="2667000"/>
          <p14:tracePt t="28006" x="2635250" y="2667000"/>
          <p14:tracePt t="28022" x="2654300" y="2667000"/>
          <p14:tracePt t="28039" x="2686050" y="2660650"/>
          <p14:tracePt t="28056" x="2736850" y="2647950"/>
          <p14:tracePt t="28072" x="2768600" y="2641600"/>
          <p14:tracePt t="28089" x="2800350" y="2635250"/>
          <p14:tracePt t="28106" x="2851150" y="2622550"/>
          <p14:tracePt t="28123" x="2863850" y="2622550"/>
          <p14:tracePt t="28127" x="2876550" y="2622550"/>
          <p14:tracePt t="28141" x="2889250" y="2616200"/>
          <p14:tracePt t="28157" x="2895600" y="2616200"/>
          <p14:tracePt t="28189" x="2908300" y="2609850"/>
          <p14:tracePt t="28206" x="2914650" y="2609850"/>
          <p14:tracePt t="28222" x="2927350" y="2603500"/>
          <p14:tracePt t="28238" x="2933700" y="2603500"/>
          <p14:tracePt t="28256" x="2946400" y="2597150"/>
          <p14:tracePt t="28272" x="2952750" y="2590800"/>
          <p14:tracePt t="28289" x="2965450" y="2584450"/>
          <p14:tracePt t="28305" x="2978150" y="2578100"/>
          <p14:tracePt t="28322" x="2990850" y="2565400"/>
          <p14:tracePt t="28339" x="3003550" y="2552700"/>
          <p14:tracePt t="28355" x="3009900" y="2552700"/>
          <p14:tracePt t="28372" x="3009900" y="2546350"/>
          <p14:tracePt t="28389" x="3016250" y="2546350"/>
          <p14:tracePt t="28407" x="3016250" y="2540000"/>
          <p14:tracePt t="28512" x="3016250" y="2533650"/>
          <p14:tracePt t="29174" x="3022600" y="2540000"/>
          <p14:tracePt t="29182" x="3035300" y="2546350"/>
          <p14:tracePt t="29190" x="3054350" y="2552700"/>
          <p14:tracePt t="29206" x="3124200" y="2571750"/>
          <p14:tracePt t="29222" x="3238500" y="2590800"/>
          <p14:tracePt t="29239" x="3409950" y="2622550"/>
          <p14:tracePt t="29256" x="3568700" y="2635250"/>
          <p14:tracePt t="29272" x="3778250" y="2660650"/>
          <p14:tracePt t="29289" x="4057650" y="2692400"/>
          <p14:tracePt t="29306" x="4368800" y="2724150"/>
          <p14:tracePt t="29309" x="4495800" y="2736850"/>
          <p14:tracePt t="29322" x="4654550" y="2749550"/>
          <p14:tracePt t="29339" x="4864100" y="2768600"/>
          <p14:tracePt t="29342" x="5041900" y="2787650"/>
          <p14:tracePt t="29355" x="5111750" y="2794000"/>
          <p14:tracePt t="29372" x="5295900" y="2813050"/>
          <p14:tracePt t="29375" x="5391150" y="2825750"/>
          <p14:tracePt t="29389" x="5441950" y="2832100"/>
          <p14:tracePt t="29405" x="5556250" y="2844800"/>
          <p14:tracePt t="29407" x="5594350" y="2851150"/>
          <p14:tracePt t="29423" x="5651500" y="2857500"/>
          <p14:tracePt t="29439" x="5708650" y="2870200"/>
          <p14:tracePt t="29456" x="5772150" y="2876550"/>
          <p14:tracePt t="29472" x="5810250" y="2876550"/>
          <p14:tracePt t="29489" x="5873750" y="2876550"/>
          <p14:tracePt t="29506" x="5930900" y="2876550"/>
          <p14:tracePt t="29522" x="5969000" y="2882900"/>
          <p14:tracePt t="29539" x="6019800" y="2882900"/>
          <p14:tracePt t="29544" x="6057900" y="2882900"/>
          <p14:tracePt t="29555" x="6070600" y="2882900"/>
          <p14:tracePt t="29572" x="6184900" y="2882900"/>
          <p14:tracePt t="29575" x="6216650" y="2882900"/>
          <p14:tracePt t="29589" x="6292850" y="2882900"/>
          <p14:tracePt t="29605" x="6426200" y="2876550"/>
          <p14:tracePt t="29607" x="6457950" y="2870200"/>
          <p14:tracePt t="29622" x="6534150" y="2857500"/>
          <p14:tracePt t="29639" x="6616700" y="2838450"/>
          <p14:tracePt t="29641" x="6642100" y="2825750"/>
          <p14:tracePt t="29656" x="6661150" y="2819400"/>
          <p14:tracePt t="29672" x="6673850" y="2813050"/>
          <p14:tracePt t="29690" x="6673850" y="2806700"/>
          <p14:tracePt t="29705" x="6673850" y="2800350"/>
          <p14:tracePt t="29722" x="6673850" y="2794000"/>
          <p14:tracePt t="29739" x="6673850" y="2768600"/>
          <p14:tracePt t="29755" x="6667500" y="2743200"/>
          <p14:tracePt t="29772" x="6635750" y="2698750"/>
          <p14:tracePt t="29789" x="6616700" y="2679700"/>
          <p14:tracePt t="29805" x="6604000" y="2673350"/>
          <p14:tracePt t="29822" x="6597650" y="2660650"/>
          <p14:tracePt t="29839" x="6591300" y="2654300"/>
          <p14:tracePt t="29840" x="6591300" y="2647950"/>
          <p14:tracePt t="29855" x="6584950" y="2647950"/>
          <p14:tracePt t="29872" x="6584950" y="2641600"/>
          <p14:tracePt t="29891" x="6578600" y="2628900"/>
          <p14:tracePt t="29905" x="6572250" y="2622550"/>
          <p14:tracePt t="29922" x="6553200" y="2609850"/>
          <p14:tracePt t="29923" x="6553200" y="2603500"/>
          <p14:tracePt t="29939" x="6527800" y="2590800"/>
          <p14:tracePt t="29955" x="6508750" y="2584450"/>
          <p14:tracePt t="29972" x="6477000" y="2571750"/>
          <p14:tracePt t="29989" x="6470650" y="2571750"/>
          <p14:tracePt t="30006" x="6457950" y="2565400"/>
          <p14:tracePt t="30052" x="6451600" y="2565400"/>
          <p14:tracePt t="30067" x="6445250" y="2565400"/>
          <p14:tracePt t="30076" x="6438900" y="2565400"/>
          <p14:tracePt t="30084" x="6432550" y="2565400"/>
          <p14:tracePt t="30091" x="6413500" y="2571750"/>
          <p14:tracePt t="30105" x="6394450" y="2578100"/>
          <p14:tracePt t="30122" x="6381750" y="2584450"/>
          <p14:tracePt t="30125" x="6350000" y="2597150"/>
          <p14:tracePt t="30139" x="6337300" y="2603500"/>
          <p14:tracePt t="30155" x="6318250" y="2616200"/>
          <p14:tracePt t="30172" x="6292850" y="2622550"/>
          <p14:tracePt t="30189" x="6286500" y="2628900"/>
          <p14:tracePt t="30206" x="6280150" y="2635250"/>
          <p14:tracePt t="30222" x="6273800" y="2647950"/>
          <p14:tracePt t="30239" x="6267450" y="2667000"/>
          <p14:tracePt t="30255" x="6267450" y="2692400"/>
          <p14:tracePt t="30272" x="6267450" y="2717800"/>
          <p14:tracePt t="30289" x="6286500" y="2774950"/>
          <p14:tracePt t="30306" x="6324600" y="2825750"/>
          <p14:tracePt t="30322" x="6375400" y="2863850"/>
          <p14:tracePt t="30339" x="6464300" y="2908300"/>
          <p14:tracePt t="30341" x="6521450" y="2921000"/>
          <p14:tracePt t="30355" x="6604000" y="2946400"/>
          <p14:tracePt t="30372" x="6788150" y="2971800"/>
          <p14:tracePt t="30375" x="6877050" y="2978150"/>
          <p14:tracePt t="30389" x="7137400" y="2990850"/>
          <p14:tracePt t="30405" x="7315200" y="2990850"/>
          <p14:tracePt t="30422" x="7461250" y="2990850"/>
          <p14:tracePt t="30439" x="7626350" y="2959100"/>
          <p14:tracePt t="30455" x="7677150" y="2940050"/>
          <p14:tracePt t="30472" x="7696200" y="2921000"/>
          <p14:tracePt t="30489" x="7702550" y="2908300"/>
          <p14:tracePt t="30506" x="7708900" y="2901950"/>
          <p14:tracePt t="30522" x="7715250" y="2895600"/>
          <p14:tracePt t="30539" x="7715250" y="2876550"/>
          <p14:tracePt t="30557" x="7721600" y="2851150"/>
          <p14:tracePt t="30560" x="7727950" y="2838450"/>
          <p14:tracePt t="30572" x="7734300" y="2825750"/>
          <p14:tracePt t="30590" x="7734300" y="2806700"/>
          <p14:tracePt t="30592" x="7740650" y="2787650"/>
          <p14:tracePt t="30608" x="7747000" y="2774950"/>
          <p14:tracePt t="30623" x="7747000" y="2768600"/>
          <p14:tracePt t="30639" x="7747000" y="2755900"/>
          <p14:tracePt t="30655" x="7747000" y="2743200"/>
          <p14:tracePt t="30672" x="7747000" y="2730500"/>
          <p14:tracePt t="30689" x="7747000" y="2711450"/>
          <p14:tracePt t="30705" x="7734300" y="2686050"/>
          <p14:tracePt t="30722" x="7702550" y="2667000"/>
          <p14:tracePt t="30739" x="7677150" y="2660650"/>
          <p14:tracePt t="30756" x="7632700" y="2647950"/>
          <p14:tracePt t="30772" x="7588250" y="2641600"/>
          <p14:tracePt t="30789" x="7531100" y="2628900"/>
          <p14:tracePt t="30805" x="7493000" y="2616200"/>
          <p14:tracePt t="30822" x="7461250" y="2609850"/>
          <p14:tracePt t="30839" x="7435850" y="2597150"/>
          <p14:tracePt t="30855" x="7416800" y="2584450"/>
          <p14:tracePt t="30857" x="7404100" y="2578100"/>
          <p14:tracePt t="30872" x="7397750" y="2571750"/>
          <p14:tracePt t="30889" x="7372350" y="2559050"/>
          <p14:tracePt t="30906" x="7340600" y="2552700"/>
          <p14:tracePt t="30922" x="7308850" y="2546350"/>
          <p14:tracePt t="30939" x="7270750" y="2546350"/>
          <p14:tracePt t="30955" x="7251700" y="2559050"/>
          <p14:tracePt t="30972" x="7200900" y="2597150"/>
          <p14:tracePt t="30989" x="7175500" y="2622550"/>
          <p14:tracePt t="31005" x="7150100" y="2654300"/>
          <p14:tracePt t="31022" x="7143750" y="2679700"/>
          <p14:tracePt t="31039" x="7131050" y="2698750"/>
          <p14:tracePt t="31055" x="7131050" y="2705100"/>
          <p14:tracePt t="31072" x="7124700" y="2711450"/>
          <p14:tracePt t="31089" x="7118350" y="2717800"/>
          <p14:tracePt t="31091" x="7105650" y="2717800"/>
          <p14:tracePt t="31106" x="7086600" y="2724150"/>
          <p14:tracePt t="31123" x="7010400" y="2749550"/>
          <p14:tracePt t="31139" x="6858000" y="2774950"/>
          <p14:tracePt t="31155" x="6711950" y="2787650"/>
          <p14:tracePt t="31172" x="6438900" y="2825750"/>
          <p14:tracePt t="31189" x="6051550" y="2844800"/>
          <p14:tracePt t="31205" x="5626100" y="2863850"/>
          <p14:tracePt t="31222" x="5124450" y="2876550"/>
          <p14:tracePt t="31239" x="4603750" y="2889250"/>
          <p14:tracePt t="31255" x="4140200" y="2889250"/>
          <p14:tracePt t="31272" x="3683000" y="2870200"/>
          <p14:tracePt t="31289" x="3467100" y="2857500"/>
          <p14:tracePt t="31306" x="3168650" y="2838450"/>
          <p14:tracePt t="31322" x="3028950" y="2825750"/>
          <p14:tracePt t="31339" x="2952750" y="2825750"/>
          <p14:tracePt t="31356" x="2876550" y="2825750"/>
          <p14:tracePt t="31357" x="2844800" y="2825750"/>
          <p14:tracePt t="31372" x="2806700" y="2825750"/>
          <p14:tracePt t="31389" x="2705100" y="2825750"/>
          <p14:tracePt t="31406" x="2609850" y="2825750"/>
          <p14:tracePt t="31422" x="2482850" y="2825750"/>
          <p14:tracePt t="31439" x="2381250" y="2825750"/>
          <p14:tracePt t="31456" x="2305050" y="2819400"/>
          <p14:tracePt t="31472" x="2209800" y="2813050"/>
          <p14:tracePt t="31489" x="2120900" y="2800350"/>
          <p14:tracePt t="31505" x="2025650" y="2794000"/>
          <p14:tracePt t="31522" x="1924050" y="2794000"/>
          <p14:tracePt t="31539" x="1809750" y="2787650"/>
          <p14:tracePt t="31556" x="1701800" y="2774950"/>
          <p14:tracePt t="31572" x="1619250" y="2768600"/>
          <p14:tracePt t="31589" x="1568450" y="2762250"/>
          <p14:tracePt t="31592" x="1549400" y="2762250"/>
          <p14:tracePt t="31605" x="1543050" y="2762250"/>
          <p14:tracePt t="31622" x="1524000" y="2762250"/>
          <p14:tracePt t="31625" x="1524000" y="2755900"/>
          <p14:tracePt t="32026" x="1517650" y="2755900"/>
          <p14:tracePt t="32051" x="1504950" y="2755900"/>
          <p14:tracePt t="32057" x="1498600" y="2755900"/>
          <p14:tracePt t="32072" x="1492250" y="2755900"/>
          <p14:tracePt t="32089" x="1466850" y="2762250"/>
          <p14:tracePt t="32092" x="1460500" y="2768600"/>
          <p14:tracePt t="32106" x="1454150" y="2768600"/>
          <p14:tracePt t="32124" x="1422400" y="2768600"/>
          <p14:tracePt t="32139" x="1397000" y="2768600"/>
          <p14:tracePt t="32155" x="1365250" y="2774950"/>
          <p14:tracePt t="32172" x="1346200" y="2774950"/>
          <p14:tracePt t="32189" x="1333500" y="2774950"/>
          <p14:tracePt t="32206" x="1327150" y="2774950"/>
          <p14:tracePt t="32454" x="1333500" y="2774950"/>
          <p14:tracePt t="32472" x="1339850" y="2774950"/>
          <p14:tracePt t="32489" x="1352550" y="2781300"/>
          <p14:tracePt t="32507" x="1371600" y="2781300"/>
          <p14:tracePt t="32510" x="1390650" y="2781300"/>
          <p14:tracePt t="32522" x="1397000" y="2787650"/>
          <p14:tracePt t="32539" x="1435100" y="2787650"/>
          <p14:tracePt t="32543" x="1447800" y="2794000"/>
          <p14:tracePt t="32556" x="1473200" y="2794000"/>
          <p14:tracePt t="32572" x="1504950" y="2794000"/>
          <p14:tracePt t="32574" x="1511300" y="2794000"/>
          <p14:tracePt t="32589" x="1555750" y="2794000"/>
          <p14:tracePt t="32606" x="1568450" y="2794000"/>
          <p14:tracePt t="32607" x="1587500" y="2794000"/>
          <p14:tracePt t="32622" x="1644650" y="2794000"/>
          <p14:tracePt t="32639" x="1682750" y="2794000"/>
          <p14:tracePt t="32656" x="1720850" y="2794000"/>
          <p14:tracePt t="32672" x="1778000" y="2794000"/>
          <p14:tracePt t="32689" x="1803400" y="2794000"/>
          <p14:tracePt t="32706" x="1828800" y="2794000"/>
          <p14:tracePt t="32722" x="1847850" y="2794000"/>
          <p14:tracePt t="32739" x="1873250" y="2794000"/>
          <p14:tracePt t="32755" x="1905000" y="2794000"/>
          <p14:tracePt t="32772" x="1930400" y="2794000"/>
          <p14:tracePt t="32789" x="1936750" y="2794000"/>
          <p14:tracePt t="32806" x="1943100" y="2794000"/>
          <p14:tracePt t="33291" x="1949450" y="2794000"/>
          <p14:tracePt t="33300" x="1955800" y="2794000"/>
          <p14:tracePt t="33317" x="1962150" y="2794000"/>
          <p14:tracePt t="33534" x="1968500" y="2794000"/>
          <p14:tracePt t="33557" x="1981200" y="2794000"/>
          <p14:tracePt t="33565" x="1987550" y="2794000"/>
          <p14:tracePt t="33573" x="2006600" y="2794000"/>
          <p14:tracePt t="33590" x="2032000" y="2794000"/>
          <p14:tracePt t="33606" x="2057400" y="2794000"/>
          <p14:tracePt t="33624" x="2120900" y="2794000"/>
          <p14:tracePt t="33639" x="2165350" y="2794000"/>
          <p14:tracePt t="33656" x="2216150" y="2794000"/>
          <p14:tracePt t="33672" x="2273300" y="2794000"/>
          <p14:tracePt t="33689" x="2336800" y="2794000"/>
          <p14:tracePt t="33706" x="2400300" y="2794000"/>
          <p14:tracePt t="33723" x="2470150" y="2800350"/>
          <p14:tracePt t="33739" x="2514600" y="2800350"/>
          <p14:tracePt t="33756" x="2603500" y="2806700"/>
          <p14:tracePt t="33772" x="2673350" y="2813050"/>
          <p14:tracePt t="33789" x="2736850" y="2819400"/>
          <p14:tracePt t="33806" x="2774950" y="2819400"/>
          <p14:tracePt t="33808" x="2787650" y="2819400"/>
          <p14:tracePt t="33823" x="2825750" y="2819400"/>
          <p14:tracePt t="33839" x="2838450" y="2819400"/>
          <p14:tracePt t="33857" x="2863850" y="2819400"/>
          <p14:tracePt t="33872" x="2876550" y="2819400"/>
          <p14:tracePt t="33905" x="2882900" y="2819400"/>
          <p14:tracePt t="33922" x="2889250" y="2819400"/>
          <p14:tracePt t="33939" x="2901950" y="2819400"/>
          <p14:tracePt t="33956" x="2933700" y="2819400"/>
          <p14:tracePt t="33972" x="2965450" y="2819400"/>
          <p14:tracePt t="33989" x="2997200" y="2819400"/>
          <p14:tracePt t="34006" x="3022600" y="2819400"/>
          <p14:tracePt t="34022" x="3035300" y="2819400"/>
          <p14:tracePt t="34026" x="3041650" y="2819400"/>
          <p14:tracePt t="34130" x="3048000" y="2819400"/>
          <p14:tracePt t="34147" x="3060700" y="2819400"/>
          <p14:tracePt t="34155" x="3073400" y="2819400"/>
          <p14:tracePt t="34172" x="3092450" y="2819400"/>
          <p14:tracePt t="34190" x="3117850" y="2813050"/>
          <p14:tracePt t="34206" x="3136900" y="2806700"/>
          <p14:tracePt t="34222" x="3149600" y="2800350"/>
          <p14:tracePt t="34239" x="3162300" y="2794000"/>
          <p14:tracePt t="34256" x="3162300" y="2787650"/>
          <p14:tracePt t="34340" x="3162300" y="2781300"/>
          <p14:tracePt t="34347" x="3162300" y="2774950"/>
          <p14:tracePt t="34372" x="3162300" y="2768600"/>
          <p14:tracePt t="34388" x="3162300" y="2762250"/>
          <p14:tracePt t="34406" x="3168650" y="2755900"/>
          <p14:tracePt t="34422" x="3168650" y="2749550"/>
          <p14:tracePt t="34439" x="3168650" y="2743200"/>
          <p14:tracePt t="34456" x="3168650" y="2736850"/>
          <p14:tracePt t="34472" x="3168650" y="2730500"/>
          <p14:tracePt t="34489" x="3175000" y="2724150"/>
          <p14:tracePt t="34510" x="3175000" y="2717800"/>
          <p14:tracePt t="34551" x="3175000" y="2711450"/>
          <p14:tracePt t="34614" x="3175000" y="2705100"/>
          <p14:tracePt t="34920" x="3181350" y="2705100"/>
          <p14:tracePt t="34946" x="3187700" y="2705100"/>
          <p14:tracePt t="34952" x="3187700" y="2711450"/>
          <p14:tracePt t="34972" x="3194050" y="2711450"/>
          <p14:tracePt t="34989" x="3194050" y="2717800"/>
          <p14:tracePt t="34992" x="3200400" y="2717800"/>
          <p14:tracePt t="35024" x="3200400" y="2724150"/>
          <p14:tracePt t="35034" x="3206750" y="2724150"/>
          <p14:tracePt t="35065" x="3213100" y="2724150"/>
          <p14:tracePt t="35073" x="3213100" y="2730500"/>
          <p14:tracePt t="35098" x="3219450" y="2730500"/>
          <p14:tracePt t="35106" x="3219450" y="2736850"/>
          <p14:tracePt t="35129" x="3225800" y="2743200"/>
          <p14:tracePt t="35139" x="3225800" y="2749550"/>
          <p14:tracePt t="35156" x="3238500" y="2755900"/>
          <p14:tracePt t="35172" x="3244850" y="2762250"/>
          <p14:tracePt t="35189" x="3257550" y="2774950"/>
          <p14:tracePt t="35205" x="3257550" y="2781300"/>
          <p14:tracePt t="35222" x="3263900" y="2781300"/>
          <p14:tracePt t="35225" x="3270250" y="2781300"/>
          <p14:tracePt t="35239" x="3270250" y="2787650"/>
          <p14:tracePt t="35256" x="3276600" y="2787650"/>
          <p14:tracePt t="36194" x="3282950" y="2787650"/>
          <p14:tracePt t="36315" x="3289300" y="2787650"/>
          <p14:tracePt t="37330" x="3295650" y="2787650"/>
          <p14:tracePt t="37468" x="3302000" y="2787650"/>
          <p14:tracePt t="37508" x="3308350" y="2787650"/>
          <p14:tracePt t="37870" x="3314700" y="2787650"/>
          <p14:tracePt t="37974" x="3321050" y="2787650"/>
          <p14:tracePt t="37992" x="3327400" y="2787650"/>
          <p14:tracePt t="38370" x="3333750" y="2787650"/>
          <p14:tracePt t="38628" x="3340100" y="2787650"/>
          <p14:tracePt t="38636" x="3346450" y="2787650"/>
          <p14:tracePt t="38646" x="3352800" y="2787650"/>
          <p14:tracePt t="38656" x="3365500" y="2787650"/>
          <p14:tracePt t="38672" x="3371850" y="2787650"/>
          <p14:tracePt t="38689" x="3390900" y="2787650"/>
          <p14:tracePt t="38692" x="3403600" y="2794000"/>
          <p14:tracePt t="38709" x="3416300" y="2794000"/>
          <p14:tracePt t="38725" x="3422650" y="2794000"/>
          <p14:tracePt t="38743" x="3429000" y="2794000"/>
          <p14:tracePt t="38764" x="3435350" y="2794000"/>
          <p14:tracePt t="38814" x="3441700" y="2794000"/>
          <p14:tracePt t="38846" x="3448050" y="2794000"/>
          <p14:tracePt t="38864" x="3448050" y="2787650"/>
          <p14:tracePt t="38869" x="3454400" y="2787650"/>
          <p14:tracePt t="38889" x="3467100" y="2774950"/>
          <p14:tracePt t="38906" x="3473450" y="2762250"/>
          <p14:tracePt t="38922" x="3486150" y="2743200"/>
          <p14:tracePt t="38939" x="3492500" y="2730500"/>
          <p14:tracePt t="38941" x="3492500" y="2724150"/>
          <p14:tracePt t="38956" x="3498850" y="2711450"/>
          <p14:tracePt t="38973" x="3505200" y="2692400"/>
          <p14:tracePt t="38990" x="3505200" y="2686050"/>
          <p14:tracePt t="39006" x="3505200" y="2679700"/>
          <p14:tracePt t="39022" x="3505200" y="2673350"/>
          <p14:tracePt t="39039" x="3505200" y="2667000"/>
          <p14:tracePt t="39056" x="3492500" y="2660650"/>
          <p14:tracePt t="39072" x="3486150" y="2660650"/>
          <p14:tracePt t="39089" x="3479800" y="2654300"/>
          <p14:tracePt t="39106" x="3473450" y="2647950"/>
          <p14:tracePt t="39122" x="3467100" y="2641600"/>
          <p14:tracePt t="39139" x="3460750" y="2635250"/>
          <p14:tracePt t="39156" x="3454400" y="2628900"/>
          <p14:tracePt t="39172" x="3454400" y="2622550"/>
          <p14:tracePt t="39189" x="3448050" y="2622550"/>
          <p14:tracePt t="39206" x="3441700" y="2616200"/>
          <p14:tracePt t="39209" x="3435350" y="2603500"/>
          <p14:tracePt t="39222" x="3422650" y="2597150"/>
          <p14:tracePt t="39240" x="3371850" y="2565400"/>
          <p14:tracePt t="39256" x="3346450" y="2552700"/>
          <p14:tracePt t="39272" x="3289300" y="2533650"/>
          <p14:tracePt t="39289" x="3244850" y="2527300"/>
          <p14:tracePt t="39306" x="3219450" y="2520950"/>
          <p14:tracePt t="39322" x="3187700" y="2514600"/>
          <p14:tracePt t="39339" x="3168650" y="2514600"/>
          <p14:tracePt t="39356" x="3155950" y="2514600"/>
          <p14:tracePt t="39372" x="3149600" y="2514600"/>
          <p14:tracePt t="39394" x="3136900" y="2520950"/>
          <p14:tracePt t="39405" x="3136900" y="2527300"/>
          <p14:tracePt t="39422" x="3124200" y="2546350"/>
          <p14:tracePt t="39439" x="3117850" y="2565400"/>
          <p14:tracePt t="39442" x="3098800" y="2584450"/>
          <p14:tracePt t="39456" x="3098800" y="2597150"/>
          <p14:tracePt t="39472" x="3092450" y="2609850"/>
          <p14:tracePt t="39474" x="3086100" y="2622550"/>
          <p14:tracePt t="39489" x="3086100" y="2635250"/>
          <p14:tracePt t="39505" x="3079750" y="2654300"/>
          <p14:tracePt t="39522" x="3073400" y="2692400"/>
          <p14:tracePt t="39539" x="3073400" y="2743200"/>
          <p14:tracePt t="39556" x="3086100" y="2768600"/>
          <p14:tracePt t="39572" x="3111500" y="2794000"/>
          <p14:tracePt t="39589" x="3143250" y="2813050"/>
          <p14:tracePt t="39606" x="3187700" y="2825750"/>
          <p14:tracePt t="39622" x="3238500" y="2838450"/>
          <p14:tracePt t="39639" x="3282950" y="2844800"/>
          <p14:tracePt t="39656" x="3333750" y="2844800"/>
          <p14:tracePt t="39672" x="3365500" y="2844800"/>
          <p14:tracePt t="39675" x="3378200" y="2838450"/>
          <p14:tracePt t="39689" x="3397250" y="2838450"/>
          <p14:tracePt t="39706" x="3416300" y="2819400"/>
          <p14:tracePt t="39707" x="3429000" y="2806700"/>
          <p14:tracePt t="39722" x="3435350" y="2800350"/>
          <p14:tracePt t="39739" x="3454400" y="2781300"/>
          <p14:tracePt t="39756" x="3454400" y="2768600"/>
          <p14:tracePt t="39772" x="3460750" y="2762250"/>
          <p14:tracePt t="39798" x="3460750" y="2755900"/>
          <p14:tracePt t="40022" x="3454400" y="2755900"/>
          <p14:tracePt t="40038" x="3454400" y="2762250"/>
          <p14:tracePt t="42794" x="3460750" y="2762250"/>
          <p14:tracePt t="42802" x="3492500" y="2768600"/>
          <p14:tracePt t="42810" x="3536950" y="2768600"/>
          <p14:tracePt t="42822" x="3606800" y="2774950"/>
          <p14:tracePt t="42839" x="3759200" y="2781300"/>
          <p14:tracePt t="42856" x="4013200" y="2787650"/>
          <p14:tracePt t="42872" x="4279900" y="2794000"/>
          <p14:tracePt t="42890" x="4622800" y="2794000"/>
          <p14:tracePt t="42895" x="4781550" y="2794000"/>
          <p14:tracePt t="42906" x="4921250" y="2794000"/>
          <p14:tracePt t="42922" x="5143500" y="2794000"/>
          <p14:tracePt t="42924" x="5283200" y="2794000"/>
          <p14:tracePt t="42939" x="5473700" y="2794000"/>
          <p14:tracePt t="42956" x="5626100" y="2794000"/>
          <p14:tracePt t="42972" x="5816600" y="2794000"/>
          <p14:tracePt t="42989" x="5962650" y="2794000"/>
          <p14:tracePt t="43006" x="6108700" y="2787650"/>
          <p14:tracePt t="43022" x="6261100" y="2774950"/>
          <p14:tracePt t="43039" x="6394450" y="2768600"/>
          <p14:tracePt t="43056" x="6515100" y="2755900"/>
          <p14:tracePt t="43073" x="6578600" y="2749550"/>
          <p14:tracePt t="43077" x="6616700" y="2743200"/>
          <p14:tracePt t="43089" x="6648450" y="2743200"/>
          <p14:tracePt t="43106" x="6699250" y="2743200"/>
          <p14:tracePt t="43107" x="6743700" y="2743200"/>
          <p14:tracePt t="43122" x="6762750" y="2743200"/>
          <p14:tracePt t="43139" x="6864350" y="2743200"/>
          <p14:tracePt t="43141" x="6883400" y="2749550"/>
          <p14:tracePt t="43156" x="6940550" y="2749550"/>
          <p14:tracePt t="43172" x="7029450" y="2762250"/>
          <p14:tracePt t="43174" x="7048500" y="2762250"/>
          <p14:tracePt t="43189" x="7124700" y="2774950"/>
          <p14:tracePt t="43206" x="7200900" y="2781300"/>
          <p14:tracePt t="43222" x="7270750" y="2781300"/>
          <p14:tracePt t="43239" x="7346950" y="2787650"/>
          <p14:tracePt t="43256" x="7404100" y="2787650"/>
          <p14:tracePt t="43272" x="7493000" y="2787650"/>
          <p14:tracePt t="43289" x="7569200" y="2787650"/>
          <p14:tracePt t="43306" x="7607300" y="2787650"/>
          <p14:tracePt t="43322" x="7613650" y="2787650"/>
          <p14:tracePt t="43339" x="7620000" y="2787650"/>
          <p14:tracePt t="44238" x="7620000" y="2781300"/>
          <p14:tracePt t="44255" x="7620000" y="2774950"/>
          <p14:tracePt t="44351" x="7620000" y="2768600"/>
          <p14:tracePt t="44744" x="7620000" y="2762250"/>
          <p14:tracePt t="44770" x="7620000" y="2755900"/>
          <p14:tracePt t="45163" x="7626350" y="2755900"/>
          <p14:tracePt t="45172" x="7639050" y="2755900"/>
          <p14:tracePt t="45189" x="7664450" y="2755900"/>
          <p14:tracePt t="45207" x="7689850" y="2749550"/>
          <p14:tracePt t="45222" x="7708900" y="2749550"/>
          <p14:tracePt t="45240" x="7715250" y="2749550"/>
          <p14:tracePt t="45256" x="7721600" y="2749550"/>
          <p14:tracePt t="45279" x="7727950" y="2749550"/>
          <p14:tracePt t="45302" x="7734300" y="2749550"/>
          <p14:tracePt t="45311" x="7740650" y="2749550"/>
          <p14:tracePt t="45327" x="7747000" y="2749550"/>
          <p14:tracePt t="45342" x="7753350" y="2749550"/>
          <p14:tracePt t="45365" x="7759700" y="2749550"/>
          <p14:tracePt t="45375" x="7766050" y="2749550"/>
          <p14:tracePt t="45389" x="7772400" y="2749550"/>
          <p14:tracePt t="45407" x="7778750" y="2749550"/>
          <p14:tracePt t="45423" x="7797800" y="2755900"/>
          <p14:tracePt t="45441" x="7810500" y="2755900"/>
          <p14:tracePt t="45456" x="7816850" y="2755900"/>
          <p14:tracePt t="45474" x="7823200" y="2755900"/>
          <p14:tracePt t="45489" x="7829550" y="2755900"/>
          <p14:tracePt t="45506" x="7835900" y="2755900"/>
          <p14:tracePt t="45526" x="7842250" y="2755900"/>
          <p14:tracePt t="45542" x="7854950" y="2755900"/>
          <p14:tracePt t="45557" x="7861300" y="2755900"/>
          <p14:tracePt t="45573" x="7867650" y="2755900"/>
          <p14:tracePt t="45589" x="7880350" y="2755900"/>
          <p14:tracePt t="45606" x="7893050" y="2755900"/>
          <p14:tracePt t="45623" x="7899400" y="2755900"/>
          <p14:tracePt t="45640" x="7905750" y="2755900"/>
          <p14:tracePt t="45656" x="7918450" y="2755900"/>
          <p14:tracePt t="45673" x="7924800" y="2755900"/>
          <p14:tracePt t="45689" x="7931150" y="2755900"/>
          <p14:tracePt t="45706" x="7943850" y="2755900"/>
          <p14:tracePt t="45723" x="7950200" y="2755900"/>
          <p14:tracePt t="45739" x="7956550" y="2755900"/>
          <p14:tracePt t="45756" x="7962900" y="2755900"/>
          <p14:tracePt t="45773" x="7969250" y="2755900"/>
          <p14:tracePt t="45789" x="7975600" y="2755900"/>
          <p14:tracePt t="45806" x="7988300" y="2755900"/>
          <p14:tracePt t="45808" x="7994650" y="2755900"/>
          <p14:tracePt t="45826" x="8001000" y="2755900"/>
          <p14:tracePt t="45842" x="8007350" y="2755900"/>
          <p14:tracePt t="45858" x="8013700" y="2755900"/>
          <p14:tracePt t="45883" x="8020050" y="2755900"/>
          <p14:tracePt t="45898" x="8026400" y="2755900"/>
          <p14:tracePt t="45906" x="8032750" y="2755900"/>
          <p14:tracePt t="45922" x="8039100" y="2755900"/>
          <p14:tracePt t="45939" x="8051800" y="2755900"/>
          <p14:tracePt t="45956" x="8064500" y="2755900"/>
          <p14:tracePt t="45973" x="8070850" y="2755900"/>
          <p14:tracePt t="45989" x="8083550" y="2755900"/>
          <p14:tracePt t="46006" x="8089900" y="2755900"/>
          <p14:tracePt t="46009" x="8096250" y="2755900"/>
          <p14:tracePt t="46022" x="8102600" y="2755900"/>
          <p14:tracePt t="46039" x="8108950" y="2755900"/>
          <p14:tracePt t="46056" x="8115300" y="2755900"/>
          <p14:tracePt t="46073" x="8121650" y="2755900"/>
          <p14:tracePt t="46075" x="8128000" y="2755900"/>
          <p14:tracePt t="46108" x="8134350" y="2755900"/>
          <p14:tracePt t="46148" x="8140700" y="2755900"/>
          <p14:tracePt t="46164" x="8147050" y="2755900"/>
          <p14:tracePt t="46181" x="8153400" y="2755900"/>
          <p14:tracePt t="46188" x="8159750" y="2755900"/>
          <p14:tracePt t="46206" x="8166100" y="2755900"/>
          <p14:tracePt t="46223" x="8178800" y="2755900"/>
          <p14:tracePt t="46239" x="8185150" y="2755900"/>
          <p14:tracePt t="46261" x="8191500" y="2755900"/>
          <p14:tracePt t="46276" x="8197850" y="2755900"/>
          <p14:tracePt t="46300" x="8204200" y="2755900"/>
          <p14:tracePt t="46316" x="8210550" y="2755900"/>
          <p14:tracePt t="46324" x="8216900" y="2755900"/>
          <p14:tracePt t="46339" x="8223250" y="2755900"/>
          <p14:tracePt t="46356" x="8229600" y="2755900"/>
          <p14:tracePt t="46372" x="8235950" y="2755900"/>
          <p14:tracePt t="46389" x="8248650" y="2755900"/>
          <p14:tracePt t="46422" x="8261350" y="2755900"/>
          <p14:tracePt t="46439" x="8267700" y="2755900"/>
          <p14:tracePt t="46456" x="8280400" y="2755900"/>
          <p14:tracePt t="46473" x="8293100" y="2755900"/>
          <p14:tracePt t="46489" x="8305800" y="2755900"/>
          <p14:tracePt t="46506" x="8318500" y="2755900"/>
          <p14:tracePt t="46523" x="8343900" y="2755900"/>
          <p14:tracePt t="46539" x="8350250" y="2755900"/>
          <p14:tracePt t="46556" x="8369300" y="2755900"/>
          <p14:tracePt t="46572" x="8382000" y="2755900"/>
          <p14:tracePt t="46574" x="8388350" y="2755900"/>
          <p14:tracePt t="46589" x="8394700" y="2755900"/>
          <p14:tracePt t="46606" x="8407400" y="2755900"/>
          <p14:tracePt t="46622" x="8413750" y="2755900"/>
          <p14:tracePt t="46639" x="8439150" y="2755900"/>
          <p14:tracePt t="46656" x="8458200" y="2755900"/>
          <p14:tracePt t="46672" x="8464550" y="2755900"/>
          <p14:tracePt t="46689" x="8483600" y="2755900"/>
          <p14:tracePt t="46706" x="8489950" y="2755900"/>
          <p14:tracePt t="46722" x="8502650" y="2755900"/>
          <p14:tracePt t="46739" x="8509000" y="2755900"/>
          <p14:tracePt t="46756" x="8515350" y="2755900"/>
          <p14:tracePt t="46773" x="8521700" y="2755900"/>
          <p14:tracePt t="46789" x="8528050" y="2755900"/>
          <p14:tracePt t="46806" x="8534400" y="2755900"/>
          <p14:tracePt t="46825" x="8540750" y="2755900"/>
          <p14:tracePt t="46839" x="8547100" y="2755900"/>
          <p14:tracePt t="46856" x="8553450" y="2755900"/>
          <p14:tracePt t="46872" x="8559800" y="2755900"/>
          <p14:tracePt t="46890" x="8572500" y="2755900"/>
          <p14:tracePt t="46906" x="8578850" y="2755900"/>
          <p14:tracePt t="46922" x="8585200" y="2755900"/>
          <p14:tracePt t="46939" x="8591550" y="2755900"/>
          <p14:tracePt t="46956" x="8597900" y="2755900"/>
          <p14:tracePt t="46989" x="8604250" y="2755900"/>
          <p14:tracePt t="47006" x="8610600" y="2755900"/>
          <p14:tracePt t="47024" x="8616950" y="2755900"/>
          <p14:tracePt t="47039" x="8629650" y="2755900"/>
          <p14:tracePt t="47056" x="8636000" y="2755900"/>
          <p14:tracePt t="47058" x="8648700" y="2749550"/>
          <p14:tracePt t="47073" x="8655050" y="2749550"/>
          <p14:tracePt t="47090" x="8667750" y="2749550"/>
          <p14:tracePt t="47106" x="8674100" y="2749550"/>
          <p14:tracePt t="47123" x="8680450" y="2749550"/>
          <p14:tracePt t="47146" x="8686800" y="2749550"/>
          <p14:tracePt t="47163" x="8693150" y="2749550"/>
          <p14:tracePt t="47188" x="8699500" y="2749550"/>
          <p14:tracePt t="47206" x="8705850" y="2749550"/>
          <p14:tracePt t="47222" x="8712200" y="2749550"/>
          <p14:tracePt t="47239" x="8724900" y="2749550"/>
          <p14:tracePt t="47256" x="8731250" y="2749550"/>
          <p14:tracePt t="47276" x="8743950" y="2749550"/>
          <p14:tracePt t="47300" x="8750300" y="2749550"/>
          <p14:tracePt t="47307" x="8763000" y="2749550"/>
          <p14:tracePt t="47324" x="8769350" y="2749550"/>
          <p14:tracePt t="47340" x="8788400" y="2743200"/>
          <p14:tracePt t="47356" x="8801100" y="2743200"/>
          <p14:tracePt t="47372" x="8813800" y="2743200"/>
          <p14:tracePt t="47389" x="8832850" y="2736850"/>
          <p14:tracePt t="47406" x="8845550" y="2736850"/>
          <p14:tracePt t="47422" x="8864600" y="2736850"/>
          <p14:tracePt t="47439" x="8877300" y="2736850"/>
          <p14:tracePt t="47456" x="8896350" y="2730500"/>
          <p14:tracePt t="47472" x="8902700" y="2730500"/>
          <p14:tracePt t="47489" x="8909050" y="2730500"/>
          <p14:tracePt t="47506" x="8915400" y="2730500"/>
          <p14:tracePt t="47539" x="8921750" y="2730500"/>
          <p14:tracePt t="48576" x="8928100" y="2730500"/>
          <p14:tracePt t="48599" x="8928100" y="2736850"/>
          <p14:tracePt t="48609" x="8934450" y="2736850"/>
          <p14:tracePt t="48623" x="8934450" y="2743200"/>
          <p14:tracePt t="48657" x="8940800" y="2749550"/>
          <p14:tracePt t="48675" x="8940800" y="2768600"/>
          <p14:tracePt t="48678" x="8940800" y="2774950"/>
          <p14:tracePt t="48689" x="8940800" y="2781300"/>
          <p14:tracePt t="48708" x="8940800" y="2800350"/>
          <p14:tracePt t="48711" x="8940800" y="2806700"/>
          <p14:tracePt t="48722" x="8934450" y="2819400"/>
          <p14:tracePt t="48739" x="8915400" y="2844800"/>
          <p14:tracePt t="48741" x="8902700" y="2863850"/>
          <p14:tracePt t="48756" x="8870950" y="2895600"/>
          <p14:tracePt t="48774" x="8775700" y="2952750"/>
          <p14:tracePt t="48789" x="8743950" y="2971800"/>
          <p14:tracePt t="48806" x="8667750" y="3009900"/>
          <p14:tracePt t="48809" x="8636000" y="3022600"/>
          <p14:tracePt t="48822" x="8604250" y="3035300"/>
          <p14:tracePt t="48839" x="8540750" y="3048000"/>
          <p14:tracePt t="48856" x="8483600" y="3060700"/>
          <p14:tracePt t="48872" x="8432800" y="3067050"/>
          <p14:tracePt t="48891" x="8356600" y="3067050"/>
          <p14:tracePt t="48906" x="8261350" y="3067050"/>
          <p14:tracePt t="48923" x="8077200" y="3054350"/>
          <p14:tracePt t="48939" x="7943850" y="3028950"/>
          <p14:tracePt t="48956" x="7791450" y="2997200"/>
          <p14:tracePt t="48972" x="7651750" y="2952750"/>
          <p14:tracePt t="48989" x="7543800" y="2927350"/>
          <p14:tracePt t="49006" x="7493000" y="2908300"/>
          <p14:tracePt t="49008" x="7454900" y="2895600"/>
          <p14:tracePt t="49022" x="7442200" y="2895600"/>
          <p14:tracePt t="49039" x="7416800" y="2882900"/>
          <p14:tracePt t="49058" x="7410450" y="2882900"/>
          <p14:tracePt t="49073" x="7397750" y="2876550"/>
          <p14:tracePt t="49075" x="7385050" y="2876550"/>
          <p14:tracePt t="49089" x="7359650" y="2870200"/>
          <p14:tracePt t="49106" x="7315200" y="2870200"/>
          <p14:tracePt t="49122" x="7283450" y="2870200"/>
          <p14:tracePt t="49139" x="7239000" y="2870200"/>
          <p14:tracePt t="49156" x="7181850" y="2870200"/>
          <p14:tracePt t="49172" x="7112000" y="2870200"/>
          <p14:tracePt t="49189" x="7054850" y="2870200"/>
          <p14:tracePt t="49206" x="6972300" y="2870200"/>
          <p14:tracePt t="49223" x="6915150" y="2870200"/>
          <p14:tracePt t="49239" x="6877050" y="2870200"/>
          <p14:tracePt t="49241" x="6858000" y="2870200"/>
          <p14:tracePt t="49256" x="6826250" y="2870200"/>
          <p14:tracePt t="49272" x="6788150" y="2876550"/>
          <p14:tracePt t="49274" x="6775450" y="2882900"/>
          <p14:tracePt t="49289" x="6756400" y="2882900"/>
          <p14:tracePt t="49306" x="6724650" y="2889250"/>
          <p14:tracePt t="49323" x="6724650" y="2895600"/>
          <p14:tracePt t="49339" x="6692900" y="2901950"/>
          <p14:tracePt t="49356" x="6667500" y="2908300"/>
          <p14:tracePt t="49373" x="6642100" y="2921000"/>
          <p14:tracePt t="49389" x="6616700" y="2927350"/>
          <p14:tracePt t="49406" x="6597650" y="2933700"/>
          <p14:tracePt t="49422" x="6584950" y="2940050"/>
          <p14:tracePt t="49524" x="6578600" y="2946400"/>
          <p14:tracePt t="49541" x="6578600" y="2952750"/>
          <p14:tracePt t="49557" x="6565900" y="2965450"/>
          <p14:tracePt t="49588" x="6565900" y="2971800"/>
          <p14:tracePt t="50903" x="6559550" y="2971800"/>
          <p14:tracePt t="50920" x="6546850" y="2978150"/>
          <p14:tracePt t="50927" x="6527800" y="2978150"/>
          <p14:tracePt t="50939" x="6508750" y="2990850"/>
          <p14:tracePt t="50957" x="6451600" y="3009900"/>
          <p14:tracePt t="50961" x="6394450" y="3041650"/>
          <p14:tracePt t="50973" x="6350000" y="3060700"/>
          <p14:tracePt t="50990" x="6235700" y="3105150"/>
          <p14:tracePt t="50992" x="6165850" y="3136900"/>
          <p14:tracePt t="51006" x="6096000" y="3155950"/>
          <p14:tracePt t="51024" x="5848350" y="3244850"/>
          <p14:tracePt t="51040" x="5670550" y="3314700"/>
          <p14:tracePt t="51056" x="5537200" y="3352800"/>
          <p14:tracePt t="51073" x="5353050" y="3422650"/>
          <p14:tracePt t="51089" x="5207000" y="3479800"/>
          <p14:tracePt t="51106" x="5048250" y="3543300"/>
          <p14:tracePt t="51123" x="4876800" y="3613150"/>
          <p14:tracePt t="51140" x="4737100" y="3657600"/>
          <p14:tracePt t="51156" x="4641850" y="3689350"/>
          <p14:tracePt t="51161" x="4578350" y="3708400"/>
          <p14:tracePt t="51173" x="4527550" y="3727450"/>
          <p14:tracePt t="51190" x="4470400" y="3740150"/>
          <p14:tracePt t="51193" x="4438650" y="3746500"/>
          <p14:tracePt t="51206" x="4406900" y="3752850"/>
          <p14:tracePt t="51223" x="4387850" y="3752850"/>
          <p14:tracePt t="51226" x="4381500" y="3759200"/>
          <p14:tracePt t="51240" x="4368800" y="3759200"/>
          <p14:tracePt t="51256" x="4356100" y="3759200"/>
          <p14:tracePt t="51259" x="4343400" y="3759200"/>
          <p14:tracePt t="51273" x="4337050" y="3759200"/>
          <p14:tracePt t="51290" x="4298950" y="3771900"/>
          <p14:tracePt t="51306" x="4260850" y="3778250"/>
          <p14:tracePt t="51323" x="4210050" y="3784600"/>
          <p14:tracePt t="51340" x="4152900" y="3797300"/>
          <p14:tracePt t="51356" x="4089400" y="3822700"/>
          <p14:tracePt t="51373" x="4057650" y="3829050"/>
          <p14:tracePt t="51390" x="4000500" y="3848100"/>
          <p14:tracePt t="51406" x="3943350" y="3860800"/>
          <p14:tracePt t="51423" x="3917950" y="3873500"/>
          <p14:tracePt t="51427" x="3905250" y="3873500"/>
          <p14:tracePt t="51439" x="3879850" y="3879850"/>
          <p14:tracePt t="51456" x="3860800" y="3886200"/>
          <p14:tracePt t="51459" x="3848100" y="3886200"/>
          <p14:tracePt t="51473" x="3841750" y="3892550"/>
          <p14:tracePt t="51490" x="3829050" y="3892550"/>
          <p14:tracePt t="51493" x="3822700" y="3898900"/>
          <p14:tracePt t="51506" x="3803650" y="3905250"/>
          <p14:tracePt t="51523" x="3765550" y="3911600"/>
          <p14:tracePt t="51540" x="3721100" y="3924300"/>
          <p14:tracePt t="51556" x="3689350" y="3930650"/>
          <p14:tracePt t="51573" x="3644900" y="3943350"/>
          <p14:tracePt t="51590" x="3613150" y="3949700"/>
          <p14:tracePt t="51606" x="3600450" y="3949700"/>
          <p14:tracePt t="51624" x="3575050" y="3962400"/>
          <p14:tracePt t="51630" x="3568700" y="3962400"/>
          <p14:tracePt t="51639" x="3549650" y="3962400"/>
          <p14:tracePt t="51656" x="3524250" y="3975100"/>
          <p14:tracePt t="51673" x="3479800" y="3987800"/>
          <p14:tracePt t="51690" x="3448050" y="3994150"/>
          <p14:tracePt t="51694" x="3416300" y="4006850"/>
          <p14:tracePt t="51706" x="3403600" y="4013200"/>
          <p14:tracePt t="51724" x="3352800" y="4019550"/>
          <p14:tracePt t="51740" x="3346450" y="4019550"/>
          <p14:tracePt t="51756" x="3333750" y="4025900"/>
          <p14:tracePt t="51772" x="3327400" y="4025900"/>
          <p14:tracePt t="51790" x="3321050" y="4025900"/>
          <p14:tracePt t="51806" x="3314700" y="4025900"/>
          <p14:tracePt t="51823" x="3308350" y="4025900"/>
          <p14:tracePt t="51839" x="3302000" y="4025900"/>
          <p14:tracePt t="51873" x="3295650" y="4025900"/>
          <p14:tracePt t="51892" x="3289300" y="4019550"/>
          <p14:tracePt t="51895" x="3282950" y="4019550"/>
          <p14:tracePt t="51906" x="3276600" y="4013200"/>
          <p14:tracePt t="51923" x="3263900" y="4013200"/>
          <p14:tracePt t="51927" x="3244850" y="4006850"/>
          <p14:tracePt t="51940" x="3238500" y="4000500"/>
          <p14:tracePt t="51956" x="3219450" y="4000500"/>
          <p14:tracePt t="51960" x="3213100" y="3994150"/>
          <p14:tracePt t="51976" x="3194050" y="3987800"/>
          <p14:tracePt t="51990" x="3181350" y="3987800"/>
          <p14:tracePt t="52009" x="3175000" y="3975100"/>
          <p14:tracePt t="52023" x="3168650" y="3975100"/>
          <p14:tracePt t="52042" x="3143250" y="3962400"/>
          <p14:tracePt t="52056" x="3124200" y="3956050"/>
          <p14:tracePt t="52074" x="3098800" y="3949700"/>
          <p14:tracePt t="52089" x="3073400" y="3930650"/>
          <p14:tracePt t="52107" x="3054350" y="3930650"/>
          <p14:tracePt t="52123" x="3035300" y="3911600"/>
          <p14:tracePt t="52140" x="3022600" y="3905250"/>
          <p14:tracePt t="52156" x="3016250" y="3892550"/>
          <p14:tracePt t="52173" x="3003550" y="3886200"/>
          <p14:tracePt t="52176" x="3003550" y="3873500"/>
          <p14:tracePt t="52190" x="2997200" y="3860800"/>
          <p14:tracePt t="52206" x="2990850" y="3848100"/>
          <p14:tracePt t="52210" x="2990850" y="3835400"/>
          <p14:tracePt t="52224" x="2978150" y="3810000"/>
          <p14:tracePt t="52240" x="2965450" y="3790950"/>
          <p14:tracePt t="52256" x="2959100" y="3784600"/>
          <p14:tracePt t="52273" x="2946400" y="3771900"/>
          <p14:tracePt t="52290" x="2927350" y="3759200"/>
          <p14:tracePt t="52306" x="2901950" y="3746500"/>
          <p14:tracePt t="52323" x="2895600" y="3733800"/>
          <p14:tracePt t="52340" x="2870200" y="3721100"/>
          <p14:tracePt t="52356" x="2844800" y="3702050"/>
          <p14:tracePt t="52373" x="2819400" y="3689350"/>
          <p14:tracePt t="52390" x="2781300" y="3676650"/>
          <p14:tracePt t="52407" x="2724150" y="3657600"/>
          <p14:tracePt t="52423" x="2698750" y="3644900"/>
          <p14:tracePt t="52440" x="2635250" y="3638550"/>
          <p14:tracePt t="52442" x="2597150" y="3632200"/>
          <p14:tracePt t="52459" x="2559050" y="3625850"/>
          <p14:tracePt t="52474" x="2489200" y="3613150"/>
          <p14:tracePt t="52489" x="2457450" y="3613150"/>
          <p14:tracePt t="52506" x="2381250" y="3606800"/>
          <p14:tracePt t="52523" x="2292350" y="3600450"/>
          <p14:tracePt t="52540" x="2241550" y="3600450"/>
          <p14:tracePt t="52556" x="2139950" y="3594100"/>
          <p14:tracePt t="52573" x="2089150" y="3594100"/>
          <p14:tracePt t="52590" x="1981200" y="3587750"/>
          <p14:tracePt t="52606" x="1911350" y="3575050"/>
          <p14:tracePt t="52623" x="1866900" y="3568700"/>
          <p14:tracePt t="52640" x="1828800" y="3562350"/>
          <p14:tracePt t="52656" x="1797050" y="3562350"/>
          <p14:tracePt t="52673" x="1765300" y="3556000"/>
          <p14:tracePt t="52677" x="1746250" y="3549650"/>
          <p14:tracePt t="52690" x="1714500" y="3543300"/>
          <p14:tracePt t="52706" x="1670050" y="3543300"/>
          <p14:tracePt t="52709" x="1651000" y="3543300"/>
          <p14:tracePt t="52723" x="1625600" y="3536950"/>
          <p14:tracePt t="52740" x="1555750" y="3536950"/>
          <p14:tracePt t="52756" x="1504950" y="3536950"/>
          <p14:tracePt t="52773" x="1460500" y="3536950"/>
          <p14:tracePt t="52789" x="1409700" y="3536950"/>
          <p14:tracePt t="52806" x="1365250" y="3543300"/>
          <p14:tracePt t="52823" x="1308100" y="3562350"/>
          <p14:tracePt t="52839" x="1250950" y="3575050"/>
          <p14:tracePt t="52856" x="1225550" y="3581400"/>
          <p14:tracePt t="52873" x="1181100" y="3600450"/>
          <p14:tracePt t="52892" x="1149350" y="3606800"/>
          <p14:tracePt t="52894" x="1143000" y="3606800"/>
          <p14:tracePt t="52906" x="1117600" y="3619500"/>
          <p14:tracePt t="52923" x="1092200" y="3625850"/>
          <p14:tracePt t="52926" x="1085850" y="3632200"/>
          <p14:tracePt t="52940" x="1073150" y="3638550"/>
          <p14:tracePt t="52944" x="1060450" y="3644900"/>
          <p14:tracePt t="52956" x="1054100" y="3644900"/>
          <p14:tracePt t="52974" x="1009650" y="3670300"/>
          <p14:tracePt t="52990" x="990600" y="3676650"/>
          <p14:tracePt t="53006" x="971550" y="3695700"/>
          <p14:tracePt t="53023" x="952500" y="3708400"/>
          <p14:tracePt t="53040" x="946150" y="3727450"/>
          <p14:tracePt t="53056" x="939800" y="3740150"/>
          <p14:tracePt t="53073" x="939800" y="3746500"/>
          <p14:tracePt t="53098" x="939800" y="3752850"/>
          <p14:tracePt t="53121" x="939800" y="3765550"/>
          <p14:tracePt t="53133" x="952500" y="3771900"/>
          <p14:tracePt t="53139" x="965200" y="3784600"/>
          <p14:tracePt t="53156" x="990600" y="3797300"/>
          <p14:tracePt t="53173" x="1073150" y="3829050"/>
          <p14:tracePt t="53177" x="1104900" y="3841750"/>
          <p14:tracePt t="53190" x="1162050" y="3854450"/>
          <p14:tracePt t="53207" x="1276350" y="3886200"/>
          <p14:tracePt t="53210" x="1339850" y="3898900"/>
          <p14:tracePt t="53223" x="1403350" y="3911600"/>
          <p14:tracePt t="53240" x="1574800" y="3924300"/>
          <p14:tracePt t="53256" x="1670050" y="3937000"/>
          <p14:tracePt t="53273" x="1803400" y="3943350"/>
          <p14:tracePt t="53290" x="1892300" y="3943350"/>
          <p14:tracePt t="53306" x="1987550" y="3943350"/>
          <p14:tracePt t="53323" x="2089150" y="3943350"/>
          <p14:tracePt t="53340" x="2254250" y="3937000"/>
          <p14:tracePt t="53344" x="2298700" y="3930650"/>
          <p14:tracePt t="53356" x="2393950" y="3924300"/>
          <p14:tracePt t="53373" x="2546350" y="3898900"/>
          <p14:tracePt t="53390" x="2628900" y="3892550"/>
          <p14:tracePt t="53406" x="2743200" y="3873500"/>
          <p14:tracePt t="53410" x="2813050" y="3867150"/>
          <p14:tracePt t="53423" x="2832100" y="3867150"/>
          <p14:tracePt t="53440" x="2882900" y="3860800"/>
          <p14:tracePt t="53444" x="2895600" y="3860800"/>
          <p14:tracePt t="53456" x="2901950" y="3860800"/>
          <p14:tracePt t="53474" x="2914650" y="3854450"/>
          <p14:tracePt t="53490" x="2927350" y="3854450"/>
          <p14:tracePt t="53506" x="2940050" y="3848100"/>
          <p14:tracePt t="53523" x="2952750" y="3848100"/>
          <p14:tracePt t="53539" x="2959100" y="3848100"/>
          <p14:tracePt t="53677" x="2965450" y="3848100"/>
          <p14:tracePt t="54659" x="2971800" y="3848100"/>
          <p14:tracePt t="55270" x="2978150" y="3848100"/>
          <p14:tracePt t="55297" x="2984500" y="3848100"/>
          <p14:tracePt t="55393" x="2990850" y="3848100"/>
          <p14:tracePt t="55441" x="2997200" y="3848100"/>
          <p14:tracePt t="56029" x="2990850" y="3848100"/>
          <p14:tracePt t="56045" x="2990850" y="3854450"/>
          <p14:tracePt t="56052" x="2984500" y="3854450"/>
          <p14:tracePt t="56061" x="2978150" y="3854450"/>
          <p14:tracePt t="56073" x="2978150" y="3860800"/>
          <p14:tracePt t="56191" x="2971800" y="3860800"/>
          <p14:tracePt t="56201" x="2971800" y="3867150"/>
          <p14:tracePt t="56223" x="2965450" y="3867150"/>
          <p14:tracePt t="56235" x="2965450" y="3873500"/>
          <p14:tracePt t="56248" x="2959100" y="3873500"/>
          <p14:tracePt t="56256" x="2959100" y="3879850"/>
          <p14:tracePt t="56273" x="2959100" y="3886200"/>
          <p14:tracePt t="56289" x="2952750" y="3886200"/>
          <p14:tracePt t="56307" x="2946400" y="3886200"/>
          <p14:tracePt t="56359" x="2946400" y="3892550"/>
          <p14:tracePt t="56608" x="2940050" y="3892550"/>
          <p14:tracePt t="56625" x="2933700" y="3892550"/>
          <p14:tracePt t="56642" x="2927350" y="3892550"/>
          <p14:tracePt t="56656" x="2921000" y="3892550"/>
          <p14:tracePt t="56675" x="2914650" y="3892550"/>
          <p14:tracePt t="56694" x="2908300" y="3892550"/>
          <p14:tracePt t="56706" x="2901950" y="3886200"/>
          <p14:tracePt t="56723" x="2889250" y="3879850"/>
          <p14:tracePt t="56740" x="2876550" y="3879850"/>
          <p14:tracePt t="56756" x="2857500" y="3873500"/>
          <p14:tracePt t="56773" x="2838450" y="3867150"/>
          <p14:tracePt t="56789" x="2819400" y="3867150"/>
          <p14:tracePt t="56806" x="2800350" y="3867150"/>
          <p14:tracePt t="56811" x="2781300" y="3867150"/>
          <p14:tracePt t="56823" x="2768600" y="3867150"/>
          <p14:tracePt t="56840" x="2749550" y="3867150"/>
          <p14:tracePt t="56844" x="2736850" y="3867150"/>
          <p14:tracePt t="56856" x="2730500" y="3867150"/>
          <p14:tracePt t="56874" x="2705100" y="3867150"/>
          <p14:tracePt t="56893" x="2698750" y="3867150"/>
          <p14:tracePt t="56907" x="2686050" y="3860800"/>
          <p14:tracePt t="56926" x="2679700" y="3860800"/>
          <p14:tracePt t="56940" x="2660650" y="3860800"/>
          <p14:tracePt t="56959" x="2641600" y="3860800"/>
          <p14:tracePt t="56973" x="2603500" y="3860800"/>
          <p14:tracePt t="56991" x="2559050" y="3860800"/>
          <p14:tracePt t="57006" x="2501900" y="3860800"/>
          <p14:tracePt t="57023" x="2438400" y="3867150"/>
          <p14:tracePt t="57040" x="2368550" y="3873500"/>
          <p14:tracePt t="57056" x="2330450" y="3873500"/>
          <p14:tracePt t="57073" x="2266950" y="3879850"/>
          <p14:tracePt t="57090" x="2216150" y="3886200"/>
          <p14:tracePt t="57092" x="2203450" y="3886200"/>
          <p14:tracePt t="57106" x="2190750" y="3892550"/>
          <p14:tracePt t="57124" x="2146300" y="3892550"/>
          <p14:tracePt t="57140" x="2108200" y="3892550"/>
          <p14:tracePt t="57157" x="2089150" y="3898900"/>
          <p14:tracePt t="57173" x="2063750" y="3898900"/>
          <p14:tracePt t="57190" x="2032000" y="3898900"/>
          <p14:tracePt t="57206" x="2000250" y="3898900"/>
          <p14:tracePt t="57223" x="1987550" y="3898900"/>
          <p14:tracePt t="57240" x="1981200" y="3898900"/>
          <p14:tracePt t="57256" x="1962150" y="3898900"/>
          <p14:tracePt t="57273" x="1943100" y="3898900"/>
          <p14:tracePt t="57290" x="1930400" y="3898900"/>
          <p14:tracePt t="57306" x="1905000" y="3898900"/>
          <p14:tracePt t="57323" x="1879600" y="3898900"/>
          <p14:tracePt t="57327" x="1866900" y="3898900"/>
          <p14:tracePt t="57340" x="1835150" y="3898900"/>
          <p14:tracePt t="57357" x="1797050" y="3898900"/>
          <p14:tracePt t="57360" x="1778000" y="3898900"/>
          <p14:tracePt t="57373" x="1758950" y="3905250"/>
          <p14:tracePt t="57390" x="1720850" y="3917950"/>
          <p14:tracePt t="57406" x="1695450" y="3930650"/>
          <p14:tracePt t="57423" x="1676400" y="3949700"/>
          <p14:tracePt t="57441" x="1670050" y="3962400"/>
          <p14:tracePt t="57456" x="1663700" y="3975100"/>
          <p14:tracePt t="57473" x="1663700" y="3994150"/>
          <p14:tracePt t="57490" x="1663700" y="4013200"/>
          <p14:tracePt t="57506" x="1663700" y="4032250"/>
          <p14:tracePt t="57523" x="1676400" y="4044950"/>
          <p14:tracePt t="57540" x="1695450" y="4064000"/>
          <p14:tracePt t="57556" x="1733550" y="4089400"/>
          <p14:tracePt t="57561" x="1746250" y="4095750"/>
          <p14:tracePt t="57573" x="1790700" y="4108450"/>
          <p14:tracePt t="57590" x="1828800" y="4114800"/>
          <p14:tracePt t="57593" x="1898650" y="4121150"/>
          <p14:tracePt t="57606" x="1962150" y="4121150"/>
          <p14:tracePt t="57624" x="2197100" y="4121150"/>
          <p14:tracePt t="57640" x="2393950" y="4108450"/>
          <p14:tracePt t="57656" x="2590800" y="4095750"/>
          <p14:tracePt t="57673" x="2692400" y="4083050"/>
          <p14:tracePt t="57690" x="2755900" y="4076700"/>
          <p14:tracePt t="57707" x="2774950" y="4070350"/>
          <p14:tracePt t="57842" x="2781300" y="4070350"/>
          <p14:tracePt t="57851" x="2794000" y="4064000"/>
          <p14:tracePt t="57859" x="2800350" y="4057650"/>
          <p14:tracePt t="57874" x="2882900" y="4038600"/>
          <p14:tracePt t="57890" x="3041650" y="4013200"/>
          <p14:tracePt t="57907" x="3257550" y="3962400"/>
          <p14:tracePt t="57923" x="3651250" y="3854450"/>
          <p14:tracePt t="57940" x="4013200" y="3752850"/>
          <p14:tracePt t="57957" x="4514850" y="3600450"/>
          <p14:tracePt t="57973" x="4883150" y="3460750"/>
          <p14:tracePt t="57990" x="5073650" y="3384550"/>
          <p14:tracePt t="58006" x="5213350" y="3314700"/>
          <p14:tracePt t="58023" x="5276850" y="3282950"/>
          <p14:tracePt t="58040" x="5308600" y="3263900"/>
          <p14:tracePt t="58056" x="5314950" y="3257550"/>
          <p14:tracePt t="58189" x="5327650" y="3244850"/>
          <p14:tracePt t="58197" x="5346700" y="3238500"/>
          <p14:tracePt t="58207" x="5384800" y="3213100"/>
          <p14:tracePt t="58223" x="5492750" y="3149600"/>
          <p14:tracePt t="58240" x="5626100" y="3079750"/>
          <p14:tracePt t="58256" x="5740400" y="3022600"/>
          <p14:tracePt t="58273" x="5835650" y="2971800"/>
          <p14:tracePt t="58290" x="5873750" y="2959100"/>
          <p14:tracePt t="58294" x="5886450" y="2952750"/>
          <p14:tracePt t="58306" x="5899150" y="2946400"/>
          <p14:tracePt t="58323" x="5911850" y="2940050"/>
          <p14:tracePt t="58326" x="5924550" y="2940050"/>
          <p14:tracePt t="58340" x="5930900" y="2940050"/>
          <p14:tracePt t="58356" x="5956300" y="2927350"/>
          <p14:tracePt t="58360" x="5975350" y="2927350"/>
          <p14:tracePt t="58373" x="5981700" y="2921000"/>
          <p14:tracePt t="58390" x="5994400" y="2921000"/>
          <p14:tracePt t="58406" x="6000750" y="2921000"/>
          <p14:tracePt t="58471" x="6007100" y="2921000"/>
          <p14:tracePt t="58487" x="6013450" y="2921000"/>
          <p14:tracePt t="58495" x="6026150" y="2921000"/>
          <p14:tracePt t="58509" x="6038850" y="2914650"/>
          <p14:tracePt t="58512" x="6064250" y="2908300"/>
          <p14:tracePt t="58523" x="6070600" y="2908300"/>
          <p14:tracePt t="58542" x="6127750" y="2895600"/>
          <p14:tracePt t="58546" x="6153150" y="2889250"/>
          <p14:tracePt t="58557" x="6165850" y="2889250"/>
          <p14:tracePt t="58575" x="6191250" y="2889250"/>
          <p14:tracePt t="58578" x="6203950" y="2889250"/>
          <p14:tracePt t="58590" x="6210300" y="2889250"/>
          <p14:tracePt t="58609" x="6223000" y="2889250"/>
          <p14:tracePt t="58623" x="6229350" y="2889250"/>
          <p14:tracePt t="58642" x="6242050" y="2889250"/>
          <p14:tracePt t="58657" x="6248400" y="2889250"/>
          <p14:tracePt t="58674" x="6254750" y="2889250"/>
          <p14:tracePt t="58720" x="6261100" y="2889250"/>
          <p14:tracePt t="58777" x="6267450" y="2889250"/>
          <p14:tracePt t="58793" x="6273800" y="2889250"/>
          <p14:tracePt t="58803" x="6286500" y="2889250"/>
          <p14:tracePt t="58812" x="6299200" y="2889250"/>
          <p14:tracePt t="58823" x="6324600" y="2889250"/>
          <p14:tracePt t="58840" x="6362700" y="2889250"/>
          <p14:tracePt t="58842" x="6394450" y="2889250"/>
          <p14:tracePt t="58857" x="6438900" y="2889250"/>
          <p14:tracePt t="58873" x="6489700" y="2889250"/>
          <p14:tracePt t="58876" x="6534150" y="2889250"/>
          <p14:tracePt t="58892" x="6591300" y="2895600"/>
          <p14:tracePt t="58906" x="6648450" y="2895600"/>
          <p14:tracePt t="58923" x="6718300" y="2901950"/>
          <p14:tracePt t="58940" x="6788150" y="2901950"/>
          <p14:tracePt t="58956" x="6845300" y="2901950"/>
          <p14:tracePt t="58973" x="6889750" y="2908300"/>
          <p14:tracePt t="58990" x="6934200" y="2908300"/>
          <p14:tracePt t="59007" x="6965950" y="2914650"/>
          <p14:tracePt t="59010" x="6997700" y="2914650"/>
          <p14:tracePt t="59023" x="7010400" y="2921000"/>
          <p14:tracePt t="59040" x="7054850" y="2927350"/>
          <p14:tracePt t="59056" x="7086600" y="2933700"/>
          <p14:tracePt t="59073" x="7150100" y="2940050"/>
          <p14:tracePt t="59077" x="7169150" y="2946400"/>
          <p14:tracePt t="59090" x="7219950" y="2946400"/>
          <p14:tracePt t="59106" x="7258050" y="2946400"/>
          <p14:tracePt t="59110" x="7277100" y="2946400"/>
          <p14:tracePt t="59124" x="7353300" y="2952750"/>
          <p14:tracePt t="59140" x="7391400" y="2959100"/>
          <p14:tracePt t="59156" x="7435850" y="2965450"/>
          <p14:tracePt t="59173" x="7499350" y="2971800"/>
          <p14:tracePt t="59189" x="7531100" y="2971800"/>
          <p14:tracePt t="59206" x="7569200" y="2971800"/>
          <p14:tracePt t="59223" x="7620000" y="2978150"/>
          <p14:tracePt t="59240" x="7651750" y="2984500"/>
          <p14:tracePt t="59256" x="7683500" y="2984500"/>
          <p14:tracePt t="59273" x="7721600" y="2990850"/>
          <p14:tracePt t="59276" x="7734300" y="2990850"/>
          <p14:tracePt t="59290" x="7747000" y="2990850"/>
          <p14:tracePt t="59306" x="7791450" y="2990850"/>
          <p14:tracePt t="59308" x="7797800" y="2990850"/>
          <p14:tracePt t="59323" x="7804150" y="2990850"/>
          <p14:tracePt t="59339" x="7823200" y="2990850"/>
          <p14:tracePt t="59342" x="7829550" y="2990850"/>
          <p14:tracePt t="59356" x="7842250" y="2990850"/>
          <p14:tracePt t="59373" x="7867650" y="2990850"/>
          <p14:tracePt t="59374" x="7880350" y="2990850"/>
          <p14:tracePt t="59389" x="7905750" y="2990850"/>
          <p14:tracePt t="59406" x="7924800" y="2990850"/>
          <p14:tracePt t="59423" x="7950200" y="2990850"/>
          <p14:tracePt t="59439" x="7962900" y="2990850"/>
          <p14:tracePt t="59456" x="7975600" y="2990850"/>
          <p14:tracePt t="59473" x="7981950" y="2990850"/>
          <p14:tracePt t="59649" x="7981950" y="2984500"/>
          <p14:tracePt t="59657" x="7975600" y="2984500"/>
          <p14:tracePt t="59674" x="7969250" y="2978150"/>
          <p14:tracePt t="59690" x="7943850" y="2978150"/>
          <p14:tracePt t="59707" x="7912100" y="2971800"/>
          <p14:tracePt t="59723" x="7880350" y="2971800"/>
          <p14:tracePt t="59741" x="7804150" y="2971800"/>
          <p14:tracePt t="59748" x="7747000" y="2971800"/>
          <p14:tracePt t="59752" x="7689850" y="2971800"/>
          <p14:tracePt t="59773" x="7569200" y="2990850"/>
          <p14:tracePt t="59777" x="7505700" y="2997200"/>
          <p14:tracePt t="59790" x="7416800" y="3009900"/>
          <p14:tracePt t="59806" x="7258050" y="3048000"/>
          <p14:tracePt t="59808" x="7162800" y="3060700"/>
          <p14:tracePt t="59823" x="7086600" y="3079750"/>
          <p14:tracePt t="59839" x="6889750" y="3098800"/>
          <p14:tracePt t="59856" x="6800850" y="3098800"/>
          <p14:tracePt t="59873" x="6775450" y="3098800"/>
          <p14:tracePt t="59876" x="6769100" y="3098800"/>
          <p14:tracePt t="59891" x="6743700" y="3098800"/>
          <p14:tracePt t="59906" x="6731000" y="3098800"/>
          <p14:tracePt t="59923" x="6705600" y="3098800"/>
          <p14:tracePt t="59940" x="6661150" y="3098800"/>
          <p14:tracePt t="59957" x="6578600" y="3111500"/>
          <p14:tracePt t="59973" x="6483350" y="3117850"/>
          <p14:tracePt t="59990" x="6375400" y="3124200"/>
          <p14:tracePt t="60006" x="6286500" y="3130550"/>
          <p14:tracePt t="60023" x="6254750" y="3130550"/>
          <p14:tracePt t="60039" x="6242050" y="3130550"/>
          <p14:tracePt t="60122" x="6248400" y="3124200"/>
          <p14:tracePt t="60132" x="6286500" y="3117850"/>
          <p14:tracePt t="60140" x="6311900" y="3111500"/>
          <p14:tracePt t="60156" x="6457950" y="3098800"/>
          <p14:tracePt t="60173" x="6642100" y="3092450"/>
          <p14:tracePt t="60191" x="6826250" y="3079750"/>
          <p14:tracePt t="60206" x="7073900" y="3073400"/>
          <p14:tracePt t="60224" x="7245350" y="3073400"/>
          <p14:tracePt t="60228" x="7340600" y="3073400"/>
          <p14:tracePt t="60240" x="7378700" y="3073400"/>
          <p14:tracePt t="60258" x="7435850" y="3073400"/>
          <p14:tracePt t="60262" x="7442200" y="3073400"/>
          <p14:tracePt t="60381" x="7435850" y="3073400"/>
          <p14:tracePt t="60388" x="7429500" y="3079750"/>
          <p14:tracePt t="60406" x="7404100" y="3086100"/>
          <p14:tracePt t="60423" x="7359650" y="3098800"/>
          <p14:tracePt t="60440" x="7302500" y="3105150"/>
          <p14:tracePt t="60456" x="7207250" y="3117850"/>
          <p14:tracePt t="60474" x="7150100" y="3117850"/>
          <p14:tracePt t="60478" x="7118350" y="3117850"/>
          <p14:tracePt t="60490" x="7099300" y="3117850"/>
          <p14:tracePt t="60507" x="7061200" y="3117850"/>
          <p14:tracePt t="60511" x="7042150" y="3117850"/>
          <p14:tracePt t="60523" x="7035800" y="3117850"/>
          <p14:tracePt t="60540" x="7004050" y="3117850"/>
          <p14:tracePt t="60543" x="6978650" y="3117850"/>
          <p14:tracePt t="60557" x="6965950" y="3117850"/>
          <p14:tracePt t="60573" x="6921500" y="3117850"/>
          <p14:tracePt t="60575" x="6877050" y="3111500"/>
          <p14:tracePt t="60590" x="6845300" y="3111500"/>
          <p14:tracePt t="60606" x="6788150" y="3111500"/>
          <p14:tracePt t="60623" x="6711950" y="3105150"/>
          <p14:tracePt t="60640" x="6673850" y="3105150"/>
          <p14:tracePt t="60657" x="6610350" y="3098800"/>
          <p14:tracePt t="60673" x="6553200" y="3092450"/>
          <p14:tracePt t="60690" x="6521450" y="3086100"/>
          <p14:tracePt t="60707" x="6483350" y="3079750"/>
          <p14:tracePt t="60723" x="6470650" y="3073400"/>
          <p14:tracePt t="60740" x="6464300" y="3067050"/>
          <p14:tracePt t="60778" x="6457950" y="3067050"/>
          <p14:tracePt t="60785" x="6457950" y="3060700"/>
          <p14:tracePt t="60793" x="6451600" y="3060700"/>
          <p14:tracePt t="60806" x="6445250" y="3060700"/>
          <p14:tracePt t="60823" x="6432550" y="3048000"/>
          <p14:tracePt t="60826" x="6419850" y="3048000"/>
          <p14:tracePt t="60840" x="6362700" y="3028950"/>
          <p14:tracePt t="60857" x="6324600" y="3022600"/>
          <p14:tracePt t="60873" x="6299200" y="3009900"/>
          <p14:tracePt t="60890" x="6273800" y="3003550"/>
          <p14:tracePt t="60912" x="6273800" y="2997200"/>
          <p14:tracePt t="60937" x="6273800" y="2990850"/>
          <p14:tracePt t="60947" x="6273800" y="2984500"/>
          <p14:tracePt t="60971" x="6273800" y="2978150"/>
          <p14:tracePt t="61058" x="6267450" y="2978150"/>
          <p14:tracePt t="61091" x="6267450" y="2984500"/>
          <p14:tracePt t="61100" x="6267450" y="2990850"/>
          <p14:tracePt t="61117" x="6267450" y="2997200"/>
          <p14:tracePt t="61138" x="6267450" y="3003550"/>
          <p14:tracePt t="61171" x="6267450" y="3009900"/>
          <p14:tracePt t="61190" x="6267450" y="3016250"/>
          <p14:tracePt t="61211" x="6267450" y="3022600"/>
          <p14:tracePt t="61226" x="6267450" y="3028950"/>
          <p14:tracePt t="61256" x="6267450" y="3035300"/>
          <p14:tracePt t="61273" x="6267450" y="3041650"/>
          <p14:tracePt t="61436" x="6273800" y="3041650"/>
          <p14:tracePt t="61447" x="6280150" y="3041650"/>
          <p14:tracePt t="61454" x="6299200" y="3041650"/>
          <p14:tracePt t="61473" x="6343650" y="3041650"/>
          <p14:tracePt t="61490" x="6407150" y="3041650"/>
          <p14:tracePt t="61493" x="6445250" y="3041650"/>
          <p14:tracePt t="61508" x="6496050" y="3041650"/>
          <p14:tracePt t="61523" x="6597650" y="3041650"/>
          <p14:tracePt t="61527" x="6654800" y="3041650"/>
          <p14:tracePt t="61540" x="6705600" y="3041650"/>
          <p14:tracePt t="61557" x="6794500" y="3041650"/>
          <p14:tracePt t="61559" x="6851650" y="3041650"/>
          <p14:tracePt t="61573" x="6883400" y="3041650"/>
          <p14:tracePt t="61590" x="7023100" y="3041650"/>
          <p14:tracePt t="61607" x="7067550" y="3048000"/>
          <p14:tracePt t="61623" x="7118350" y="3054350"/>
          <p14:tracePt t="61640" x="7175500" y="3054350"/>
          <p14:tracePt t="61657" x="7239000" y="3067050"/>
          <p14:tracePt t="61673" x="7296150" y="3073400"/>
          <p14:tracePt t="61690" x="7391400" y="3086100"/>
          <p14:tracePt t="61706" x="7518400" y="3092450"/>
          <p14:tracePt t="61723" x="7600950" y="3098800"/>
          <p14:tracePt t="61727" x="7670800" y="3098800"/>
          <p14:tracePt t="61740" x="7740650" y="3098800"/>
          <p14:tracePt t="61757" x="7829550" y="3098800"/>
          <p14:tracePt t="61760" x="7848600" y="3098800"/>
          <p14:tracePt t="61773" x="7912100" y="3098800"/>
          <p14:tracePt t="61790" x="8001000" y="3098800"/>
          <p14:tracePt t="61810" x="8147050" y="3098800"/>
          <p14:tracePt t="61823" x="8166100" y="3098800"/>
          <p14:tracePt t="61841" x="8274050" y="3098800"/>
          <p14:tracePt t="61857" x="8312150" y="3098800"/>
          <p14:tracePt t="61876" x="8324850" y="3098800"/>
          <p14:tracePt t="61892" x="8337550" y="3098800"/>
          <p14:tracePt t="61909" x="8343900" y="3098800"/>
          <p14:tracePt t="62211" x="8337550" y="3098800"/>
          <p14:tracePt t="62219" x="8331200" y="3098800"/>
          <p14:tracePt t="62243" x="8324850" y="3098800"/>
          <p14:tracePt t="62259" x="8318500" y="3098800"/>
          <p14:tracePt t="62276" x="8312150" y="3098800"/>
          <p14:tracePt t="62283" x="8305800" y="3098800"/>
          <p14:tracePt t="62299" x="8299450" y="3098800"/>
          <p14:tracePt t="62317" x="8293100" y="3098800"/>
          <p14:tracePt t="62333" x="8286750" y="3098800"/>
          <p14:tracePt t="62342" x="8280400" y="3098800"/>
          <p14:tracePt t="62357" x="8274050" y="3098800"/>
          <p14:tracePt t="62373" x="8261350" y="3098800"/>
          <p14:tracePt t="62389" x="8255000" y="3098800"/>
          <p14:tracePt t="62407" x="8242300" y="3092450"/>
          <p14:tracePt t="62423" x="8229600" y="3092450"/>
          <p14:tracePt t="62440" x="8223250" y="3092450"/>
          <p14:tracePt t="62456" x="8216900" y="3092450"/>
          <p14:tracePt t="62473" x="8197850" y="3092450"/>
          <p14:tracePt t="62490" x="8191500" y="3092450"/>
          <p14:tracePt t="62507" x="8159750" y="3092450"/>
          <p14:tracePt t="62509" x="8128000" y="3092450"/>
          <p14:tracePt t="62523" x="8089900" y="3092450"/>
          <p14:tracePt t="62540" x="7937500" y="3092450"/>
          <p14:tracePt t="62557" x="7785100" y="3111500"/>
          <p14:tracePt t="62573" x="7753350" y="3111500"/>
          <p14:tracePt t="62576" x="7658100" y="3124200"/>
          <p14:tracePt t="62590" x="7454900" y="3143250"/>
          <p14:tracePt t="62607" x="7296150" y="3162300"/>
          <p14:tracePt t="62623" x="7124700" y="3175000"/>
          <p14:tracePt t="62640" x="6946900" y="3187700"/>
          <p14:tracePt t="62657" x="6731000" y="3200400"/>
          <p14:tracePt t="62673" x="6508750" y="3206750"/>
          <p14:tracePt t="62690" x="6121400" y="3219450"/>
          <p14:tracePt t="62707" x="5861050" y="3225800"/>
          <p14:tracePt t="62710" x="5797550" y="3225800"/>
          <p14:tracePt t="62723" x="5613400" y="3232150"/>
          <p14:tracePt t="62740" x="5365750" y="3232150"/>
          <p14:tracePt t="62742" x="5226050" y="3232150"/>
          <p14:tracePt t="62756" x="5067300" y="3232150"/>
          <p14:tracePt t="62773" x="4889500" y="3232150"/>
          <p14:tracePt t="62776" x="4838700" y="3232150"/>
          <p14:tracePt t="62790" x="4673600" y="3232150"/>
          <p14:tracePt t="62807" x="4527550" y="3244850"/>
          <p14:tracePt t="62823" x="4356100" y="3257550"/>
          <p14:tracePt t="62840" x="4184650" y="3276600"/>
          <p14:tracePt t="62857" x="4019550" y="3302000"/>
          <p14:tracePt t="62873" x="3848100" y="3340100"/>
          <p14:tracePt t="62892" x="3740150" y="3359150"/>
          <p14:tracePt t="62907" x="3644900" y="3378200"/>
          <p14:tracePt t="62923" x="3600450" y="3384550"/>
          <p14:tracePt t="62940" x="3575050" y="3390900"/>
          <p14:tracePt t="62957" x="3549650" y="3409950"/>
          <p14:tracePt t="62973" x="3517900" y="3422650"/>
          <p14:tracePt t="62976" x="3505200" y="3435350"/>
          <p14:tracePt t="62990" x="3492500" y="3448050"/>
          <p14:tracePt t="63006" x="3435350" y="3492500"/>
          <p14:tracePt t="63010" x="3416300" y="3511550"/>
          <p14:tracePt t="63023" x="3390900" y="3530600"/>
          <p14:tracePt t="63040" x="3321050" y="3606800"/>
          <p14:tracePt t="63057" x="3282950" y="3651250"/>
          <p14:tracePt t="63073" x="3225800" y="3721100"/>
          <p14:tracePt t="63090" x="3200400" y="3759200"/>
          <p14:tracePt t="63107" x="3175000" y="3803650"/>
          <p14:tracePt t="63123" x="3155950" y="3835400"/>
          <p14:tracePt t="63140" x="3130550" y="3879850"/>
          <p14:tracePt t="63157" x="3111500" y="3905250"/>
          <p14:tracePt t="63173" x="3098800" y="3930650"/>
          <p14:tracePt t="63190" x="3092450" y="3943350"/>
          <p14:tracePt t="63207" x="3086100" y="3968750"/>
          <p14:tracePt t="63211" x="3079750" y="3987800"/>
          <p14:tracePt t="63223" x="3073400" y="3994150"/>
          <p14:tracePt t="63240" x="3060700" y="4032250"/>
          <p14:tracePt t="63243" x="3054350" y="4038600"/>
          <p14:tracePt t="63257" x="3048000" y="4051300"/>
          <p14:tracePt t="63274" x="3035300" y="4083050"/>
          <p14:tracePt t="63290" x="3028950" y="4095750"/>
          <p14:tracePt t="63307" x="3016250" y="4121150"/>
          <p14:tracePt t="63323" x="3009900" y="4127500"/>
          <p14:tracePt t="63340" x="2997200" y="4140200"/>
          <p14:tracePt t="63363" x="2997200" y="4146550"/>
          <p14:tracePt t="63379" x="2990850" y="4146550"/>
          <p14:tracePt t="63397" x="2990850" y="4152900"/>
          <p14:tracePt t="63406" x="2984500" y="4159250"/>
          <p14:tracePt t="63423" x="2978150" y="4165600"/>
          <p14:tracePt t="63440" x="2965450" y="4171950"/>
          <p14:tracePt t="63457" x="2952750" y="4184650"/>
          <p14:tracePt t="63473" x="2940050" y="4191000"/>
          <p14:tracePt t="63476" x="2933700" y="4197350"/>
          <p14:tracePt t="63493" x="2895600" y="4222750"/>
          <p14:tracePt t="63506" x="2882900" y="4229100"/>
          <p14:tracePt t="63526" x="2844800" y="4248150"/>
          <p14:tracePt t="63540" x="2825750" y="4254500"/>
          <p14:tracePt t="63559" x="2806700" y="4260850"/>
          <p14:tracePt t="63573" x="2794000" y="4260850"/>
          <p14:tracePt t="63592" x="2787650" y="4267200"/>
          <p14:tracePt t="63607" x="2774950" y="4267200"/>
          <p14:tracePt t="63624" x="2768600" y="4267200"/>
          <p14:tracePt t="63629" x="2755900" y="4267200"/>
          <p14:tracePt t="63640" x="2743200" y="4267200"/>
          <p14:tracePt t="63657" x="2736850" y="4267200"/>
          <p14:tracePt t="63673" x="2724150" y="4267200"/>
          <p14:tracePt t="63690" x="2717800" y="4267200"/>
          <p14:tracePt t="63707" x="2711450" y="4267200"/>
          <p14:tracePt t="63723" x="2698750" y="4254500"/>
          <p14:tracePt t="63740" x="2692400" y="4254500"/>
          <p14:tracePt t="63757" x="2686050" y="4248150"/>
          <p14:tracePt t="63774" x="2673350" y="4248150"/>
          <p14:tracePt t="63790" x="2647950" y="4248150"/>
          <p14:tracePt t="63807" x="2609850" y="4248150"/>
          <p14:tracePt t="63823" x="2590800" y="4248150"/>
          <p14:tracePt t="63840" x="2533650" y="4248150"/>
          <p14:tracePt t="63857" x="2489200" y="4254500"/>
          <p14:tracePt t="63873" x="2451100" y="4260850"/>
          <p14:tracePt t="63890" x="2432050" y="4260850"/>
          <p14:tracePt t="63907" x="2413000" y="4260850"/>
          <p14:tracePt t="63923" x="2400300" y="4267200"/>
          <p14:tracePt t="63928" x="2393950" y="4267200"/>
          <p14:tracePt t="63940" x="2368550" y="4267200"/>
          <p14:tracePt t="63957" x="2343150" y="4273550"/>
          <p14:tracePt t="63961" x="2330450" y="4273550"/>
          <p14:tracePt t="63973" x="2311400" y="4273550"/>
          <p14:tracePt t="63990" x="2279650" y="4279900"/>
          <p14:tracePt t="63994" x="2260600" y="4279900"/>
          <p14:tracePt t="64007" x="2247900" y="4279900"/>
          <p14:tracePt t="64024" x="2203450" y="4279900"/>
          <p14:tracePt t="64040" x="2190750" y="4279900"/>
          <p14:tracePt t="64057" x="2184400" y="4279900"/>
          <p14:tracePt t="64073" x="2178050" y="4279900"/>
          <p14:tracePt t="64121" x="2171700" y="4279900"/>
          <p14:tracePt t="64267" x="2171700" y="4273550"/>
          <p14:tracePt t="64291" x="2171700" y="4267200"/>
          <p14:tracePt t="64307" x="2171700" y="4260850"/>
          <p14:tracePt t="64331" x="2171700" y="4254500"/>
          <p14:tracePt t="64348" x="2171700" y="4248150"/>
          <p14:tracePt t="64364" x="2165350" y="4241800"/>
          <p14:tracePt t="64374" x="2159000" y="4241800"/>
          <p14:tracePt t="64390" x="2159000" y="4235450"/>
          <p14:tracePt t="64407" x="2152650" y="4229100"/>
          <p14:tracePt t="64423" x="2146300" y="4216400"/>
          <p14:tracePt t="64428" x="2139950" y="4216400"/>
          <p14:tracePt t="64443" x="2139950" y="4210050"/>
          <p14:tracePt t="64457" x="2133600" y="4210050"/>
          <p14:tracePt t="64474" x="2127250" y="4191000"/>
          <p14:tracePt t="64490" x="2120900" y="4191000"/>
          <p14:tracePt t="64507" x="2114550" y="4178300"/>
          <p14:tracePt t="64524" x="2101850" y="4171950"/>
          <p14:tracePt t="64540" x="2089150" y="4165600"/>
          <p14:tracePt t="64556" x="2082800" y="4159250"/>
          <p14:tracePt t="64573" x="2070100" y="4159250"/>
          <p14:tracePt t="64590" x="2038350" y="4152900"/>
          <p14:tracePt t="64607" x="2025650" y="4146550"/>
          <p14:tracePt t="64623" x="2000250" y="4146550"/>
          <p14:tracePt t="64640" x="1981200" y="4146550"/>
          <p14:tracePt t="64657" x="1968500" y="4146550"/>
          <p14:tracePt t="64661" x="1962150" y="4140200"/>
          <p14:tracePt t="64673" x="1955800" y="4140200"/>
          <p14:tracePt t="64690" x="1943100" y="4140200"/>
          <p14:tracePt t="64693" x="1943100" y="4133850"/>
          <p14:tracePt t="64707" x="1930400" y="4133850"/>
          <p14:tracePt t="64724" x="1911350" y="4133850"/>
          <p14:tracePt t="64740" x="1898650" y="4133850"/>
          <p14:tracePt t="64757" x="1885950" y="4133850"/>
          <p14:tracePt t="64760" x="1873250" y="4133850"/>
          <p14:tracePt t="64774" x="1847850" y="4133850"/>
          <p14:tracePt t="64790" x="1809750" y="4133850"/>
          <p14:tracePt t="64806" x="1784350" y="4133850"/>
          <p14:tracePt t="64823" x="1758950" y="4140200"/>
          <p14:tracePt t="64840" x="1739900" y="4146550"/>
          <p14:tracePt t="64857" x="1727200" y="4152900"/>
          <p14:tracePt t="64873" x="1708150" y="4159250"/>
          <p14:tracePt t="64890" x="1682750" y="4171950"/>
          <p14:tracePt t="64907" x="1670050" y="4184650"/>
          <p14:tracePt t="64923" x="1644650" y="4197350"/>
          <p14:tracePt t="64940" x="1631950" y="4203700"/>
          <p14:tracePt t="64956" x="1619250" y="4210050"/>
          <p14:tracePt t="64973" x="1612900" y="4216400"/>
          <p14:tracePt t="64990" x="1600200" y="4222750"/>
          <p14:tracePt t="65007" x="1593850" y="4229100"/>
          <p14:tracePt t="65024" x="1587500" y="4241800"/>
          <p14:tracePt t="65040" x="1568450" y="4254500"/>
          <p14:tracePt t="65057" x="1549400" y="4273550"/>
          <p14:tracePt t="65073" x="1530350" y="4298950"/>
          <p14:tracePt t="65090" x="1530350" y="4311650"/>
          <p14:tracePt t="65108" x="1517650" y="4337050"/>
          <p14:tracePt t="65123" x="1511300" y="4349750"/>
          <p14:tracePt t="65142" x="1511300" y="4356100"/>
          <p14:tracePt t="65144" x="1511300" y="4362450"/>
          <p14:tracePt t="65156" x="1511300" y="4368800"/>
          <p14:tracePt t="65174" x="1511300" y="4381500"/>
          <p14:tracePt t="65177" x="1511300" y="4387850"/>
          <p14:tracePt t="65190" x="1511300" y="4394200"/>
          <p14:tracePt t="65209" x="1530350" y="4432300"/>
          <p14:tracePt t="65224" x="1549400" y="4457700"/>
          <p14:tracePt t="65242" x="1568450" y="4483100"/>
          <p14:tracePt t="65257" x="1593850" y="4508500"/>
          <p14:tracePt t="65274" x="1606550" y="4521200"/>
          <p14:tracePt t="65290" x="1625600" y="4527550"/>
          <p14:tracePt t="65307" x="1631950" y="4533900"/>
          <p14:tracePt t="65323" x="1651000" y="4540250"/>
          <p14:tracePt t="65342" x="1663700" y="4546600"/>
          <p14:tracePt t="65357" x="1676400" y="4552950"/>
          <p14:tracePt t="65373" x="1701800" y="4559300"/>
          <p14:tracePt t="65390" x="1720850" y="4559300"/>
          <p14:tracePt t="65407" x="1739900" y="4559300"/>
          <p14:tracePt t="65410" x="1752600" y="4559300"/>
          <p14:tracePt t="65423" x="1778000" y="4565650"/>
          <p14:tracePt t="65426" x="1790700" y="4565650"/>
          <p14:tracePt t="65440" x="1803400" y="4572000"/>
          <p14:tracePt t="65443" x="1816100" y="4572000"/>
          <p14:tracePt t="65457" x="1835150" y="4572000"/>
          <p14:tracePt t="65474" x="1873250" y="4572000"/>
          <p14:tracePt t="65477" x="1892300" y="4572000"/>
          <p14:tracePt t="65490" x="1930400" y="4572000"/>
          <p14:tracePt t="65507" x="1974850" y="4572000"/>
          <p14:tracePt t="65523" x="2051050" y="4559300"/>
          <p14:tracePt t="65540" x="2095500" y="4546600"/>
          <p14:tracePt t="65557" x="2133600" y="4527550"/>
          <p14:tracePt t="65573" x="2165350" y="4514850"/>
          <p14:tracePt t="65590" x="2197100" y="4489450"/>
          <p14:tracePt t="65607" x="2216150" y="4464050"/>
          <p14:tracePt t="65623" x="2241550" y="4438650"/>
          <p14:tracePt t="65640" x="2254250" y="4406900"/>
          <p14:tracePt t="65645" x="2260600" y="4394200"/>
          <p14:tracePt t="65656" x="2266950" y="4387850"/>
          <p14:tracePt t="65673" x="2273300" y="4362450"/>
          <p14:tracePt t="65676" x="2273300" y="4356100"/>
          <p14:tracePt t="65690" x="2273300" y="4343400"/>
          <p14:tracePt t="65707" x="2273300" y="4330700"/>
          <p14:tracePt t="65723" x="2273300" y="4324350"/>
          <p14:tracePt t="65740" x="2273300" y="4298950"/>
          <p14:tracePt t="65756" x="2273300" y="4273550"/>
          <p14:tracePt t="65773" x="2260600" y="4260850"/>
          <p14:tracePt t="65790" x="2247900" y="4241800"/>
          <p14:tracePt t="65807" x="2247900" y="4229100"/>
          <p14:tracePt t="65823" x="2228850" y="4203700"/>
          <p14:tracePt t="65840" x="2209800" y="4178300"/>
          <p14:tracePt t="65857" x="2184400" y="4159250"/>
          <p14:tracePt t="65873" x="2171700" y="4140200"/>
          <p14:tracePt t="65890" x="2139950" y="4121150"/>
          <p14:tracePt t="65895" x="2120900" y="4114800"/>
          <p14:tracePt t="65907" x="2108200" y="4108450"/>
          <p14:tracePt t="65923" x="2095500" y="4102100"/>
          <p14:tracePt t="65940" x="2057400" y="4095750"/>
          <p14:tracePt t="65943" x="2038350" y="4089400"/>
          <p14:tracePt t="65957" x="2025650" y="4089400"/>
          <p14:tracePt t="65974" x="2000250" y="4089400"/>
          <p14:tracePt t="65976" x="1987550" y="4089400"/>
          <p14:tracePt t="65990" x="1949450" y="4102100"/>
          <p14:tracePt t="66006" x="1924050" y="4121150"/>
          <p14:tracePt t="66023" x="1898650" y="4133850"/>
          <p14:tracePt t="66040" x="1873250" y="4146550"/>
          <p14:tracePt t="66057" x="1854200" y="4159250"/>
          <p14:tracePt t="66073" x="1828800" y="4178300"/>
          <p14:tracePt t="66090" x="1809750" y="4191000"/>
          <p14:tracePt t="66107" x="1784350" y="4210050"/>
          <p14:tracePt t="66123" x="1771650" y="4216400"/>
          <p14:tracePt t="66140" x="1752600" y="4235450"/>
          <p14:tracePt t="66157" x="1746250" y="4254500"/>
          <p14:tracePt t="66173" x="1733550" y="4273550"/>
          <p14:tracePt t="66190" x="1733550" y="4292600"/>
          <p14:tracePt t="66207" x="1727200" y="4318000"/>
          <p14:tracePt t="66224" x="1727200" y="4337050"/>
          <p14:tracePt t="66240" x="1733550" y="4356100"/>
          <p14:tracePt t="66257" x="1746250" y="4381500"/>
          <p14:tracePt t="66273" x="1771650" y="4394200"/>
          <p14:tracePt t="66290" x="1790700" y="4413250"/>
          <p14:tracePt t="66307" x="1828800" y="4438650"/>
          <p14:tracePt t="66323" x="1879600" y="4470400"/>
          <p14:tracePt t="66340" x="1905000" y="4489450"/>
          <p14:tracePt t="66345" x="1949450" y="4502150"/>
          <p14:tracePt t="66357" x="1962150" y="4508500"/>
          <p14:tracePt t="66373" x="2025650" y="4527550"/>
          <p14:tracePt t="66390" x="2057400" y="4533900"/>
          <p14:tracePt t="66407" x="2101850" y="4540250"/>
          <p14:tracePt t="66411" x="2114550" y="4540250"/>
          <p14:tracePt t="66423" x="2127250" y="4546600"/>
          <p14:tracePt t="66440" x="2159000" y="4546600"/>
          <p14:tracePt t="66443" x="2165350" y="4546600"/>
          <p14:tracePt t="66457" x="2178050" y="4546600"/>
          <p14:tracePt t="66474" x="2197100" y="4546600"/>
          <p14:tracePt t="66476" x="2203450" y="4546600"/>
          <p14:tracePt t="66490" x="2247900" y="4540250"/>
          <p14:tracePt t="66507" x="2266950" y="4527550"/>
          <p14:tracePt t="66523" x="2286000" y="4521200"/>
          <p14:tracePt t="66540" x="2305050" y="4508500"/>
          <p14:tracePt t="66557" x="2317750" y="4489450"/>
          <p14:tracePt t="66573" x="2330450" y="4483100"/>
          <p14:tracePt t="66590" x="2330450" y="4476750"/>
          <p14:tracePt t="66607" x="2336800" y="4470400"/>
          <p14:tracePt t="66610" x="2336800" y="4464050"/>
          <p14:tracePt t="66640" x="2336800" y="4457700"/>
          <p14:tracePt t="66657" x="2343150" y="4445000"/>
          <p14:tracePt t="66673" x="2343150" y="4432300"/>
          <p14:tracePt t="66678" x="2349500" y="4425950"/>
          <p14:tracePt t="66690" x="2349500" y="4419600"/>
          <p14:tracePt t="66706" x="2349500" y="4406900"/>
          <p14:tracePt t="66723" x="2349500" y="4400550"/>
          <p14:tracePt t="66919" x="2349500" y="4406900"/>
          <p14:tracePt t="66959" x="2349500" y="4413250"/>
          <p14:tracePt t="66967" x="2343150" y="4413250"/>
          <p14:tracePt t="68167" x="2336800" y="4413250"/>
          <p14:tracePt t="68199" x="2330450" y="4413250"/>
          <p14:tracePt t="68238" x="2324100" y="4413250"/>
          <p14:tracePt t="68361" x="2317750" y="4413250"/>
          <p14:tracePt t="68369" x="2311400" y="4413250"/>
          <p14:tracePt t="68385" x="2305050" y="4413250"/>
          <p14:tracePt t="68401" x="2292350" y="4413250"/>
          <p14:tracePt t="68411" x="2279650" y="4413250"/>
          <p14:tracePt t="68423" x="2273300" y="4413250"/>
          <p14:tracePt t="68443" x="2235200" y="4413250"/>
          <p14:tracePt t="68458" x="2216150" y="4413250"/>
          <p14:tracePt t="68475" x="2203450" y="4413250"/>
          <p14:tracePt t="68490" x="2197100" y="4413250"/>
          <p14:tracePt t="70367" x="2184400" y="4406900"/>
          <p14:tracePt t="70376" x="2184400" y="4394200"/>
          <p14:tracePt t="70384" x="2171700" y="4381500"/>
          <p14:tracePt t="70392" x="2165350" y="4368800"/>
          <p14:tracePt t="70407" x="2146300" y="4349750"/>
          <p14:tracePt t="70424" x="2127250" y="4330700"/>
          <p14:tracePt t="70440" x="2114550" y="4324350"/>
          <p14:tracePt t="70456" x="2095500" y="4311650"/>
          <p14:tracePt t="70473" x="2070100" y="4305300"/>
          <p14:tracePt t="70490" x="2038350" y="4292600"/>
          <p14:tracePt t="70507" x="2006600" y="4292600"/>
          <p14:tracePt t="70523" x="1974850" y="4279900"/>
          <p14:tracePt t="70540" x="1955800" y="4273550"/>
          <p14:tracePt t="70557" x="1930400" y="4260850"/>
          <p14:tracePt t="70561" x="1924050" y="4260850"/>
          <p14:tracePt t="70573" x="1911350" y="4260850"/>
          <p14:tracePt t="70590" x="1905000" y="4248150"/>
          <p14:tracePt t="70593" x="1892300" y="4248150"/>
          <p14:tracePt t="70609" x="1879600" y="4248150"/>
          <p14:tracePt t="70624" x="1879600" y="4241800"/>
          <p14:tracePt t="70627" x="1866900" y="4241800"/>
          <p14:tracePt t="70640" x="1841500" y="4241800"/>
          <p14:tracePt t="70657" x="1816100" y="4241800"/>
          <p14:tracePt t="70673" x="1790700" y="4241800"/>
          <p14:tracePt t="70690" x="1746250" y="4241800"/>
          <p14:tracePt t="70707" x="1720850" y="4241800"/>
          <p14:tracePt t="70723" x="1682750" y="4241800"/>
          <p14:tracePt t="70740" x="1657350" y="4241800"/>
          <p14:tracePt t="70757" x="1631950" y="4248150"/>
          <p14:tracePt t="70773" x="1606550" y="4248150"/>
          <p14:tracePt t="70790" x="1587500" y="4254500"/>
          <p14:tracePt t="70807" x="1581150" y="4254500"/>
          <p14:tracePt t="70823" x="1568450" y="4254500"/>
          <p14:tracePt t="70828" x="1562100" y="4254500"/>
          <p14:tracePt t="70840" x="1555750" y="4254500"/>
          <p14:tracePt t="70874" x="1543050" y="4254500"/>
          <p14:tracePt t="70890" x="1524000" y="4254500"/>
          <p14:tracePt t="70906" x="1517650" y="4260850"/>
          <p14:tracePt t="70923" x="1504950" y="4260850"/>
          <p14:tracePt t="70940" x="1492250" y="4260850"/>
          <p14:tracePt t="70956" x="1485900" y="4267200"/>
          <p14:tracePt t="70973" x="1479550" y="4267200"/>
          <p14:tracePt t="70990" x="1473200" y="4279900"/>
          <p14:tracePt t="71006" x="1466850" y="4286250"/>
          <p14:tracePt t="71023" x="1460500" y="4286250"/>
          <p14:tracePt t="71040" x="1454150" y="4292600"/>
          <p14:tracePt t="71057" x="1441450" y="4305300"/>
          <p14:tracePt t="71073" x="1441450" y="4311650"/>
          <p14:tracePt t="71090" x="1435100" y="4311650"/>
          <p14:tracePt t="71093" x="1435100" y="4318000"/>
          <p14:tracePt t="71107" x="1435100" y="4324350"/>
          <p14:tracePt t="71124" x="1428750" y="4330700"/>
          <p14:tracePt t="71140" x="1416050" y="4343400"/>
          <p14:tracePt t="71156" x="1416050" y="4356100"/>
          <p14:tracePt t="71173" x="1409700" y="4368800"/>
          <p14:tracePt t="71190" x="1409700" y="4375150"/>
          <p14:tracePt t="71207" x="1409700" y="4381500"/>
          <p14:tracePt t="71223" x="1409700" y="4387850"/>
          <p14:tracePt t="71240" x="1409700" y="4394200"/>
          <p14:tracePt t="71257" x="1409700" y="4406900"/>
          <p14:tracePt t="71273" x="1409700" y="4419600"/>
          <p14:tracePt t="71290" x="1409700" y="4438650"/>
          <p14:tracePt t="71307" x="1416050" y="4457700"/>
          <p14:tracePt t="71324" x="1428750" y="4470400"/>
          <p14:tracePt t="71357" x="1441450" y="4495800"/>
          <p14:tracePt t="71360" x="1454150" y="4502150"/>
          <p14:tracePt t="71373" x="1460500" y="4508500"/>
          <p14:tracePt t="71390" x="1485900" y="4521200"/>
          <p14:tracePt t="71407" x="1517650" y="4540250"/>
          <p14:tracePt t="71423" x="1524000" y="4540250"/>
          <p14:tracePt t="71440" x="1549400" y="4546600"/>
          <p14:tracePt t="71457" x="1581150" y="4552950"/>
          <p14:tracePt t="71473" x="1612900" y="4559300"/>
          <p14:tracePt t="71490" x="1625600" y="4559300"/>
          <p14:tracePt t="71507" x="1657350" y="4559300"/>
          <p14:tracePt t="71523" x="1682750" y="4559300"/>
          <p14:tracePt t="71540" x="1708150" y="4559300"/>
          <p14:tracePt t="71557" x="1720850" y="4559300"/>
          <p14:tracePt t="71573" x="1746250" y="4559300"/>
          <p14:tracePt t="71590" x="1778000" y="4559300"/>
          <p14:tracePt t="71607" x="1797050" y="4559300"/>
          <p14:tracePt t="71624" x="1854200" y="4559300"/>
          <p14:tracePt t="71643" x="1866900" y="4552950"/>
          <p14:tracePt t="71657" x="1911350" y="4540250"/>
          <p14:tracePt t="71674" x="1930400" y="4527550"/>
          <p14:tracePt t="71690" x="1962150" y="4502150"/>
          <p14:tracePt t="71707" x="1987550" y="4476750"/>
          <p14:tracePt t="71723" x="1993900" y="4445000"/>
          <p14:tracePt t="71742" x="1993900" y="4432300"/>
          <p14:tracePt t="71746" x="1993900" y="4419600"/>
          <p14:tracePt t="71757" x="1993900" y="4406900"/>
          <p14:tracePt t="71775" x="1993900" y="4394200"/>
          <p14:tracePt t="71779" x="1987550" y="4387850"/>
          <p14:tracePt t="71790" x="1974850" y="4381500"/>
          <p14:tracePt t="71808" x="1955800" y="4368800"/>
          <p14:tracePt t="71813" x="1949450" y="4362450"/>
          <p14:tracePt t="71823" x="1930400" y="4356100"/>
          <p14:tracePt t="71841" x="1898650" y="4343400"/>
          <p14:tracePt t="71844" x="1873250" y="4330700"/>
          <p14:tracePt t="71857" x="1854200" y="4330700"/>
          <p14:tracePt t="71875" x="1816100" y="4318000"/>
          <p14:tracePt t="71892" x="1790700" y="4311650"/>
          <p14:tracePt t="71907" x="1765300" y="4305300"/>
          <p14:tracePt t="71923" x="1746250" y="4298950"/>
          <p14:tracePt t="71940" x="1720850" y="4298950"/>
          <p14:tracePt t="71957" x="1695450" y="4286250"/>
          <p14:tracePt t="71973" x="1670050" y="4279900"/>
          <p14:tracePt t="71990" x="1644650" y="4279900"/>
          <p14:tracePt t="72023" x="1606550" y="4279900"/>
          <p14:tracePt t="72028" x="1593850" y="4279900"/>
          <p14:tracePt t="72046" x="1581150" y="4279900"/>
          <p14:tracePt t="72057" x="1568450" y="4279900"/>
          <p14:tracePt t="72073" x="1562100" y="4279900"/>
          <p14:tracePt t="72076" x="1555750" y="4279900"/>
          <p14:tracePt t="72090" x="1549400" y="4279900"/>
          <p14:tracePt t="72107" x="1536700" y="4279900"/>
          <p14:tracePt t="72110" x="1530350" y="4279900"/>
          <p14:tracePt t="72126" x="1517650" y="4279900"/>
          <p14:tracePt t="72140" x="1498600" y="4292600"/>
          <p14:tracePt t="72157" x="1473200" y="4298950"/>
          <p14:tracePt t="72173" x="1435100" y="4318000"/>
          <p14:tracePt t="72190" x="1422400" y="4324350"/>
          <p14:tracePt t="72207" x="1409700" y="4343400"/>
          <p14:tracePt t="72223" x="1403350" y="4349750"/>
          <p14:tracePt t="72240" x="1403350" y="4362450"/>
          <p14:tracePt t="72245" x="1403350" y="4368800"/>
          <p14:tracePt t="72257" x="1403350" y="4375150"/>
          <p14:tracePt t="72273" x="1403350" y="4394200"/>
          <p14:tracePt t="72277" x="1409700" y="4406900"/>
          <p14:tracePt t="72290" x="1416050" y="4419600"/>
          <p14:tracePt t="72307" x="1435100" y="4438650"/>
          <p14:tracePt t="72310" x="1473200" y="4470400"/>
          <p14:tracePt t="72323" x="1498600" y="4495800"/>
          <p14:tracePt t="72340" x="1549400" y="4521200"/>
          <p14:tracePt t="72344" x="1587500" y="4533900"/>
          <p14:tracePt t="72357" x="1625600" y="4552950"/>
          <p14:tracePt t="72374" x="1720850" y="4565650"/>
          <p14:tracePt t="72390" x="1771650" y="4578350"/>
          <p14:tracePt t="72407" x="1816100" y="4578350"/>
          <p14:tracePt t="72423" x="1854200" y="4578350"/>
          <p14:tracePt t="72440" x="1885950" y="4578350"/>
          <p14:tracePt t="72457" x="1924050" y="4578350"/>
          <p14:tracePt t="72473" x="1981200" y="4572000"/>
          <p14:tracePt t="72490" x="2032000" y="4565650"/>
          <p14:tracePt t="72507" x="2101850" y="4546600"/>
          <p14:tracePt t="72512" x="2108200" y="4540250"/>
          <p14:tracePt t="72523" x="2133600" y="4540250"/>
          <p14:tracePt t="72540" x="2159000" y="4533900"/>
          <p14:tracePt t="72543" x="2171700" y="4533900"/>
          <p14:tracePt t="72560" x="2171700" y="4527550"/>
          <p14:tracePt t="72833" x="2178050" y="4527550"/>
          <p14:tracePt t="72842" x="2184400" y="4527550"/>
          <p14:tracePt t="72852" x="2197100" y="4521200"/>
          <p14:tracePt t="72860" x="2209800" y="4508500"/>
          <p14:tracePt t="72874" x="2228850" y="4508500"/>
          <p14:tracePt t="72891" x="2355850" y="4457700"/>
          <p14:tracePt t="72907" x="2495550" y="4406900"/>
          <p14:tracePt t="72923" x="2673350" y="4343400"/>
          <p14:tracePt t="72940" x="2851150" y="4292600"/>
          <p14:tracePt t="72957" x="3067050" y="4222750"/>
          <p14:tracePt t="72973" x="3251200" y="4165600"/>
          <p14:tracePt t="72990" x="3429000" y="4114800"/>
          <p14:tracePt t="73007" x="3568700" y="4064000"/>
          <p14:tracePt t="73011" x="3689350" y="4013200"/>
          <p14:tracePt t="73023" x="3746500" y="3987800"/>
          <p14:tracePt t="73040" x="3898900" y="3930650"/>
          <p14:tracePt t="73043" x="3956050" y="3905250"/>
          <p14:tracePt t="73057" x="4025900" y="3879850"/>
          <p14:tracePt t="73073" x="4159250" y="3835400"/>
          <p14:tracePt t="73076" x="4229100" y="3803650"/>
          <p14:tracePt t="73090" x="4375150" y="3740150"/>
          <p14:tracePt t="73107" x="4527550" y="3683000"/>
          <p14:tracePt t="73123" x="4756150" y="3575050"/>
          <p14:tracePt t="73140" x="4933950" y="3498850"/>
          <p14:tracePt t="73157" x="5105400" y="3416300"/>
          <p14:tracePt t="73173" x="5187950" y="3384550"/>
          <p14:tracePt t="73190" x="5213350" y="3371850"/>
          <p14:tracePt t="73447" x="5213350" y="3378200"/>
          <p14:tracePt t="73456" x="5207000" y="3378200"/>
          <p14:tracePt t="73473" x="5200650" y="3378200"/>
          <p14:tracePt t="73491" x="5200650" y="3384550"/>
          <p14:tracePt t="73955" x="5194300" y="3384550"/>
          <p14:tracePt t="73973" x="5187950" y="3397250"/>
          <p14:tracePt t="73990" x="5175250" y="3403600"/>
          <p14:tracePt t="74007" x="5156200" y="3429000"/>
          <p14:tracePt t="74024" x="5130800" y="3460750"/>
          <p14:tracePt t="74027" x="5111750" y="3479800"/>
          <p14:tracePt t="74040" x="5099050" y="3492500"/>
          <p14:tracePt t="74058" x="5073650" y="3517900"/>
          <p14:tracePt t="74061" x="5060950" y="3536950"/>
          <p14:tracePt t="74074" x="5035550" y="3556000"/>
          <p14:tracePt t="74090" x="5016500" y="3575050"/>
          <p14:tracePt t="74107" x="5003800" y="3594100"/>
          <p14:tracePt t="74123" x="4991100" y="3606800"/>
          <p14:tracePt t="74139" x="4984750" y="3606800"/>
          <p14:tracePt t="74157" x="4978400" y="3613150"/>
          <p14:tracePt t="74174" x="4965700" y="3625850"/>
          <p14:tracePt t="74190" x="4959350" y="3632200"/>
          <p14:tracePt t="74207" x="4946650" y="3644900"/>
          <p14:tracePt t="74224" x="4940300" y="3644900"/>
          <p14:tracePt t="74240" x="4933950" y="3651250"/>
          <p14:tracePt t="74256" x="4927600" y="3657600"/>
          <p14:tracePt t="76227" x="4921250" y="3663950"/>
          <p14:tracePt t="76235" x="4908550" y="3670300"/>
          <p14:tracePt t="76243" x="4889500" y="3670300"/>
          <p14:tracePt t="76257" x="4864100" y="3683000"/>
          <p14:tracePt t="76274" x="4762500" y="3721100"/>
          <p14:tracePt t="76276" x="4705350" y="3752850"/>
          <p14:tracePt t="76290" x="4597400" y="3784600"/>
          <p14:tracePt t="76307" x="4464050" y="3816350"/>
          <p14:tracePt t="76323" x="4343400" y="3848100"/>
          <p14:tracePt t="76340" x="4235450" y="3860800"/>
          <p14:tracePt t="76357" x="4184650" y="3867150"/>
          <p14:tracePt t="76374" x="4140200" y="3867150"/>
          <p14:tracePt t="76390" x="4114800" y="3879850"/>
          <p14:tracePt t="76407" x="4083050" y="3879850"/>
          <p14:tracePt t="76424" x="4032250" y="3898900"/>
          <p14:tracePt t="76440" x="3917950" y="3937000"/>
          <p14:tracePt t="76457" x="3810000" y="3975100"/>
          <p14:tracePt t="76473" x="3663950" y="4019550"/>
          <p14:tracePt t="76477" x="3587750" y="4044950"/>
          <p14:tracePt t="76490" x="3556000" y="4051300"/>
          <p14:tracePt t="76507" x="3460750" y="4089400"/>
          <p14:tracePt t="76509" x="3422650" y="4089400"/>
          <p14:tracePt t="76524" x="3403600" y="4102100"/>
          <p14:tracePt t="76541" x="3352800" y="4121150"/>
          <p14:tracePt t="76557" x="3314700" y="4140200"/>
          <p14:tracePt t="76573" x="3244850" y="4171950"/>
          <p14:tracePt t="76590" x="3200400" y="4197350"/>
          <p14:tracePt t="76607" x="3130550" y="4222750"/>
          <p14:tracePt t="76624" x="3092450" y="4248150"/>
          <p14:tracePt t="76640" x="3067050" y="4260850"/>
          <p14:tracePt t="76660" x="3054350" y="4260850"/>
          <p14:tracePt t="76674" x="3054350" y="4267200"/>
          <p14:tracePt t="76691" x="3054350" y="4273550"/>
          <p14:tracePt t="76694" x="3048000" y="4273550"/>
          <p14:tracePt t="76707" x="3035300" y="4279900"/>
          <p14:tracePt t="76724" x="3009900" y="4305300"/>
          <p14:tracePt t="76728" x="2984500" y="4311650"/>
          <p14:tracePt t="76740" x="2971800" y="4324350"/>
          <p14:tracePt t="76760" x="2940050" y="4343400"/>
          <p14:tracePt t="76774" x="2933700" y="4356100"/>
          <p14:tracePt t="76887" x="2933700" y="4349750"/>
          <p14:tracePt t="76903" x="2933700" y="4343400"/>
          <p14:tracePt t="76923" x="2933700" y="4337050"/>
          <p14:tracePt t="76930" x="2933700" y="4330700"/>
          <p14:tracePt t="76940" x="2933700" y="4324350"/>
          <p14:tracePt t="76957" x="2933700" y="4318000"/>
          <p14:tracePt t="76974" x="2927350" y="4311650"/>
          <p14:tracePt t="76990" x="2921000" y="4305300"/>
          <p14:tracePt t="76993" x="2908300" y="4298950"/>
          <p14:tracePt t="77007" x="2889250" y="4292600"/>
          <p14:tracePt t="77024" x="2844800" y="4279900"/>
          <p14:tracePt t="77040" x="2800350" y="4273550"/>
          <p14:tracePt t="77057" x="2768600" y="4267200"/>
          <p14:tracePt t="77074" x="2730500" y="4260850"/>
          <p14:tracePt t="77090" x="2698750" y="4254500"/>
          <p14:tracePt t="77107" x="2667000" y="4248150"/>
          <p14:tracePt t="77124" x="2635250" y="4241800"/>
          <p14:tracePt t="77129" x="2616200" y="4241800"/>
          <p14:tracePt t="77140" x="2603500" y="4235450"/>
          <p14:tracePt t="77157" x="2578100" y="4235450"/>
          <p14:tracePt t="77161" x="2565400" y="4235450"/>
          <p14:tracePt t="77173" x="2559050" y="4235450"/>
          <p14:tracePt t="77190" x="2540000" y="4235450"/>
          <p14:tracePt t="77207" x="2520950" y="4235450"/>
          <p14:tracePt t="77224" x="2495550" y="4241800"/>
          <p14:tracePt t="77228" x="2489200" y="4248150"/>
          <p14:tracePt t="77240" x="2476500" y="4248150"/>
          <p14:tracePt t="77257" x="2451100" y="4254500"/>
          <p14:tracePt t="77259" x="2438400" y="4260850"/>
          <p14:tracePt t="77273" x="2419350" y="4267200"/>
          <p14:tracePt t="77290" x="2362200" y="4286250"/>
          <p14:tracePt t="77307" x="2336800" y="4305300"/>
          <p14:tracePt t="77324" x="2305050" y="4318000"/>
          <p14:tracePt t="77340" x="2286000" y="4324350"/>
          <p14:tracePt t="77357" x="2279650" y="4330700"/>
          <p14:tracePt t="77373" x="2273300" y="4343400"/>
          <p14:tracePt t="77390" x="2273300" y="4349750"/>
          <p14:tracePt t="77407" x="2266950" y="4362450"/>
          <p14:tracePt t="77424" x="2266950" y="4381500"/>
          <p14:tracePt t="77427" x="2266950" y="4387850"/>
          <p14:tracePt t="77440" x="2266950" y="4394200"/>
          <p14:tracePt t="77457" x="2266950" y="4406900"/>
          <p14:tracePt t="77461" x="2266950" y="4413250"/>
          <p14:tracePt t="77473" x="2266950" y="4419600"/>
          <p14:tracePt t="77490" x="2273300" y="4432300"/>
          <p14:tracePt t="77493" x="2286000" y="4438650"/>
          <p14:tracePt t="77510" x="2292350" y="4445000"/>
          <p14:tracePt t="77525" x="2311400" y="4464050"/>
          <p14:tracePt t="77540" x="2336800" y="4489450"/>
          <p14:tracePt t="77557" x="2355850" y="4508500"/>
          <p14:tracePt t="77573" x="2381250" y="4527550"/>
          <p14:tracePt t="77590" x="2400300" y="4546600"/>
          <p14:tracePt t="77607" x="2432050" y="4572000"/>
          <p14:tracePt t="77624" x="2470150" y="4591050"/>
          <p14:tracePt t="77640" x="2501900" y="4603750"/>
          <p14:tracePt t="77657" x="2552700" y="4616450"/>
          <p14:tracePt t="77661" x="2565400" y="4616450"/>
          <p14:tracePt t="77673" x="2578100" y="4616450"/>
          <p14:tracePt t="77690" x="2622550" y="4616450"/>
          <p14:tracePt t="77695" x="2635250" y="4616450"/>
          <p14:tracePt t="77707" x="2667000" y="4622800"/>
          <p14:tracePt t="77724" x="2698750" y="4622800"/>
          <p14:tracePt t="77728" x="2730500" y="4622800"/>
          <p14:tracePt t="77757" x="2781300" y="4622800"/>
          <p14:tracePt t="77761" x="2794000" y="4622800"/>
          <p14:tracePt t="77774" x="2825750" y="4622800"/>
          <p14:tracePt t="77791" x="2889250" y="4622800"/>
          <p14:tracePt t="77807" x="2927350" y="4622800"/>
          <p14:tracePt t="77824" x="2965450" y="4622800"/>
          <p14:tracePt t="77841" x="3035300" y="4622800"/>
          <p14:tracePt t="77857" x="3067050" y="4610100"/>
          <p14:tracePt t="77874" x="3098800" y="4603750"/>
          <p14:tracePt t="77890" x="3124200" y="4584700"/>
          <p14:tracePt t="77907" x="3130550" y="4584700"/>
          <p14:tracePt t="77924" x="3143250" y="4572000"/>
          <p14:tracePt t="77927" x="3149600" y="4565650"/>
          <p14:tracePt t="77940" x="3149600" y="4552950"/>
          <p14:tracePt t="77957" x="3162300" y="4540250"/>
          <p14:tracePt t="77959" x="3162300" y="4533900"/>
          <p14:tracePt t="77974" x="3168650" y="4521200"/>
          <p14:tracePt t="77990" x="3168650" y="4508500"/>
          <p14:tracePt t="78007" x="3168650" y="4502150"/>
          <p14:tracePt t="78024" x="3168650" y="4489450"/>
          <p14:tracePt t="78041" x="3168650" y="4470400"/>
          <p14:tracePt t="78057" x="3168650" y="4464050"/>
          <p14:tracePt t="78074" x="3162300" y="4425950"/>
          <p14:tracePt t="78090" x="3149600" y="4406900"/>
          <p14:tracePt t="78107" x="3117850" y="4368800"/>
          <p14:tracePt t="78124" x="3098800" y="4343400"/>
          <p14:tracePt t="78140" x="3073400" y="4318000"/>
          <p14:tracePt t="78157" x="3048000" y="4286250"/>
          <p14:tracePt t="78161" x="3041650" y="4273550"/>
          <p14:tracePt t="78173" x="3028950" y="4267200"/>
          <p14:tracePt t="78190" x="3009900" y="4248150"/>
          <p14:tracePt t="78192" x="2997200" y="4235450"/>
          <p14:tracePt t="78207" x="2990850" y="4235450"/>
          <p14:tracePt t="78224" x="2933700" y="4210050"/>
          <p14:tracePt t="78227" x="2921000" y="4203700"/>
          <p14:tracePt t="78240" x="2889250" y="4191000"/>
          <p14:tracePt t="78257" x="2870200" y="4191000"/>
          <p14:tracePt t="78260" x="2857500" y="4191000"/>
          <p14:tracePt t="78273" x="2838450" y="4191000"/>
          <p14:tracePt t="78291" x="2794000" y="4184650"/>
          <p14:tracePt t="78309" x="2781300" y="4184650"/>
          <p14:tracePt t="78324" x="2762250" y="4184650"/>
          <p14:tracePt t="78343" x="2717800" y="4191000"/>
          <p14:tracePt t="78348" x="2692400" y="4203700"/>
          <p14:tracePt t="78357" x="2673350" y="4216400"/>
          <p14:tracePt t="78375" x="2622550" y="4241800"/>
          <p14:tracePt t="78390" x="2571750" y="4273550"/>
          <p14:tracePt t="78407" x="2520950" y="4298950"/>
          <p14:tracePt t="78412" x="2482850" y="4311650"/>
          <p14:tracePt t="78424" x="2463800" y="4324350"/>
          <p14:tracePt t="78440" x="2419350" y="4343400"/>
          <p14:tracePt t="78443" x="2406650" y="4349750"/>
          <p14:tracePt t="78457" x="2393950" y="4356100"/>
          <p14:tracePt t="78474" x="2362200" y="4368800"/>
          <p14:tracePt t="78491" x="2349500" y="4381500"/>
          <p14:tracePt t="78507" x="2343150" y="4387850"/>
          <p14:tracePt t="78524" x="2336800" y="4394200"/>
          <p14:tracePt t="78540" x="2324100" y="4419600"/>
          <p14:tracePt t="78557" x="2317750" y="4451350"/>
          <p14:tracePt t="78574" x="2311400" y="4470400"/>
          <p14:tracePt t="78590" x="2305050" y="4489450"/>
          <p14:tracePt t="78607" x="2305050" y="4508500"/>
          <p14:tracePt t="78624" x="2305050" y="4514850"/>
          <p14:tracePt t="78640" x="2305050" y="4527550"/>
          <p14:tracePt t="78657" x="2311400" y="4546600"/>
          <p14:tracePt t="78674" x="2330450" y="4572000"/>
          <p14:tracePt t="78678" x="2343150" y="4572000"/>
          <p14:tracePt t="78690" x="2355850" y="4591050"/>
          <p14:tracePt t="78707" x="2393950" y="4616450"/>
          <p14:tracePt t="78710" x="2400300" y="4616450"/>
          <p14:tracePt t="78724" x="2425700" y="4635500"/>
          <p14:tracePt t="78741" x="2501900" y="4660900"/>
          <p14:tracePt t="78757" x="2559050" y="4679950"/>
          <p14:tracePt t="78774" x="2622550" y="4686300"/>
          <p14:tracePt t="78790" x="2698750" y="4699000"/>
          <p14:tracePt t="78807" x="2774950" y="4699000"/>
          <p14:tracePt t="78824" x="2882900" y="4686300"/>
          <p14:tracePt t="78840" x="2984500" y="4673600"/>
          <p14:tracePt t="78857" x="3086100" y="4641850"/>
          <p14:tracePt t="78874" x="3155950" y="4610100"/>
          <p14:tracePt t="78893" x="3194050" y="4591050"/>
          <p14:tracePt t="78895" x="3206750" y="4584700"/>
          <p14:tracePt t="78907" x="3213100" y="4578350"/>
          <p14:tracePt t="78923" x="3225800" y="4565650"/>
          <p14:tracePt t="78940" x="3232150" y="4559300"/>
          <p14:tracePt t="78957" x="3232150" y="4552950"/>
          <p14:tracePt t="78974" x="3238500" y="4552950"/>
          <p14:tracePt t="78977" x="3238500" y="4546600"/>
          <p14:tracePt t="78991" x="3238500" y="4533900"/>
          <p14:tracePt t="79007" x="3244850" y="4527550"/>
          <p14:tracePt t="79024" x="3244850" y="4514850"/>
          <p14:tracePt t="79040" x="3244850" y="4508500"/>
          <p14:tracePt t="79057" x="3244850" y="4502150"/>
          <p14:tracePt t="79074" x="3244850" y="4495800"/>
          <p14:tracePt t="79090" x="3244850" y="4483100"/>
          <p14:tracePt t="79107" x="3244850" y="4476750"/>
          <p14:tracePt t="79124" x="3244850" y="4470400"/>
          <p14:tracePt t="79887" x="3238500" y="4470400"/>
          <p14:tracePt t="79912" x="3232150" y="4470400"/>
          <p14:tracePt t="80483" x="3232150" y="4464050"/>
          <p14:tracePt t="80538" x="3232150" y="4457700"/>
          <p14:tracePt t="80546" x="3225800" y="4457700"/>
          <p14:tracePt t="80564" x="3225800" y="4451350"/>
          <p14:tracePt t="80580" x="3225800" y="4445000"/>
          <p14:tracePt t="80590" x="3219450" y="4445000"/>
          <p14:tracePt t="80623" x="3213100" y="4438650"/>
          <p14:tracePt t="80643" x="3206750" y="4432300"/>
          <p14:tracePt t="80667" x="3206750" y="4425950"/>
          <p14:tracePt t="80677" x="3200400" y="4419600"/>
          <p14:tracePt t="80692" x="3200400" y="4413250"/>
          <p14:tracePt t="80706" x="3200400" y="4406900"/>
          <p14:tracePt t="80723" x="3194050" y="4406900"/>
          <p14:tracePt t="80740" x="3187700" y="4387850"/>
          <p14:tracePt t="80757" x="3181350" y="4375150"/>
          <p14:tracePt t="80773" x="3168650" y="4368800"/>
          <p14:tracePt t="80790" x="3162300" y="4356100"/>
          <p14:tracePt t="80807" x="3149600" y="4343400"/>
          <p14:tracePt t="80823" x="3136900" y="4330700"/>
          <p14:tracePt t="80840" x="3124200" y="4324350"/>
          <p14:tracePt t="80857" x="3117850" y="4318000"/>
          <p14:tracePt t="80873" x="3117850" y="4311650"/>
          <p14:tracePt t="80890" x="3111500" y="4311650"/>
          <p14:tracePt t="80907" x="3111500" y="4305300"/>
          <p14:tracePt t="80924" x="3105150" y="4305300"/>
          <p14:tracePt t="80940" x="3098800" y="4292600"/>
          <p14:tracePt t="80957" x="3092450" y="4292600"/>
          <p14:tracePt t="80960" x="3086100" y="4286250"/>
          <p14:tracePt t="80974" x="3079750" y="4286250"/>
          <p14:tracePt t="80991" x="3067050" y="4279900"/>
          <p14:tracePt t="81007" x="3054350" y="4279900"/>
          <p14:tracePt t="81024" x="3048000" y="4273550"/>
          <p14:tracePt t="81040" x="3028950" y="4267200"/>
          <p14:tracePt t="81057" x="3016250" y="4267200"/>
          <p14:tracePt t="81074" x="3009900" y="4267200"/>
          <p14:tracePt t="81090" x="2997200" y="4267200"/>
          <p14:tracePt t="81107" x="2984500" y="4267200"/>
          <p14:tracePt t="81124" x="2971800" y="4267200"/>
          <p14:tracePt t="81126" x="2965450" y="4267200"/>
          <p14:tracePt t="81140" x="2959100" y="4267200"/>
          <p14:tracePt t="81157" x="2940050" y="4267200"/>
          <p14:tracePt t="81160" x="2933700" y="4273550"/>
          <p14:tracePt t="81173" x="2927350" y="4273550"/>
          <p14:tracePt t="81190" x="2901950" y="4273550"/>
          <p14:tracePt t="81207" x="2889250" y="4279900"/>
          <p14:tracePt t="81224" x="2876550" y="4279900"/>
          <p14:tracePt t="81227" x="2870200" y="4286250"/>
          <p14:tracePt t="81242" x="2857500" y="4286250"/>
          <p14:tracePt t="81257" x="2851150" y="4292600"/>
          <p14:tracePt t="81274" x="2844800" y="4292600"/>
          <p14:tracePt t="81290" x="2844800" y="4298950"/>
          <p14:tracePt t="81307" x="2832100" y="4311650"/>
          <p14:tracePt t="81324" x="2825750" y="4324350"/>
          <p14:tracePt t="81340" x="2819400" y="4349750"/>
          <p14:tracePt t="81357" x="2806700" y="4368800"/>
          <p14:tracePt t="81361" x="2806700" y="4381500"/>
          <p14:tracePt t="81374" x="2800350" y="4394200"/>
          <p14:tracePt t="81390" x="2794000" y="4413250"/>
          <p14:tracePt t="81395" x="2794000" y="4419600"/>
          <p14:tracePt t="81407" x="2787650" y="4425950"/>
          <p14:tracePt t="81424" x="2787650" y="4432300"/>
          <p14:tracePt t="81427" x="2787650" y="4445000"/>
          <p14:tracePt t="81444" x="2787650" y="4451350"/>
          <p14:tracePt t="81457" x="2787650" y="4464050"/>
          <p14:tracePt t="81474" x="2787650" y="4470400"/>
          <p14:tracePt t="81491" x="2800350" y="4483100"/>
          <p14:tracePt t="81507" x="2819400" y="4502150"/>
          <p14:tracePt t="81524" x="2844800" y="4521200"/>
          <p14:tracePt t="81540" x="2863850" y="4540250"/>
          <p14:tracePt t="81557" x="2876550" y="4552950"/>
          <p14:tracePt t="81574" x="2908300" y="4572000"/>
          <p14:tracePt t="81590" x="2921000" y="4578350"/>
          <p14:tracePt t="81609" x="2933700" y="4584700"/>
          <p14:tracePt t="81612" x="2940050" y="4584700"/>
          <p14:tracePt t="81627" x="2952750" y="4584700"/>
          <p14:tracePt t="81644" x="2971800" y="4584700"/>
          <p14:tracePt t="81657" x="2978150" y="4584700"/>
          <p14:tracePt t="81676" x="3022600" y="4578350"/>
          <p14:tracePt t="81691" x="3054350" y="4572000"/>
          <p14:tracePt t="81708" x="3079750" y="4559300"/>
          <p14:tracePt t="81724" x="3105150" y="4546600"/>
          <p14:tracePt t="81741" x="3124200" y="4533900"/>
          <p14:tracePt t="81757" x="3136900" y="4521200"/>
          <p14:tracePt t="81774" x="3143250" y="4508500"/>
          <p14:tracePt t="81790" x="3155950" y="4495800"/>
          <p14:tracePt t="81807" x="3155950" y="4476750"/>
          <p14:tracePt t="81824" x="3162300" y="4445000"/>
          <p14:tracePt t="81840" x="3162300" y="4425950"/>
          <p14:tracePt t="81857" x="3162300" y="4406900"/>
          <p14:tracePt t="81874" x="3162300" y="4387850"/>
          <p14:tracePt t="81877" x="3162300" y="4375150"/>
          <p14:tracePt t="81894" x="3149600" y="4362450"/>
          <p14:tracePt t="81907" x="3149600" y="4356100"/>
          <p14:tracePt t="81910" x="3143250" y="4356100"/>
          <p14:tracePt t="81923" x="3143250" y="4349750"/>
          <p14:tracePt t="81941" x="3124200" y="4337050"/>
          <p14:tracePt t="81957" x="3105150" y="4324350"/>
          <p14:tracePt t="81974" x="3073400" y="4305300"/>
          <p14:tracePt t="81990" x="3035300" y="4286250"/>
          <p14:tracePt t="82007" x="3003550" y="4273550"/>
          <p14:tracePt t="82024" x="2952750" y="4260850"/>
          <p14:tracePt t="82040" x="2933700" y="4254500"/>
          <p14:tracePt t="82057" x="2914650" y="4254500"/>
          <p14:tracePt t="82074" x="2908300" y="4254500"/>
          <p14:tracePt t="82090" x="2901950" y="4248150"/>
          <p14:tracePt t="82107" x="2895600" y="4248150"/>
          <p14:tracePt t="82111" x="2889250" y="4248150"/>
          <p14:tracePt t="82124" x="2882900" y="4248150"/>
          <p14:tracePt t="82140" x="2870200" y="4254500"/>
          <p14:tracePt t="82143" x="2863850" y="4254500"/>
          <p14:tracePt t="82157" x="2851150" y="4260850"/>
          <p14:tracePt t="82173" x="2819400" y="4286250"/>
          <p14:tracePt t="82175" x="2813050" y="4292600"/>
          <p14:tracePt t="82191" x="2800350" y="4305300"/>
          <p14:tracePt t="82207" x="2794000" y="4318000"/>
          <p14:tracePt t="82224" x="2787650" y="4324350"/>
          <p14:tracePt t="82240" x="2781300" y="4337050"/>
          <p14:tracePt t="82257" x="2774950" y="4343400"/>
          <p14:tracePt t="82274" x="2768600" y="4356100"/>
          <p14:tracePt t="82290" x="2768600" y="4362450"/>
          <p14:tracePt t="82307" x="2768600" y="4375150"/>
          <p14:tracePt t="82324" x="2768600" y="4394200"/>
          <p14:tracePt t="82340" x="2781300" y="4406900"/>
          <p14:tracePt t="82345" x="2787650" y="4419600"/>
          <p14:tracePt t="82357" x="2794000" y="4425950"/>
          <p14:tracePt t="82374" x="2813050" y="4451350"/>
          <p14:tracePt t="82377" x="2819400" y="4457700"/>
          <p14:tracePt t="82390" x="2832100" y="4470400"/>
          <p14:tracePt t="82407" x="2851150" y="4483100"/>
          <p14:tracePt t="82409" x="2857500" y="4489450"/>
          <p14:tracePt t="82424" x="2876550" y="4495800"/>
          <p14:tracePt t="82441" x="2901950" y="4502150"/>
          <p14:tracePt t="82457" x="2921000" y="4514850"/>
          <p14:tracePt t="82474" x="2946400" y="4521200"/>
          <p14:tracePt t="82490" x="2971800" y="4527550"/>
          <p14:tracePt t="82507" x="2997200" y="4533900"/>
          <p14:tracePt t="82524" x="3022600" y="4533900"/>
          <p14:tracePt t="82540" x="3035300" y="4533900"/>
          <p14:tracePt t="82557" x="3048000" y="4533900"/>
          <p14:tracePt t="82574" x="3060700" y="4533900"/>
          <p14:tracePt t="84547" x="3067050" y="4533900"/>
          <p14:tracePt t="86166" x="3073400" y="4533900"/>
          <p14:tracePt t="86173" x="3073400" y="4527550"/>
          <p14:tracePt t="86214" x="3073400" y="4521200"/>
          <p14:tracePt t="86230" x="3079750" y="4521200"/>
          <p14:tracePt t="86240" x="3079750" y="4514850"/>
          <p14:tracePt t="87044" x="3086100" y="4514850"/>
          <p14:tracePt t="87075" x="3092450" y="4514850"/>
          <p14:tracePt t="87083" x="3092450" y="4508500"/>
          <p14:tracePt t="88381" x="3098800" y="4508500"/>
          <p14:tracePt t="88389" x="3105150" y="4508500"/>
          <p14:tracePt t="88407" x="3130550" y="4502150"/>
          <p14:tracePt t="88424" x="3181350" y="4495800"/>
          <p14:tracePt t="88440" x="3232150" y="4489450"/>
          <p14:tracePt t="88457" x="3276600" y="4489450"/>
          <p14:tracePt t="88474" x="3314700" y="4489450"/>
          <p14:tracePt t="88477" x="3333750" y="4483100"/>
          <p14:tracePt t="88490" x="3352800" y="4476750"/>
          <p14:tracePt t="88507" x="3390900" y="4470400"/>
          <p14:tracePt t="88511" x="3403600" y="4464050"/>
          <p14:tracePt t="88524" x="3422650" y="4457700"/>
          <p14:tracePt t="88540" x="3473450" y="4438650"/>
          <p14:tracePt t="88544" x="3498850" y="4432300"/>
          <p14:tracePt t="88557" x="3530600" y="4425950"/>
          <p14:tracePt t="88574" x="3575050" y="4406900"/>
          <p14:tracePt t="88576" x="3619500" y="4400550"/>
          <p14:tracePt t="88591" x="3676650" y="4394200"/>
          <p14:tracePt t="88607" x="3714750" y="4387850"/>
          <p14:tracePt t="88624" x="3752850" y="4375150"/>
          <p14:tracePt t="88641" x="3790950" y="4368800"/>
          <p14:tracePt t="88657" x="3848100" y="4337050"/>
          <p14:tracePt t="88674" x="3917950" y="4298950"/>
          <p14:tracePt t="88691" x="3975100" y="4267200"/>
          <p14:tracePt t="88707" x="4051300" y="4216400"/>
          <p14:tracePt t="88724" x="4184650" y="4146550"/>
          <p14:tracePt t="88741" x="4286250" y="4095750"/>
          <p14:tracePt t="88744" x="4311650" y="4076700"/>
          <p14:tracePt t="88757" x="4394200" y="4038600"/>
          <p14:tracePt t="88774" x="4508500" y="3987800"/>
          <p14:tracePt t="88776" x="4546600" y="3968750"/>
          <p14:tracePt t="88791" x="4641850" y="3924300"/>
          <p14:tracePt t="88807" x="4768850" y="3867150"/>
          <p14:tracePt t="88810" x="4794250" y="3848100"/>
          <p14:tracePt t="88824" x="4876800" y="3810000"/>
          <p14:tracePt t="88841" x="5041900" y="3740150"/>
          <p14:tracePt t="88857" x="5181600" y="3683000"/>
          <p14:tracePt t="88874" x="5257800" y="3651250"/>
          <p14:tracePt t="88890" x="5384800" y="3606800"/>
          <p14:tracePt t="88907" x="5461000" y="3587750"/>
          <p14:tracePt t="88924" x="5562600" y="3562350"/>
          <p14:tracePt t="88940" x="5626100" y="3543300"/>
          <p14:tracePt t="88957" x="5740400" y="3524250"/>
          <p14:tracePt t="88974" x="5803900" y="3517900"/>
          <p14:tracePt t="88977" x="5880100" y="3498850"/>
          <p14:tracePt t="88990" x="5905500" y="3498850"/>
          <p14:tracePt t="89007" x="5962650" y="3479800"/>
          <p14:tracePt t="89011" x="5994400" y="3473450"/>
          <p14:tracePt t="89024" x="6019800" y="3467100"/>
          <p14:tracePt t="89040" x="6089650" y="3441700"/>
          <p14:tracePt t="89044" x="6108700" y="3441700"/>
          <p14:tracePt t="89057" x="6115050" y="3429000"/>
          <p14:tracePt t="89074" x="6140450" y="3416300"/>
          <p14:tracePt t="89076" x="6146800" y="3416300"/>
          <p14:tracePt t="89091" x="6159500" y="3409950"/>
          <p14:tracePt t="89107" x="6178550" y="3397250"/>
          <p14:tracePt t="89124" x="6216650" y="3371850"/>
          <p14:tracePt t="89140" x="6292850" y="3327400"/>
          <p14:tracePt t="89157" x="6343650" y="3302000"/>
          <p14:tracePt t="89174" x="6400800" y="3270250"/>
          <p14:tracePt t="89191" x="6426200" y="3263900"/>
          <p14:tracePt t="89309" x="6419850" y="3263900"/>
          <p14:tracePt t="89318" x="6407150" y="3263900"/>
          <p14:tracePt t="89326" x="6388100" y="3263900"/>
          <p14:tracePt t="89341" x="6356350" y="3270250"/>
          <p14:tracePt t="89358" x="6311900" y="3276600"/>
          <p14:tracePt t="89374" x="6292850" y="3276600"/>
          <p14:tracePt t="89390" x="6280150" y="3276600"/>
          <p14:tracePt t="89432" x="6273800" y="3276600"/>
          <p14:tracePt t="89440" x="6267450" y="3276600"/>
          <p14:tracePt t="89457" x="6261100" y="3276600"/>
          <p14:tracePt t="89474" x="6235700" y="3276600"/>
          <p14:tracePt t="89478" x="6223000" y="3276600"/>
          <p14:tracePt t="89490" x="6203950" y="3276600"/>
          <p14:tracePt t="89507" x="6178550" y="3276600"/>
          <p14:tracePt t="89510" x="6165850" y="3276600"/>
          <p14:tracePt t="89524" x="6146800" y="3276600"/>
          <p14:tracePt t="89541" x="6127750" y="3276600"/>
          <p14:tracePt t="89557" x="6115050" y="3276600"/>
          <p14:tracePt t="89574" x="6108700" y="3276600"/>
          <p14:tracePt t="89946" x="6102350" y="3276600"/>
          <p14:tracePt t="89953" x="6102350" y="3282950"/>
          <p14:tracePt t="89961" x="6096000" y="3282950"/>
          <p14:tracePt t="89979" x="6089650" y="3289300"/>
          <p14:tracePt t="93629" x="6096000" y="3289300"/>
          <p14:tracePt t="93661" x="6102350" y="3289300"/>
          <p14:tracePt t="93670" x="6108700" y="3289300"/>
          <p14:tracePt t="93749" x="6102350" y="3282950"/>
          <p14:tracePt t="93757" x="6096000" y="3276600"/>
          <p14:tracePt t="93774" x="6089650" y="3276600"/>
          <p14:tracePt t="93791" x="6083300" y="3276600"/>
          <p14:tracePt t="94250" x="6076950" y="3276600"/>
          <p14:tracePt t="94258" x="6076950" y="3270250"/>
          <p14:tracePt t="94466" x="6070600" y="3263900"/>
          <p14:tracePt t="94476" x="6070600" y="3257550"/>
          <p14:tracePt t="94482" x="6064250" y="3251200"/>
          <p14:tracePt t="94492" x="6064250" y="3244850"/>
          <p14:tracePt t="94507" x="6057900" y="3232150"/>
          <p14:tracePt t="94524" x="6051550" y="3225800"/>
          <p14:tracePt t="94595" x="6045200" y="3225800"/>
          <p14:tracePt t="94614" x="6038850" y="3225800"/>
          <p14:tracePt t="94620" x="6019800" y="3232150"/>
          <p14:tracePt t="94641" x="6000750" y="3244850"/>
          <p14:tracePt t="94657" x="5975350" y="3251200"/>
          <p14:tracePt t="94660" x="5969000" y="3251200"/>
          <p14:tracePt t="99319" x="5975350" y="3251200"/>
          <p14:tracePt t="99326" x="5981700" y="3251200"/>
          <p14:tracePt t="99336" x="5988050" y="3251200"/>
          <p14:tracePt t="99344" x="6000750" y="3251200"/>
          <p14:tracePt t="99358" x="6013450" y="3251200"/>
          <p14:tracePt t="99374" x="6045200" y="3251200"/>
          <p14:tracePt t="99378" x="6070600" y="3251200"/>
          <p14:tracePt t="99390" x="6140450" y="3257550"/>
          <p14:tracePt t="99407" x="6242050" y="3263900"/>
          <p14:tracePt t="99424" x="6381750" y="3276600"/>
          <p14:tracePt t="99441" x="6515100" y="3295650"/>
          <p14:tracePt t="99457" x="6635750" y="3314700"/>
          <p14:tracePt t="99473" x="6737350" y="3327400"/>
          <p14:tracePt t="99490" x="6800850" y="3333750"/>
          <p14:tracePt t="99508" x="6813550" y="3333750"/>
          <p14:tracePt t="99642" x="6813550" y="3340100"/>
          <p14:tracePt t="99667" x="6807200" y="3340100"/>
          <p14:tracePt t="99674" x="6807200" y="3346450"/>
          <p14:tracePt t="99693" x="6794500" y="3352800"/>
          <p14:tracePt t="99707" x="6788150" y="3352800"/>
          <p14:tracePt t="99724" x="6775450" y="3359150"/>
          <p14:tracePt t="99741" x="6743700" y="3365500"/>
          <p14:tracePt t="99759" x="6718300" y="3378200"/>
          <p14:tracePt t="99761" x="6686550" y="3390900"/>
          <p14:tracePt t="99775" x="6661150" y="3390900"/>
          <p14:tracePt t="99791" x="6616700" y="3403600"/>
          <p14:tracePt t="99794" x="6591300" y="3409950"/>
          <p14:tracePt t="99807" x="6578600" y="3409950"/>
          <p14:tracePt t="99825" x="6502400" y="3422650"/>
          <p14:tracePt t="99841" x="6470650" y="3429000"/>
          <p14:tracePt t="99859" x="6445250" y="3429000"/>
          <p14:tracePt t="99862" x="6426200" y="3435350"/>
          <p14:tracePt t="99874" x="6381750" y="3441700"/>
          <p14:tracePt t="99891" x="6350000" y="3441700"/>
          <p14:tracePt t="99907" x="6318250" y="3448050"/>
          <p14:tracePt t="99925" x="6286500" y="3448050"/>
          <p14:tracePt t="99941" x="6248400" y="3454400"/>
          <p14:tracePt t="99957" x="6203950" y="3460750"/>
          <p14:tracePt t="99974" x="6140450" y="3467100"/>
          <p14:tracePt t="99991" x="6108700" y="3473450"/>
          <p14:tracePt t="100007" x="6045200" y="3479800"/>
          <p14:tracePt t="100024" x="6007100" y="3486150"/>
          <p14:tracePt t="100027" x="6000750" y="3486150"/>
          <p14:tracePt t="100041" x="5988050" y="3486150"/>
          <p14:tracePt t="100057" x="5975350" y="3486150"/>
          <p14:tracePt t="100074" x="5969000" y="3486150"/>
          <p14:tracePt t="100230" x="5962650" y="3486150"/>
          <p14:tracePt t="100246" x="5956300" y="3486150"/>
          <p14:tracePt t="100262" x="5949950" y="3492500"/>
          <p14:tracePt t="100270" x="5943600" y="3492500"/>
          <p14:tracePt t="100996" x="5956300" y="3492500"/>
          <p14:tracePt t="101004" x="5981700" y="3498850"/>
          <p14:tracePt t="101012" x="6007100" y="3498850"/>
          <p14:tracePt t="101024" x="6057900" y="3505200"/>
          <p14:tracePt t="101041" x="6184900" y="3517900"/>
          <p14:tracePt t="101045" x="6267450" y="3530600"/>
          <p14:tracePt t="101057" x="6350000" y="3536950"/>
          <p14:tracePt t="101075" x="6565900" y="3575050"/>
          <p14:tracePt t="101091" x="6699250" y="3600450"/>
          <p14:tracePt t="101108" x="6788150" y="3619500"/>
          <p14:tracePt t="101124" x="6813550" y="3625850"/>
          <p14:tracePt t="101195" x="6813550" y="3632200"/>
          <p14:tracePt t="101213" x="6807200" y="3632200"/>
          <p14:tracePt t="101222" x="6800850" y="3638550"/>
          <p14:tracePt t="101230" x="6794500" y="3638550"/>
          <p14:tracePt t="101241" x="6781800" y="3644900"/>
          <p14:tracePt t="101257" x="6743700" y="3657600"/>
          <p14:tracePt t="101277" x="6705600" y="3670300"/>
          <p14:tracePt t="101280" x="6686550" y="3670300"/>
          <p14:tracePt t="101291" x="6648450" y="3683000"/>
          <p14:tracePt t="101307" x="6565900" y="3702050"/>
          <p14:tracePt t="101312" x="6521450" y="3708400"/>
          <p14:tracePt t="101324" x="6489700" y="3714750"/>
          <p14:tracePt t="101341" x="6343650" y="3727450"/>
          <p14:tracePt t="101357" x="6273800" y="3727450"/>
          <p14:tracePt t="101376" x="6203950" y="3727450"/>
          <p14:tracePt t="101391" x="6159500" y="3727450"/>
          <p14:tracePt t="101409" x="6121400" y="3727450"/>
          <p14:tracePt t="101424" x="6096000" y="3727450"/>
          <p14:tracePt t="101442" x="6070600" y="3727450"/>
          <p14:tracePt t="101457" x="6051550" y="3733800"/>
          <p14:tracePt t="101475" x="6026150" y="3733800"/>
          <p14:tracePt t="101491" x="6013450" y="3733800"/>
          <p14:tracePt t="101508" x="6000750" y="3740150"/>
          <p14:tracePt t="101524" x="5994400" y="3740150"/>
          <p14:tracePt t="101772" x="5994400" y="3746500"/>
          <p14:tracePt t="101790" x="6000750" y="3746500"/>
          <p14:tracePt t="101807" x="6013450" y="3746500"/>
          <p14:tracePt t="101811" x="6019800" y="3746500"/>
          <p14:tracePt t="101825" x="6032500" y="3752850"/>
          <p14:tracePt t="101841" x="6076950" y="3759200"/>
          <p14:tracePt t="101857" x="6089650" y="3771900"/>
          <p14:tracePt t="101874" x="6115050" y="3771900"/>
          <p14:tracePt t="101891" x="6134100" y="3771900"/>
          <p14:tracePt t="101907" x="6159500" y="3778250"/>
          <p14:tracePt t="101924" x="6197600" y="3778250"/>
          <p14:tracePt t="101941" x="6261100" y="3778250"/>
          <p14:tracePt t="101946" x="6286500" y="3784600"/>
          <p14:tracePt t="101957" x="6318250" y="3784600"/>
          <p14:tracePt t="101974" x="6369050" y="3790950"/>
          <p14:tracePt t="101979" x="6394450" y="3797300"/>
          <p14:tracePt t="101991" x="6413500" y="3803650"/>
          <p14:tracePt t="102007" x="6457950" y="3803650"/>
          <p14:tracePt t="102010" x="6477000" y="3810000"/>
          <p14:tracePt t="102024" x="6496050" y="3810000"/>
          <p14:tracePt t="102041" x="6527800" y="3822700"/>
          <p14:tracePt t="102044" x="6546850" y="3822700"/>
          <p14:tracePt t="102057" x="6565900" y="3835400"/>
          <p14:tracePt t="102074" x="6616700" y="3848100"/>
          <p14:tracePt t="102077" x="6635750" y="3854450"/>
          <p14:tracePt t="102091" x="6692900" y="3867150"/>
          <p14:tracePt t="102108" x="6737350" y="3873500"/>
          <p14:tracePt t="102124" x="6769100" y="3873500"/>
          <p14:tracePt t="102141" x="6794500" y="3873500"/>
          <p14:tracePt t="102158" x="6807200" y="3873500"/>
          <p14:tracePt t="102174" x="6813550" y="3873500"/>
          <p14:tracePt t="102191" x="6819900" y="3873500"/>
          <p14:tracePt t="102208" x="6832600" y="3873500"/>
          <p14:tracePt t="102406" x="6832600" y="3879850"/>
          <p14:tracePt t="102424" x="6826250" y="3879850"/>
          <p14:tracePt t="102441" x="6819900" y="3886200"/>
          <p14:tracePt t="102457" x="6788150" y="3892550"/>
          <p14:tracePt t="102474" x="6756400" y="3898900"/>
          <p14:tracePt t="102477" x="6743700" y="3905250"/>
          <p14:tracePt t="102491" x="6718300" y="3905250"/>
          <p14:tracePt t="102508" x="6667500" y="3911600"/>
          <p14:tracePt t="102511" x="6642100" y="3911600"/>
          <p14:tracePt t="102524" x="6635750" y="3911600"/>
          <p14:tracePt t="102541" x="6559550" y="3917950"/>
          <p14:tracePt t="102557" x="6527800" y="3917950"/>
          <p14:tracePt t="102574" x="6477000" y="3917950"/>
          <p14:tracePt t="102591" x="6426200" y="3917950"/>
          <p14:tracePt t="102607" x="6394450" y="3917950"/>
          <p14:tracePt t="102624" x="6369050" y="3917950"/>
          <p14:tracePt t="102641" x="6350000" y="3917950"/>
          <p14:tracePt t="102657" x="6330950" y="3917950"/>
          <p14:tracePt t="102674" x="6324600" y="3917950"/>
          <p14:tracePt t="102691" x="6311900" y="3917950"/>
          <p14:tracePt t="102724" x="6280150" y="3917950"/>
          <p14:tracePt t="102741" x="6267450" y="3917950"/>
          <p14:tracePt t="102744" x="6261100" y="3917950"/>
          <p14:tracePt t="102757" x="6254750" y="3917950"/>
          <p14:tracePt t="102774" x="6242050" y="3917950"/>
          <p14:tracePt t="102792" x="6242050" y="3924300"/>
          <p14:tracePt t="102809" x="6235700" y="3924300"/>
          <p14:tracePt t="102824" x="6229350" y="3930650"/>
          <p14:tracePt t="102858" x="6223000" y="3937000"/>
          <p14:tracePt t="102874" x="6210300" y="3943350"/>
          <p14:tracePt t="102891" x="6197600" y="3956050"/>
          <p14:tracePt t="102908" x="6184900" y="3968750"/>
          <p14:tracePt t="102924" x="6172200" y="3975100"/>
          <p14:tracePt t="102941" x="6159500" y="3981450"/>
          <p14:tracePt t="102959" x="6159500" y="3987800"/>
          <p14:tracePt t="102962" x="6153150" y="3987800"/>
          <p14:tracePt t="103018" x="6159500" y="3987800"/>
          <p14:tracePt t="103028" x="6165850" y="3987800"/>
          <p14:tracePt t="103035" x="6178550" y="3994150"/>
          <p14:tracePt t="103043" x="6203950" y="4000500"/>
          <p14:tracePt t="103058" x="6286500" y="4013200"/>
          <p14:tracePt t="103074" x="6394450" y="4032250"/>
          <p14:tracePt t="103092" x="6502400" y="4057650"/>
          <p14:tracePt t="103107" x="6597650" y="4076700"/>
          <p14:tracePt t="103125" x="6629400" y="4083050"/>
          <p14:tracePt t="103141" x="6635750" y="4083050"/>
          <p14:tracePt t="103188" x="6629400" y="4083050"/>
          <p14:tracePt t="103196" x="6610350" y="4089400"/>
          <p14:tracePt t="103208" x="6584950" y="4089400"/>
          <p14:tracePt t="103224" x="6445250" y="4095750"/>
          <p14:tracePt t="103229" x="6356350" y="4095750"/>
          <p14:tracePt t="103241" x="6280150" y="4095750"/>
          <p14:tracePt t="103257" x="6032500" y="4102100"/>
          <p14:tracePt t="103260" x="5829300" y="4102100"/>
          <p14:tracePt t="103274" x="5708650" y="4102100"/>
          <p14:tracePt t="103291" x="5251450" y="4114800"/>
          <p14:tracePt t="103308" x="5086350" y="4127500"/>
          <p14:tracePt t="103324" x="4965700" y="4140200"/>
          <p14:tracePt t="103341" x="4864100" y="4165600"/>
          <p14:tracePt t="103358" x="4800600" y="4184650"/>
          <p14:tracePt t="103374" x="4718050" y="4216400"/>
          <p14:tracePt t="103391" x="4654550" y="4241800"/>
          <p14:tracePt t="103408" x="4565650" y="4273550"/>
          <p14:tracePt t="103424" x="4521200" y="4286250"/>
          <p14:tracePt t="103441" x="4495800" y="4305300"/>
          <p14:tracePt t="103457" x="4489450" y="4305300"/>
          <p14:tracePt t="103550" x="4483100" y="4311650"/>
          <p14:tracePt t="103574" x="4476750" y="4318000"/>
          <p14:tracePt t="103582" x="4470400" y="4324350"/>
          <p14:tracePt t="103591" x="4451350" y="4343400"/>
          <p14:tracePt t="103607" x="4425950" y="4362450"/>
          <p14:tracePt t="103624" x="4375150" y="4400550"/>
          <p14:tracePt t="103641" x="4311650" y="4445000"/>
          <p14:tracePt t="103658" x="4229100" y="4502150"/>
          <p14:tracePt t="103674" x="4140200" y="4578350"/>
          <p14:tracePt t="103690" x="4083050" y="4616450"/>
          <p14:tracePt t="103707" x="4025900" y="4673600"/>
          <p14:tracePt t="103724" x="3994150" y="4705350"/>
          <p14:tracePt t="103729" x="3981450" y="4711700"/>
          <p14:tracePt t="103800" x="3975100" y="4718050"/>
          <p14:tracePt t="103818" x="3962400" y="4730750"/>
          <p14:tracePt t="103825" x="3956050" y="4737100"/>
          <p14:tracePt t="103841" x="3930650" y="4775200"/>
          <p14:tracePt t="103858" x="3892550" y="4813300"/>
          <p14:tracePt t="103874" x="3854450" y="4851400"/>
          <p14:tracePt t="103890" x="3810000" y="4908550"/>
          <p14:tracePt t="103907" x="3784600" y="4933950"/>
          <p14:tracePt t="103924" x="3752850" y="4972050"/>
          <p14:tracePt t="103941" x="3733800" y="4997450"/>
          <p14:tracePt t="103957" x="3727450" y="4997450"/>
          <p14:tracePt t="104084" x="3727450" y="4991100"/>
          <p14:tracePt t="104106" x="3721100" y="4991100"/>
          <p14:tracePt t="104124" x="3714750" y="4984750"/>
          <p14:tracePt t="104141" x="3708400" y="4984750"/>
          <p14:tracePt t="104158" x="3689350" y="4972050"/>
          <p14:tracePt t="104162" x="3676650" y="4972050"/>
          <p14:tracePt t="104174" x="3657600" y="4965700"/>
          <p14:tracePt t="104191" x="3613150" y="4953000"/>
          <p14:tracePt t="104207" x="3575050" y="4940300"/>
          <p14:tracePt t="104224" x="3524250" y="4921250"/>
          <p14:tracePt t="104228" x="3511550" y="4921250"/>
          <p14:tracePt t="104241" x="3486150" y="4902200"/>
          <p14:tracePt t="104258" x="3454400" y="4889500"/>
          <p14:tracePt t="104261" x="3448050" y="4883150"/>
          <p14:tracePt t="104274" x="3429000" y="4876800"/>
          <p14:tracePt t="104291" x="3403600" y="4857750"/>
          <p14:tracePt t="104308" x="3390900" y="4851400"/>
          <p14:tracePt t="104324" x="3371850" y="4832350"/>
          <p14:tracePt t="104341" x="3340100" y="4813300"/>
          <p14:tracePt t="104358" x="3327400" y="4800600"/>
          <p14:tracePt t="104374" x="3308350" y="4775200"/>
          <p14:tracePt t="104391" x="3302000" y="4768850"/>
          <p14:tracePt t="104408" x="3295650" y="4762500"/>
          <p14:tracePt t="104424" x="3276600" y="4749800"/>
          <p14:tracePt t="104427" x="3263900" y="4743450"/>
          <p14:tracePt t="104441" x="3251200" y="4737100"/>
          <p14:tracePt t="104458" x="3206750" y="4718050"/>
          <p14:tracePt t="104462" x="3181350" y="4718050"/>
          <p14:tracePt t="104474" x="3162300" y="4711700"/>
          <p14:tracePt t="104491" x="3130550" y="4699000"/>
          <p14:tracePt t="104494" x="3105150" y="4692650"/>
          <p14:tracePt t="104507" x="3092450" y="4686300"/>
          <p14:tracePt t="104524" x="3067050" y="4673600"/>
          <p14:tracePt t="104528" x="3048000" y="4667250"/>
          <p14:tracePt t="104541" x="3028950" y="4654550"/>
          <p14:tracePt t="104558" x="3016250" y="4648200"/>
          <p14:tracePt t="104574" x="3009900" y="4641850"/>
          <p14:tracePt t="104609" x="3003550" y="4641850"/>
          <p14:tracePt t="104624" x="2990850" y="4641850"/>
          <p14:tracePt t="104643" x="2971800" y="4641850"/>
          <p14:tracePt t="104646" x="2959100" y="4641850"/>
          <p14:tracePt t="104658" x="2952750" y="4641850"/>
          <p14:tracePt t="104691" x="2895600" y="4641850"/>
          <p14:tracePt t="104694" x="2876550" y="4641850"/>
          <p14:tracePt t="104710" x="2857500" y="4641850"/>
          <p14:tracePt t="104724" x="2851150" y="4641850"/>
          <p14:tracePt t="104742" x="2838450" y="4641850"/>
          <p14:tracePt t="104809" x="2832100" y="4648200"/>
          <p14:tracePt t="104816" x="2825750" y="4660900"/>
          <p14:tracePt t="104824" x="2819400" y="4660900"/>
          <p14:tracePt t="104841" x="2806700" y="4686300"/>
          <p14:tracePt t="104857" x="2774950" y="4705350"/>
          <p14:tracePt t="104874" x="2743200" y="4730750"/>
          <p14:tracePt t="104894" x="2711450" y="4756150"/>
          <p14:tracePt t="104897" x="2705100" y="4762500"/>
          <p14:tracePt t="104908" x="2692400" y="4775200"/>
          <p14:tracePt t="104924" x="2654300" y="4794250"/>
          <p14:tracePt t="104941" x="2616200" y="4819650"/>
          <p14:tracePt t="104944" x="2603500" y="4826000"/>
          <p14:tracePt t="104957" x="2597150" y="4838700"/>
          <p14:tracePt t="104974" x="2571750" y="4857750"/>
          <p14:tracePt t="104978" x="2571750" y="4864100"/>
          <p14:tracePt t="104991" x="2559050" y="4876800"/>
          <p14:tracePt t="105008" x="2559050" y="4883150"/>
          <p14:tracePt t="105026" x="2559050" y="4889500"/>
          <p14:tracePt t="105042" x="2559050" y="4895850"/>
          <p14:tracePt t="105057" x="2559050" y="4902200"/>
          <p14:tracePt t="105074" x="2559050" y="4908550"/>
          <p14:tracePt t="105091" x="2565400" y="4914900"/>
          <p14:tracePt t="105108" x="2571750" y="4921250"/>
          <p14:tracePt t="105124" x="2578100" y="4927600"/>
          <p14:tracePt t="105141" x="2597150" y="4933950"/>
          <p14:tracePt t="105157" x="2616200" y="4940300"/>
          <p14:tracePt t="105191" x="2705100" y="4959350"/>
          <p14:tracePt t="105195" x="2724150" y="4965700"/>
          <p14:tracePt t="105208" x="2749550" y="4965700"/>
          <p14:tracePt t="105211" x="2768600" y="4965700"/>
          <p14:tracePt t="105224" x="2787650" y="4965700"/>
          <p14:tracePt t="105241" x="2851150" y="4965700"/>
          <p14:tracePt t="105257" x="2870200" y="4965700"/>
          <p14:tracePt t="105274" x="2882900" y="4965700"/>
          <p14:tracePt t="105277" x="2889250" y="4959350"/>
          <p14:tracePt t="105291" x="2895600" y="4959350"/>
          <p14:tracePt t="105308" x="2901950" y="4953000"/>
          <p14:tracePt t="105324" x="2908300" y="4953000"/>
          <p14:tracePt t="105341" x="2921000" y="4953000"/>
          <p14:tracePt t="105358" x="2946400" y="4953000"/>
          <p14:tracePt t="105374" x="2965450" y="4953000"/>
          <p14:tracePt t="105391" x="2997200" y="4940300"/>
          <p14:tracePt t="105408" x="3035300" y="4940300"/>
          <p14:tracePt t="105411" x="3048000" y="4940300"/>
          <p14:tracePt t="105424" x="3060700" y="4933950"/>
          <p14:tracePt t="105458" x="3130550" y="4921250"/>
          <p14:tracePt t="105460" x="3136900" y="4921250"/>
          <p14:tracePt t="105474" x="3149600" y="4921250"/>
          <p14:tracePt t="105491" x="3162300" y="4914900"/>
          <p14:tracePt t="105507" x="3168650" y="4902200"/>
          <p14:tracePt t="105541" x="3175000" y="4889500"/>
          <p14:tracePt t="105557" x="3181350" y="4883150"/>
          <p14:tracePt t="105574" x="3181350" y="4857750"/>
          <p14:tracePt t="105591" x="3181350" y="4838700"/>
          <p14:tracePt t="105608" x="3168650" y="4806950"/>
          <p14:tracePt t="105625" x="3143250" y="4768850"/>
          <p14:tracePt t="105641" x="3111500" y="4743450"/>
          <p14:tracePt t="105658" x="3067050" y="4711700"/>
          <p14:tracePt t="105674" x="3022600" y="4686300"/>
          <p14:tracePt t="105679" x="2997200" y="4667250"/>
          <p14:tracePt t="105691" x="2984500" y="4660900"/>
          <p14:tracePt t="105707" x="2952750" y="4641850"/>
          <p14:tracePt t="105710" x="2921000" y="4629150"/>
          <p14:tracePt t="105724" x="2908300" y="4616450"/>
          <p14:tracePt t="105741" x="2838450" y="4597400"/>
          <p14:tracePt t="105757" x="2787650" y="4578350"/>
          <p14:tracePt t="105774" x="2749550" y="4578350"/>
          <p14:tracePt t="105791" x="2692400" y="4578350"/>
          <p14:tracePt t="105808" x="2647950" y="4578350"/>
          <p14:tracePt t="105824" x="2616200" y="4591050"/>
          <p14:tracePt t="105841" x="2590800" y="4597400"/>
          <p14:tracePt t="105858" x="2565400" y="4610100"/>
          <p14:tracePt t="105874" x="2546350" y="4629150"/>
          <p14:tracePt t="105894" x="2533650" y="4641850"/>
          <p14:tracePt t="105899" x="2527300" y="4641850"/>
          <p14:tracePt t="105907" x="2527300" y="4648200"/>
          <p14:tracePt t="105924" x="2520950" y="4660900"/>
          <p14:tracePt t="105941" x="2514600" y="4679950"/>
          <p14:tracePt t="105945" x="2514600" y="4699000"/>
          <p14:tracePt t="105957" x="2514600" y="4705350"/>
          <p14:tracePt t="105974" x="2514600" y="4743450"/>
          <p14:tracePt t="105977" x="2514600" y="4756150"/>
          <p14:tracePt t="105991" x="2514600" y="4794250"/>
          <p14:tracePt t="106008" x="2520950" y="4819650"/>
          <p14:tracePt t="106024" x="2527300" y="4832350"/>
          <p14:tracePt t="106041" x="2540000" y="4857750"/>
          <p14:tracePt t="106057" x="2559050" y="4876800"/>
          <p14:tracePt t="106074" x="2590800" y="4908550"/>
          <p14:tracePt t="106091" x="2628900" y="4940300"/>
          <p14:tracePt t="106108" x="2711450" y="4978400"/>
          <p14:tracePt t="106124" x="2781300" y="5003800"/>
          <p14:tracePt t="106141" x="2863850" y="5016500"/>
          <p14:tracePt t="106157" x="2971800" y="5035550"/>
          <p14:tracePt t="106174" x="3035300" y="5035550"/>
          <p14:tracePt t="106177" x="3048000" y="5035550"/>
          <p14:tracePt t="106191" x="3079750" y="5029200"/>
          <p14:tracePt t="106208" x="3124200" y="5010150"/>
          <p14:tracePt t="106211" x="3136900" y="5010150"/>
          <p14:tracePt t="106224" x="3162300" y="4991100"/>
          <p14:tracePt t="106241" x="3213100" y="4972050"/>
          <p14:tracePt t="106259" x="3232150" y="4953000"/>
          <p14:tracePt t="106291" x="3257550" y="4927600"/>
          <p14:tracePt t="106308" x="3270250" y="4902200"/>
          <p14:tracePt t="106326" x="3276600" y="4883150"/>
          <p14:tracePt t="106330" x="3282950" y="4857750"/>
          <p14:tracePt t="106341" x="3282950" y="4845050"/>
          <p14:tracePt t="106360" x="3282950" y="4806950"/>
          <p14:tracePt t="106363" x="3282950" y="4794250"/>
          <p14:tracePt t="106374" x="3270250" y="4768850"/>
          <p14:tracePt t="106392" x="3257550" y="4749800"/>
          <p14:tracePt t="106395" x="3244850" y="4737100"/>
          <p14:tracePt t="106408" x="3232150" y="4730750"/>
          <p14:tracePt t="106425" x="3213100" y="4718050"/>
          <p14:tracePt t="106427" x="3200400" y="4711700"/>
          <p14:tracePt t="106441" x="3187700" y="4705350"/>
          <p14:tracePt t="106458" x="3155950" y="4699000"/>
          <p14:tracePt t="106460" x="3143250" y="4699000"/>
          <p14:tracePt t="106474" x="3124200" y="4692650"/>
          <p14:tracePt t="106491" x="3048000" y="4679950"/>
          <p14:tracePt t="106507" x="2990850" y="4673600"/>
          <p14:tracePt t="106524" x="2921000" y="4673600"/>
          <p14:tracePt t="106541" x="2882900" y="4673600"/>
          <p14:tracePt t="106558" x="2813050" y="4673600"/>
          <p14:tracePt t="106574" x="2762250" y="4667250"/>
          <p14:tracePt t="106591" x="2749550" y="4667250"/>
          <p14:tracePt t="106608" x="2736850" y="4667250"/>
          <p14:tracePt t="106624" x="2724150" y="4673600"/>
          <p14:tracePt t="106641" x="2711450" y="4686300"/>
          <p14:tracePt t="106657" x="2698750" y="4699000"/>
          <p14:tracePt t="106674" x="2686050" y="4718050"/>
          <p14:tracePt t="106691" x="2667000" y="4756150"/>
          <p14:tracePt t="106694" x="2660650" y="4762500"/>
          <p14:tracePt t="106708" x="2654300" y="4775200"/>
          <p14:tracePt t="106724" x="2635250" y="4806950"/>
          <p14:tracePt t="106726" x="2635250" y="4813300"/>
          <p14:tracePt t="106741" x="2635250" y="4838700"/>
          <p14:tracePt t="106758" x="2635250" y="4851400"/>
          <p14:tracePt t="106774" x="2635250" y="4870450"/>
          <p14:tracePt t="106791" x="2647950" y="4895850"/>
          <p14:tracePt t="106808" x="2692400" y="4921250"/>
          <p14:tracePt t="106824" x="2730500" y="4946650"/>
          <p14:tracePt t="106841" x="2781300" y="4978400"/>
          <p14:tracePt t="106858" x="2813050" y="4984750"/>
          <p14:tracePt t="106861" x="2825750" y="4991100"/>
          <p14:tracePt t="106874" x="2832100" y="4997450"/>
          <p14:tracePt t="106891" x="2838450" y="4997450"/>
          <p14:tracePt t="106944" x="2844800" y="4997450"/>
          <p14:tracePt t="106968" x="2851150" y="4997450"/>
          <p14:tracePt t="106976" x="2857500" y="4997450"/>
          <p14:tracePt t="106991" x="2876550" y="4997450"/>
          <p14:tracePt t="107008" x="2914650" y="4997450"/>
          <p14:tracePt t="107024" x="2933700" y="4997450"/>
          <p14:tracePt t="107041" x="2959100" y="4997450"/>
          <p14:tracePt t="107058" x="2984500" y="4997450"/>
          <p14:tracePt t="107074" x="2997200" y="4997450"/>
          <p14:tracePt t="107091" x="3009900" y="4991100"/>
          <p14:tracePt t="107108" x="3016250" y="4984750"/>
          <p14:tracePt t="107124" x="3028950" y="4972050"/>
          <p14:tracePt t="107129" x="3035300" y="4965700"/>
          <p14:tracePt t="107146" x="3035300" y="4959350"/>
          <p14:tracePt t="107162" x="3035300" y="4953000"/>
          <p14:tracePt t="111658" x="3048000" y="4953000"/>
          <p14:tracePt t="111666" x="3067050" y="4953000"/>
          <p14:tracePt t="111674" x="3079750" y="4953000"/>
          <p14:tracePt t="111691" x="3124200" y="4953000"/>
          <p14:tracePt t="111708" x="3187700" y="4953000"/>
          <p14:tracePt t="111724" x="3225800" y="4965700"/>
          <p14:tracePt t="111741" x="3251200" y="4972050"/>
          <p14:tracePt t="111757" x="3257550" y="4972050"/>
          <p14:tracePt t="111774" x="3263900" y="4972050"/>
          <p14:tracePt t="111814" x="3276600" y="4972050"/>
          <p14:tracePt t="111829" x="3289300" y="4972050"/>
          <p14:tracePt t="111839" x="3302000" y="4972050"/>
          <p14:tracePt t="111858" x="3390900" y="4965700"/>
          <p14:tracePt t="111875" x="3498850" y="4953000"/>
          <p14:tracePt t="111878" x="3568700" y="4946650"/>
          <p14:tracePt t="111891" x="3746500" y="4914900"/>
          <p14:tracePt t="111908" x="3892550" y="4876800"/>
          <p14:tracePt t="111924" x="4076700" y="4832350"/>
          <p14:tracePt t="111941" x="4229100" y="4794250"/>
          <p14:tracePt t="111958" x="4324350" y="4756150"/>
          <p14:tracePt t="111974" x="4406900" y="4724400"/>
          <p14:tracePt t="111991" x="4489450" y="4686300"/>
          <p14:tracePt t="112008" x="4610100" y="4648200"/>
          <p14:tracePt t="112024" x="4794250" y="4597400"/>
          <p14:tracePt t="112041" x="4940300" y="4552950"/>
          <p14:tracePt t="112057" x="5111750" y="4514850"/>
          <p14:tracePt t="112074" x="5334000" y="4483100"/>
          <p14:tracePt t="112079" x="5403850" y="4470400"/>
          <p14:tracePt t="112091" x="5473700" y="4470400"/>
          <p14:tracePt t="112108" x="5562600" y="4464050"/>
          <p14:tracePt t="112110" x="5613400" y="4464050"/>
          <p14:tracePt t="112124" x="5664200" y="4457700"/>
          <p14:tracePt t="112142" x="5740400" y="4457700"/>
          <p14:tracePt t="112157" x="5759450" y="4457700"/>
          <p14:tracePt t="112230" x="5765800" y="4457700"/>
          <p14:tracePt t="112254" x="5778500" y="4457700"/>
          <p14:tracePt t="112265" x="5778500" y="4464050"/>
          <p14:tracePt t="112274" x="5791200" y="4464050"/>
          <p14:tracePt t="112291" x="5816600" y="4464050"/>
          <p14:tracePt t="112308" x="5842000" y="4464050"/>
          <p14:tracePt t="112312" x="5867400" y="4464050"/>
          <p14:tracePt t="112325" x="5880100" y="4464050"/>
          <p14:tracePt t="112341" x="5911850" y="4464050"/>
          <p14:tracePt t="112344" x="5918200" y="4464050"/>
          <p14:tracePt t="112357" x="5924550" y="4464050"/>
          <p14:tracePt t="112374" x="5937250" y="4457700"/>
          <p14:tracePt t="112602" x="5943600" y="4457700"/>
          <p14:tracePt t="112609" x="5949950" y="4457700"/>
          <p14:tracePt t="112619" x="5969000" y="4457700"/>
          <p14:tracePt t="112627" x="5975350" y="4457700"/>
          <p14:tracePt t="112642" x="6007100" y="4457700"/>
          <p14:tracePt t="112659" x="6045200" y="4464050"/>
          <p14:tracePt t="112674" x="6076950" y="4470400"/>
          <p14:tracePt t="112691" x="6127750" y="4476750"/>
          <p14:tracePt t="112708" x="6159500" y="4476750"/>
          <p14:tracePt t="112724" x="6216650" y="4489450"/>
          <p14:tracePt t="112741" x="6248400" y="4495800"/>
          <p14:tracePt t="112758" x="6286500" y="4502150"/>
          <p14:tracePt t="112774" x="6311900" y="4502150"/>
          <p14:tracePt t="112778" x="6318250" y="4502150"/>
          <p14:tracePt t="112791" x="6330950" y="4502150"/>
          <p14:tracePt t="112808" x="6337300" y="4502150"/>
          <p14:tracePt t="112876" x="6343650" y="4502150"/>
          <p14:tracePt t="112895" x="6350000" y="4502150"/>
          <p14:tracePt t="112909" x="6356350" y="4502150"/>
          <p14:tracePt t="112917" x="6362700" y="4502150"/>
          <p14:tracePt t="112928" x="6369050" y="4502150"/>
          <p14:tracePt t="112941" x="6388100" y="4502150"/>
          <p14:tracePt t="112959" x="6407150" y="4502150"/>
          <p14:tracePt t="112974" x="6419850" y="4502150"/>
          <p14:tracePt t="112991" x="6432550" y="4502150"/>
          <p14:tracePt t="113008" x="6445250" y="4502150"/>
          <p14:tracePt t="113024" x="6451600" y="4502150"/>
          <p14:tracePt t="113027" x="6464300" y="4502150"/>
          <p14:tracePt t="113041" x="6477000" y="4502150"/>
          <p14:tracePt t="113058" x="6483350" y="4502150"/>
          <p14:tracePt t="113061" x="6489700" y="4502150"/>
          <p14:tracePt t="113074" x="6496050" y="4502150"/>
          <p14:tracePt t="113092" x="6515100" y="4502150"/>
          <p14:tracePt t="113110" x="6521450" y="4502150"/>
          <p14:tracePt t="113128" x="6527800" y="4502150"/>
          <p14:tracePt t="113142" x="6534150" y="4502150"/>
          <p14:tracePt t="113158" x="6540500" y="4502150"/>
          <p14:tracePt t="113174" x="6565900" y="4502150"/>
          <p14:tracePt t="113191" x="6591300" y="4502150"/>
          <p14:tracePt t="113208" x="6623050" y="4502150"/>
          <p14:tracePt t="113225" x="6648450" y="4502150"/>
          <p14:tracePt t="113241" x="6673850" y="4502150"/>
          <p14:tracePt t="113258" x="6699250" y="4508500"/>
          <p14:tracePt t="113274" x="6724650" y="4508500"/>
          <p14:tracePt t="113291" x="6750050" y="4508500"/>
          <p14:tracePt t="113294" x="6775450" y="4508500"/>
          <p14:tracePt t="113308" x="6781800" y="4508500"/>
          <p14:tracePt t="113325" x="6807200" y="4514850"/>
          <p14:tracePt t="113327" x="6813550" y="4514850"/>
          <p14:tracePt t="113341" x="6826250" y="4514850"/>
          <p14:tracePt t="113358" x="6838950" y="4514850"/>
          <p14:tracePt t="113374" x="6851650" y="4514850"/>
          <p14:tracePt t="113391" x="6864350" y="4514850"/>
          <p14:tracePt t="113408" x="6870700" y="4514850"/>
          <p14:tracePt t="113424" x="6877050" y="4514850"/>
          <p14:tracePt t="113441" x="6883400" y="4514850"/>
          <p14:tracePt t="113458" x="6889750" y="4514850"/>
          <p14:tracePt t="113474" x="6896100" y="4514850"/>
          <p14:tracePt t="113568" x="6902450" y="4514850"/>
          <p14:tracePt t="113586" x="6908800" y="4514850"/>
          <p14:tracePt t="113593" x="6915150" y="4514850"/>
          <p14:tracePt t="113608" x="6921500" y="4514850"/>
          <p14:tracePt t="113624" x="6927850" y="4514850"/>
          <p14:tracePt t="113642" x="6934200" y="4508500"/>
          <p14:tracePt t="113660" x="6940550" y="4508500"/>
          <p14:tracePt t="113674" x="6946900" y="4508500"/>
          <p14:tracePt t="113691" x="6953250" y="4508500"/>
          <p14:tracePt t="113708" x="6959600" y="4508500"/>
          <p14:tracePt t="113724" x="6965950" y="4508500"/>
          <p14:tracePt t="113741" x="6972300" y="4508500"/>
          <p14:tracePt t="113774" x="6978650" y="4508500"/>
          <p14:tracePt t="113791" x="6985000" y="4508500"/>
          <p14:tracePt t="113808" x="6985000" y="4502150"/>
          <p14:tracePt t="113824" x="6997700" y="4502150"/>
          <p14:tracePt t="113841" x="7004050" y="4502150"/>
          <p14:tracePt t="113858" x="7010400" y="4502150"/>
          <p14:tracePt t="113874" x="7029450" y="4502150"/>
          <p14:tracePt t="113891" x="7042150" y="4502150"/>
          <p14:tracePt t="113908" x="7054850" y="4502150"/>
          <p14:tracePt t="113924" x="7061200" y="4502150"/>
          <p14:tracePt t="113941" x="7067550" y="4502150"/>
          <p14:tracePt t="113958" x="7080250" y="4502150"/>
          <p14:tracePt t="113974" x="7086600" y="4502150"/>
          <p14:tracePt t="113991" x="7099300" y="4502150"/>
          <p14:tracePt t="114007" x="7105650" y="4502150"/>
          <p14:tracePt t="114024" x="7124700" y="4502150"/>
          <p14:tracePt t="114029" x="7131050" y="4502150"/>
          <p14:tracePt t="114041" x="7137400" y="4502150"/>
          <p14:tracePt t="114058" x="7150100" y="4502150"/>
          <p14:tracePt t="114060" x="7156450" y="4502150"/>
          <p14:tracePt t="114074" x="7162800" y="4502150"/>
          <p14:tracePt t="114092" x="7175500" y="4502150"/>
          <p14:tracePt t="114109" x="7181850" y="4502150"/>
          <p14:tracePt t="114124" x="7188200" y="4502150"/>
          <p14:tracePt t="114141" x="7200900" y="4502150"/>
          <p14:tracePt t="114158" x="7213600" y="4502150"/>
          <p14:tracePt t="114174" x="7232650" y="4502150"/>
          <p14:tracePt t="114192" x="7245350" y="4502150"/>
          <p14:tracePt t="114208" x="7258050" y="4502150"/>
          <p14:tracePt t="114224" x="7270750" y="4502150"/>
          <p14:tracePt t="114241" x="7283450" y="4502150"/>
          <p14:tracePt t="114258" x="7289800" y="4502150"/>
          <p14:tracePt t="114274" x="7296150" y="4502150"/>
          <p14:tracePt t="114291" x="7302500" y="4502150"/>
          <p14:tracePt t="114307" x="7308850" y="4502150"/>
          <p14:tracePt t="114341" x="7315200" y="4502150"/>
          <p14:tracePt t="114625" x="7308850" y="4502150"/>
          <p14:tracePt t="114648" x="7302500" y="4502150"/>
          <p14:tracePt t="114656" x="7296150" y="4502150"/>
          <p14:tracePt t="115422" x="7289800" y="4502150"/>
          <p14:tracePt t="115430" x="7283450" y="4502150"/>
          <p14:tracePt t="115441" x="7277100" y="4502150"/>
          <p14:tracePt t="115458" x="7264400" y="4502150"/>
          <p14:tracePt t="115475" x="7245350" y="4502150"/>
          <p14:tracePt t="115491" x="7239000" y="4502150"/>
          <p14:tracePt t="115508" x="7207250" y="4508500"/>
          <p14:tracePt t="115512" x="7194550" y="4508500"/>
          <p14:tracePt t="115524" x="7175500" y="4508500"/>
          <p14:tracePt t="115541" x="7099300" y="4521200"/>
          <p14:tracePt t="115545" x="7061200" y="4533900"/>
          <p14:tracePt t="115558" x="6985000" y="4552950"/>
          <p14:tracePt t="115574" x="6807200" y="4584700"/>
          <p14:tracePt t="115578" x="6724650" y="4597400"/>
          <p14:tracePt t="115591" x="6388100" y="4673600"/>
          <p14:tracePt t="115608" x="6000750" y="4756150"/>
          <p14:tracePt t="115624" x="5511800" y="4851400"/>
          <p14:tracePt t="115641" x="4845050" y="4997450"/>
          <p14:tracePt t="115658" x="4203700" y="5111750"/>
          <p14:tracePt t="115675" x="3651250" y="5194300"/>
          <p14:tracePt t="115691" x="3187700" y="5245100"/>
          <p14:tracePt t="115708" x="2882900" y="5276850"/>
          <p14:tracePt t="115712" x="2660650" y="5276850"/>
          <p14:tracePt t="115725" x="2565400" y="5283200"/>
          <p14:tracePt t="115741" x="2406650" y="5283200"/>
          <p14:tracePt t="115744" x="2330450" y="5283200"/>
          <p14:tracePt t="115758" x="2273300" y="5289550"/>
          <p14:tracePt t="115774" x="2152650" y="5289550"/>
          <p14:tracePt t="115779" x="2101850" y="5295900"/>
          <p14:tracePt t="115791" x="2044700" y="5295900"/>
          <p14:tracePt t="115808" x="1924050" y="5308600"/>
          <p14:tracePt t="115810" x="1873250" y="5308600"/>
          <p14:tracePt t="115824" x="1854200" y="5308600"/>
          <p14:tracePt t="115842" x="1733550" y="5314950"/>
          <p14:tracePt t="115858" x="1708150" y="5321300"/>
          <p14:tracePt t="115874" x="1695450" y="5321300"/>
          <p14:tracePt t="115895" x="1689100" y="5321300"/>
          <p14:tracePt t="115914" x="1682750" y="5321300"/>
          <p14:tracePt t="115924" x="1676400" y="5321300"/>
          <p14:tracePt t="115941" x="1670050" y="5334000"/>
          <p14:tracePt t="115958" x="1657350" y="5340350"/>
          <p14:tracePt t="115974" x="1657350" y="5346700"/>
          <p14:tracePt t="116034" x="1657350" y="5353050"/>
          <p14:tracePt t="116053" x="1657350" y="5359400"/>
          <p14:tracePt t="116061" x="1657350" y="5365750"/>
          <p14:tracePt t="116074" x="1663700" y="5372100"/>
          <p14:tracePt t="116091" x="1689100" y="5391150"/>
          <p14:tracePt t="116108" x="1714500" y="5397500"/>
          <p14:tracePt t="116125" x="1720850" y="5397500"/>
          <p14:tracePt t="116260" x="1714500" y="5397500"/>
          <p14:tracePt t="116268" x="1701800" y="5397500"/>
          <p14:tracePt t="116276" x="1689100" y="5403850"/>
          <p14:tracePt t="116292" x="1663700" y="5403850"/>
          <p14:tracePt t="116308" x="1644650" y="5416550"/>
          <p14:tracePt t="116326" x="1631950" y="5422900"/>
          <p14:tracePt t="116342" x="1619250" y="5429250"/>
          <p14:tracePt t="116360" x="1606550" y="5441950"/>
          <p14:tracePt t="116374" x="1600200" y="5448300"/>
          <p14:tracePt t="116391" x="1600200" y="5461000"/>
          <p14:tracePt t="116408" x="1587500" y="5480050"/>
          <p14:tracePt t="116424" x="1581150" y="5505450"/>
          <p14:tracePt t="116441" x="1581150" y="5518150"/>
          <p14:tracePt t="116458" x="1581150" y="5537200"/>
          <p14:tracePt t="116475" x="1581150" y="5562600"/>
          <p14:tracePt t="116491" x="1581150" y="5575300"/>
          <p14:tracePt t="116495" x="1587500" y="5588000"/>
          <p14:tracePt t="116508" x="1593850" y="5600700"/>
          <p14:tracePt t="116524" x="1606550" y="5613400"/>
          <p14:tracePt t="116527" x="1612900" y="5619750"/>
          <p14:tracePt t="116541" x="1631950" y="5632450"/>
          <p14:tracePt t="116558" x="1644650" y="5645150"/>
          <p14:tracePt t="116574" x="1663700" y="5651500"/>
          <p14:tracePt t="116591" x="1676400" y="5657850"/>
          <p14:tracePt t="116608" x="1708150" y="5670550"/>
          <p14:tracePt t="116624" x="1733550" y="5670550"/>
          <p14:tracePt t="116641" x="1758950" y="5683250"/>
          <p14:tracePt t="116658" x="1809750" y="5689600"/>
          <p14:tracePt t="116674" x="1873250" y="5695950"/>
          <p14:tracePt t="116692" x="1917700" y="5702300"/>
          <p14:tracePt t="116697" x="1987550" y="5715000"/>
          <p14:tracePt t="116708" x="2006600" y="5715000"/>
          <p14:tracePt t="116724" x="2082800" y="5721350"/>
          <p14:tracePt t="116729" x="2101850" y="5721350"/>
          <p14:tracePt t="116741" x="2120900" y="5727700"/>
          <p14:tracePt t="116758" x="2178050" y="5727700"/>
          <p14:tracePt t="116761" x="2190750" y="5727700"/>
          <p14:tracePt t="116774" x="2197100" y="5727700"/>
          <p14:tracePt t="116792" x="2247900" y="5715000"/>
          <p14:tracePt t="116808" x="2266950" y="5708650"/>
          <p14:tracePt t="116824" x="2286000" y="5702300"/>
          <p14:tracePt t="116841" x="2305050" y="5689600"/>
          <p14:tracePt t="116858" x="2311400" y="5683250"/>
          <p14:tracePt t="116874" x="2324100" y="5676900"/>
          <p14:tracePt t="116891" x="2330450" y="5670550"/>
          <p14:tracePt t="116908" x="2343150" y="5664200"/>
          <p14:tracePt t="116925" x="2355850" y="5645150"/>
          <p14:tracePt t="116941" x="2368550" y="5626100"/>
          <p14:tracePt t="116958" x="2381250" y="5600700"/>
          <p14:tracePt t="116963" x="2393950" y="5581650"/>
          <p14:tracePt t="116974" x="2393950" y="5575300"/>
          <p14:tracePt t="116991" x="2393950" y="5556250"/>
          <p14:tracePt t="116994" x="2393950" y="5543550"/>
          <p14:tracePt t="117007" x="2393950" y="5537200"/>
          <p14:tracePt t="117025" x="2381250" y="5511800"/>
          <p14:tracePt t="117027" x="2368550" y="5499100"/>
          <p14:tracePt t="117042" x="2336800" y="5467350"/>
          <p14:tracePt t="117058" x="2317750" y="5454650"/>
          <p14:tracePt t="117074" x="2266950" y="5422900"/>
          <p14:tracePt t="117091" x="2190750" y="5391150"/>
          <p14:tracePt t="117107" x="2082800" y="5346700"/>
          <p14:tracePt t="117125" x="2000250" y="5314950"/>
          <p14:tracePt t="117141" x="1841500" y="5270500"/>
          <p14:tracePt t="117158" x="1746250" y="5238750"/>
          <p14:tracePt t="117191" x="1473200" y="5156200"/>
          <p14:tracePt t="117208" x="1416050" y="5137150"/>
          <p14:tracePt t="117225" x="1377950" y="5137150"/>
          <p14:tracePt t="117228" x="1371600" y="5137150"/>
          <p14:tracePt t="117244" x="1358900" y="5137150"/>
          <p14:tracePt t="117258" x="1352550" y="5137150"/>
          <p14:tracePt t="117275" x="1333500" y="5137150"/>
          <p14:tracePt t="117277" x="1314450" y="5137150"/>
          <p14:tracePt t="117292" x="1289050" y="5149850"/>
          <p14:tracePt t="117308" x="1250950" y="5175250"/>
          <p14:tracePt t="117325" x="1231900" y="5187950"/>
          <p14:tracePt t="117341" x="1212850" y="5207000"/>
          <p14:tracePt t="117358" x="1193800" y="5219700"/>
          <p14:tracePt t="117375" x="1168400" y="5238750"/>
          <p14:tracePt t="117391" x="1155700" y="5264150"/>
          <p14:tracePt t="117408" x="1136650" y="5283200"/>
          <p14:tracePt t="117424" x="1130300" y="5295900"/>
          <p14:tracePt t="117441" x="1123950" y="5308600"/>
          <p14:tracePt t="117458" x="1123950" y="5321300"/>
          <p14:tracePt t="117475" x="1123950" y="5340350"/>
          <p14:tracePt t="117491" x="1130300" y="5359400"/>
          <p14:tracePt t="117494" x="1143000" y="5372100"/>
          <p14:tracePt t="117507" x="1149350" y="5384800"/>
          <p14:tracePt t="117525" x="1200150" y="5422900"/>
          <p14:tracePt t="117528" x="1206500" y="5429250"/>
          <p14:tracePt t="117541" x="1250950" y="5461000"/>
          <p14:tracePt t="117558" x="1282700" y="5486400"/>
          <p14:tracePt t="117574" x="1327150" y="5511800"/>
          <p14:tracePt t="117591" x="1358900" y="5524500"/>
          <p14:tracePt t="117608" x="1435100" y="5562600"/>
          <p14:tracePt t="117624" x="1543050" y="5607050"/>
          <p14:tracePt t="117641" x="1625600" y="5632450"/>
          <p14:tracePt t="117658" x="1797050" y="5683250"/>
          <p14:tracePt t="117674" x="1955800" y="5708650"/>
          <p14:tracePt t="117691" x="2032000" y="5721350"/>
          <p14:tracePt t="117708" x="2120900" y="5727700"/>
          <p14:tracePt t="117724" x="2171700" y="5727700"/>
          <p14:tracePt t="117728" x="2184400" y="5727700"/>
          <p14:tracePt t="117741" x="2190750" y="5727700"/>
          <p14:tracePt t="117758" x="2203450" y="5715000"/>
          <p14:tracePt t="117761" x="2209800" y="5702300"/>
          <p14:tracePt t="117779" x="2222500" y="5695950"/>
          <p14:tracePt t="117792" x="2228850" y="5683250"/>
          <p14:tracePt t="117808" x="2235200" y="5670550"/>
          <p14:tracePt t="117824" x="2241550" y="5645150"/>
          <p14:tracePt t="117843" x="2247900" y="5626100"/>
          <p14:tracePt t="117858" x="2260600" y="5607050"/>
          <p14:tracePt t="117876" x="2266950" y="5588000"/>
          <p14:tracePt t="117894" x="2273300" y="5575300"/>
          <p14:tracePt t="117909" x="2279650" y="5568950"/>
          <p14:tracePt t="117912" x="2286000" y="5562600"/>
          <p14:tracePt t="117924" x="2286000" y="5556250"/>
          <p14:tracePt t="117941" x="2292350" y="5549900"/>
          <p14:tracePt t="117958" x="2292350" y="5543550"/>
          <p14:tracePt t="118002" x="2292350" y="5537200"/>
          <p14:tracePt t="118027" x="2286000" y="5530850"/>
          <p14:tracePt t="118035" x="2279650" y="5530850"/>
          <p14:tracePt t="118042" x="2273300" y="5530850"/>
          <p14:tracePt t="118058" x="2247900" y="5530850"/>
          <p14:tracePt t="118074" x="2222500" y="5530850"/>
          <p14:tracePt t="118091" x="2190750" y="5524500"/>
          <p14:tracePt t="118108" x="2184400" y="5518150"/>
          <p14:tracePt t="118124" x="2171700" y="5518150"/>
          <p14:tracePt t="118141" x="2165350" y="5518150"/>
          <p14:tracePt t="118158" x="2159000" y="5518150"/>
          <p14:tracePt t="118174" x="2146300" y="5518150"/>
          <p14:tracePt t="118195" x="2139950" y="5518150"/>
          <p14:tracePt t="118536" x="2139950" y="5524500"/>
          <p14:tracePt t="118543" x="2146300" y="5524500"/>
          <p14:tracePt t="118558" x="2152650" y="5524500"/>
          <p14:tracePt t="118622" x="2159000" y="5524500"/>
          <p14:tracePt t="118913" x="2159000" y="5530850"/>
          <p14:tracePt t="118920" x="2165350" y="5530850"/>
          <p14:tracePt t="118929" x="2171700" y="5537200"/>
          <p14:tracePt t="118941" x="2178050" y="5543550"/>
          <p14:tracePt t="118958" x="2209800" y="5562600"/>
          <p14:tracePt t="118961" x="2222500" y="5575300"/>
          <p14:tracePt t="118974" x="2241550" y="5581650"/>
          <p14:tracePt t="118992" x="2317750" y="5607050"/>
          <p14:tracePt t="119008" x="2368550" y="5613400"/>
          <p14:tracePt t="119025" x="2387600" y="5619750"/>
          <p14:tracePt t="119042" x="2425700" y="5626100"/>
          <p14:tracePt t="119058" x="2432050" y="5626100"/>
          <p14:tracePt t="119290" x="2438400" y="5626100"/>
          <p14:tracePt t="119298" x="2444750" y="5626100"/>
          <p14:tracePt t="119309" x="2444750" y="5632450"/>
          <p14:tracePt t="119325" x="2457450" y="5638800"/>
          <p14:tracePt t="119341" x="2476500" y="5651500"/>
          <p14:tracePt t="119358" x="2527300" y="5657850"/>
          <p14:tracePt t="119375" x="2590800" y="5664200"/>
          <p14:tracePt t="119394" x="2660650" y="5676900"/>
          <p14:tracePt t="119396" x="2705100" y="5676900"/>
          <p14:tracePt t="119408" x="2736850" y="5676900"/>
          <p14:tracePt t="119427" x="2806700" y="5683250"/>
          <p14:tracePt t="119430" x="2832100" y="5683250"/>
          <p14:tracePt t="119441" x="2851150" y="5683250"/>
          <p14:tracePt t="119461" x="2876550" y="5683250"/>
          <p14:tracePt t="119474" x="2882900" y="5683250"/>
          <p14:tracePt t="119492" x="2895600" y="5683250"/>
          <p14:tracePt t="119564" x="2901950" y="5683250"/>
          <p14:tracePt t="119572" x="2901950" y="5676900"/>
          <p14:tracePt t="119592" x="2908300" y="5670550"/>
          <p14:tracePt t="119615" x="2908300" y="5657850"/>
          <p14:tracePt t="119625" x="2914650" y="5657850"/>
          <p14:tracePt t="119633" x="2914650" y="5651500"/>
          <p14:tracePt t="119641" x="2921000" y="5651500"/>
          <p14:tracePt t="119658" x="2921000" y="5645150"/>
          <p14:tracePt t="119674" x="2921000" y="5638800"/>
          <p14:tracePt t="119691" x="2921000" y="5632450"/>
          <p14:tracePt t="119708" x="2921000" y="5619750"/>
          <p14:tracePt t="119724" x="2921000" y="5613400"/>
          <p14:tracePt t="119728" x="2921000" y="5607050"/>
          <p14:tracePt t="119743" x="2921000" y="5600700"/>
          <p14:tracePt t="119758" x="2921000" y="5588000"/>
          <p14:tracePt t="119775" x="2914650" y="5568950"/>
          <p14:tracePt t="119791" x="2901950" y="5549900"/>
          <p14:tracePt t="119808" x="2876550" y="5530850"/>
          <p14:tracePt t="119825" x="2851150" y="5511800"/>
          <p14:tracePt t="119841" x="2813050" y="5486400"/>
          <p14:tracePt t="119858" x="2774950" y="5473700"/>
          <p14:tracePt t="119874" x="2724150" y="5461000"/>
          <p14:tracePt t="119891" x="2641600" y="5461000"/>
          <p14:tracePt t="119898" x="2590800" y="5461000"/>
          <p14:tracePt t="119908" x="2559050" y="5461000"/>
          <p14:tracePt t="119925" x="2489200" y="5467350"/>
          <p14:tracePt t="119928" x="2476500" y="5467350"/>
          <p14:tracePt t="119941" x="2463800" y="5473700"/>
          <p14:tracePt t="120072" x="2463800" y="5467350"/>
          <p14:tracePt t="120080" x="2463800" y="5461000"/>
          <p14:tracePt t="120091" x="2463800" y="5448300"/>
          <p14:tracePt t="120108" x="2470150" y="5429250"/>
          <p14:tracePt t="120124" x="2470150" y="5410200"/>
          <p14:tracePt t="120141" x="2470150" y="5403850"/>
          <p14:tracePt t="120158" x="2470150" y="5391150"/>
          <p14:tracePt t="120178" x="2470150" y="5384800"/>
          <p14:tracePt t="120226" x="2463800" y="5384800"/>
          <p14:tracePt t="120234" x="2457450" y="5384800"/>
          <p14:tracePt t="120243" x="2451100" y="5384800"/>
          <p14:tracePt t="120258" x="2413000" y="5384800"/>
          <p14:tracePt t="120274" x="2374900" y="5384800"/>
          <p14:tracePt t="120291" x="2330450" y="5391150"/>
          <p14:tracePt t="120308" x="2311400" y="5397500"/>
          <p14:tracePt t="120325" x="2286000" y="5410200"/>
          <p14:tracePt t="120341" x="2279650" y="5410200"/>
          <p14:tracePt t="120357" x="2279650" y="5416550"/>
          <p14:tracePt t="120374" x="2279650" y="5429250"/>
          <p14:tracePt t="120391" x="2273300" y="5435600"/>
          <p14:tracePt t="120407" x="2273300" y="5454650"/>
          <p14:tracePt t="120424" x="2273300" y="5467350"/>
          <p14:tracePt t="120441" x="2273300" y="5505450"/>
          <p14:tracePt t="120458" x="2279650" y="5524500"/>
          <p14:tracePt t="120461" x="2286000" y="5530850"/>
          <p14:tracePt t="120475" x="2286000" y="5537200"/>
          <p14:tracePt t="120491" x="2298700" y="5549900"/>
          <p14:tracePt t="120508" x="2305050" y="5562600"/>
          <p14:tracePt t="120525" x="2317750" y="5562600"/>
          <p14:tracePt t="120541" x="2343150" y="5575300"/>
          <p14:tracePt t="120558" x="2381250" y="5588000"/>
          <p14:tracePt t="120575" x="2432050" y="5594350"/>
          <p14:tracePt t="120591" x="2470150" y="5594350"/>
          <p14:tracePt t="120608" x="2508250" y="5594350"/>
          <p14:tracePt t="120624" x="2533650" y="5594350"/>
          <p14:tracePt t="120629" x="2540000" y="5594350"/>
          <p14:tracePt t="120641" x="2546350" y="5594350"/>
          <p14:tracePt t="120658" x="2552700" y="5594350"/>
          <p14:tracePt t="120675" x="2559050" y="5594350"/>
          <p14:tracePt t="120691" x="2565400" y="5594350"/>
          <p14:tracePt t="120695" x="2571750" y="5594350"/>
          <p14:tracePt t="120708" x="2571750" y="5588000"/>
          <p14:tracePt t="120725" x="2584450" y="5588000"/>
          <p14:tracePt t="120727" x="2590800" y="5575300"/>
          <p14:tracePt t="120743" x="2597150" y="5568950"/>
          <p14:tracePt t="120758" x="2609850" y="5556250"/>
          <p14:tracePt t="120775" x="2616200" y="5543550"/>
          <p14:tracePt t="120791" x="2622550" y="5537200"/>
          <p14:tracePt t="120808" x="2622550" y="5530850"/>
          <p14:tracePt t="120825" x="2628900" y="5524500"/>
          <p14:tracePt t="120841" x="2628900" y="5518150"/>
          <p14:tracePt t="120858" x="2628900" y="5511800"/>
          <p14:tracePt t="120875" x="2635250" y="5499100"/>
          <p14:tracePt t="120891" x="2635250" y="5480050"/>
          <p14:tracePt t="120894" x="2635250" y="5473700"/>
          <p14:tracePt t="120908" x="2635250" y="5467350"/>
          <p14:tracePt t="120925" x="2635250" y="5448300"/>
          <p14:tracePt t="120942" x="2622550" y="5416550"/>
          <p14:tracePt t="120958" x="2616200" y="5397500"/>
          <p14:tracePt t="120960" x="2603500" y="5384800"/>
          <p14:tracePt t="120975" x="2597150" y="5372100"/>
          <p14:tracePt t="120992" x="2559050" y="5340350"/>
          <p14:tracePt t="121008" x="2540000" y="5314950"/>
          <p14:tracePt t="121025" x="2501900" y="5295900"/>
          <p14:tracePt t="121041" x="2451100" y="5276850"/>
          <p14:tracePt t="121058" x="2413000" y="5270500"/>
          <p14:tracePt t="121075" x="2368550" y="5270500"/>
          <p14:tracePt t="121091" x="2324100" y="5270500"/>
          <p14:tracePt t="121108" x="2292350" y="5270500"/>
          <p14:tracePt t="121125" x="2254250" y="5270500"/>
          <p14:tracePt t="121127" x="2247900" y="5270500"/>
          <p14:tracePt t="121141" x="2235200" y="5270500"/>
          <p14:tracePt t="121158" x="2222500" y="5276850"/>
          <p14:tracePt t="121161" x="2216150" y="5283200"/>
          <p14:tracePt t="121176" x="2209800" y="5283200"/>
          <p14:tracePt t="121192" x="2203450" y="5289550"/>
          <p14:tracePt t="121208" x="2197100" y="5289550"/>
          <p14:tracePt t="121211" x="2197100" y="5302250"/>
          <p14:tracePt t="121226" x="2197100" y="5321300"/>
          <p14:tracePt t="121243" x="2197100" y="5346700"/>
          <p14:tracePt t="121258" x="2197100" y="5397500"/>
          <p14:tracePt t="121275" x="2197100" y="5435600"/>
          <p14:tracePt t="121291" x="2216150" y="5486400"/>
          <p14:tracePt t="121325" x="2279650" y="5556250"/>
          <p14:tracePt t="121341" x="2305050" y="5581650"/>
          <p14:tracePt t="121358" x="2349500" y="5600700"/>
          <p14:tracePt t="121375" x="2381250" y="5619750"/>
          <p14:tracePt t="121378" x="2425700" y="5638800"/>
          <p14:tracePt t="121391" x="2438400" y="5645150"/>
          <p14:tracePt t="121408" x="2508250" y="5664200"/>
          <p14:tracePt t="121411" x="2559050" y="5676900"/>
          <p14:tracePt t="121425" x="2571750" y="5683250"/>
          <p14:tracePt t="121441" x="2622550" y="5689600"/>
          <p14:tracePt t="121736" x="2616200" y="5689600"/>
          <p14:tracePt t="121741" x="2603500" y="5689600"/>
          <p14:tracePt t="121758" x="2584450" y="5676900"/>
          <p14:tracePt t="121775" x="2571750" y="5670550"/>
          <p14:tracePt t="121791" x="2546350" y="5657850"/>
          <p14:tracePt t="121808" x="2527300" y="5645150"/>
          <p14:tracePt t="121824" x="2501900" y="5632450"/>
          <p14:tracePt t="121841" x="2495550" y="5626100"/>
          <p14:tracePt t="121858" x="2489200" y="5619750"/>
          <p14:tracePt t="121891" x="2489200" y="5613400"/>
          <p14:tracePt t="121908" x="2482850" y="5613400"/>
          <p14:tracePt t="121998" x="2482850" y="5607050"/>
          <p14:tracePt t="122041" x="2482850" y="5600700"/>
          <p14:tracePt t="122233" x="2495550" y="5600700"/>
          <p14:tracePt t="122240" x="2501900" y="5600700"/>
          <p14:tracePt t="122258" x="2520950" y="5607050"/>
          <p14:tracePt t="122275" x="2546350" y="5607050"/>
          <p14:tracePt t="122291" x="2565400" y="5607050"/>
          <p14:tracePt t="122308" x="2584450" y="5613400"/>
          <p14:tracePt t="122325" x="2603500" y="5613400"/>
          <p14:tracePt t="122341" x="2616200" y="5613400"/>
          <p14:tracePt t="122358" x="2628900" y="5613400"/>
          <p14:tracePt t="122375" x="2635250" y="5613400"/>
          <p14:tracePt t="122378" x="2641600" y="5613400"/>
          <p14:tracePt t="122396" x="2647950" y="5613400"/>
          <p14:tracePt t="122410" x="2660650" y="5613400"/>
          <p14:tracePt t="122441" x="2673350" y="5613400"/>
          <p14:tracePt t="122458" x="2686050" y="5613400"/>
          <p14:tracePt t="122475" x="2692400" y="5613400"/>
          <p14:tracePt t="122499" x="2698750" y="5613400"/>
          <p14:tracePt t="122540" x="2705100" y="5613400"/>
          <p14:tracePt t="122565" x="2711450" y="5613400"/>
          <p14:tracePt t="122596" x="2711450" y="5607050"/>
          <p14:tracePt t="122629" x="2717800" y="5607050"/>
          <p14:tracePt t="122950" x="2724150" y="5607050"/>
          <p14:tracePt t="122967" x="2736850" y="5607050"/>
          <p14:tracePt t="122975" x="2743200" y="5613400"/>
          <p14:tracePt t="122991" x="2768600" y="5619750"/>
          <p14:tracePt t="123008" x="2794000" y="5619750"/>
          <p14:tracePt t="123025" x="2819400" y="5626100"/>
          <p14:tracePt t="123041" x="2851150" y="5632450"/>
          <p14:tracePt t="123058" x="2870200" y="5632450"/>
          <p14:tracePt t="123075" x="2889250" y="5632450"/>
          <p14:tracePt t="123091" x="2895600" y="5632450"/>
          <p14:tracePt t="123108" x="2908300" y="5632450"/>
          <p14:tracePt t="123125" x="2914650" y="5632450"/>
          <p14:tracePt t="123153" x="2921000" y="5632450"/>
          <p14:tracePt t="123185" x="2927350" y="5632450"/>
          <p14:tracePt t="123193" x="2933700" y="5632450"/>
          <p14:tracePt t="123201" x="2933700" y="5626100"/>
          <p14:tracePt t="123217" x="2940050" y="5613400"/>
          <p14:tracePt t="123233" x="2940050" y="5607050"/>
          <p14:tracePt t="123241" x="2940050" y="5600700"/>
          <p14:tracePt t="123258" x="2946400" y="5581650"/>
          <p14:tracePt t="123275" x="2946400" y="5568950"/>
          <p14:tracePt t="123292" x="2946400" y="5549900"/>
          <p14:tracePt t="123296" x="2946400" y="5537200"/>
          <p14:tracePt t="123308" x="2946400" y="5530850"/>
          <p14:tracePt t="123325" x="2933700" y="5511800"/>
          <p14:tracePt t="123330" x="2921000" y="5499100"/>
          <p14:tracePt t="123347" x="2908300" y="5486400"/>
          <p14:tracePt t="123358" x="2895600" y="5480050"/>
          <p14:tracePt t="123375" x="2876550" y="5467350"/>
          <p14:tracePt t="123392" x="2838450" y="5448300"/>
          <p14:tracePt t="123395" x="2832100" y="5441950"/>
          <p14:tracePt t="123408" x="2806700" y="5422900"/>
          <p14:tracePt t="123425" x="2781300" y="5410200"/>
          <p14:tracePt t="123428" x="2755900" y="5397500"/>
          <p14:tracePt t="123442" x="2736850" y="5384800"/>
          <p14:tracePt t="123458" x="2711450" y="5365750"/>
          <p14:tracePt t="123475" x="2698750" y="5359400"/>
          <p14:tracePt t="123546" x="2692400" y="5359400"/>
          <p14:tracePt t="123570" x="2686050" y="5359400"/>
          <p14:tracePt t="123579" x="2679700" y="5359400"/>
          <p14:tracePt t="123594" x="2673350" y="5359400"/>
          <p14:tracePt t="123609" x="2654300" y="5359400"/>
          <p14:tracePt t="123625" x="2647950" y="5359400"/>
          <p14:tracePt t="123631" x="2635250" y="5359400"/>
          <p14:tracePt t="123644" x="2628900" y="5359400"/>
          <p14:tracePt t="123658" x="2622550" y="5359400"/>
          <p14:tracePt t="123675" x="2616200" y="5365750"/>
          <p14:tracePt t="123692" x="2603500" y="5391150"/>
          <p14:tracePt t="123708" x="2603500" y="5410200"/>
          <p14:tracePt t="123725" x="2597150" y="5441950"/>
          <p14:tracePt t="123741" x="2597150" y="5467350"/>
          <p14:tracePt t="123758" x="2597150" y="5486400"/>
          <p14:tracePt t="123775" x="2597150" y="5499100"/>
          <p14:tracePt t="123792" x="2609850" y="5505450"/>
          <p14:tracePt t="123796" x="2609850" y="5511800"/>
          <p14:tracePt t="123808" x="2609850" y="5518150"/>
          <p14:tracePt t="123825" x="2622550" y="5524500"/>
          <p14:tracePt t="123830" x="2635250" y="5537200"/>
          <p14:tracePt t="123841" x="2641600" y="5543550"/>
          <p14:tracePt t="123858" x="2673350" y="5562600"/>
          <p14:tracePt t="123861" x="2686050" y="5568950"/>
          <p14:tracePt t="123875" x="2705100" y="5581650"/>
          <p14:tracePt t="123891" x="2736850" y="5588000"/>
          <p14:tracePt t="123894" x="2781300" y="5607050"/>
          <p14:tracePt t="123908" x="2794000" y="5607050"/>
          <p14:tracePt t="123925" x="2838450" y="5613400"/>
          <p14:tracePt t="123928" x="2870200" y="5613400"/>
          <p14:tracePt t="123941" x="2882900" y="5613400"/>
          <p14:tracePt t="123958" x="2895600" y="5613400"/>
          <p14:tracePt t="123975" x="2901950" y="5613400"/>
          <p14:tracePt t="125248" x="2901950" y="5607050"/>
          <p14:tracePt t="125273" x="2901950" y="5600700"/>
          <p14:tracePt t="125280" x="2901950" y="5594350"/>
          <p14:tracePt t="125291" x="2908300" y="5594350"/>
          <p14:tracePt t="125308" x="2908300" y="5588000"/>
          <p14:tracePt t="125325" x="2914650" y="5581650"/>
          <p14:tracePt t="125341" x="2914650" y="5575300"/>
          <p14:tracePt t="125401" x="2914650" y="5568950"/>
          <p14:tracePt t="125514" x="2908300" y="5568950"/>
          <p14:tracePt t="125610" x="2901950" y="5568950"/>
          <p14:tracePt t="126578" x="2895600" y="5568950"/>
          <p14:tracePt t="126589" x="2889250" y="5568950"/>
          <p14:tracePt t="126594" x="2882900" y="5575300"/>
          <p14:tracePt t="126608" x="2870200" y="5575300"/>
          <p14:tracePt t="126627" x="2844800" y="5588000"/>
          <p14:tracePt t="126643" x="2838450" y="5588000"/>
          <p14:tracePt t="126660" x="2832100" y="5588000"/>
          <p14:tracePt t="127632" x="2832100" y="5575300"/>
          <p14:tracePt t="127644" x="2838450" y="5568950"/>
          <p14:tracePt t="127651" x="2844800" y="5562600"/>
          <p14:tracePt t="127659" x="2844800" y="5549900"/>
          <p14:tracePt t="127675" x="2851150" y="5530850"/>
          <p14:tracePt t="127692" x="2857500" y="5499100"/>
          <p14:tracePt t="127710" x="2863850" y="5473700"/>
          <p14:tracePt t="127725" x="2863850" y="5441950"/>
          <p14:tracePt t="127743" x="2863850" y="5416550"/>
          <p14:tracePt t="127746" x="2863850" y="5410200"/>
          <p14:tracePt t="127763" x="2857500" y="5403850"/>
          <p14:tracePt t="127775" x="2857500" y="5397500"/>
          <p14:tracePt t="127791" x="2851150" y="5397500"/>
          <p14:tracePt t="127808" x="2838450" y="5391150"/>
          <p14:tracePt t="127810" x="2832100" y="5391150"/>
          <p14:tracePt t="127825" x="2819400" y="5384800"/>
          <p14:tracePt t="127842" x="2774950" y="5359400"/>
          <p14:tracePt t="127858" x="2749550" y="5353050"/>
          <p14:tracePt t="127876" x="2717800" y="5340350"/>
          <p14:tracePt t="127891" x="2698750" y="5327650"/>
          <p14:tracePt t="127908" x="2679700" y="5321300"/>
          <p14:tracePt t="127925" x="2667000" y="5321300"/>
          <p14:tracePt t="127942" x="2660650" y="5321300"/>
          <p14:tracePt t="127958" x="2647950" y="5321300"/>
          <p14:tracePt t="127975" x="2635250" y="5321300"/>
          <p14:tracePt t="127991" x="2609850" y="5321300"/>
          <p14:tracePt t="128008" x="2590800" y="5327650"/>
          <p14:tracePt t="128024" x="2565400" y="5327650"/>
          <p14:tracePt t="128041" x="2552700" y="5340350"/>
          <p14:tracePt t="128058" x="2540000" y="5340350"/>
          <p14:tracePt t="128075" x="2533650" y="5346700"/>
          <p14:tracePt t="128079" x="2527300" y="5346700"/>
          <p14:tracePt t="128093" x="2520950" y="5346700"/>
          <p14:tracePt t="128108" x="2520950" y="5353050"/>
          <p14:tracePt t="128125" x="2514600" y="5359400"/>
          <p14:tracePt t="128141" x="2514600" y="5365750"/>
          <p14:tracePt t="128158" x="2508250" y="5372100"/>
          <p14:tracePt t="128175" x="2501900" y="5378450"/>
          <p14:tracePt t="128191" x="2501900" y="5384800"/>
          <p14:tracePt t="128208" x="2495550" y="5391150"/>
          <p14:tracePt t="128225" x="2495550" y="5397500"/>
          <p14:tracePt t="128673" x="2495550" y="5391150"/>
          <p14:tracePt t="128691" x="2501900" y="5391150"/>
          <p14:tracePt t="128708" x="2514600" y="5391150"/>
          <p14:tracePt t="128725" x="2527300" y="5384800"/>
          <p14:tracePt t="128742" x="2533650" y="5378450"/>
          <p14:tracePt t="128746" x="2546350" y="5378450"/>
          <p14:tracePt t="128758" x="2559050" y="5372100"/>
          <p14:tracePt t="128775" x="2584450" y="5365750"/>
          <p14:tracePt t="128779" x="2597150" y="5365750"/>
          <p14:tracePt t="128791" x="2622550" y="5359400"/>
          <p14:tracePt t="128808" x="2654300" y="5353050"/>
          <p14:tracePt t="128811" x="2660650" y="5353050"/>
          <p14:tracePt t="128825" x="2698750" y="5346700"/>
          <p14:tracePt t="128841" x="2762250" y="5327650"/>
          <p14:tracePt t="128858" x="2825750" y="5321300"/>
          <p14:tracePt t="128875" x="2882900" y="5314950"/>
          <p14:tracePt t="128894" x="2959100" y="5302250"/>
          <p14:tracePt t="128908" x="3092450" y="5295900"/>
          <p14:tracePt t="128925" x="3200400" y="5295900"/>
          <p14:tracePt t="128941" x="3321050" y="5295900"/>
          <p14:tracePt t="128958" x="3441700" y="5302250"/>
          <p14:tracePt t="128975" x="3575050" y="5327650"/>
          <p14:tracePt t="128991" x="3733800" y="5359400"/>
          <p14:tracePt t="129008" x="3917950" y="5397500"/>
          <p14:tracePt t="129012" x="4064000" y="5416550"/>
          <p14:tracePt t="129024" x="4114800" y="5422900"/>
          <p14:tracePt t="129041" x="4318000" y="5435600"/>
          <p14:tracePt t="129058" x="4489450" y="5454650"/>
          <p14:tracePt t="129075" x="4635500" y="5461000"/>
          <p14:tracePt t="129078" x="4679950" y="5461000"/>
          <p14:tracePt t="129092" x="4838700" y="5454650"/>
          <p14:tracePt t="129108" x="5041900" y="5410200"/>
          <p14:tracePt t="129125" x="5156200" y="5378450"/>
          <p14:tracePt t="129141" x="5391150" y="5302250"/>
          <p14:tracePt t="129158" x="5530850" y="5251450"/>
          <p14:tracePt t="129174" x="5791200" y="5168900"/>
          <p14:tracePt t="129191" x="6038850" y="5080000"/>
          <p14:tracePt t="129208" x="6153150" y="5048250"/>
          <p14:tracePt t="129212" x="6286500" y="5003800"/>
          <p14:tracePt t="129225" x="6324600" y="4991100"/>
          <p14:tracePt t="129241" x="6470650" y="4959350"/>
          <p14:tracePt t="129258" x="6604000" y="4921250"/>
          <p14:tracePt t="129275" x="6750050" y="4876800"/>
          <p14:tracePt t="129279" x="6788150" y="4864100"/>
          <p14:tracePt t="129292" x="6832600" y="4851400"/>
          <p14:tracePt t="129308" x="6972300" y="4826000"/>
          <p14:tracePt t="129312" x="7010400" y="4819650"/>
          <p14:tracePt t="129326" x="7137400" y="4794250"/>
          <p14:tracePt t="129341" x="7200900" y="4781550"/>
          <p14:tracePt t="129360" x="7219950" y="4781550"/>
          <p14:tracePt t="129415" x="7219950" y="4775200"/>
          <p14:tracePt t="129423" x="7226300" y="4775200"/>
          <p14:tracePt t="129442" x="7245350" y="4762500"/>
          <p14:tracePt t="129459" x="7270750" y="4756150"/>
          <p14:tracePt t="129463" x="7277100" y="4749800"/>
          <p14:tracePt t="129475" x="7289800" y="4743450"/>
          <p14:tracePt t="129492" x="7302500" y="4737100"/>
          <p14:tracePt t="129494" x="7308850" y="4737100"/>
          <p14:tracePt t="129508" x="7315200" y="4737100"/>
          <p14:tracePt t="129544" x="7315200" y="4730750"/>
          <p14:tracePt t="129558" x="7321550" y="4730750"/>
          <p14:tracePt t="129574" x="7321550" y="4724400"/>
          <p14:tracePt t="129591" x="7334250" y="4711700"/>
          <p14:tracePt t="129608" x="7340600" y="4699000"/>
          <p14:tracePt t="129625" x="7340600" y="4692650"/>
          <p14:tracePt t="129657" x="7346950" y="4692650"/>
          <p14:tracePt t="129665" x="7346950" y="4686300"/>
          <p14:tracePt t="129674" x="7346950" y="4679950"/>
          <p14:tracePt t="129691" x="7353300" y="4673600"/>
          <p14:tracePt t="129708" x="7359650" y="4660900"/>
          <p14:tracePt t="129725" x="7366000" y="4654550"/>
          <p14:tracePt t="129728" x="7366000" y="4648200"/>
          <p14:tracePt t="129741" x="7372350" y="4648200"/>
          <p14:tracePt t="129758" x="7372350" y="4641850"/>
          <p14:tracePt t="129775" x="7378700" y="4635500"/>
          <p14:tracePt t="129808" x="7378700" y="4629150"/>
          <p14:tracePt t="129939" x="7378700" y="4622800"/>
          <p14:tracePt t="129947" x="7378700" y="4616450"/>
          <p14:tracePt t="129958" x="7378700" y="4610100"/>
          <p14:tracePt t="129974" x="7378700" y="4603750"/>
          <p14:tracePt t="130008" x="7378700" y="4597400"/>
          <p14:tracePt t="130086" x="7378700" y="4591050"/>
          <p14:tracePt t="130101" x="7378700" y="4584700"/>
          <p14:tracePt t="130124" x="7378700" y="4578350"/>
          <p14:tracePt t="130197" x="7378700" y="4572000"/>
          <p14:tracePt t="130213" x="7378700" y="4565650"/>
          <p14:tracePt t="130308" x="7378700" y="4559300"/>
          <p14:tracePt t="130327" x="7372350" y="4559300"/>
          <p14:tracePt t="130462" x="7372350" y="4552950"/>
          <p14:tracePt t="130542" x="7372350" y="4546600"/>
          <p14:tracePt t="130867" x="7378700" y="4546600"/>
          <p14:tracePt t="130875" x="7385050" y="4546600"/>
          <p14:tracePt t="130883" x="7391400" y="4540250"/>
          <p14:tracePt t="130891" x="7397750" y="4540250"/>
          <p14:tracePt t="130908" x="7416800" y="4533900"/>
          <p14:tracePt t="130925" x="7429500" y="4533900"/>
          <p14:tracePt t="130944" x="7435850" y="4533900"/>
          <p14:tracePt t="131066" x="7435850" y="4527550"/>
          <p14:tracePt t="131090" x="7435850" y="4521200"/>
          <p14:tracePt t="131115" x="7435850" y="4514850"/>
          <p14:tracePt t="131124" x="7429500" y="4514850"/>
          <p14:tracePt t="131141" x="7429500" y="4508500"/>
          <p14:tracePt t="131357" x="7429500" y="4521200"/>
          <p14:tracePt t="131374" x="7429500" y="4527550"/>
          <p14:tracePt t="131440" x="7442200" y="4527550"/>
          <p14:tracePt t="131458" x="7461250" y="4527550"/>
          <p14:tracePt t="131475" x="7493000" y="4514850"/>
          <p14:tracePt t="131478" x="7512050" y="4508500"/>
          <p14:tracePt t="131492" x="7518400" y="4502150"/>
          <p14:tracePt t="131508" x="7531100" y="4495800"/>
          <p14:tracePt t="131598" x="7524750" y="4495800"/>
          <p14:tracePt t="131607" x="7524750" y="4502150"/>
          <p14:tracePt t="131625" x="7518400" y="4502150"/>
          <p14:tracePt t="131737" x="7531100" y="4495800"/>
          <p14:tracePt t="131745" x="7531100" y="4489450"/>
          <p14:tracePt t="131753" x="7543800" y="4483100"/>
          <p14:tracePt t="131761" x="7556500" y="4476750"/>
          <p14:tracePt t="131775" x="7556500" y="4470400"/>
          <p14:tracePt t="131817" x="7556500" y="4476750"/>
          <p14:tracePt t="131824" x="7556500" y="4489450"/>
          <p14:tracePt t="131841" x="7537450" y="4533900"/>
          <p14:tracePt t="131858" x="7518400" y="4572000"/>
          <p14:tracePt t="131875" x="7518400" y="4591050"/>
          <p14:tracePt t="131920" x="7531100" y="4584700"/>
          <p14:tracePt t="131930" x="7537450" y="4572000"/>
          <p14:tracePt t="131939" x="7550150" y="4565650"/>
          <p14:tracePt t="131958" x="7575550" y="4546600"/>
          <p14:tracePt t="131975" x="7588250" y="4540250"/>
          <p14:tracePt t="132068" x="7588250" y="4546600"/>
          <p14:tracePt t="132075" x="7581900" y="4552950"/>
          <p14:tracePt t="132091" x="7575550" y="4559300"/>
          <p14:tracePt t="132108" x="7562850" y="4559300"/>
          <p14:tracePt t="132125" x="7556500" y="4565650"/>
          <p14:tracePt t="132141" x="7543800" y="4565650"/>
          <p14:tracePt t="132159" x="7531100" y="4565650"/>
          <p14:tracePt t="132174" x="7524750" y="4565650"/>
          <p14:tracePt t="132178" x="7518400" y="4565650"/>
          <p14:tracePt t="132208" x="7512050" y="4565650"/>
          <p14:tracePt t="132225" x="7505700" y="4565650"/>
          <p14:tracePt t="132258" x="7499350" y="4565650"/>
          <p14:tracePt t="132260" x="7493000" y="4559300"/>
          <p14:tracePt t="132275" x="7486650" y="4559300"/>
          <p14:tracePt t="132279" x="7480300" y="4559300"/>
          <p14:tracePt t="132292" x="7454900" y="4552950"/>
          <p14:tracePt t="132308" x="7423150" y="4552950"/>
          <p14:tracePt t="132325" x="7404100" y="4546600"/>
          <p14:tracePt t="132342" x="7378700" y="4546600"/>
          <p14:tracePt t="132358" x="7372350" y="4546600"/>
          <p14:tracePt t="132375" x="7366000" y="4540250"/>
          <p14:tracePt t="132392" x="7359650" y="4533900"/>
          <p14:tracePt t="132408" x="7353300" y="4533900"/>
          <p14:tracePt t="132445" x="7353300" y="4527550"/>
          <p14:tracePt t="132535" x="7346950" y="4521200"/>
          <p14:tracePt t="133477" x="7353300" y="4521200"/>
          <p14:tracePt t="133493" x="7359650" y="4521200"/>
          <p14:tracePt t="133501" x="7366000" y="4521200"/>
          <p14:tracePt t="133510" x="7372350" y="4521200"/>
          <p14:tracePt t="133525" x="7378700" y="4521200"/>
          <p14:tracePt t="133542" x="7385050" y="4521200"/>
          <p14:tracePt t="133576" x="7391400" y="4521200"/>
          <p14:tracePt t="133618" x="7397750" y="4521200"/>
          <p14:tracePt t="133639" x="7404100" y="4521200"/>
          <p14:tracePt t="133664" x="7404100" y="4514850"/>
          <p14:tracePt t="133785" x="7410450" y="4514850"/>
          <p14:tracePt t="133799" x="7416800" y="4514850"/>
          <p14:tracePt t="133825" x="7423150" y="4514850"/>
          <p14:tracePt t="133841" x="7429500" y="4514850"/>
          <p14:tracePt t="133858" x="7435850" y="4514850"/>
          <p14:tracePt t="133875" x="7448550" y="4514850"/>
          <p14:tracePt t="133891" x="7461250" y="4514850"/>
          <p14:tracePt t="133909" x="7467600" y="4514850"/>
          <p14:tracePt t="133925" x="7473950" y="4514850"/>
          <p14:tracePt t="133928" x="7480300" y="4514850"/>
          <p14:tracePt t="133942" x="7486650" y="4514850"/>
          <p14:tracePt t="133958" x="7493000" y="4514850"/>
          <p14:tracePt t="133975" x="7499350" y="4514850"/>
          <p14:tracePt t="133992" x="7518400" y="4514850"/>
          <p14:tracePt t="134008" x="7524750" y="4514850"/>
          <p14:tracePt t="134024" x="7531100" y="4514850"/>
          <p14:tracePt t="134042" x="7537450" y="4521200"/>
          <p14:tracePt t="134058" x="7550150" y="4521200"/>
          <p14:tracePt t="134075" x="7575550" y="4521200"/>
          <p14:tracePt t="134091" x="7581900" y="4521200"/>
          <p14:tracePt t="134108" x="7588250" y="4521200"/>
          <p14:tracePt t="134330" x="7594600" y="4521200"/>
          <p14:tracePt t="134341" x="7600950" y="4521200"/>
          <p14:tracePt t="134358" x="7607300" y="4521200"/>
          <p14:tracePt t="134375" x="7620000" y="4521200"/>
          <p14:tracePt t="134391" x="7626350" y="4521200"/>
          <p14:tracePt t="134541" x="7632700" y="4521200"/>
          <p14:tracePt t="134565" x="7639050" y="4521200"/>
          <p14:tracePt t="135203" x="7632700" y="4521200"/>
          <p14:tracePt t="135306" x="7626350" y="4521200"/>
          <p14:tracePt t="135323" x="7626350" y="4527550"/>
          <p14:tracePt t="135334" x="7620000" y="4527550"/>
          <p14:tracePt t="135342" x="7613650" y="4533900"/>
          <p14:tracePt t="135358" x="7607300" y="4540250"/>
          <p14:tracePt t="135375" x="7594600" y="4546600"/>
          <p14:tracePt t="135380" x="7588250" y="4552950"/>
          <p14:tracePt t="135392" x="7588250" y="4559300"/>
          <p14:tracePt t="135408" x="7575550" y="4565650"/>
          <p14:tracePt t="135412" x="7569200" y="4565650"/>
          <p14:tracePt t="135425" x="7562850" y="4578350"/>
          <p14:tracePt t="135442" x="7550150" y="4584700"/>
          <p14:tracePt t="135445" x="7543800" y="4591050"/>
          <p14:tracePt t="135458" x="7537450" y="4597400"/>
          <p14:tracePt t="135475" x="7499350" y="4629150"/>
          <p14:tracePt t="135478" x="7493000" y="4635500"/>
          <p14:tracePt t="135491" x="7442200" y="4667250"/>
          <p14:tracePt t="135508" x="7340600" y="4756150"/>
          <p14:tracePt t="135525" x="7226300" y="4832350"/>
          <p14:tracePt t="135542" x="7067550" y="4933950"/>
          <p14:tracePt t="135558" x="6915150" y="5029200"/>
          <p14:tracePt t="135575" x="6775450" y="5118100"/>
          <p14:tracePt t="135592" x="6642100" y="5175250"/>
          <p14:tracePt t="135608" x="6483350" y="5245100"/>
          <p14:tracePt t="135613" x="6445250" y="5257800"/>
          <p14:tracePt t="135625" x="6369050" y="5289550"/>
          <p14:tracePt t="135642" x="6242050" y="5346700"/>
          <p14:tracePt t="135644" x="6197600" y="5359400"/>
          <p14:tracePt t="135658" x="6140450" y="5378450"/>
          <p14:tracePt t="135675" x="5949950" y="5441950"/>
          <p14:tracePt t="135692" x="5715000" y="5524500"/>
          <p14:tracePt t="135708" x="5441950" y="5600700"/>
          <p14:tracePt t="135711" x="5251450" y="5657850"/>
          <p14:tracePt t="135725" x="5187950" y="5676900"/>
          <p14:tracePt t="135742" x="4851400" y="5746750"/>
          <p14:tracePt t="135758" x="4597400" y="5784850"/>
          <p14:tracePt t="135775" x="4394200" y="5791200"/>
          <p14:tracePt t="135792" x="4235450" y="5791200"/>
          <p14:tracePt t="135808" x="4089400" y="5778500"/>
          <p14:tracePt t="135825" x="3994150" y="5765800"/>
          <p14:tracePt t="135842" x="3898900" y="5753100"/>
          <p14:tracePt t="135858" x="3765550" y="5727700"/>
          <p14:tracePt t="135875" x="3670300" y="5702300"/>
          <p14:tracePt t="135878" x="3644900" y="5695950"/>
          <p14:tracePt t="135892" x="3581400" y="5683250"/>
          <p14:tracePt t="135908" x="3498850" y="5657850"/>
          <p14:tracePt t="135911" x="3479800" y="5651500"/>
          <p14:tracePt t="135925" x="3429000" y="5632450"/>
          <p14:tracePt t="135942" x="3352800" y="5613400"/>
          <p14:tracePt t="135961" x="3302000" y="5607050"/>
          <p14:tracePt t="135975" x="3289300" y="5607050"/>
          <p14:tracePt t="135994" x="3232150" y="5607050"/>
          <p14:tracePt t="136008" x="3200400" y="5607050"/>
          <p14:tracePt t="136027" x="3175000" y="5607050"/>
          <p14:tracePt t="136041" x="3162300" y="5613400"/>
          <p14:tracePt t="136059" x="3130550" y="5626100"/>
          <p14:tracePt t="136075" x="3111500" y="5638800"/>
          <p14:tracePt t="136092" x="3067050" y="5670550"/>
          <p14:tracePt t="136108" x="3035300" y="5689600"/>
          <p14:tracePt t="136125" x="3003550" y="5715000"/>
          <p14:tracePt t="136128" x="2959100" y="5746750"/>
          <p14:tracePt t="136141" x="2940050" y="5753100"/>
          <p14:tracePt t="136158" x="2914650" y="5778500"/>
          <p14:tracePt t="136159" x="2901950" y="5784850"/>
          <p14:tracePt t="136175" x="2895600" y="5791200"/>
          <p14:tracePt t="136192" x="2870200" y="5810250"/>
          <p14:tracePt t="136210" x="2870200" y="5816600"/>
          <p14:tracePt t="136225" x="2863850" y="5822950"/>
          <p14:tracePt t="136242" x="2863850" y="5829300"/>
          <p14:tracePt t="136258" x="2857500" y="5835650"/>
          <p14:tracePt t="136275" x="2851150" y="5848350"/>
          <p14:tracePt t="136291" x="2844800" y="5861050"/>
          <p14:tracePt t="136308" x="2832100" y="5880100"/>
          <p14:tracePt t="136325" x="2825750" y="5899150"/>
          <p14:tracePt t="136342" x="2819400" y="5930900"/>
          <p14:tracePt t="136358" x="2813050" y="5943600"/>
          <p14:tracePt t="136375" x="2806700" y="5962650"/>
          <p14:tracePt t="136391" x="2806700" y="5975350"/>
          <p14:tracePt t="136408" x="2806700" y="5981700"/>
          <p14:tracePt t="136425" x="2813050" y="5988050"/>
          <p14:tracePt t="136427" x="2813050" y="5994400"/>
          <p14:tracePt t="136443" x="2813050" y="6000750"/>
          <p14:tracePt t="136458" x="2819400" y="6013450"/>
          <p14:tracePt t="136475" x="2825750" y="6038850"/>
          <p14:tracePt t="136492" x="2825750" y="6070600"/>
          <p14:tracePt t="136508" x="2838450" y="6096000"/>
          <p14:tracePt t="136525" x="2844800" y="6127750"/>
          <p14:tracePt t="136542" x="2851150" y="6140450"/>
          <p14:tracePt t="136558" x="2857500" y="6153150"/>
          <p14:tracePt t="136575" x="2857500" y="6165850"/>
          <p14:tracePt t="136591" x="2863850" y="6172200"/>
          <p14:tracePt t="136608" x="2870200" y="6178550"/>
          <p14:tracePt t="136625" x="2876550" y="6184900"/>
          <p14:tracePt t="136630" x="2876550" y="6191250"/>
          <p14:tracePt t="136642" x="2889250" y="6197600"/>
          <p14:tracePt t="136658" x="2895600" y="6210300"/>
          <p14:tracePt t="136661" x="2908300" y="6223000"/>
          <p14:tracePt t="136675" x="2914650" y="6223000"/>
          <p14:tracePt t="136692" x="2940050" y="6248400"/>
          <p14:tracePt t="136708" x="2952750" y="6254750"/>
          <p14:tracePt t="136725" x="2978150" y="6254750"/>
          <p14:tracePt t="136743" x="2984500" y="6254750"/>
          <p14:tracePt t="136758" x="3009900" y="6261100"/>
          <p14:tracePt t="136775" x="3022600" y="6267450"/>
          <p14:tracePt t="136792" x="3048000" y="6267450"/>
          <p14:tracePt t="136808" x="3092450" y="6267450"/>
          <p14:tracePt t="136825" x="3111500" y="6267450"/>
          <p14:tracePt t="136842" x="3130550" y="6267450"/>
          <p14:tracePt t="136858" x="3143250" y="6267450"/>
          <p14:tracePt t="136886" x="3149600" y="6267450"/>
          <p14:tracePt t="136902" x="3155950" y="6267450"/>
          <p14:tracePt t="136910" x="3162300" y="6267450"/>
          <p14:tracePt t="136928" x="3168650" y="6267450"/>
          <p14:tracePt t="136942" x="3194050" y="6267450"/>
          <p14:tracePt t="136958" x="3219450" y="6267450"/>
          <p14:tracePt t="136975" x="3257550" y="6273800"/>
          <p14:tracePt t="136991" x="3282950" y="6273800"/>
          <p14:tracePt t="137008" x="3321050" y="6286500"/>
          <p14:tracePt t="137025" x="3365500" y="6292850"/>
          <p14:tracePt t="137042" x="3397250" y="6292850"/>
          <p14:tracePt t="137058" x="3441700" y="6299200"/>
          <p14:tracePt t="137075" x="3486150" y="6305550"/>
          <p14:tracePt t="137092" x="3511550" y="6305550"/>
          <p14:tracePt t="137108" x="3517900" y="6305550"/>
          <p14:tracePt t="137125" x="3536950" y="6305550"/>
          <p14:tracePt t="137130" x="3543300" y="6305550"/>
          <p14:tracePt t="137141" x="3549650" y="6299200"/>
          <p14:tracePt t="137175" x="3556000" y="6299200"/>
          <p14:tracePt t="137192" x="3556000" y="6292850"/>
          <p14:tracePt t="137225" x="3562350" y="6292850"/>
          <p14:tracePt t="137233" x="3562350" y="6286500"/>
          <p14:tracePt t="137242" x="3562350" y="6280150"/>
          <p14:tracePt t="137258" x="3562350" y="6273800"/>
          <p14:tracePt t="137275" x="3562350" y="6267450"/>
          <p14:tracePt t="137292" x="3556000" y="6254750"/>
          <p14:tracePt t="137308" x="3549650" y="6248400"/>
          <p14:tracePt t="137325" x="3536950" y="6242050"/>
          <p14:tracePt t="137341" x="3530600" y="6242050"/>
          <p14:tracePt t="137358" x="3511550" y="6235700"/>
          <p14:tracePt t="137363" x="3505200" y="6229350"/>
          <p14:tracePt t="137375" x="3492500" y="6229350"/>
          <p14:tracePt t="137378" x="3486150" y="6229350"/>
          <p14:tracePt t="137392" x="3486150" y="6223000"/>
          <p14:tracePt t="137408" x="3460750" y="6216650"/>
          <p14:tracePt t="137425" x="3448050" y="6216650"/>
          <p14:tracePt t="137442" x="3429000" y="6210300"/>
          <p14:tracePt t="137458" x="3409950" y="6203950"/>
          <p14:tracePt t="137475" x="3403600" y="6203950"/>
          <p14:tracePt t="137492" x="3390900" y="6203950"/>
          <p14:tracePt t="137508" x="3371850" y="6197600"/>
          <p14:tracePt t="137525" x="3352800" y="6197600"/>
          <p14:tracePt t="137542" x="3333750" y="6191250"/>
          <p14:tracePt t="137558" x="3314700" y="6191250"/>
          <p14:tracePt t="137563" x="3295650" y="6191250"/>
          <p14:tracePt t="137576" x="3289300" y="6191250"/>
          <p14:tracePt t="137580" x="3282950" y="6191250"/>
          <p14:tracePt t="137592" x="3270250" y="6191250"/>
          <p14:tracePt t="137611" x="3257550" y="6197600"/>
          <p14:tracePt t="137625" x="3251200" y="6197600"/>
          <p14:tracePt t="137643" x="3251200" y="6203950"/>
          <p14:tracePt t="137669" x="3244850" y="6203950"/>
          <p14:tracePt t="137685" x="3238500" y="6203950"/>
          <p14:tracePt t="137710" x="3232150" y="6203950"/>
          <p14:tracePt t="137725" x="3225800" y="6203950"/>
          <p14:tracePt t="137742" x="3219450" y="6210300"/>
          <p14:tracePt t="137758" x="3213100" y="6216650"/>
          <p14:tracePt t="137775" x="3206750" y="6216650"/>
          <p14:tracePt t="137791" x="3200400" y="6216650"/>
          <p14:tracePt t="137825" x="3187700" y="6216650"/>
          <p14:tracePt t="137841" x="3181350" y="6216650"/>
          <p14:tracePt t="137858" x="3162300" y="6216650"/>
          <p14:tracePt t="137875" x="3143250" y="6216650"/>
          <p14:tracePt t="137878" x="3130550" y="6216650"/>
          <p14:tracePt t="137896" x="3098800" y="6216650"/>
          <p14:tracePt t="137908" x="3086100" y="6216650"/>
          <p14:tracePt t="137912" x="3079750" y="6210300"/>
          <p14:tracePt t="137925" x="3067050" y="6210300"/>
          <p14:tracePt t="137942" x="3048000" y="6203950"/>
          <p14:tracePt t="137958" x="3035300" y="6203950"/>
          <p14:tracePt t="137975" x="3022600" y="6203950"/>
          <p14:tracePt t="137992" x="3003550" y="6203950"/>
          <p14:tracePt t="138008" x="2984500" y="6203950"/>
          <p14:tracePt t="138025" x="2965450" y="6203950"/>
          <p14:tracePt t="138042" x="2933700" y="6203950"/>
          <p14:tracePt t="138058" x="2914650" y="6203950"/>
          <p14:tracePt t="138075" x="2889250" y="6203950"/>
          <p14:tracePt t="138078" x="2870200" y="6210300"/>
          <p14:tracePt t="138092" x="2863850" y="6210300"/>
          <p14:tracePt t="138108" x="2857500" y="6210300"/>
          <p14:tracePt t="138112" x="2851150" y="6216650"/>
          <p14:tracePt t="138125" x="2844800" y="6216650"/>
          <p14:tracePt t="138142" x="2838450" y="6216650"/>
          <p14:tracePt t="138146" x="2832100" y="6216650"/>
          <p14:tracePt t="138160" x="2825750" y="6216650"/>
          <p14:tracePt t="138176" x="2806700" y="6216650"/>
          <p14:tracePt t="138192" x="2787650" y="6216650"/>
          <p14:tracePt t="138208" x="2755900" y="6223000"/>
          <p14:tracePt t="138225" x="2724150" y="6223000"/>
          <p14:tracePt t="138242" x="2705100" y="6229350"/>
          <p14:tracePt t="138258" x="2686050" y="6229350"/>
          <p14:tracePt t="138275" x="2679700" y="6229350"/>
          <p14:tracePt t="138292" x="2673350" y="6235700"/>
          <p14:tracePt t="138308" x="2660650" y="6242050"/>
          <p14:tracePt t="138325" x="2654300" y="6242050"/>
          <p14:tracePt t="138342" x="2641600" y="6248400"/>
          <p14:tracePt t="138344" x="2628900" y="6248400"/>
          <p14:tracePt t="138358" x="2622550" y="6248400"/>
          <p14:tracePt t="138375" x="2609850" y="6254750"/>
          <p14:tracePt t="138380" x="2603500" y="6261100"/>
          <p14:tracePt t="138395" x="2597150" y="6261100"/>
          <p14:tracePt t="138408" x="2590800" y="6261100"/>
          <p14:tracePt t="138425" x="2578100" y="6267450"/>
          <p14:tracePt t="138442" x="2565400" y="6273800"/>
          <p14:tracePt t="138458" x="2552700" y="6280150"/>
          <p14:tracePt t="138475" x="2540000" y="6280150"/>
          <p14:tracePt t="138492" x="2520950" y="6286500"/>
          <p14:tracePt t="138508" x="2514600" y="6286500"/>
          <p14:tracePt t="138525" x="2501900" y="6286500"/>
          <p14:tracePt t="138542" x="2489200" y="6292850"/>
          <p14:tracePt t="138558" x="2489200" y="6299200"/>
          <p14:tracePt t="138619" x="2489200" y="6305550"/>
          <p14:tracePt t="138635" x="2489200" y="6311900"/>
          <p14:tracePt t="138652" x="2489200" y="6318250"/>
          <p14:tracePt t="138661" x="2495550" y="6324600"/>
          <p14:tracePt t="138670" x="2495550" y="6330950"/>
          <p14:tracePt t="138677" x="2501900" y="6330950"/>
          <p14:tracePt t="138692" x="2514600" y="6343650"/>
          <p14:tracePt t="138708" x="2520950" y="6350000"/>
          <p14:tracePt t="138725" x="2520950" y="6356350"/>
          <p14:tracePt t="138742" x="2527300" y="6362700"/>
          <p14:tracePt t="138758" x="2533650" y="6369050"/>
          <p14:tracePt t="138775" x="2540000" y="6375400"/>
          <p14:tracePt t="138792" x="2546350" y="6375400"/>
          <p14:tracePt t="138808" x="2552700" y="6388100"/>
          <p14:tracePt t="138812" x="2559050" y="6388100"/>
          <p14:tracePt t="138825" x="2559050" y="6394450"/>
          <p14:tracePt t="138841" x="2578100" y="6407150"/>
          <p14:tracePt t="138858" x="2597150" y="6419850"/>
          <p14:tracePt t="138875" x="2616200" y="6432550"/>
          <p14:tracePt t="138878" x="2622550" y="6438900"/>
          <p14:tracePt t="138894" x="2667000" y="6451600"/>
          <p14:tracePt t="138908" x="2673350" y="6451600"/>
          <p14:tracePt t="138925" x="2692400" y="6457950"/>
          <p14:tracePt t="138927" x="2711450" y="6457950"/>
          <p14:tracePt t="138942" x="2724150" y="6464300"/>
          <p14:tracePt t="138958" x="2730500" y="6464300"/>
          <p14:tracePt t="138975" x="2743200" y="6464300"/>
          <p14:tracePt t="138991" x="2743200" y="6470650"/>
          <p14:tracePt t="139008" x="2749550" y="6470650"/>
          <p14:tracePt t="139025" x="2755900" y="6470650"/>
          <p14:tracePt t="139041" x="2762250" y="6470650"/>
          <p14:tracePt t="139058" x="2768600" y="6470650"/>
          <p14:tracePt t="139092" x="2774950" y="6470650"/>
          <p14:tracePt t="139320" x="2781300" y="6470650"/>
          <p14:tracePt t="139337" x="2787650" y="6470650"/>
          <p14:tracePt t="139345" x="2794000" y="6470650"/>
          <p14:tracePt t="139358" x="2806700" y="6464300"/>
          <p14:tracePt t="139361" x="2819400" y="6464300"/>
          <p14:tracePt t="139375" x="2825750" y="6464300"/>
          <p14:tracePt t="139392" x="2857500" y="6451600"/>
          <p14:tracePt t="139408" x="2882900" y="6445250"/>
          <p14:tracePt t="139425" x="2901950" y="6445250"/>
          <p14:tracePt t="139443" x="2914650" y="6438900"/>
          <p14:tracePt t="139458" x="2927350" y="6432550"/>
          <p14:tracePt t="139475" x="2933700" y="6426200"/>
          <p14:tracePt t="139492" x="2940050" y="6419850"/>
          <p14:tracePt t="139509" x="2946400" y="6419850"/>
          <p14:tracePt t="139525" x="2959100" y="6407150"/>
          <p14:tracePt t="139542" x="2965450" y="6394450"/>
          <p14:tracePt t="139558" x="2971800" y="6381750"/>
          <p14:tracePt t="139563" x="2978150" y="6381750"/>
          <p14:tracePt t="139575" x="2978150" y="6375400"/>
          <p14:tracePt t="139592" x="2984500" y="6362700"/>
          <p14:tracePt t="139609" x="2984500" y="6356350"/>
          <p14:tracePt t="139625" x="2984500" y="6350000"/>
          <p14:tracePt t="139627" x="2984500" y="6343650"/>
          <p14:tracePt t="139642" x="2984500" y="6324600"/>
          <p14:tracePt t="139658" x="2971800" y="6311900"/>
          <p14:tracePt t="139675" x="2952750" y="6292850"/>
          <p14:tracePt t="139691" x="2927350" y="6280150"/>
          <p14:tracePt t="139708" x="2895600" y="6267450"/>
          <p14:tracePt t="139725" x="2870200" y="6267450"/>
          <p14:tracePt t="139742" x="2857500" y="6267450"/>
          <p14:tracePt t="139775" x="2851150" y="6267450"/>
          <p14:tracePt t="139792" x="2851150" y="6273800"/>
          <p14:tracePt t="139808" x="2851150" y="6292850"/>
          <p14:tracePt t="139825" x="2857500" y="6305550"/>
          <p14:tracePt t="139828" x="2863850" y="6318250"/>
          <p14:tracePt t="139842" x="2870200" y="6318250"/>
          <p14:tracePt t="139844" x="2882900" y="6337300"/>
          <p14:tracePt t="139858" x="2895600" y="6343650"/>
          <p14:tracePt t="139862" x="2914650" y="6350000"/>
          <p14:tracePt t="139875" x="2927350" y="6356350"/>
          <p14:tracePt t="139892" x="2971800" y="6369050"/>
          <p14:tracePt t="139908" x="2984500" y="6369050"/>
          <p14:tracePt t="139925" x="3003550" y="6369050"/>
          <p14:tracePt t="139941" x="3009900" y="6369050"/>
          <p14:tracePt t="139958" x="3016250" y="6369050"/>
          <p14:tracePt t="139975" x="3022600" y="6375400"/>
          <p14:tracePt t="139992" x="3028950" y="6375400"/>
          <p14:tracePt t="140008" x="3041650" y="6381750"/>
          <p14:tracePt t="140025" x="3054350" y="6388100"/>
          <p14:tracePt t="140042" x="3067050" y="6394450"/>
          <p14:tracePt t="140058" x="3073400" y="6394450"/>
          <p14:tracePt t="140075" x="3086100" y="6407150"/>
          <p14:tracePt t="140092" x="3092450" y="6407150"/>
          <p14:tracePt t="140097" x="3092450" y="6413500"/>
          <p14:tracePt t="140111" x="3098800" y="6413500"/>
          <p14:tracePt t="140425" x="3111500" y="6413500"/>
          <p14:tracePt t="140441" x="3117850" y="6413500"/>
          <p14:tracePt t="140459" x="3143250" y="6413500"/>
          <p14:tracePt t="140475" x="3162300" y="6413500"/>
          <p14:tracePt t="140492" x="3187700" y="6413500"/>
          <p14:tracePt t="140508" x="3206750" y="6413500"/>
          <p14:tracePt t="140525" x="3225800" y="6413500"/>
          <p14:tracePt t="140541" x="3238500" y="6413500"/>
          <p14:tracePt t="140558" x="3263900" y="6413500"/>
          <p14:tracePt t="140575" x="3282950" y="6413500"/>
          <p14:tracePt t="140591" x="3302000" y="6413500"/>
          <p14:tracePt t="140608" x="3308350" y="6413500"/>
          <p14:tracePt t="140625" x="3321050" y="6413500"/>
          <p14:tracePt t="140642" x="3333750" y="6413500"/>
          <p14:tracePt t="140658" x="3340100" y="6413500"/>
          <p14:tracePt t="140675" x="3359150" y="6413500"/>
          <p14:tracePt t="140692" x="3378200" y="6413500"/>
          <p14:tracePt t="140708" x="3390900" y="6419850"/>
          <p14:tracePt t="140725" x="3403600" y="6419850"/>
          <p14:tracePt t="140741" x="3409950" y="6419850"/>
          <p14:tracePt t="140758" x="3422650" y="6419850"/>
          <p14:tracePt t="140775" x="3441700" y="6426200"/>
          <p14:tracePt t="140791" x="3460750" y="6426200"/>
          <p14:tracePt t="140808" x="3486150" y="6426200"/>
          <p14:tracePt t="140825" x="3524250" y="6426200"/>
          <p14:tracePt t="140827" x="3549650" y="6426200"/>
          <p14:tracePt t="140842" x="3562350" y="6426200"/>
          <p14:tracePt t="140858" x="3587750" y="6432550"/>
          <p14:tracePt t="140860" x="3594100" y="6432550"/>
          <p14:tracePt t="140875" x="3606800" y="6432550"/>
          <p14:tracePt t="141028" x="3613150" y="6432550"/>
          <p14:tracePt t="141045" x="3619500" y="6426200"/>
          <p14:tracePt t="141054" x="3625850" y="6419850"/>
          <p14:tracePt t="141063" x="3632200" y="6413500"/>
          <p14:tracePt t="141075" x="3638550" y="6400800"/>
          <p14:tracePt t="141091" x="3651250" y="6381750"/>
          <p14:tracePt t="141094" x="3651250" y="6369050"/>
          <p14:tracePt t="141108" x="3657600" y="6362700"/>
          <p14:tracePt t="141125" x="3657600" y="6324600"/>
          <p14:tracePt t="141127" x="3657600" y="6311900"/>
          <p14:tracePt t="141142" x="3657600" y="6286500"/>
          <p14:tracePt t="141158" x="3657600" y="6267450"/>
          <p14:tracePt t="141175" x="3644900" y="6254750"/>
          <p14:tracePt t="141191" x="3632200" y="6242050"/>
          <p14:tracePt t="141208" x="3619500" y="6229350"/>
          <p14:tracePt t="141225" x="3594100" y="6210300"/>
          <p14:tracePt t="141241" x="3575050" y="6197600"/>
          <p14:tracePt t="141258" x="3536950" y="6172200"/>
          <p14:tracePt t="141275" x="3498850" y="6146800"/>
          <p14:tracePt t="141292" x="3454400" y="6127750"/>
          <p14:tracePt t="141308" x="3403600" y="6115050"/>
          <p14:tracePt t="141310" x="3378200" y="6108700"/>
          <p14:tracePt t="141325" x="3359150" y="6108700"/>
          <p14:tracePt t="141341" x="3321050" y="6108700"/>
          <p14:tracePt t="141358" x="3295650" y="6108700"/>
          <p14:tracePt t="141375" x="3270250" y="6121400"/>
          <p14:tracePt t="141376" x="3263900" y="6121400"/>
          <p14:tracePt t="141391" x="3263900" y="6134100"/>
          <p14:tracePt t="141408" x="3257550" y="6146800"/>
          <p14:tracePt t="141425" x="3251200" y="6159500"/>
          <p14:tracePt t="141441" x="3251200" y="6172200"/>
          <p14:tracePt t="141458" x="3251200" y="6197600"/>
          <p14:tracePt t="141475" x="3251200" y="6223000"/>
          <p14:tracePt t="141491" x="3263900" y="6261100"/>
          <p14:tracePt t="141508" x="3282950" y="6286500"/>
          <p14:tracePt t="141525" x="3295650" y="6318250"/>
          <p14:tracePt t="141542" x="3308350" y="6330950"/>
          <p14:tracePt t="141558" x="3314700" y="6337300"/>
          <p14:tracePt t="141575" x="3314700" y="6343650"/>
          <p14:tracePt t="141605" x="3321050" y="6343650"/>
          <p14:tracePt t="141611" x="3321050" y="6350000"/>
          <p14:tracePt t="141628" x="3327400" y="6362700"/>
          <p14:tracePt t="141643" x="3340100" y="6369050"/>
          <p14:tracePt t="141658" x="3352800" y="6388100"/>
          <p14:tracePt t="141675" x="3371850" y="6400800"/>
          <p14:tracePt t="141692" x="3378200" y="6407150"/>
          <p14:tracePt t="141708" x="3409950" y="6426200"/>
          <p14:tracePt t="141725" x="3435350" y="6438900"/>
          <p14:tracePt t="141742" x="3473450" y="6445250"/>
          <p14:tracePt t="141747" x="3505200" y="6451600"/>
          <p14:tracePt t="141758" x="3517900" y="6451600"/>
          <p14:tracePt t="141775" x="3562350" y="6457950"/>
          <p14:tracePt t="141778" x="3587750" y="6457950"/>
          <p14:tracePt t="141792" x="3594100" y="6457950"/>
          <p14:tracePt t="141808" x="3638550" y="6457950"/>
          <p14:tracePt t="141812" x="3663950" y="6457950"/>
          <p14:tracePt t="141825" x="3676650" y="6451600"/>
          <p14:tracePt t="141842" x="3721100" y="6419850"/>
          <p14:tracePt t="141858" x="3740150" y="6400800"/>
          <p14:tracePt t="141875" x="3771900" y="6356350"/>
          <p14:tracePt t="141878" x="3778250" y="6343650"/>
          <p14:tracePt t="141892" x="3790950" y="6305550"/>
          <p14:tracePt t="141908" x="3790950" y="6299200"/>
          <p14:tracePt t="141925" x="3790950" y="6286500"/>
          <p14:tracePt t="141942" x="3790950" y="6280150"/>
          <p14:tracePt t="141968" x="3778250" y="6280150"/>
          <p14:tracePt t="141975" x="3765550" y="6280150"/>
          <p14:tracePt t="141992" x="3740150" y="6273800"/>
          <p14:tracePt t="142008" x="3695700" y="6273800"/>
          <p14:tracePt t="142012" x="3683000" y="6273800"/>
          <p14:tracePt t="142025" x="3670300" y="6273800"/>
          <p14:tracePt t="142042" x="3657600" y="6273800"/>
          <p14:tracePt t="142044" x="3651250" y="6267450"/>
          <p14:tracePt t="142061" x="3638550" y="6267450"/>
          <p14:tracePt t="142077" x="3632200" y="6267450"/>
          <p14:tracePt t="142092" x="3619500" y="6267450"/>
          <p14:tracePt t="142108" x="3594100" y="6267450"/>
          <p14:tracePt t="142125" x="3568700" y="6267450"/>
          <p14:tracePt t="142142" x="3505200" y="6280150"/>
          <p14:tracePt t="142158" x="3454400" y="6311900"/>
          <p14:tracePt t="142175" x="3429000" y="6330950"/>
          <p14:tracePt t="142192" x="3422650" y="6350000"/>
          <p14:tracePt t="142209" x="3422650" y="6362700"/>
          <p14:tracePt t="142231" x="3422650" y="6369050"/>
          <p14:tracePt t="142256" x="3422650" y="6375400"/>
          <p14:tracePt t="142303" x="3429000" y="6375400"/>
          <p14:tracePt t="142310" x="3435350" y="6375400"/>
          <p14:tracePt t="142325" x="3448050" y="6375400"/>
          <p14:tracePt t="142342" x="3486150" y="6381750"/>
          <p14:tracePt t="142359" x="3505200" y="6388100"/>
          <p14:tracePt t="142375" x="3530600" y="6388100"/>
          <p14:tracePt t="142378" x="3536950" y="6394450"/>
          <p14:tracePt t="142392" x="3575050" y="6413500"/>
          <p14:tracePt t="142408" x="3600450" y="6419850"/>
          <p14:tracePt t="142425" x="3644900" y="6432550"/>
          <p14:tracePt t="142442" x="3689350" y="6438900"/>
          <p14:tracePt t="142458" x="3765550" y="6438900"/>
          <p14:tracePt t="142475" x="3835400" y="6445250"/>
          <p14:tracePt t="142492" x="3917950" y="6445250"/>
          <p14:tracePt t="142508" x="4083050" y="6445250"/>
          <p14:tracePt t="142513" x="4121150" y="6445250"/>
          <p14:tracePt t="142527" x="4165600" y="6438900"/>
          <p14:tracePt t="142531" x="4216400" y="6438900"/>
          <p14:tracePt t="142542" x="4260850" y="6432550"/>
          <p14:tracePt t="142561" x="4381500" y="6426200"/>
          <p14:tracePt t="142575" x="4387850" y="6426200"/>
          <p14:tracePt t="142593" x="4400550" y="6419850"/>
          <p14:tracePt t="143473" x="4406900" y="6419850"/>
          <p14:tracePt t="143545" x="4413250" y="6419850"/>
          <p14:tracePt t="144819" x="4438650" y="6413500"/>
          <p14:tracePt t="144827" x="4483100" y="6407150"/>
          <p14:tracePt t="144838" x="4546600" y="6394450"/>
          <p14:tracePt t="144844" x="4622800" y="6381750"/>
          <p14:tracePt t="144858" x="4864100" y="6318250"/>
          <p14:tracePt t="144875" x="5302250" y="6178550"/>
          <p14:tracePt t="144892" x="5746750" y="5981700"/>
          <p14:tracePt t="144909" x="6318250" y="5695950"/>
          <p14:tracePt t="144929" x="6813550" y="5384800"/>
          <p14:tracePt t="144942" x="7124700" y="5162550"/>
          <p14:tracePt t="144959" x="7378700" y="4953000"/>
          <p14:tracePt t="144975" x="7588250" y="4762500"/>
          <p14:tracePt t="144979" x="7645400" y="4705350"/>
          <p14:tracePt t="144992" x="7721600" y="4610100"/>
          <p14:tracePt t="145008" x="7791450" y="4508500"/>
          <p14:tracePt t="145010" x="7810500" y="4470400"/>
          <p14:tracePt t="145025" x="7829550" y="4438650"/>
          <p14:tracePt t="145042" x="7848600" y="4406900"/>
          <p14:tracePt t="145125" x="7842250" y="4406900"/>
          <p14:tracePt t="145269" x="7835900" y="4419600"/>
          <p14:tracePt t="145277" x="7829550" y="4425950"/>
          <p14:tracePt t="145286" x="7816850" y="4432300"/>
          <p14:tracePt t="145293" x="7804150" y="4451350"/>
          <p14:tracePt t="145309" x="7778750" y="4476750"/>
          <p14:tracePt t="145325" x="7747000" y="4502150"/>
          <p14:tracePt t="145342" x="7727950" y="4521200"/>
          <p14:tracePt t="145359" x="7708900" y="4540250"/>
          <p14:tracePt t="145375" x="7696200" y="4552950"/>
          <p14:tracePt t="145392" x="7677150" y="4578350"/>
          <p14:tracePt t="145409" x="7664450" y="4603750"/>
          <p14:tracePt t="145425" x="7658100" y="4610100"/>
          <p14:tracePt t="145466" x="7664450" y="4610100"/>
          <p14:tracePt t="145475" x="7670800" y="4610100"/>
          <p14:tracePt t="145492" x="7702550" y="4610100"/>
          <p14:tracePt t="145494" x="7740650" y="4610100"/>
          <p14:tracePt t="145508" x="7791450" y="4610100"/>
          <p14:tracePt t="145525" x="7861300" y="4610100"/>
          <p14:tracePt t="145529" x="7918450" y="4610100"/>
          <p14:tracePt t="145542" x="8007350" y="4597400"/>
          <p14:tracePt t="145558" x="8128000" y="4584700"/>
          <p14:tracePt t="145575" x="8204200" y="4578350"/>
          <p14:tracePt t="145592" x="8274050" y="4578350"/>
          <p14:tracePt t="145608" x="8350250" y="4572000"/>
          <p14:tracePt t="145625" x="8426450" y="4572000"/>
          <p14:tracePt t="145642" x="8515350" y="4572000"/>
          <p14:tracePt t="145658" x="8610600" y="4565650"/>
          <p14:tracePt t="145675" x="8718550" y="4559300"/>
          <p14:tracePt t="145692" x="8801100" y="4546600"/>
          <p14:tracePt t="145709" x="8858250" y="4521200"/>
          <p14:tracePt t="145725" x="8883650" y="4514850"/>
          <p14:tracePt t="145742" x="8902700" y="4502150"/>
          <p14:tracePt t="145746" x="8909050" y="4495800"/>
          <p14:tracePt t="145758" x="8909050" y="4489450"/>
          <p14:tracePt t="145775" x="8915400" y="4483100"/>
          <p14:tracePt t="145779" x="8915400" y="4470400"/>
          <p14:tracePt t="145794" x="8915400" y="4451350"/>
          <p14:tracePt t="145809" x="8915400" y="4432300"/>
          <p14:tracePt t="145827" x="8915400" y="4406900"/>
          <p14:tracePt t="145842" x="8909050" y="4375150"/>
          <p14:tracePt t="145860" x="8883650" y="4343400"/>
          <p14:tracePt t="145875" x="8851900" y="4305300"/>
          <p14:tracePt t="145893" x="8782050" y="4273550"/>
          <p14:tracePt t="145909" x="8674100" y="4248150"/>
          <p14:tracePt t="145926" x="8547100" y="4248150"/>
          <p14:tracePt t="145942" x="8401050" y="4248150"/>
          <p14:tracePt t="145959" x="8242300" y="4260850"/>
          <p14:tracePt t="145963" x="8191500" y="4260850"/>
          <p14:tracePt t="145975" x="8108950" y="4267200"/>
          <p14:tracePt t="145992" x="8013700" y="4273550"/>
          <p14:tracePt t="145995" x="7962900" y="4273550"/>
          <p14:tracePt t="146008" x="7937500" y="4273550"/>
          <p14:tracePt t="146025" x="7905750" y="4273550"/>
          <p14:tracePt t="146027" x="7886700" y="4273550"/>
          <p14:tracePt t="146042" x="7874000" y="4273550"/>
          <p14:tracePt t="146059" x="7848600" y="4286250"/>
          <p14:tracePt t="146075" x="7816850" y="4305300"/>
          <p14:tracePt t="146092" x="7778750" y="4330700"/>
          <p14:tracePt t="146108" x="7740650" y="4381500"/>
          <p14:tracePt t="146126" x="7715250" y="4425950"/>
          <p14:tracePt t="146131" x="7702550" y="4457700"/>
          <p14:tracePt t="146142" x="7696200" y="4476750"/>
          <p14:tracePt t="146158" x="7689850" y="4521200"/>
          <p14:tracePt t="146175" x="7689850" y="4552950"/>
          <p14:tracePt t="146192" x="7702550" y="4572000"/>
          <p14:tracePt t="146208" x="7740650" y="4597400"/>
          <p14:tracePt t="146225" x="7829550" y="4641850"/>
          <p14:tracePt t="146228" x="7899400" y="4660900"/>
          <p14:tracePt t="146242" x="7969250" y="4673600"/>
          <p14:tracePt t="146259" x="8121650" y="4699000"/>
          <p14:tracePt t="146262" x="8242300" y="4718050"/>
          <p14:tracePt t="146275" x="8369300" y="4724400"/>
          <p14:tracePt t="146292" x="8648700" y="4724400"/>
          <p14:tracePt t="146308" x="8769350" y="4711700"/>
          <p14:tracePt t="146325" x="8864600" y="4667250"/>
          <p14:tracePt t="146342" x="8890000" y="4641850"/>
          <p14:tracePt t="146359" x="8896350" y="4603750"/>
          <p14:tracePt t="146375" x="8896350" y="4572000"/>
          <p14:tracePt t="146392" x="8877300" y="4546600"/>
          <p14:tracePt t="146409" x="8839200" y="4521200"/>
          <p14:tracePt t="146425" x="8782050" y="4508500"/>
          <p14:tracePt t="146442" x="8705850" y="4502150"/>
          <p14:tracePt t="146459" x="8616950" y="4502150"/>
          <p14:tracePt t="146463" x="8585200" y="4502150"/>
          <p14:tracePt t="146475" x="8553450" y="4502150"/>
          <p14:tracePt t="146492" x="8502650" y="4495800"/>
          <p14:tracePt t="146496" x="8489950" y="4495800"/>
          <p14:tracePt t="146508" x="8483600" y="4495800"/>
          <p14:tracePt t="146525" x="8477250" y="4495800"/>
          <p14:tracePt t="146542" x="8470900" y="4495800"/>
          <p14:tracePt t="146558" x="8458200" y="4508500"/>
          <p14:tracePt t="146575" x="8432800" y="4527550"/>
          <p14:tracePt t="146592" x="8401050" y="4559300"/>
          <p14:tracePt t="146608" x="8382000" y="4591050"/>
          <p14:tracePt t="146625" x="8375650" y="4603750"/>
          <p14:tracePt t="146642" x="8362950" y="4622800"/>
          <p14:tracePt t="146659" x="8350250" y="4654550"/>
          <p14:tracePt t="146663" x="8350250" y="4667250"/>
          <p14:tracePt t="146675" x="8350250" y="4673600"/>
          <p14:tracePt t="146692" x="8331200" y="4718050"/>
          <p14:tracePt t="146709" x="8318500" y="4749800"/>
          <p14:tracePt t="146725" x="8299450" y="4794250"/>
          <p14:tracePt t="146728" x="8293100" y="4826000"/>
          <p14:tracePt t="146742" x="8274050" y="4845050"/>
          <p14:tracePt t="146759" x="8255000" y="4876800"/>
          <p14:tracePt t="146761" x="8242300" y="4889500"/>
          <p14:tracePt t="146775" x="8229600" y="4908550"/>
          <p14:tracePt t="146793" x="8191500" y="4940300"/>
          <p14:tracePt t="146808" x="8159750" y="4946650"/>
          <p14:tracePt t="146825" x="8147050" y="4946650"/>
          <p14:tracePt t="146842" x="8134350" y="4946650"/>
          <p14:tracePt t="146858" x="8128000" y="4946650"/>
          <p14:tracePt t="146875" x="8121650" y="4946650"/>
          <p14:tracePt t="146896" x="8096250" y="4946650"/>
          <p14:tracePt t="146899" x="8089900" y="4946650"/>
          <p14:tracePt t="146908" x="8077200" y="4940300"/>
          <p14:tracePt t="146925" x="8020050" y="4940300"/>
          <p14:tracePt t="146942" x="7969250" y="4940300"/>
          <p14:tracePt t="146959" x="7804150" y="4946650"/>
          <p14:tracePt t="146963" x="7734300" y="4959350"/>
          <p14:tracePt t="146975" x="7670800" y="4965700"/>
          <p14:tracePt t="146992" x="7448550" y="5016500"/>
          <p14:tracePt t="146995" x="7353300" y="5029200"/>
          <p14:tracePt t="147008" x="7232650" y="5054600"/>
          <p14:tracePt t="147025" x="6985000" y="5099050"/>
          <p14:tracePt t="147028" x="6851650" y="5124450"/>
          <p14:tracePt t="147042" x="6565900" y="5181600"/>
          <p14:tracePt t="147058" x="6280150" y="5245100"/>
          <p14:tracePt t="147075" x="6108700" y="5289550"/>
          <p14:tracePt t="147092" x="5937250" y="5340350"/>
          <p14:tracePt t="147108" x="5854700" y="5365750"/>
          <p14:tracePt t="147125" x="5803900" y="5384800"/>
          <p14:tracePt t="147142" x="5791200" y="5391150"/>
          <p14:tracePt t="147158" x="5778500" y="5391150"/>
          <p14:tracePt t="147162" x="5765800" y="5391150"/>
          <p14:tracePt t="147175" x="5753100" y="5391150"/>
          <p14:tracePt t="147192" x="5727700" y="5403850"/>
          <p14:tracePt t="147195" x="5695950" y="5410200"/>
          <p14:tracePt t="147208" x="5638800" y="5429250"/>
          <p14:tracePt t="147225" x="5467350" y="5486400"/>
          <p14:tracePt t="147230" x="5359400" y="5530850"/>
          <p14:tracePt t="147242" x="5289550" y="5556250"/>
          <p14:tracePt t="147259" x="5016500" y="5657850"/>
          <p14:tracePt t="147262" x="4908550" y="5689600"/>
          <p14:tracePt t="147275" x="4775200" y="5715000"/>
          <p14:tracePt t="147292" x="4533900" y="5778500"/>
          <p14:tracePt t="147308" x="4394200" y="5803900"/>
          <p14:tracePt t="147325" x="4330700" y="5829300"/>
          <p14:tracePt t="147342" x="4235450" y="5880100"/>
          <p14:tracePt t="147359" x="4146550" y="5969000"/>
          <p14:tracePt t="147376" x="3987800" y="6159500"/>
          <p14:tracePt t="147392" x="3829050" y="6350000"/>
          <p14:tracePt t="147411" x="3613150" y="6572250"/>
          <p14:tracePt t="147414" x="3448050" y="6737350"/>
          <p14:tracePt t="147425" x="3333750" y="6838950"/>
          <p14:tracePt t="147444" x="2889250" y="6851650"/>
          <p14:tracePt t="147458" x="2768600" y="6851650"/>
          <p14:tracePt t="147478" x="2438400" y="6851650"/>
          <p14:tracePt t="147492" x="2336800" y="6851650"/>
          <p14:tracePt t="147510" x="2095500" y="6851650"/>
          <p14:tracePt t="147525" x="2032000" y="6851650"/>
          <p14:tracePt t="147544" x="1930400" y="6851650"/>
          <p14:tracePt t="147559" x="1892300" y="6845300"/>
          <p14:tracePt t="147576" x="1873250" y="6832600"/>
          <p14:tracePt t="147592" x="1847850" y="6794500"/>
          <p14:tracePt t="147609" x="1816100" y="6762750"/>
          <p14:tracePt t="147626" x="1778000" y="6724650"/>
          <p14:tracePt t="147642" x="1733550" y="6686550"/>
          <p14:tracePt t="147659" x="1701800" y="6661150"/>
          <p14:tracePt t="147675" x="1676400" y="6648450"/>
          <p14:tracePt t="147680" x="1663700" y="6642100"/>
          <p14:tracePt t="147692" x="1651000" y="6642100"/>
          <p14:tracePt t="147708" x="1644650" y="6642100"/>
          <p14:tracePt t="147881" x="1651000" y="6648450"/>
          <p14:tracePt t="147889" x="1657350" y="6654800"/>
          <p14:tracePt t="147898" x="1670050" y="6661150"/>
          <p14:tracePt t="147909" x="1682750" y="6667500"/>
          <p14:tracePt t="147925" x="1701800" y="6680200"/>
          <p14:tracePt t="147942" x="1720850" y="6686550"/>
          <p14:tracePt t="147945" x="1727200" y="6692900"/>
          <p14:tracePt t="147959" x="1733550" y="6692900"/>
          <p14:tracePt t="147976" x="1739900" y="6699250"/>
          <p14:tracePt t="148421" x="1746250" y="6699250"/>
          <p14:tracePt t="148437" x="1752600" y="6699250"/>
          <p14:tracePt t="148445" x="1765300" y="6699250"/>
          <p14:tracePt t="148458" x="1771650" y="6699250"/>
          <p14:tracePt t="148475" x="1784350" y="6699250"/>
          <p14:tracePt t="148492" x="1790700" y="6699250"/>
          <p14:tracePt t="148639" x="1797050" y="6699250"/>
          <p14:tracePt t="148647" x="1797050" y="6692900"/>
          <p14:tracePt t="148658" x="1803400" y="6692900"/>
          <p14:tracePt t="148675" x="1835150" y="6692900"/>
          <p14:tracePt t="148693" x="1860550" y="6680200"/>
          <p14:tracePt t="148709" x="1898650" y="6673850"/>
          <p14:tracePt t="148713" x="1917700" y="6673850"/>
          <p14:tracePt t="148725" x="1930400" y="6667500"/>
          <p14:tracePt t="148743" x="1936750" y="6661150"/>
          <p14:tracePt t="148849" x="1943100" y="6661150"/>
          <p14:tracePt t="149057" x="1943100" y="6667500"/>
          <p14:tracePt t="149075" x="1936750" y="6673850"/>
          <p14:tracePt t="149092" x="1917700" y="6686550"/>
          <p14:tracePt t="149109" x="1892300" y="6699250"/>
          <p14:tracePt t="149128" x="1879600" y="6705600"/>
          <p14:tracePt t="149132" x="1866900" y="6705600"/>
          <p14:tracePt t="149148" x="1860550" y="6705600"/>
          <p14:tracePt t="149180" x="1854200" y="6705600"/>
          <p14:tracePt t="149203" x="1841500" y="6699250"/>
          <p14:tracePt t="149211" x="1835150" y="6686550"/>
          <p14:tracePt t="149225" x="1822450" y="6680200"/>
          <p14:tracePt t="149228" x="1809750" y="6667500"/>
          <p14:tracePt t="149242" x="1758950" y="6635750"/>
          <p14:tracePt t="149259" x="1701800" y="6616700"/>
          <p14:tracePt t="149275" x="1644650" y="6604000"/>
          <p14:tracePt t="149292" x="1574800" y="6597650"/>
          <p14:tracePt t="149308" x="1536700" y="6597650"/>
          <p14:tracePt t="149325" x="1485900" y="6597650"/>
          <p14:tracePt t="149342" x="1441450" y="6597650"/>
          <p14:tracePt t="149358" x="1409700" y="6597650"/>
          <p14:tracePt t="149375" x="1390650" y="6597650"/>
          <p14:tracePt t="149392" x="1377950" y="6597650"/>
          <p14:tracePt t="149409" x="1358900" y="6604000"/>
          <p14:tracePt t="149425" x="1352550" y="6610350"/>
          <p14:tracePt t="149429" x="1346200" y="6610350"/>
          <p14:tracePt t="149442" x="1339850" y="6610350"/>
          <p14:tracePt t="149459" x="1333500" y="6610350"/>
          <p14:tracePt t="149462" x="1327150" y="6610350"/>
          <p14:tracePt t="149475" x="1320800" y="6610350"/>
          <p14:tracePt t="149493" x="1295400" y="6616700"/>
          <p14:tracePt t="149509" x="1263650" y="6616700"/>
          <p14:tracePt t="149525" x="1238250" y="6616700"/>
          <p14:tracePt t="149542" x="1200150" y="6623050"/>
          <p14:tracePt t="149559" x="1168400" y="6629400"/>
          <p14:tracePt t="149575" x="1117600" y="6642100"/>
          <p14:tracePt t="149592" x="1092200" y="6642100"/>
          <p14:tracePt t="149608" x="1066800" y="6661150"/>
          <p14:tracePt t="149625" x="1060450" y="6661150"/>
          <p14:tracePt t="149642" x="1054100" y="6667500"/>
          <p14:tracePt t="149658" x="1054100" y="6673850"/>
          <p14:tracePt t="149675" x="1047750" y="6680200"/>
          <p14:tracePt t="149692" x="1047750" y="6686550"/>
          <p14:tracePt t="149694" x="1041400" y="6686550"/>
          <p14:tracePt t="149710" x="1041400" y="6692900"/>
          <p14:tracePt t="149725" x="1035050" y="6692900"/>
          <p14:tracePt t="149742" x="1035050" y="6699250"/>
          <p14:tracePt t="149759" x="1035050" y="6711950"/>
          <p14:tracePt t="149775" x="1035050" y="6731000"/>
          <p14:tracePt t="149792" x="1035050" y="6737350"/>
          <p14:tracePt t="149809" x="1041400" y="6756400"/>
          <p14:tracePt t="149825" x="1047750" y="6781800"/>
          <p14:tracePt t="149842" x="1073150" y="6800850"/>
          <p14:tracePt t="149859" x="1117600" y="6838950"/>
          <p14:tracePt t="149863" x="1123950" y="6845300"/>
          <p14:tracePt t="149875" x="1155700" y="6851650"/>
          <p14:tracePt t="149892" x="1187450" y="6851650"/>
          <p14:tracePt t="149896" x="1225550" y="6851650"/>
          <p14:tracePt t="149909" x="1244600" y="6851650"/>
          <p14:tracePt t="149925" x="1289050" y="6851650"/>
          <p14:tracePt t="149929" x="1346200" y="6851650"/>
          <p14:tracePt t="149942" x="1365250" y="6851650"/>
          <p14:tracePt t="149958" x="1460500" y="6851650"/>
          <p14:tracePt t="149961" x="1492250" y="6851650"/>
          <p14:tracePt t="149975" x="1524000" y="6851650"/>
          <p14:tracePt t="149993" x="1689100" y="6851650"/>
          <p14:tracePt t="150009" x="1752600" y="6851650"/>
          <p14:tracePt t="150025" x="1816100" y="6851650"/>
          <p14:tracePt t="150042" x="1885950" y="6851650"/>
          <p14:tracePt t="150059" x="1911350" y="6851650"/>
          <p14:tracePt t="150076" x="1924050" y="6851650"/>
          <p14:tracePt t="150092" x="1930400" y="6851650"/>
          <p14:tracePt t="150109" x="1936750" y="6851650"/>
          <p14:tracePt t="150125" x="1949450" y="6851650"/>
          <p14:tracePt t="150129" x="1962150" y="6851650"/>
          <p14:tracePt t="150142" x="1981200" y="6851650"/>
          <p14:tracePt t="150159" x="2019300" y="6851650"/>
          <p14:tracePt t="150175" x="2038350" y="6851650"/>
          <p14:tracePt t="150192" x="2070100" y="6851650"/>
          <p14:tracePt t="150195" x="2076450" y="6851650"/>
          <p14:tracePt t="150209" x="2089150" y="6851650"/>
          <p14:tracePt t="150225" x="2101850" y="6845300"/>
          <p14:tracePt t="150227" x="2108200" y="6838950"/>
          <p14:tracePt t="150242" x="2114550" y="6838950"/>
          <p14:tracePt t="150259" x="2120900" y="6832600"/>
          <p14:tracePt t="150275" x="2127250" y="6826250"/>
          <p14:tracePt t="150292" x="2133600" y="6813550"/>
          <p14:tracePt t="150309" x="2139950" y="6800850"/>
          <p14:tracePt t="150325" x="2139950" y="6775450"/>
          <p14:tracePt t="150342" x="2139950" y="6762750"/>
          <p14:tracePt t="150359" x="2108200" y="6731000"/>
          <p14:tracePt t="150375" x="2070100" y="6705600"/>
          <p14:tracePt t="150392" x="2032000" y="6692900"/>
          <p14:tracePt t="150396" x="1987550" y="6680200"/>
          <p14:tracePt t="150408" x="1968500" y="6673850"/>
          <p14:tracePt t="150425" x="1924050" y="6667500"/>
          <p14:tracePt t="150429" x="1905000" y="6661150"/>
          <p14:tracePt t="150442" x="1892300" y="6654800"/>
          <p14:tracePt t="150459" x="1879600" y="6654800"/>
          <p14:tracePt t="150461" x="1866900" y="6648450"/>
          <p14:tracePt t="150480" x="1860550" y="6648450"/>
          <p14:tracePt t="150492" x="1841500" y="6642100"/>
          <p14:tracePt t="150509" x="1816100" y="6642100"/>
          <p14:tracePt t="150525" x="1771650" y="6642100"/>
          <p14:tracePt t="150542" x="1733550" y="6642100"/>
          <p14:tracePt t="150559" x="1695450" y="6642100"/>
          <p14:tracePt t="150575" x="1663700" y="6648450"/>
          <p14:tracePt t="150592" x="1657350" y="6648450"/>
          <p14:tracePt t="150608" x="1651000" y="6648450"/>
          <p14:tracePt t="150669" x="1651000" y="6654800"/>
          <p14:tracePt t="150687" x="1657350" y="6661150"/>
          <p14:tracePt t="150693" x="1676400" y="6661150"/>
          <p14:tracePt t="150703" x="1695450" y="6661150"/>
          <p14:tracePt t="150713" x="1720850" y="6667500"/>
          <p14:tracePt t="150725" x="1746250" y="6667500"/>
          <p14:tracePt t="150744" x="1828800" y="6680200"/>
          <p14:tracePt t="150759" x="1866900" y="6680200"/>
          <p14:tracePt t="150777" x="1892300" y="6680200"/>
          <p14:tracePt t="150792" x="1898650" y="6680200"/>
          <p14:tracePt t="150810" x="1911350" y="6680200"/>
          <p14:tracePt t="150839" x="1917700" y="6680200"/>
          <p14:tracePt t="151033" x="1924050" y="6686550"/>
          <p14:tracePt t="151042" x="1936750" y="6692900"/>
          <p14:tracePt t="151059" x="1974850" y="6705600"/>
          <p14:tracePt t="151075" x="2038350" y="6724650"/>
          <p14:tracePt t="151092" x="2076450" y="6731000"/>
          <p14:tracePt t="151109" x="2159000" y="6750050"/>
          <p14:tracePt t="151125" x="2190750" y="6762750"/>
          <p14:tracePt t="151142" x="2247900" y="6775450"/>
          <p14:tracePt t="151145" x="2266950" y="6775450"/>
          <p14:tracePt t="151159" x="2311400" y="6781800"/>
          <p14:tracePt t="151175" x="2349500" y="6788150"/>
          <p14:tracePt t="151178" x="2368550" y="6788150"/>
          <p14:tracePt t="151192" x="2419350" y="6788150"/>
          <p14:tracePt t="151208" x="2451100" y="6788150"/>
          <p14:tracePt t="151225" x="2482850" y="6788150"/>
          <p14:tracePt t="151242" x="2520950" y="6788150"/>
          <p14:tracePt t="151259" x="2533650" y="6788150"/>
          <p14:tracePt t="151275" x="2540000" y="6788150"/>
          <p14:tracePt t="151404" x="2546350" y="6788150"/>
          <p14:tracePt t="151410" x="2552700" y="6788150"/>
          <p14:tracePt t="151425" x="2565400" y="6788150"/>
          <p14:tracePt t="151443" x="2667000" y="6781800"/>
          <p14:tracePt t="151458" x="2781300" y="6775450"/>
          <p14:tracePt t="151475" x="2952750" y="6769100"/>
          <p14:tracePt t="151492" x="3149600" y="6743700"/>
          <p14:tracePt t="151509" x="3371850" y="6718300"/>
          <p14:tracePt t="151525" x="3556000" y="6699250"/>
          <p14:tracePt t="151542" x="3752850" y="6654800"/>
          <p14:tracePt t="151558" x="3956050" y="6610350"/>
          <p14:tracePt t="151575" x="4102100" y="6565900"/>
          <p14:tracePt t="151592" x="4349750" y="6502400"/>
          <p14:tracePt t="151609" x="4521200" y="6451600"/>
          <p14:tracePt t="151613" x="4641850" y="6426200"/>
          <p14:tracePt t="151625" x="4762500" y="6388100"/>
          <p14:tracePt t="151642" x="5060950" y="6280150"/>
          <p14:tracePt t="151645" x="5105400" y="6267450"/>
          <p14:tracePt t="151658" x="5245100" y="6216650"/>
          <p14:tracePt t="151675" x="5600700" y="6096000"/>
          <p14:tracePt t="151678" x="5778500" y="6032500"/>
          <p14:tracePt t="151693" x="5994400" y="5930900"/>
          <p14:tracePt t="151709" x="6254750" y="5810250"/>
          <p14:tracePt t="151725" x="6578600" y="5638800"/>
          <p14:tracePt t="151742" x="6781800" y="5543550"/>
          <p14:tracePt t="151758" x="6959600" y="5448300"/>
          <p14:tracePt t="151775" x="7105650" y="5378450"/>
          <p14:tracePt t="151792" x="7232650" y="5314950"/>
          <p14:tracePt t="151809" x="7289800" y="5289550"/>
          <p14:tracePt t="151825" x="7353300" y="5276850"/>
          <p14:tracePt t="151842" x="7366000" y="5270500"/>
          <p14:tracePt t="151880" x="7372350" y="5283200"/>
          <p14:tracePt t="151887" x="7378700" y="5283200"/>
          <p14:tracePt t="151895" x="7385050" y="5295900"/>
          <p14:tracePt t="151909" x="7391400" y="5308600"/>
          <p14:tracePt t="151925" x="7435850" y="5334000"/>
          <p14:tracePt t="151943" x="7499350" y="5346700"/>
          <p14:tracePt t="151959" x="7556500" y="5353050"/>
          <p14:tracePt t="151975" x="7600950" y="5353050"/>
          <p14:tracePt t="151992" x="7632700" y="5353050"/>
          <p14:tracePt t="152009" x="7651750" y="5353050"/>
          <p14:tracePt t="152025" x="7658100" y="5353050"/>
          <p14:tracePt t="152042" x="7664450" y="5353050"/>
          <p14:tracePt t="152059" x="7670800" y="5353050"/>
          <p14:tracePt t="152145" x="7677150" y="5353050"/>
          <p14:tracePt t="152162" x="7683500" y="5353050"/>
          <p14:tracePt t="152170" x="7696200" y="5353050"/>
          <p14:tracePt t="152177" x="7708900" y="5353050"/>
          <p14:tracePt t="152193" x="7759700" y="5353050"/>
          <p14:tracePt t="152209" x="7874000" y="5353050"/>
          <p14:tracePt t="152225" x="8032750" y="5353050"/>
          <p14:tracePt t="152242" x="8299450" y="5321300"/>
          <p14:tracePt t="152259" x="8629650" y="5270500"/>
          <p14:tracePt t="152275" x="8953500" y="5194300"/>
          <p14:tracePt t="152292" x="9213850" y="5118100"/>
          <p14:tracePt t="152309" x="9429750" y="5048250"/>
          <p14:tracePt t="152325" x="9550400" y="4984750"/>
          <p14:tracePt t="152342" x="9645650" y="4914900"/>
          <p14:tracePt t="152359" x="9715500" y="4832350"/>
          <p14:tracePt t="152376" x="9766300" y="4756150"/>
          <p14:tracePt t="152380" x="9791700" y="4699000"/>
          <p14:tracePt t="152393" x="9810750" y="4648200"/>
          <p14:tracePt t="152396" x="9823450" y="4584700"/>
          <p14:tracePt t="152408" x="9836150" y="4527550"/>
          <p14:tracePt t="152427" x="9867900" y="4298950"/>
          <p14:tracePt t="152442" x="9867900" y="4121150"/>
          <p14:tracePt t="152460" x="9867900" y="3911600"/>
          <p14:tracePt t="152475" x="9855200" y="3746500"/>
          <p14:tracePt t="152494" x="9829800" y="3473450"/>
          <p14:tracePt t="152509" x="9804400" y="3302000"/>
          <p14:tracePt t="152526" x="9772650" y="3111500"/>
          <p14:tracePt t="152542" x="9740900" y="2959100"/>
          <p14:tracePt t="152559" x="9702800" y="2806700"/>
          <p14:tracePt t="152563" x="9671050" y="2711450"/>
          <p14:tracePt t="152575" x="9652000" y="2673350"/>
          <p14:tracePt t="152592" x="9607550" y="2552700"/>
          <p14:tracePt t="152597" x="9563100" y="2482850"/>
          <p14:tracePt t="152609" x="9544050" y="2451100"/>
          <p14:tracePt t="152625" x="9480550" y="2374900"/>
          <p14:tracePt t="152642" x="9398000" y="2292350"/>
          <p14:tracePt t="152659" x="9309100" y="2228850"/>
          <p14:tracePt t="152662" x="9290050" y="2216150"/>
          <p14:tracePt t="152675" x="9258300" y="2197100"/>
          <p14:tracePt t="152693" x="9137650" y="2127250"/>
          <p14:tracePt t="152709" x="9029700" y="2076450"/>
          <p14:tracePt t="152725" x="8959850" y="2038350"/>
          <p14:tracePt t="152742" x="8813800" y="1987550"/>
          <p14:tracePt t="152759" x="8718550" y="1968500"/>
          <p14:tracePt t="152775" x="8547100" y="1936750"/>
          <p14:tracePt t="152792" x="8451850" y="1924050"/>
          <p14:tracePt t="152809" x="8242300" y="1898650"/>
          <p14:tracePt t="152825" x="8128000" y="1892300"/>
          <p14:tracePt t="152829" x="8058150" y="1892300"/>
          <p14:tracePt t="152842" x="7988300" y="1885950"/>
          <p14:tracePt t="152859" x="7721600" y="1885950"/>
          <p14:tracePt t="152863" x="7651750" y="1885950"/>
          <p14:tracePt t="152875" x="7575550" y="1885950"/>
          <p14:tracePt t="152892" x="7296150" y="1898650"/>
          <p14:tracePt t="152895" x="7207250" y="1905000"/>
          <p14:tracePt t="152908" x="7131050" y="1917700"/>
          <p14:tracePt t="152925" x="6870700" y="1949450"/>
          <p14:tracePt t="152928" x="6686550" y="1987550"/>
          <p14:tracePt t="152943" x="6470650" y="2063750"/>
          <p14:tracePt t="152959" x="6273800" y="2159000"/>
          <p14:tracePt t="152975" x="6102350" y="2266950"/>
          <p14:tracePt t="152992" x="5981700" y="2374900"/>
          <p14:tracePt t="153009" x="5880100" y="2470150"/>
          <p14:tracePt t="153025" x="5829300" y="2520950"/>
          <p14:tracePt t="153042" x="5778500" y="2584450"/>
          <p14:tracePt t="153059" x="5753100" y="2635250"/>
          <p14:tracePt t="153063" x="5734050" y="2686050"/>
          <p14:tracePt t="153075" x="5708650" y="2743200"/>
          <p14:tracePt t="153092" x="5683250" y="2857500"/>
          <p14:tracePt t="153096" x="5664200" y="2927350"/>
          <p14:tracePt t="153109" x="5651500" y="2997200"/>
          <p14:tracePt t="153125" x="5607050" y="3168650"/>
          <p14:tracePt t="153128" x="5594350" y="3263900"/>
          <p14:tracePt t="153142" x="5568950" y="3454400"/>
          <p14:tracePt t="153159" x="5568950" y="3492500"/>
          <p14:tracePt t="153163" x="5562600" y="3587750"/>
          <p14:tracePt t="153175" x="5562600" y="3670300"/>
          <p14:tracePt t="153193" x="5562600" y="3835400"/>
          <p14:tracePt t="153209" x="5568950" y="3911600"/>
          <p14:tracePt t="153225" x="5600700" y="4025900"/>
          <p14:tracePt t="153242" x="5638800" y="4114800"/>
          <p14:tracePt t="153259" x="5683250" y="4216400"/>
          <p14:tracePt t="153275" x="5734050" y="4318000"/>
          <p14:tracePt t="153292" x="5797550" y="4419600"/>
          <p14:tracePt t="153309" x="5899150" y="4533900"/>
          <p14:tracePt t="153325" x="6007100" y="4616450"/>
          <p14:tracePt t="153329" x="6032500" y="4641850"/>
          <p14:tracePt t="153342" x="6070600" y="4667250"/>
          <p14:tracePt t="153359" x="6210300" y="4743450"/>
          <p14:tracePt t="153362" x="6248400" y="4756150"/>
          <p14:tracePt t="153375" x="6362700" y="4800600"/>
          <p14:tracePt t="153393" x="6610350" y="4876800"/>
          <p14:tracePt t="153408" x="6667500" y="4889500"/>
          <p14:tracePt t="153425" x="6794500" y="4908550"/>
          <p14:tracePt t="153428" x="6965950" y="4927600"/>
          <p14:tracePt t="153442" x="7092950" y="4933950"/>
          <p14:tracePt t="153459" x="7308850" y="4946650"/>
          <p14:tracePt t="153475" x="7499350" y="4946650"/>
          <p14:tracePt t="153492" x="7588250" y="4946650"/>
          <p14:tracePt t="153509" x="7689850" y="4927600"/>
          <p14:tracePt t="153525" x="7861300" y="4902200"/>
          <p14:tracePt t="153542" x="7950200" y="4883150"/>
          <p14:tracePt t="153559" x="8102600" y="4832350"/>
          <p14:tracePt t="153563" x="8147050" y="4819650"/>
          <p14:tracePt t="153575" x="8185150" y="4806950"/>
          <p14:tracePt t="153592" x="8255000" y="4775200"/>
          <p14:tracePt t="153595" x="8337550" y="4737100"/>
          <p14:tracePt t="153609" x="8362950" y="4718050"/>
          <p14:tracePt t="153625" x="8432800" y="4686300"/>
          <p14:tracePt t="153628" x="8464550" y="4667250"/>
          <p14:tracePt t="153643" x="8540750" y="4616450"/>
          <p14:tracePt t="153658" x="8680450" y="4495800"/>
          <p14:tracePt t="153675" x="8750300" y="4432300"/>
          <p14:tracePt t="153692" x="8845550" y="4337050"/>
          <p14:tracePt t="153709" x="8921750" y="4241800"/>
          <p14:tracePt t="153725" x="8959850" y="4178300"/>
          <p14:tracePt t="153742" x="8985250" y="4146550"/>
          <p14:tracePt t="153759" x="8985250" y="4133850"/>
          <p14:tracePt t="154539" x="8991600" y="4133850"/>
          <p14:tracePt t="155457" x="8991600" y="4127500"/>
          <p14:tracePt t="156537" x="8997950" y="4127500"/>
          <p14:tracePt t="158328" x="0" y="0"/>
        </p14:tracePtLst>
      </p14:laserTrace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 file</a:t>
            </a:r>
          </a:p>
        </p:txBody>
      </p:sp>
      <p:sp>
        <p:nvSpPr>
          <p:cNvPr id="3" name="Content Placeholder 2"/>
          <p:cNvSpPr>
            <a:spLocks noGrp="1"/>
          </p:cNvSpPr>
          <p:nvPr>
            <p:ph idx="1"/>
          </p:nvPr>
        </p:nvSpPr>
        <p:spPr/>
        <p:txBody>
          <a:bodyPr>
            <a:normAutofit fontScale="92500" lnSpcReduction="10000"/>
          </a:bodyPr>
          <a:lstStyle/>
          <a:p>
            <a:r>
              <a:rPr lang="en-US" dirty="0"/>
              <a:t>Text files are sequences of lines of text, use the </a:t>
            </a:r>
            <a:r>
              <a:rPr lang="en-US" b="1" dirty="0"/>
              <a:t>for</a:t>
            </a:r>
            <a:r>
              <a:rPr lang="en-US" dirty="0"/>
              <a:t> loop to iterate through the file object.</a:t>
            </a:r>
          </a:p>
          <a:p>
            <a:r>
              <a:rPr lang="en-US" dirty="0"/>
              <a:t>A line of a file is defined to be a sequence of characters up to and including the newline character (\n).</a:t>
            </a:r>
          </a:p>
          <a:p>
            <a:r>
              <a:rPr lang="en-US" dirty="0"/>
              <a:t>Pattern for processing each line of a text file:</a:t>
            </a:r>
          </a:p>
          <a:p>
            <a:pPr marL="0" indent="0">
              <a:buNone/>
            </a:pPr>
            <a:r>
              <a:rPr lang="en-US" dirty="0">
                <a:latin typeface="Courier New" panose="02070309020205020404" pitchFamily="49" charset="0"/>
                <a:cs typeface="Courier New" panose="02070309020205020404" pitchFamily="49" charset="0"/>
              </a:rPr>
              <a:t>for line in </a:t>
            </a:r>
            <a:r>
              <a:rPr lang="en-US" dirty="0" err="1">
                <a:latin typeface="Courier New" panose="02070309020205020404" pitchFamily="49" charset="0"/>
                <a:cs typeface="Courier New" panose="02070309020205020404" pitchFamily="49" charset="0"/>
              </a:rPr>
              <a:t>myFile</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statement1</a:t>
            </a:r>
          </a:p>
          <a:p>
            <a:pPr marL="0" indent="0">
              <a:buNone/>
            </a:pPr>
            <a:r>
              <a:rPr lang="en-US" dirty="0">
                <a:latin typeface="Courier New" panose="02070309020205020404" pitchFamily="49" charset="0"/>
                <a:cs typeface="Courier New" panose="02070309020205020404" pitchFamily="49" charset="0"/>
              </a:rPr>
              <a:t>    statement2</a:t>
            </a:r>
          </a:p>
          <a:p>
            <a:pPr marL="0" indent="0">
              <a:buNone/>
            </a:pPr>
            <a:r>
              <a:rPr lang="en-US" dirty="0">
                <a:latin typeface="Courier New" panose="02070309020205020404" pitchFamily="49" charset="0"/>
                <a:cs typeface="Courier New" panose="02070309020205020404" pitchFamily="49" charset="0"/>
              </a:rPr>
              <a:t>    ...</a:t>
            </a:r>
          </a:p>
          <a:p>
            <a:r>
              <a:rPr lang="en-US" i="1" dirty="0">
                <a:cs typeface="Courier New" panose="02070309020205020404" pitchFamily="49" charset="0"/>
              </a:rPr>
              <a:t>File: file_io_forLoop.py</a:t>
            </a:r>
          </a:p>
        </p:txBody>
      </p:sp>
    </p:spTree>
    <p:extLst>
      <p:ext uri="{BB962C8B-B14F-4D97-AF65-F5344CB8AC3E}">
        <p14:creationId xmlns:p14="http://schemas.microsoft.com/office/powerpoint/2010/main" val="186281508"/>
      </p:ext>
    </p:extLst>
  </p:cSld>
  <p:clrMapOvr>
    <a:masterClrMapping/>
  </p:clrMapOvr>
  <mc:AlternateContent xmlns:mc="http://schemas.openxmlformats.org/markup-compatibility/2006" xmlns:p14="http://schemas.microsoft.com/office/powerpoint/2010/main">
    <mc:Choice Requires="p14">
      <p:transition spd="slow" p14:dur="2000" advTm="62572"/>
    </mc:Choice>
    <mc:Fallback xmlns="">
      <p:transition spd="slow" advTm="62572"/>
    </mc:Fallback>
  </mc:AlternateContent>
  <p:extLst>
    <p:ext uri="{3A86A75C-4F4B-4683-9AE1-C65F6400EC91}">
      <p14:laserTraceLst xmlns:p14="http://schemas.microsoft.com/office/powerpoint/2010/main">
        <p14:tracePtLst>
          <p14:tracePt t="36899" x="2178050" y="3784600"/>
          <p14:tracePt t="36906" x="2171700" y="3778250"/>
          <p14:tracePt t="36919" x="2165350" y="3778250"/>
          <p14:tracePt t="36936" x="2146300" y="3771900"/>
          <p14:tracePt t="36952" x="2127250" y="3771900"/>
          <p14:tracePt t="36969" x="2101850" y="3765550"/>
          <p14:tracePt t="36986" x="2057400" y="3752850"/>
          <p14:tracePt t="37002" x="2025650" y="3746500"/>
          <p14:tracePt t="37019" x="1981200" y="3727450"/>
          <p14:tracePt t="37036" x="1936750" y="3727450"/>
          <p14:tracePt t="37052" x="1860550" y="3714750"/>
          <p14:tracePt t="37069" x="1778000" y="3702050"/>
          <p14:tracePt t="37086" x="1701800" y="3689350"/>
          <p14:tracePt t="37102" x="1574800" y="3676650"/>
          <p14:tracePt t="37119" x="1479550" y="3670300"/>
          <p14:tracePt t="37136" x="1327150" y="3638550"/>
          <p14:tracePt t="37140" x="1289050" y="3632200"/>
          <p14:tracePt t="37152" x="1212850" y="3613150"/>
          <p14:tracePt t="37169" x="1092200" y="3587750"/>
          <p14:tracePt t="37173" x="1009650" y="3568700"/>
          <p14:tracePt t="37186" x="876300" y="3543300"/>
          <p14:tracePt t="37203" x="762000" y="3517900"/>
          <p14:tracePt t="37219" x="660400" y="3498850"/>
          <p14:tracePt t="37236" x="622300" y="3498850"/>
          <p14:tracePt t="37252" x="571500" y="3498850"/>
          <p14:tracePt t="37269" x="539750" y="3498850"/>
          <p14:tracePt t="37286" x="508000" y="3511550"/>
          <p14:tracePt t="37302" x="488950" y="3530600"/>
          <p14:tracePt t="37319" x="463550" y="3556000"/>
          <p14:tracePt t="37336" x="450850" y="3575050"/>
          <p14:tracePt t="37352" x="444500" y="3587750"/>
          <p14:tracePt t="37369" x="444500" y="3606800"/>
          <p14:tracePt t="37373" x="444500" y="3619500"/>
          <p14:tracePt t="37386" x="444500" y="3632200"/>
          <p14:tracePt t="37402" x="444500" y="3676650"/>
          <p14:tracePt t="37405" x="444500" y="3689350"/>
          <p14:tracePt t="37419" x="444500" y="3721100"/>
          <p14:tracePt t="37437" x="457200" y="3771900"/>
          <p14:tracePt t="37453" x="482600" y="3810000"/>
          <p14:tracePt t="37469" x="495300" y="3829050"/>
          <p14:tracePt t="37486" x="514350" y="3848100"/>
          <p14:tracePt t="37502" x="533400" y="3879850"/>
          <p14:tracePt t="37519" x="546100" y="3892550"/>
          <p14:tracePt t="37536" x="558800" y="3898900"/>
          <p14:tracePt t="37552" x="571500" y="3917950"/>
          <p14:tracePt t="37569" x="577850" y="3924300"/>
          <p14:tracePt t="37573" x="577850" y="3930650"/>
          <p14:tracePt t="37586" x="584200" y="3930650"/>
          <p14:tracePt t="37603" x="596900" y="3943350"/>
          <p14:tracePt t="37607" x="603250" y="3956050"/>
          <p14:tracePt t="37619" x="603250" y="3962400"/>
          <p14:tracePt t="37636" x="622300" y="3987800"/>
          <p14:tracePt t="37640" x="647700" y="4013200"/>
          <p14:tracePt t="37653" x="654050" y="4019550"/>
          <p14:tracePt t="37669" x="685800" y="4051300"/>
          <p14:tracePt t="37674" x="698500" y="4057650"/>
          <p14:tracePt t="37688" x="736600" y="4089400"/>
          <p14:tracePt t="37702" x="774700" y="4121150"/>
          <p14:tracePt t="37719" x="825500" y="4140200"/>
          <p14:tracePt t="37736" x="869950" y="4159250"/>
          <p14:tracePt t="37754" x="908050" y="4165600"/>
          <p14:tracePt t="37769" x="933450" y="4171950"/>
          <p14:tracePt t="37787" x="965200" y="4178300"/>
          <p14:tracePt t="37791" x="977900" y="4178300"/>
          <p14:tracePt t="37802" x="984250" y="4178300"/>
          <p14:tracePt t="37819" x="1003300" y="4178300"/>
          <p14:tracePt t="37823" x="1022350" y="4178300"/>
          <p14:tracePt t="37836" x="1035050" y="4178300"/>
          <p14:tracePt t="37853" x="1066800" y="4184650"/>
          <p14:tracePt t="37857" x="1085850" y="4184650"/>
          <p14:tracePt t="37874" x="1111250" y="4184650"/>
          <p14:tracePt t="37886" x="1136650" y="4191000"/>
          <p14:tracePt t="37889" x="1174750" y="4191000"/>
          <p14:tracePt t="37902" x="1238250" y="4191000"/>
          <p14:tracePt t="37919" x="1339850" y="4191000"/>
          <p14:tracePt t="37922" x="1377950" y="4191000"/>
          <p14:tracePt t="37936" x="1485900" y="4197350"/>
          <p14:tracePt t="37953" x="1606550" y="4197350"/>
          <p14:tracePt t="37969" x="1733550" y="4197350"/>
          <p14:tracePt t="37986" x="1879600" y="4203700"/>
          <p14:tracePt t="38003" x="2006600" y="4203700"/>
          <p14:tracePt t="38019" x="2127250" y="4203700"/>
          <p14:tracePt t="38036" x="2190750" y="4203700"/>
          <p14:tracePt t="38052" x="2279650" y="4203700"/>
          <p14:tracePt t="38069" x="2349500" y="4203700"/>
          <p14:tracePt t="38086" x="2387600" y="4203700"/>
          <p14:tracePt t="38089" x="2406650" y="4210050"/>
          <p14:tracePt t="38102" x="2451100" y="4210050"/>
          <p14:tracePt t="38119" x="2482850" y="4210050"/>
          <p14:tracePt t="38123" x="2495550" y="4210050"/>
          <p14:tracePt t="38136" x="2533650" y="4216400"/>
          <p14:tracePt t="38152" x="2565400" y="4216400"/>
          <p14:tracePt t="38156" x="2578100" y="4216400"/>
          <p14:tracePt t="38169" x="2609850" y="4216400"/>
          <p14:tracePt t="38186" x="2654300" y="4216400"/>
          <p14:tracePt t="38203" x="2686050" y="4222750"/>
          <p14:tracePt t="38219" x="2749550" y="4229100"/>
          <p14:tracePt t="38236" x="2787650" y="4235450"/>
          <p14:tracePt t="38253" x="2825750" y="4241800"/>
          <p14:tracePt t="38269" x="2870200" y="4241800"/>
          <p14:tracePt t="38286" x="2946400" y="4254500"/>
          <p14:tracePt t="38302" x="3003550" y="4260850"/>
          <p14:tracePt t="38319" x="3073400" y="4273550"/>
          <p14:tracePt t="38323" x="3105150" y="4273550"/>
          <p14:tracePt t="38336" x="3143250" y="4279900"/>
          <p14:tracePt t="38352" x="3232150" y="4286250"/>
          <p14:tracePt t="38356" x="3282950" y="4286250"/>
          <p14:tracePt t="38369" x="3333750" y="4292600"/>
          <p14:tracePt t="38386" x="3454400" y="4292600"/>
          <p14:tracePt t="38390" x="3511550" y="4292600"/>
          <p14:tracePt t="38402" x="3568700" y="4292600"/>
          <p14:tracePt t="38419" x="3689350" y="4292600"/>
          <p14:tracePt t="38422" x="3746500" y="4292600"/>
          <p14:tracePt t="38437" x="3848100" y="4292600"/>
          <p14:tracePt t="38452" x="3943350" y="4286250"/>
          <p14:tracePt t="38469" x="4025900" y="4279900"/>
          <p14:tracePt t="38486" x="4089400" y="4279900"/>
          <p14:tracePt t="38503" x="4114800" y="4279900"/>
          <p14:tracePt t="38519" x="4127500" y="4279900"/>
          <p14:tracePt t="38536" x="4152900" y="4279900"/>
          <p14:tracePt t="38553" x="4178300" y="4279900"/>
          <p14:tracePt t="38557" x="4197350" y="4279900"/>
          <p14:tracePt t="38569" x="4210050" y="4279900"/>
          <p14:tracePt t="38586" x="4260850" y="4279900"/>
          <p14:tracePt t="38590" x="4298950" y="4279900"/>
          <p14:tracePt t="38602" x="4330700" y="4279900"/>
          <p14:tracePt t="38619" x="4381500" y="4279900"/>
          <p14:tracePt t="38622" x="4394200" y="4279900"/>
          <p14:tracePt t="38637" x="4464050" y="4279900"/>
          <p14:tracePt t="38653" x="4483100" y="4279900"/>
          <p14:tracePt t="38657" x="4521200" y="4273550"/>
          <p14:tracePt t="38669" x="4533900" y="4267200"/>
          <p14:tracePt t="38687" x="4603750" y="4229100"/>
          <p14:tracePt t="38703" x="4629150" y="4210050"/>
          <p14:tracePt t="38719" x="4641850" y="4191000"/>
          <p14:tracePt t="38736" x="4648200" y="4178300"/>
          <p14:tracePt t="38752" x="4648200" y="4171950"/>
          <p14:tracePt t="38769" x="4660900" y="4159250"/>
          <p14:tracePt t="38785" x="4660900" y="4152900"/>
          <p14:tracePt t="38802" x="4660900" y="4146550"/>
          <p14:tracePt t="38840" x="4660900" y="4140200"/>
          <p14:tracePt t="38847" x="4660900" y="4133850"/>
          <p14:tracePt t="38872" x="4660900" y="4127500"/>
          <p14:tracePt t="38887" x="4667250" y="4121150"/>
          <p14:tracePt t="38904" x="4667250" y="4108450"/>
          <p14:tracePt t="38922" x="4673600" y="4102100"/>
          <p14:tracePt t="38938" x="4673600" y="4095750"/>
          <p14:tracePt t="38946" x="4673600" y="4089400"/>
          <p14:tracePt t="38954" x="4673600" y="4083050"/>
          <p14:tracePt t="38969" x="4673600" y="4070350"/>
          <p14:tracePt t="38986" x="4673600" y="4064000"/>
          <p14:tracePt t="39003" x="4673600" y="4051300"/>
          <p14:tracePt t="39019" x="4673600" y="4038600"/>
          <p14:tracePt t="39036" x="4654550" y="4006850"/>
          <p14:tracePt t="39052" x="4635500" y="3994150"/>
          <p14:tracePt t="39069" x="4616450" y="3975100"/>
          <p14:tracePt t="39086" x="4597400" y="3956050"/>
          <p14:tracePt t="39090" x="4584700" y="3949700"/>
          <p14:tracePt t="39103" x="4565650" y="3943350"/>
          <p14:tracePt t="39119" x="4527550" y="3924300"/>
          <p14:tracePt t="39122" x="4514850" y="3917950"/>
          <p14:tracePt t="39137" x="4470400" y="3898900"/>
          <p14:tracePt t="39152" x="4438650" y="3892550"/>
          <p14:tracePt t="39169" x="4400550" y="3873500"/>
          <p14:tracePt t="39187" x="4368800" y="3867150"/>
          <p14:tracePt t="39202" x="4324350" y="3854450"/>
          <p14:tracePt t="39219" x="4279900" y="3841750"/>
          <p14:tracePt t="39236" x="4222750" y="3822700"/>
          <p14:tracePt t="39253" x="4165600" y="3810000"/>
          <p14:tracePt t="39269" x="4114800" y="3803650"/>
          <p14:tracePt t="39286" x="4064000" y="3790950"/>
          <p14:tracePt t="39303" x="4006850" y="3778250"/>
          <p14:tracePt t="39319" x="3943350" y="3765550"/>
          <p14:tracePt t="39325" x="3911600" y="3765550"/>
          <p14:tracePt t="39340" x="3867150" y="3759200"/>
          <p14:tracePt t="39352" x="3822700" y="3752850"/>
          <p14:tracePt t="39372" x="3644900" y="3714750"/>
          <p14:tracePt t="39387" x="3505200" y="3695700"/>
          <p14:tracePt t="39405" x="3371850" y="3676650"/>
          <p14:tracePt t="39419" x="3225800" y="3663950"/>
          <p14:tracePt t="39437" x="3143250" y="3657600"/>
          <p14:tracePt t="39452" x="3009900" y="3657600"/>
          <p14:tracePt t="39471" x="2876550" y="3657600"/>
          <p14:tracePt t="39486" x="2794000" y="3663950"/>
          <p14:tracePt t="39503" x="2654300" y="3689350"/>
          <p14:tracePt t="39519" x="2527300" y="3708400"/>
          <p14:tracePt t="39536" x="2444750" y="3727450"/>
          <p14:tracePt t="39552" x="2362200" y="3740150"/>
          <p14:tracePt t="39569" x="2235200" y="3759200"/>
          <p14:tracePt t="39572" x="2203450" y="3765550"/>
          <p14:tracePt t="39586" x="2159000" y="3771900"/>
          <p14:tracePt t="39602" x="2025650" y="3784600"/>
          <p14:tracePt t="39604" x="2000250" y="3784600"/>
          <p14:tracePt t="39619" x="1968500" y="3784600"/>
          <p14:tracePt t="39636" x="1860550" y="3790950"/>
          <p14:tracePt t="39652" x="1746250" y="3790950"/>
          <p14:tracePt t="39669" x="1682750" y="3790950"/>
          <p14:tracePt t="39686" x="1625600" y="3790950"/>
          <p14:tracePt t="39702" x="1562100" y="3797300"/>
          <p14:tracePt t="39719" x="1485900" y="3803650"/>
          <p14:tracePt t="39736" x="1346200" y="3810000"/>
          <p14:tracePt t="39752" x="1263650" y="3810000"/>
          <p14:tracePt t="39769" x="1187450" y="3810000"/>
          <p14:tracePt t="39786" x="1136650" y="3810000"/>
          <p14:tracePt t="39802" x="1092200" y="3810000"/>
          <p14:tracePt t="39819" x="1060450" y="3810000"/>
          <p14:tracePt t="39836" x="1041400" y="3816350"/>
          <p14:tracePt t="39840" x="1035050" y="3816350"/>
          <p14:tracePt t="39852" x="1028700" y="3822700"/>
          <p14:tracePt t="39869" x="1009650" y="3829050"/>
          <p14:tracePt t="39872" x="990600" y="3841750"/>
          <p14:tracePt t="39887" x="958850" y="3854450"/>
          <p14:tracePt t="39902" x="908050" y="3873500"/>
          <p14:tracePt t="39919" x="876300" y="3886200"/>
          <p14:tracePt t="39936" x="857250" y="3892550"/>
          <p14:tracePt t="39952" x="844550" y="3898900"/>
          <p14:tracePt t="40017" x="838200" y="3898900"/>
          <p14:tracePt t="40025" x="838200" y="3905250"/>
          <p14:tracePt t="40044" x="831850" y="3911600"/>
          <p14:tracePt t="40053" x="831850" y="3917950"/>
          <p14:tracePt t="40070" x="806450" y="3937000"/>
          <p14:tracePt t="40086" x="787400" y="3968750"/>
          <p14:tracePt t="40089" x="781050" y="3968750"/>
          <p14:tracePt t="40103" x="774700" y="3981450"/>
          <p14:tracePt t="40121" x="762000" y="4006850"/>
          <p14:tracePt t="40138" x="762000" y="4013200"/>
          <p14:tracePt t="40152" x="762000" y="4019550"/>
          <p14:tracePt t="40169" x="762000" y="4025900"/>
          <p14:tracePt t="40185" x="762000" y="4032250"/>
          <p14:tracePt t="40202" x="762000" y="4044950"/>
          <p14:tracePt t="40219" x="774700" y="4064000"/>
          <p14:tracePt t="40236" x="781050" y="4070350"/>
          <p14:tracePt t="40253" x="787400" y="4083050"/>
          <p14:tracePt t="40269" x="800100" y="4102100"/>
          <p14:tracePt t="40286" x="806450" y="4108450"/>
          <p14:tracePt t="40303" x="819150" y="4114800"/>
          <p14:tracePt t="40319" x="825500" y="4121150"/>
          <p14:tracePt t="40323" x="831850" y="4121150"/>
          <p14:tracePt t="40336" x="838200" y="4121150"/>
          <p14:tracePt t="40353" x="844550" y="4127500"/>
          <p14:tracePt t="40355" x="850900" y="4127500"/>
          <p14:tracePt t="40369" x="863600" y="4133850"/>
          <p14:tracePt t="40387" x="882650" y="4133850"/>
          <p14:tracePt t="40402" x="889000" y="4140200"/>
          <p14:tracePt t="40839" x="901700" y="4140200"/>
          <p14:tracePt t="40847" x="920750" y="4146550"/>
          <p14:tracePt t="40857" x="971550" y="4146550"/>
          <p14:tracePt t="40873" x="1117600" y="4159250"/>
          <p14:tracePt t="40886" x="1339850" y="4165600"/>
          <p14:tracePt t="40902" x="1625600" y="4184650"/>
          <p14:tracePt t="40919" x="1898650" y="4203700"/>
          <p14:tracePt t="40935" x="2152650" y="4229100"/>
          <p14:tracePt t="40952" x="2266950" y="4235450"/>
          <p14:tracePt t="40969" x="2349500" y="4248150"/>
          <p14:tracePt t="40987" x="2381250" y="4248150"/>
          <p14:tracePt t="41002" x="2406650" y="4248150"/>
          <p14:tracePt t="41019" x="2419350" y="4254500"/>
          <p14:tracePt t="41023" x="2432050" y="4254500"/>
          <p14:tracePt t="41039" x="2438400" y="4254500"/>
          <p14:tracePt t="41185" x="2438400" y="4248150"/>
          <p14:tracePt t="41193" x="2438400" y="4241800"/>
          <p14:tracePt t="41202" x="2438400" y="4235450"/>
          <p14:tracePt t="41219" x="2425700" y="4222750"/>
          <p14:tracePt t="41236" x="2406650" y="4210050"/>
          <p14:tracePt t="41252" x="2387600" y="4203700"/>
          <p14:tracePt t="41269" x="2381250" y="4203700"/>
          <p14:tracePt t="41330" x="2381250" y="4210050"/>
          <p14:tracePt t="41339" x="2387600" y="4216400"/>
          <p14:tracePt t="41346" x="2393950" y="4222750"/>
          <p14:tracePt t="41355" x="2425700" y="4235450"/>
          <p14:tracePt t="41369" x="2438400" y="4241800"/>
          <p14:tracePt t="41386" x="2520950" y="4267200"/>
          <p14:tracePt t="41402" x="2565400" y="4267200"/>
          <p14:tracePt t="41419" x="2641600" y="4235450"/>
          <p14:tracePt t="41435" x="2698750" y="4178300"/>
          <p14:tracePt t="41452" x="2736850" y="4095750"/>
          <p14:tracePt t="41469" x="2743200" y="4038600"/>
          <p14:tracePt t="41485" x="2743200" y="4013200"/>
          <p14:tracePt t="41517" x="2736850" y="4025900"/>
          <p14:tracePt t="41523" x="2724150" y="4064000"/>
          <p14:tracePt t="41535" x="2711450" y="4108450"/>
          <p14:tracePt t="41552" x="2679700" y="4222750"/>
          <p14:tracePt t="41554" x="2667000" y="4273550"/>
          <p14:tracePt t="41569" x="2667000" y="4318000"/>
          <p14:tracePt t="41585" x="2667000" y="4356100"/>
          <p14:tracePt t="41588" x="2667000" y="4368800"/>
          <p14:tracePt t="41602" x="2686050" y="4375150"/>
          <p14:tracePt t="41604" x="2711450" y="4381500"/>
          <p14:tracePt t="41619" x="2743200" y="4381500"/>
          <p14:tracePt t="41621" x="2781300" y="4381500"/>
          <p14:tracePt t="41636" x="2857500" y="4368800"/>
          <p14:tracePt t="41653" x="2946400" y="4337050"/>
          <p14:tracePt t="41669" x="3022600" y="4298950"/>
          <p14:tracePt t="41686" x="3073400" y="4260850"/>
          <p14:tracePt t="41702" x="3086100" y="4241800"/>
          <p14:tracePt t="41719" x="3092450" y="4222750"/>
          <p14:tracePt t="41736" x="3092450" y="4216400"/>
          <p14:tracePt t="41769" x="3092450" y="4210050"/>
          <p14:tracePt t="41805" x="3092450" y="4203700"/>
          <p14:tracePt t="41814" x="3086100" y="4203700"/>
          <p14:tracePt t="41887" x="3092450" y="4203700"/>
          <p14:tracePt t="41896" x="3098800" y="4203700"/>
          <p14:tracePt t="41907" x="3136900" y="4222750"/>
          <p14:tracePt t="41920" x="3232150" y="4254500"/>
          <p14:tracePt t="41936" x="3397250" y="4298950"/>
          <p14:tracePt t="41952" x="3581400" y="4343400"/>
          <p14:tracePt t="41970" x="3822700" y="4381500"/>
          <p14:tracePt t="41986" x="4057650" y="4400550"/>
          <p14:tracePt t="42003" x="4279900" y="4400550"/>
          <p14:tracePt t="42019" x="4419600" y="4400550"/>
          <p14:tracePt t="42024" x="4476750" y="4387850"/>
          <p14:tracePt t="42036" x="4508500" y="4381500"/>
          <p14:tracePt t="42053" x="4527550" y="4368800"/>
          <p14:tracePt t="42056" x="4527550" y="4362450"/>
          <p14:tracePt t="42178" x="4533900" y="4362450"/>
          <p14:tracePt t="42194" x="4572000" y="4362450"/>
          <p14:tracePt t="42201" x="4603750" y="4362450"/>
          <p14:tracePt t="42219" x="4724400" y="4368800"/>
          <p14:tracePt t="42236" x="4889500" y="4368800"/>
          <p14:tracePt t="42253" x="5029200" y="4368800"/>
          <p14:tracePt t="42256" x="5099050" y="4356100"/>
          <p14:tracePt t="42269" x="5118100" y="4349750"/>
          <p14:tracePt t="42286" x="5156200" y="4324350"/>
          <p14:tracePt t="42289" x="5156200" y="4318000"/>
          <p14:tracePt t="42302" x="5156200" y="4305300"/>
          <p14:tracePt t="42319" x="5156200" y="4292600"/>
          <p14:tracePt t="42336" x="5149850" y="4279900"/>
          <p14:tracePt t="42353" x="5124450" y="4260850"/>
          <p14:tracePt t="42369" x="5086350" y="4235450"/>
          <p14:tracePt t="42387" x="5048250" y="4210050"/>
          <p14:tracePt t="42403" x="5003800" y="4152900"/>
          <p14:tracePt t="42419" x="4965700" y="4108450"/>
          <p14:tracePt t="42436" x="4902200" y="4044950"/>
          <p14:tracePt t="42453" x="4806950" y="3949700"/>
          <p14:tracePt t="42469" x="4711700" y="3886200"/>
          <p14:tracePt t="42486" x="4629150" y="3848100"/>
          <p14:tracePt t="42503" x="4572000" y="3829050"/>
          <p14:tracePt t="42519" x="4527550" y="3822700"/>
          <p14:tracePt t="42523" x="4508500" y="3822700"/>
          <p14:tracePt t="42536" x="4489450" y="3822700"/>
          <p14:tracePt t="42553" x="4425950" y="3841750"/>
          <p14:tracePt t="42557" x="4413250" y="3848100"/>
          <p14:tracePt t="42569" x="4368800" y="3867150"/>
          <p14:tracePt t="42587" x="4191000" y="3937000"/>
          <p14:tracePt t="42603" x="4051300" y="3981450"/>
          <p14:tracePt t="42619" x="3854450" y="4032250"/>
          <p14:tracePt t="42636" x="3663950" y="4051300"/>
          <p14:tracePt t="42653" x="3492500" y="4051300"/>
          <p14:tracePt t="42671" x="3409950" y="4064000"/>
          <p14:tracePt t="42686" x="3390900" y="4070350"/>
          <p14:tracePt t="42704" x="3384550" y="4083050"/>
          <p14:tracePt t="42719" x="3384550" y="4102100"/>
          <p14:tracePt t="42737" x="3384550" y="4127500"/>
          <p14:tracePt t="42753" x="3390900" y="4171950"/>
          <p14:tracePt t="42770" x="3403600" y="4222750"/>
          <p14:tracePt t="42774" x="3409950" y="4241800"/>
          <p14:tracePt t="42786" x="3416300" y="4254500"/>
          <p14:tracePt t="42803" x="3435350" y="4273550"/>
          <p14:tracePt t="42819" x="3441700" y="4273550"/>
          <p14:tracePt t="42837" x="3441700" y="4279900"/>
          <p14:tracePt t="42852" x="3454400" y="4286250"/>
          <p14:tracePt t="42869" x="3524250" y="4305300"/>
          <p14:tracePt t="42886" x="3613150" y="4330700"/>
          <p14:tracePt t="42902" x="3752850" y="4362450"/>
          <p14:tracePt t="42919" x="3917950" y="4381500"/>
          <p14:tracePt t="42936" x="4057650" y="4387850"/>
          <p14:tracePt t="42953" x="4159250" y="4387850"/>
          <p14:tracePt t="42969" x="4203700" y="4368800"/>
          <p14:tracePt t="42986" x="4216400" y="4349750"/>
          <p14:tracePt t="43003" x="4216400" y="4337050"/>
          <p14:tracePt t="43007" x="4216400" y="4330700"/>
          <p14:tracePt t="43019" x="4216400" y="4324350"/>
          <p14:tracePt t="43036" x="4216400" y="4311650"/>
          <p14:tracePt t="43039" x="4216400" y="4305300"/>
          <p14:tracePt t="43052" x="4210050" y="4305300"/>
          <p14:tracePt t="43069" x="4203700" y="4292600"/>
          <p14:tracePt t="43298" x="4203700" y="4286250"/>
          <p14:tracePt t="43305" x="4203700" y="4279900"/>
          <p14:tracePt t="43315" x="4203700" y="4273550"/>
          <p14:tracePt t="43322" x="4210050" y="4260850"/>
          <p14:tracePt t="43337" x="4210050" y="4235450"/>
          <p14:tracePt t="43354" x="4210050" y="4229100"/>
          <p14:tracePt t="43369" x="4210050" y="4216400"/>
          <p14:tracePt t="47231" x="4210050" y="4222750"/>
          <p14:tracePt t="47247" x="4210050" y="4229100"/>
          <p14:tracePt t="47351" x="4210050" y="4235450"/>
          <p14:tracePt t="47377" x="4210050" y="4241800"/>
          <p14:tracePt t="47384" x="4210050" y="4248150"/>
          <p14:tracePt t="47403" x="4210050" y="4260850"/>
          <p14:tracePt t="47419" x="4216400" y="4273550"/>
          <p14:tracePt t="47436" x="4216400" y="4292600"/>
          <p14:tracePt t="47453" x="4216400" y="4305300"/>
          <p14:tracePt t="47470" x="4216400" y="4330700"/>
          <p14:tracePt t="47475" x="4216400" y="4343400"/>
          <p14:tracePt t="47486" x="4216400" y="4349750"/>
          <p14:tracePt t="47503" x="4216400" y="4381500"/>
          <p14:tracePt t="47519" x="4216400" y="4394200"/>
          <p14:tracePt t="47537" x="4216400" y="4419600"/>
          <p14:tracePt t="47556" x="4216400" y="4432300"/>
          <p14:tracePt t="47569" x="4216400" y="4445000"/>
          <p14:tracePt t="47586" x="4210050" y="4476750"/>
          <p14:tracePt t="47603" x="4210050" y="4495800"/>
          <p14:tracePt t="47622" x="4210050" y="4508500"/>
          <p14:tracePt t="47625" x="4210050" y="4521200"/>
          <p14:tracePt t="47636" x="4210050" y="4527550"/>
          <p14:tracePt t="47654" x="4210050" y="4540250"/>
          <p14:tracePt t="47658" x="4210050" y="4546600"/>
          <p14:tracePt t="47669" x="4210050" y="4552950"/>
          <p14:tracePt t="47687" x="4210050" y="4559300"/>
          <p14:tracePt t="47703" x="4203700" y="4565650"/>
          <p14:tracePt t="47780" x="4203700" y="4572000"/>
          <p14:tracePt t="47790" x="4203700" y="4578350"/>
          <p14:tracePt t="47804" x="4203700" y="4584700"/>
          <p14:tracePt t="47820" x="4203700" y="4591050"/>
          <p14:tracePt t="47828" x="4203700" y="4597400"/>
          <p14:tracePt t="47836" x="4203700" y="4603750"/>
          <p14:tracePt t="47853" x="4197350" y="4635500"/>
          <p14:tracePt t="47869" x="4197350" y="4654550"/>
          <p14:tracePt t="47886" x="4191000" y="4679950"/>
          <p14:tracePt t="47903" x="4184650" y="4718050"/>
          <p14:tracePt t="47919" x="4184650" y="4749800"/>
          <p14:tracePt t="47923" x="4184650" y="4768850"/>
          <p14:tracePt t="47936" x="4178300" y="4813300"/>
          <p14:tracePt t="47953" x="4178300" y="4851400"/>
          <p14:tracePt t="47956" x="4178300" y="4864100"/>
          <p14:tracePt t="47969" x="4178300" y="4883150"/>
          <p14:tracePt t="47987" x="4171950" y="4927600"/>
          <p14:tracePt t="48003" x="4171950" y="4940300"/>
          <p14:tracePt t="48020" x="4171950" y="4953000"/>
          <p14:tracePt t="48022" x="4165600" y="4953000"/>
          <p14:tracePt t="49181" x="4171950" y="4953000"/>
          <p14:tracePt t="50995" x="4171950" y="4946650"/>
          <p14:tracePt t="51004" x="4178300" y="4940300"/>
          <p14:tracePt t="51012" x="4178300" y="4933950"/>
          <p14:tracePt t="51023" x="4178300" y="4921250"/>
          <p14:tracePt t="51036" x="4178300" y="4883150"/>
          <p14:tracePt t="51053" x="4178300" y="4845050"/>
          <p14:tracePt t="51069" x="4165600" y="4787900"/>
          <p14:tracePt t="51086" x="4146550" y="4743450"/>
          <p14:tracePt t="51103" x="4127500" y="4705350"/>
          <p14:tracePt t="51119" x="4102100" y="4667250"/>
          <p14:tracePt t="51124" x="4095750" y="4648200"/>
          <p14:tracePt t="51136" x="4083050" y="4629150"/>
          <p14:tracePt t="51139" x="4076700" y="4616450"/>
          <p14:tracePt t="51153" x="4057650" y="4597400"/>
          <p14:tracePt t="51157" x="4044950" y="4572000"/>
          <p14:tracePt t="51169" x="4025900" y="4552950"/>
          <p14:tracePt t="51187" x="3943350" y="4451350"/>
          <p14:tracePt t="51203" x="3911600" y="4419600"/>
          <p14:tracePt t="51220" x="3854450" y="4356100"/>
          <p14:tracePt t="51222" x="3822700" y="4330700"/>
          <p14:tracePt t="51237" x="3752850" y="4279900"/>
          <p14:tracePt t="51253" x="3708400" y="4260850"/>
          <p14:tracePt t="51270" x="3676650" y="4254500"/>
          <p14:tracePt t="51286" x="3657600" y="4254500"/>
          <p14:tracePt t="51303" x="3644900" y="4254500"/>
          <p14:tracePt t="51320" x="3619500" y="4254500"/>
          <p14:tracePt t="51336" x="3594100" y="4254500"/>
          <p14:tracePt t="51353" x="3562350" y="4248150"/>
          <p14:tracePt t="51370" x="3530600" y="4241800"/>
          <p14:tracePt t="51386" x="3479800" y="4235450"/>
          <p14:tracePt t="51390" x="3441700" y="4229100"/>
          <p14:tracePt t="51403" x="3422650" y="4229100"/>
          <p14:tracePt t="51419" x="3365500" y="4222750"/>
          <p14:tracePt t="51422" x="3321050" y="4216400"/>
          <p14:tracePt t="51437" x="3295650" y="4210050"/>
          <p14:tracePt t="51452" x="3263900" y="4203700"/>
          <p14:tracePt t="51469" x="3257550" y="4203700"/>
          <p14:tracePt t="51486" x="3225800" y="4203700"/>
          <p14:tracePt t="51503" x="3181350" y="4229100"/>
          <p14:tracePt t="51519" x="3136900" y="4267200"/>
          <p14:tracePt t="51536" x="3048000" y="4349750"/>
          <p14:tracePt t="51553" x="2971800" y="4413250"/>
          <p14:tracePt t="51569" x="2901950" y="4470400"/>
          <p14:tracePt t="51586" x="2819400" y="4533900"/>
          <p14:tracePt t="51603" x="2774950" y="4572000"/>
          <p14:tracePt t="51619" x="2730500" y="4603750"/>
          <p14:tracePt t="51624" x="2724150" y="4616450"/>
          <p14:tracePt t="51636" x="2705100" y="4635500"/>
          <p14:tracePt t="51653" x="2679700" y="4660900"/>
          <p14:tracePt t="51655" x="2673350" y="4673600"/>
          <p14:tracePt t="51669" x="2667000" y="4692650"/>
          <p14:tracePt t="51687" x="2647950" y="4724400"/>
          <p14:tracePt t="51703" x="2647950" y="4743450"/>
          <p14:tracePt t="51719" x="2647950" y="4749800"/>
          <p14:tracePt t="51736" x="2641600" y="4768850"/>
          <p14:tracePt t="51753" x="2641600" y="4781550"/>
          <p14:tracePt t="51770" x="2641600" y="4794250"/>
          <p14:tracePt t="51786" x="2641600" y="4826000"/>
          <p14:tracePt t="51803" x="2641600" y="4845050"/>
          <p14:tracePt t="51820" x="2641600" y="4870450"/>
          <p14:tracePt t="51836" x="2641600" y="4921250"/>
          <p14:tracePt t="51853" x="2641600" y="4959350"/>
          <p14:tracePt t="51870" x="2641600" y="5016500"/>
          <p14:tracePt t="51886" x="2641600" y="5054600"/>
          <p14:tracePt t="51889" x="2647950" y="5067300"/>
          <p14:tracePt t="51903" x="2647950" y="5080000"/>
          <p14:tracePt t="51919" x="2654300" y="5105400"/>
          <p14:tracePt t="51922" x="2667000" y="5130800"/>
          <p14:tracePt t="51936" x="2673350" y="5143500"/>
          <p14:tracePt t="51953" x="2679700" y="5162550"/>
          <p14:tracePt t="51970" x="2686050" y="5181600"/>
          <p14:tracePt t="51986" x="2692400" y="5194300"/>
          <p14:tracePt t="52003" x="2698750" y="5213350"/>
          <p14:tracePt t="52019" x="2711450" y="5251450"/>
          <p14:tracePt t="52036" x="2711450" y="5276850"/>
          <p14:tracePt t="52053" x="2724150" y="5295900"/>
          <p14:tracePt t="52070" x="2730500" y="5321300"/>
          <p14:tracePt t="52086" x="2743200" y="5340350"/>
          <p14:tracePt t="52103" x="2755900" y="5359400"/>
          <p14:tracePt t="52120" x="2774950" y="5372100"/>
          <p14:tracePt t="52124" x="2787650" y="5378450"/>
          <p14:tracePt t="52136" x="2806700" y="5391150"/>
          <p14:tracePt t="52153" x="2870200" y="5397500"/>
          <p14:tracePt t="52156" x="2889250" y="5397500"/>
          <p14:tracePt t="52169" x="2914650" y="5397500"/>
          <p14:tracePt t="52187" x="3149600" y="5321300"/>
          <p14:tracePt t="52203" x="3340100" y="5226050"/>
          <p14:tracePt t="52220" x="3479800" y="5156200"/>
          <p14:tracePt t="52236" x="3600450" y="5092700"/>
          <p14:tracePt t="52253" x="3676650" y="5041900"/>
          <p14:tracePt t="52270" x="3708400" y="5016500"/>
          <p14:tracePt t="52286" x="3727450" y="4991100"/>
          <p14:tracePt t="52303" x="3746500" y="4965700"/>
          <p14:tracePt t="52320" x="3759200" y="4940300"/>
          <p14:tracePt t="52336" x="3778250" y="4889500"/>
          <p14:tracePt t="52353" x="3784600" y="4845050"/>
          <p14:tracePt t="52369" x="3790950" y="4794250"/>
          <p14:tracePt t="52386" x="3790950" y="4737100"/>
          <p14:tracePt t="52389" x="3790950" y="4730750"/>
          <p14:tracePt t="52403" x="3778250" y="4705350"/>
          <p14:tracePt t="52420" x="3765550" y="4660900"/>
          <p14:tracePt t="52423" x="3752850" y="4648200"/>
          <p14:tracePt t="52440" x="3740150" y="4635500"/>
          <p14:tracePt t="52454" x="3727450" y="4622800"/>
          <p14:tracePt t="52470" x="3714750" y="4622800"/>
          <p14:tracePt t="52486" x="3695700" y="4610100"/>
          <p14:tracePt t="52503" x="3670300" y="4610100"/>
          <p14:tracePt t="52520" x="3632200" y="4603750"/>
          <p14:tracePt t="52536" x="3587750" y="4603750"/>
          <p14:tracePt t="52553" x="3568700" y="4597400"/>
          <p14:tracePt t="52572" x="3530600" y="4591050"/>
          <p14:tracePt t="52575" x="3511550" y="4584700"/>
          <p14:tracePt t="52605" x="3498850" y="4584700"/>
          <p14:tracePt t="52608" x="3498850" y="4578350"/>
          <p14:tracePt t="52620" x="3492500" y="4578350"/>
          <p14:tracePt t="52641" x="3486150" y="4578350"/>
          <p14:tracePt t="52652" x="3479800" y="4578350"/>
          <p14:tracePt t="52669" x="3473450" y="4578350"/>
          <p14:tracePt t="52673" x="3460750" y="4578350"/>
          <p14:tracePt t="52687" x="3441700" y="4578350"/>
          <p14:tracePt t="52703" x="3422650" y="4584700"/>
          <p14:tracePt t="52719" x="3384550" y="4610100"/>
          <p14:tracePt t="52736" x="3365500" y="4629150"/>
          <p14:tracePt t="52753" x="3333750" y="4667250"/>
          <p14:tracePt t="52770" x="3321050" y="4692650"/>
          <p14:tracePt t="52786" x="3314700" y="4711700"/>
          <p14:tracePt t="52803" x="3314700" y="4762500"/>
          <p14:tracePt t="52819" x="3314700" y="4794250"/>
          <p14:tracePt t="52836" x="3321050" y="4826000"/>
          <p14:tracePt t="52853" x="3333750" y="4857750"/>
          <p14:tracePt t="52870" x="3365500" y="4895850"/>
          <p14:tracePt t="52874" x="3378200" y="4914900"/>
          <p14:tracePt t="52886" x="3422650" y="4959350"/>
          <p14:tracePt t="52903" x="3460750" y="4984750"/>
          <p14:tracePt t="52906" x="3473450" y="4991100"/>
          <p14:tracePt t="52919" x="3486150" y="4997450"/>
          <p14:tracePt t="52937" x="3556000" y="5022850"/>
          <p14:tracePt t="52953" x="3581400" y="5029200"/>
          <p14:tracePt t="52969" x="3619500" y="5029200"/>
          <p14:tracePt t="52986" x="3657600" y="5029200"/>
          <p14:tracePt t="53003" x="3695700" y="5029200"/>
          <p14:tracePt t="53020" x="3752850" y="5029200"/>
          <p14:tracePt t="53036" x="3810000" y="5022850"/>
          <p14:tracePt t="53053" x="3854450" y="5016500"/>
          <p14:tracePt t="53069" x="3886200" y="5010150"/>
          <p14:tracePt t="53075" x="3898900" y="5010150"/>
          <p14:tracePt t="53086" x="3905250" y="5003800"/>
          <p14:tracePt t="53103" x="3917950" y="5003800"/>
          <p14:tracePt t="53119" x="3924300" y="4997450"/>
          <p14:tracePt t="53465" x="0" y="0"/>
        </p14:tracePtLst>
      </p14:laserTrace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69F77F-37F9-4D27-875F-C40422358846}"/>
              </a:ext>
            </a:extLst>
          </p:cNvPr>
          <p:cNvSpPr>
            <a:spLocks noGrp="1"/>
          </p:cNvSpPr>
          <p:nvPr>
            <p:ph type="title"/>
          </p:nvPr>
        </p:nvSpPr>
        <p:spPr/>
        <p:txBody>
          <a:bodyPr/>
          <a:lstStyle/>
          <a:p>
            <a:r>
              <a:rPr lang="en-US" dirty="0"/>
              <a:t>Reading a file</a:t>
            </a:r>
          </a:p>
        </p:txBody>
      </p:sp>
      <p:sp>
        <p:nvSpPr>
          <p:cNvPr id="5" name="Text Placeholder 4">
            <a:extLst>
              <a:ext uri="{FF2B5EF4-FFF2-40B4-BE49-F238E27FC236}">
                <a16:creationId xmlns:a16="http://schemas.microsoft.com/office/drawing/2014/main" id="{43D7AC0F-F0E6-493C-A32D-5AA0D84712BF}"/>
              </a:ext>
            </a:extLst>
          </p:cNvPr>
          <p:cNvSpPr>
            <a:spLocks noGrp="1"/>
          </p:cNvSpPr>
          <p:nvPr>
            <p:ph type="body" idx="1"/>
          </p:nvPr>
        </p:nvSpPr>
        <p:spPr/>
        <p:txBody>
          <a:bodyPr/>
          <a:lstStyle/>
          <a:p>
            <a:r>
              <a:rPr lang="en-US" i="1" dirty="0">
                <a:cs typeface="Courier New" panose="02070309020205020404" pitchFamily="49" charset="0"/>
              </a:rPr>
              <a:t>File: file_io_forLoop.py</a:t>
            </a:r>
          </a:p>
        </p:txBody>
      </p:sp>
      <p:sp>
        <p:nvSpPr>
          <p:cNvPr id="6" name="Content Placeholder 5">
            <a:extLst>
              <a:ext uri="{FF2B5EF4-FFF2-40B4-BE49-F238E27FC236}">
                <a16:creationId xmlns:a16="http://schemas.microsoft.com/office/drawing/2014/main" id="{91B8D853-2CA6-4050-B253-528BE88DB9FA}"/>
              </a:ext>
            </a:extLst>
          </p:cNvPr>
          <p:cNvSpPr>
            <a:spLocks noGrp="1"/>
          </p:cNvSpPr>
          <p:nvPr>
            <p:ph sz="half" idx="2"/>
          </p:nvPr>
        </p:nvSpPr>
        <p:spPr/>
        <p:txBody>
          <a:bodyPr>
            <a:normAutofit fontScale="40000" lnSpcReduction="20000"/>
          </a:bodyPr>
          <a:lstStyle/>
          <a:p>
            <a:pPr marL="0" indent="0">
              <a:buNone/>
            </a:pPr>
            <a:r>
              <a:rPr lang="en-US" sz="5600" dirty="0" err="1">
                <a:latin typeface="Courier New" panose="02070309020205020404" pitchFamily="49" charset="0"/>
                <a:cs typeface="Courier New" panose="02070309020205020404" pitchFamily="49" charset="0"/>
              </a:rPr>
              <a:t>txtfile</a:t>
            </a:r>
            <a:r>
              <a:rPr lang="en-US" sz="5600" dirty="0">
                <a:latin typeface="Courier New" panose="02070309020205020404" pitchFamily="49" charset="0"/>
                <a:cs typeface="Courier New" panose="02070309020205020404" pitchFamily="49" charset="0"/>
              </a:rPr>
              <a:t> = open("</a:t>
            </a:r>
            <a:r>
              <a:rPr lang="en-US" sz="5600" dirty="0" err="1">
                <a:latin typeface="Courier New" panose="02070309020205020404" pitchFamily="49" charset="0"/>
                <a:cs typeface="Courier New" panose="02070309020205020404" pitchFamily="49" charset="0"/>
              </a:rPr>
              <a:t>test_text.txt","r</a:t>
            </a:r>
            <a:r>
              <a:rPr lang="en-US" sz="5600" dirty="0">
                <a:latin typeface="Courier New" panose="02070309020205020404" pitchFamily="49" charset="0"/>
                <a:cs typeface="Courier New" panose="02070309020205020404" pitchFamily="49" charset="0"/>
              </a:rPr>
              <a:t>")</a:t>
            </a:r>
          </a:p>
          <a:p>
            <a:pPr marL="0" indent="0">
              <a:buNone/>
            </a:pPr>
            <a:endParaRPr lang="en-US" sz="5600" dirty="0">
              <a:latin typeface="Courier New" panose="02070309020205020404" pitchFamily="49" charset="0"/>
              <a:cs typeface="Courier New" panose="02070309020205020404" pitchFamily="49" charset="0"/>
            </a:endParaRPr>
          </a:p>
          <a:p>
            <a:pPr marL="0" indent="0">
              <a:buNone/>
            </a:pPr>
            <a:r>
              <a:rPr lang="en-US" sz="5600" dirty="0">
                <a:latin typeface="Courier New" panose="02070309020205020404" pitchFamily="49" charset="0"/>
                <a:cs typeface="Courier New" panose="02070309020205020404" pitchFamily="49" charset="0"/>
              </a:rPr>
              <a:t>for </a:t>
            </a:r>
            <a:r>
              <a:rPr lang="en-US" sz="5600" dirty="0" err="1">
                <a:latin typeface="Courier New" panose="02070309020205020404" pitchFamily="49" charset="0"/>
                <a:cs typeface="Courier New" panose="02070309020205020404" pitchFamily="49" charset="0"/>
              </a:rPr>
              <a:t>aline</a:t>
            </a:r>
            <a:r>
              <a:rPr lang="en-US" sz="5600" dirty="0">
                <a:latin typeface="Courier New" panose="02070309020205020404" pitchFamily="49" charset="0"/>
                <a:cs typeface="Courier New" panose="02070309020205020404" pitchFamily="49" charset="0"/>
              </a:rPr>
              <a:t> in </a:t>
            </a:r>
            <a:r>
              <a:rPr lang="en-US" sz="5600" dirty="0" err="1">
                <a:latin typeface="Courier New" panose="02070309020205020404" pitchFamily="49" charset="0"/>
                <a:cs typeface="Courier New" panose="02070309020205020404" pitchFamily="49" charset="0"/>
              </a:rPr>
              <a:t>txtfile</a:t>
            </a:r>
            <a:r>
              <a:rPr lang="en-US" sz="5600" dirty="0">
                <a:latin typeface="Courier New" panose="02070309020205020404" pitchFamily="49" charset="0"/>
                <a:cs typeface="Courier New" panose="02070309020205020404" pitchFamily="49" charset="0"/>
              </a:rPr>
              <a:t>:</a:t>
            </a:r>
          </a:p>
          <a:p>
            <a:pPr marL="0" indent="0">
              <a:buNone/>
            </a:pPr>
            <a:r>
              <a:rPr lang="en-US" sz="5600" dirty="0">
                <a:latin typeface="Courier New" panose="02070309020205020404" pitchFamily="49" charset="0"/>
                <a:cs typeface="Courier New" panose="02070309020205020404" pitchFamily="49" charset="0"/>
              </a:rPr>
              <a:t>    values = </a:t>
            </a:r>
            <a:r>
              <a:rPr lang="en-US" sz="5600" dirty="0" err="1">
                <a:latin typeface="Courier New" panose="02070309020205020404" pitchFamily="49" charset="0"/>
                <a:cs typeface="Courier New" panose="02070309020205020404" pitchFamily="49" charset="0"/>
              </a:rPr>
              <a:t>aline.split</a:t>
            </a:r>
            <a:r>
              <a:rPr lang="en-US" sz="5600" dirty="0">
                <a:latin typeface="Courier New" panose="02070309020205020404" pitchFamily="49" charset="0"/>
                <a:cs typeface="Courier New" panose="02070309020205020404" pitchFamily="49" charset="0"/>
              </a:rPr>
              <a:t>()</a:t>
            </a:r>
          </a:p>
          <a:p>
            <a:pPr marL="0" indent="0">
              <a:buNone/>
            </a:pPr>
            <a:r>
              <a:rPr lang="en-US" sz="5600" dirty="0">
                <a:latin typeface="Courier New" panose="02070309020205020404" pitchFamily="49" charset="0"/>
                <a:cs typeface="Courier New" panose="02070309020205020404" pitchFamily="49" charset="0"/>
              </a:rPr>
              <a:t>    if </a:t>
            </a:r>
            <a:r>
              <a:rPr lang="en-US" sz="5600" dirty="0" err="1">
                <a:latin typeface="Courier New" panose="02070309020205020404" pitchFamily="49" charset="0"/>
                <a:cs typeface="Courier New" panose="02070309020205020404" pitchFamily="49" charset="0"/>
              </a:rPr>
              <a:t>len</a:t>
            </a:r>
            <a:r>
              <a:rPr lang="en-US" sz="5600" dirty="0">
                <a:latin typeface="Courier New" panose="02070309020205020404" pitchFamily="49" charset="0"/>
                <a:cs typeface="Courier New" panose="02070309020205020404" pitchFamily="49" charset="0"/>
              </a:rPr>
              <a:t>(values) &gt; 10:</a:t>
            </a:r>
          </a:p>
          <a:p>
            <a:pPr marL="0" indent="0">
              <a:buNone/>
            </a:pPr>
            <a:r>
              <a:rPr lang="en-US" sz="5600" dirty="0">
                <a:latin typeface="Courier New" panose="02070309020205020404" pitchFamily="49" charset="0"/>
                <a:cs typeface="Courier New" panose="02070309020205020404" pitchFamily="49" charset="0"/>
              </a:rPr>
              <a:t>        print('some text', values[0], values[1], ' and also ', values[10] )</a:t>
            </a:r>
          </a:p>
          <a:p>
            <a:pPr marL="0" indent="0">
              <a:buNone/>
            </a:pPr>
            <a:endParaRPr lang="en-US" sz="5600" dirty="0">
              <a:latin typeface="Courier New" panose="02070309020205020404" pitchFamily="49" charset="0"/>
              <a:cs typeface="Courier New" panose="02070309020205020404" pitchFamily="49" charset="0"/>
            </a:endParaRPr>
          </a:p>
          <a:p>
            <a:pPr marL="0" indent="0">
              <a:buNone/>
            </a:pPr>
            <a:r>
              <a:rPr lang="en-US" sz="5600" dirty="0" err="1">
                <a:latin typeface="Courier New" panose="02070309020205020404" pitchFamily="49" charset="0"/>
                <a:cs typeface="Courier New" panose="02070309020205020404" pitchFamily="49" charset="0"/>
              </a:rPr>
              <a:t>txtfile.close</a:t>
            </a:r>
            <a:r>
              <a:rPr lang="en-US" sz="5600" dirty="0">
                <a:latin typeface="Courier New" panose="02070309020205020404" pitchFamily="49" charset="0"/>
                <a:cs typeface="Courier New" panose="02070309020205020404" pitchFamily="49" charset="0"/>
              </a:rPr>
              <a:t>()</a:t>
            </a:r>
          </a:p>
          <a:p>
            <a:endParaRPr lang="en-US" dirty="0"/>
          </a:p>
        </p:txBody>
      </p:sp>
      <p:sp>
        <p:nvSpPr>
          <p:cNvPr id="7" name="Text Placeholder 6">
            <a:extLst>
              <a:ext uri="{FF2B5EF4-FFF2-40B4-BE49-F238E27FC236}">
                <a16:creationId xmlns:a16="http://schemas.microsoft.com/office/drawing/2014/main" id="{61B9B050-7EE9-4B64-BED1-84E616562516}"/>
              </a:ext>
            </a:extLst>
          </p:cNvPr>
          <p:cNvSpPr>
            <a:spLocks noGrp="1"/>
          </p:cNvSpPr>
          <p:nvPr>
            <p:ph type="body" sz="quarter" idx="3"/>
          </p:nvPr>
        </p:nvSpPr>
        <p:spPr/>
        <p:txBody>
          <a:bodyPr/>
          <a:lstStyle/>
          <a:p>
            <a:r>
              <a:rPr lang="nl-BE" dirty="0" err="1"/>
              <a:t>result</a:t>
            </a:r>
            <a:endParaRPr lang="en-US" dirty="0"/>
          </a:p>
        </p:txBody>
      </p:sp>
      <p:sp>
        <p:nvSpPr>
          <p:cNvPr id="8" name="Content Placeholder 7">
            <a:extLst>
              <a:ext uri="{FF2B5EF4-FFF2-40B4-BE49-F238E27FC236}">
                <a16:creationId xmlns:a16="http://schemas.microsoft.com/office/drawing/2014/main" id="{06BBD00E-37C8-4027-8CB0-8B3D80A46529}"/>
              </a:ext>
            </a:extLst>
          </p:cNvPr>
          <p:cNvSpPr>
            <a:spLocks noGrp="1"/>
          </p:cNvSpPr>
          <p:nvPr>
            <p:ph sz="quarter" idx="4"/>
          </p:nvPr>
        </p:nvSpPr>
        <p:spPr/>
        <p:txBody>
          <a:bodyPr>
            <a:noAutofit/>
          </a:bodyPr>
          <a:lstStyle/>
          <a:p>
            <a:pPr marL="0" indent="0">
              <a:spcBef>
                <a:spcPts val="0"/>
              </a:spcBef>
              <a:buNone/>
            </a:pPr>
            <a:r>
              <a:rPr lang="en-US" sz="1200" dirty="0">
                <a:latin typeface="Courier New" panose="02070309020205020404" pitchFamily="49" charset="0"/>
                <a:cs typeface="Courier New" panose="02070309020205020404" pitchFamily="49" charset="0"/>
              </a:rPr>
              <a:t>some text Lorem ipsum  and also  </a:t>
            </a:r>
            <a:r>
              <a:rPr lang="en-US" sz="1200" dirty="0" err="1">
                <a:latin typeface="Courier New" panose="02070309020205020404" pitchFamily="49" charset="0"/>
                <a:cs typeface="Courier New" panose="02070309020205020404" pitchFamily="49" charset="0"/>
              </a:rPr>
              <a:t>quam</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Mauris</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venenatis</a:t>
            </a:r>
            <a:r>
              <a:rPr lang="en-US" sz="1200" dirty="0">
                <a:latin typeface="Courier New" panose="02070309020205020404" pitchFamily="49" charset="0"/>
                <a:cs typeface="Courier New" panose="02070309020205020404" pitchFamily="49" charset="0"/>
              </a:rPr>
              <a:t>  and also  Cras</a:t>
            </a:r>
          </a:p>
          <a:p>
            <a:pPr marL="0" indent="0">
              <a:spcBef>
                <a:spcPts val="0"/>
              </a:spcBef>
              <a:buNone/>
            </a:pPr>
            <a:r>
              <a:rPr lang="en-US" sz="1200" dirty="0">
                <a:latin typeface="Courier New" panose="02070309020205020404" pitchFamily="49" charset="0"/>
                <a:cs typeface="Courier New" panose="02070309020205020404" pitchFamily="49" charset="0"/>
              </a:rPr>
              <a:t>some text Nunc dictum,  and also  vel</a:t>
            </a: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Aenean</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accumsan</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varius</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Curabitur</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commodo</a:t>
            </a:r>
            <a:r>
              <a:rPr lang="en-US" sz="1200" dirty="0">
                <a:latin typeface="Courier New" panose="02070309020205020404" pitchFamily="49" charset="0"/>
                <a:cs typeface="Courier New" panose="02070309020205020404" pitchFamily="49" charset="0"/>
              </a:rPr>
              <a:t>  and also  id</a:t>
            </a:r>
          </a:p>
          <a:p>
            <a:pPr marL="0" indent="0">
              <a:spcBef>
                <a:spcPts val="0"/>
              </a:spcBef>
              <a:buNone/>
            </a:pPr>
            <a:r>
              <a:rPr lang="en-US" sz="1200" dirty="0">
                <a:latin typeface="Courier New" panose="02070309020205020404" pitchFamily="49" charset="0"/>
                <a:cs typeface="Courier New" panose="02070309020205020404" pitchFamily="49" charset="0"/>
              </a:rPr>
              <a:t>some text In </a:t>
            </a:r>
            <a:r>
              <a:rPr lang="en-US" sz="1200" dirty="0" err="1">
                <a:latin typeface="Courier New" panose="02070309020205020404" pitchFamily="49" charset="0"/>
                <a:cs typeface="Courier New" panose="02070309020205020404" pitchFamily="49" charset="0"/>
              </a:rPr>
              <a:t>faucibus</a:t>
            </a:r>
            <a:r>
              <a:rPr lang="en-US" sz="1200" dirty="0">
                <a:latin typeface="Courier New" panose="02070309020205020404" pitchFamily="49" charset="0"/>
                <a:cs typeface="Courier New" panose="02070309020205020404" pitchFamily="49" charset="0"/>
              </a:rPr>
              <a:t>  and also  diam.</a:t>
            </a: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Orci</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varius</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ridiculus</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Curabitur</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interdum</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nulla</a:t>
            </a:r>
            <a:r>
              <a:rPr lang="en-US" sz="1200" dirty="0">
                <a:latin typeface="Courier New" panose="02070309020205020404" pitchFamily="49" charset="0"/>
                <a:cs typeface="Courier New" panose="02070309020205020404" pitchFamily="49" charset="0"/>
              </a:rPr>
              <a:t>,</a:t>
            </a: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Aliquam</a:t>
            </a:r>
            <a:r>
              <a:rPr lang="en-US" sz="1200" dirty="0">
                <a:latin typeface="Courier New" panose="02070309020205020404" pitchFamily="49" charset="0"/>
                <a:cs typeface="Courier New" panose="02070309020205020404" pitchFamily="49" charset="0"/>
              </a:rPr>
              <a:t> vitae  and also  </a:t>
            </a:r>
            <a:r>
              <a:rPr lang="en-US" sz="1200" dirty="0" err="1">
                <a:latin typeface="Courier New" panose="02070309020205020404" pitchFamily="49" charset="0"/>
                <a:cs typeface="Courier New" panose="02070309020205020404" pitchFamily="49" charset="0"/>
              </a:rPr>
              <a:t>nibh</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Phasellus</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posuere</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mollis</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Sed </a:t>
            </a:r>
            <a:r>
              <a:rPr lang="en-US" sz="1200" dirty="0" err="1">
                <a:latin typeface="Courier New" panose="02070309020205020404" pitchFamily="49" charset="0"/>
                <a:cs typeface="Courier New" panose="02070309020205020404" pitchFamily="49" charset="0"/>
              </a:rPr>
              <a:t>malesuada</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sodales</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Nulla</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condimentum</a:t>
            </a:r>
            <a:r>
              <a:rPr lang="en-US" sz="1200" dirty="0">
                <a:latin typeface="Courier New" panose="02070309020205020404" pitchFamily="49" charset="0"/>
                <a:cs typeface="Courier New" panose="02070309020205020404" pitchFamily="49" charset="0"/>
              </a:rPr>
              <a:t>  and also  vel</a:t>
            </a:r>
          </a:p>
          <a:p>
            <a:pPr marL="0" indent="0">
              <a:spcBef>
                <a:spcPts val="0"/>
              </a:spcBef>
              <a:buNone/>
            </a:pPr>
            <a:r>
              <a:rPr lang="en-US" sz="1200" dirty="0">
                <a:latin typeface="Courier New" panose="02070309020205020404" pitchFamily="49" charset="0"/>
                <a:cs typeface="Courier New" panose="02070309020205020404" pitchFamily="49" charset="0"/>
              </a:rPr>
              <a:t>some text Cras et  and also  nisi</a:t>
            </a:r>
          </a:p>
          <a:p>
            <a:pPr marL="0" indent="0">
              <a:spcBef>
                <a:spcPts val="0"/>
              </a:spcBef>
              <a:buNone/>
            </a:pPr>
            <a:r>
              <a:rPr lang="en-US" sz="1200" dirty="0">
                <a:latin typeface="Courier New" panose="02070309020205020404" pitchFamily="49" charset="0"/>
                <a:cs typeface="Courier New" panose="02070309020205020404" pitchFamily="49" charset="0"/>
              </a:rPr>
              <a:t>some text Vestibulum vel  and also  </a:t>
            </a:r>
            <a:r>
              <a:rPr lang="en-US" sz="1200" dirty="0" err="1">
                <a:latin typeface="Courier New" panose="02070309020205020404" pitchFamily="49" charset="0"/>
                <a:cs typeface="Courier New" panose="02070309020205020404" pitchFamily="49" charset="0"/>
              </a:rPr>
              <a:t>ut</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Suspendisse</a:t>
            </a:r>
            <a:r>
              <a:rPr lang="en-US" sz="1200" dirty="0">
                <a:latin typeface="Courier New" panose="02070309020205020404" pitchFamily="49" charset="0"/>
                <a:cs typeface="Courier New" panose="02070309020205020404" pitchFamily="49" charset="0"/>
              </a:rPr>
              <a:t> id  and also  </a:t>
            </a:r>
            <a:r>
              <a:rPr lang="en-US" sz="1200" dirty="0" err="1">
                <a:latin typeface="Courier New" panose="02070309020205020404" pitchFamily="49" charset="0"/>
                <a:cs typeface="Courier New" panose="02070309020205020404" pitchFamily="49" charset="0"/>
              </a:rPr>
              <a:t>tincidunt</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Nulla</a:t>
            </a:r>
            <a:r>
              <a:rPr lang="en-US" sz="1200" dirty="0">
                <a:latin typeface="Courier New" panose="02070309020205020404" pitchFamily="49" charset="0"/>
                <a:cs typeface="Courier New" panose="02070309020205020404" pitchFamily="49" charset="0"/>
              </a:rPr>
              <a:t> sed  and also  </a:t>
            </a:r>
            <a:r>
              <a:rPr lang="en-US" sz="1200" dirty="0" err="1">
                <a:latin typeface="Courier New" panose="02070309020205020404" pitchFamily="49" charset="0"/>
                <a:cs typeface="Courier New" panose="02070309020205020404" pitchFamily="49" charset="0"/>
              </a:rPr>
              <a:t>urna</a:t>
            </a:r>
            <a:endParaRPr lang="en-US" sz="1200" dirty="0">
              <a:latin typeface="Courier New" panose="02070309020205020404" pitchFamily="49" charset="0"/>
              <a:cs typeface="Courier New" panose="02070309020205020404" pitchFamily="49" charset="0"/>
            </a:endParaRPr>
          </a:p>
          <a:p>
            <a:pPr marL="0" indent="0">
              <a:spcBef>
                <a:spcPts val="0"/>
              </a:spcBef>
              <a:buNone/>
            </a:pPr>
            <a:r>
              <a:rPr lang="en-US" sz="1200" dirty="0">
                <a:latin typeface="Courier New" panose="02070309020205020404" pitchFamily="49" charset="0"/>
                <a:cs typeface="Courier New" panose="02070309020205020404" pitchFamily="49" charset="0"/>
              </a:rPr>
              <a:t>some text </a:t>
            </a:r>
            <a:r>
              <a:rPr lang="en-US" sz="1200" dirty="0" err="1">
                <a:latin typeface="Courier New" panose="02070309020205020404" pitchFamily="49" charset="0"/>
                <a:cs typeface="Courier New" panose="02070309020205020404" pitchFamily="49" charset="0"/>
              </a:rPr>
              <a:t>Donec</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tristique</a:t>
            </a:r>
            <a:r>
              <a:rPr lang="en-US" sz="1200" dirty="0">
                <a:latin typeface="Courier New" panose="02070309020205020404" pitchFamily="49" charset="0"/>
                <a:cs typeface="Courier New" panose="02070309020205020404" pitchFamily="49" charset="0"/>
              </a:rPr>
              <a:t>  and also  </a:t>
            </a:r>
            <a:r>
              <a:rPr lang="en-US" sz="1200" dirty="0" err="1">
                <a:latin typeface="Courier New" panose="02070309020205020404" pitchFamily="49" charset="0"/>
                <a:cs typeface="Courier New" panose="02070309020205020404" pitchFamily="49" charset="0"/>
              </a:rPr>
              <a:t>Donec</a:t>
            </a:r>
            <a:endParaRPr 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64505959"/>
      </p:ext>
    </p:extLst>
  </p:cSld>
  <p:clrMapOvr>
    <a:masterClrMapping/>
  </p:clrMapOvr>
  <mc:AlternateContent xmlns:mc="http://schemas.openxmlformats.org/markup-compatibility/2006" xmlns:p14="http://schemas.microsoft.com/office/powerpoint/2010/main">
    <mc:Choice Requires="p14">
      <p:transition spd="slow" p14:dur="2000" advTm="90102"/>
    </mc:Choice>
    <mc:Fallback xmlns="">
      <p:transition spd="slow" advTm="90102"/>
    </mc:Fallback>
  </mc:AlternateContent>
  <p:extLst>
    <p:ext uri="{3A86A75C-4F4B-4683-9AE1-C65F6400EC91}">
      <p14:laserTraceLst xmlns:p14="http://schemas.microsoft.com/office/powerpoint/2010/main">
        <p14:tracePtLst>
          <p14:tracePt t="1415" x="4064000" y="4222750"/>
          <p14:tracePt t="1786" x="4064000" y="4216400"/>
          <p14:tracePt t="1796" x="4064000" y="4203700"/>
          <p14:tracePt t="1801" x="4064000" y="4191000"/>
          <p14:tracePt t="1814" x="4064000" y="4178300"/>
          <p14:tracePt t="1831" x="4064000" y="4146550"/>
          <p14:tracePt t="1833" x="4064000" y="4133850"/>
          <p14:tracePt t="1847" x="4064000" y="4127500"/>
          <p14:tracePt t="1865" x="4064000" y="4114800"/>
          <p14:tracePt t="1946" x="4064000" y="4102100"/>
          <p14:tracePt t="1964" x="4064000" y="4064000"/>
          <p14:tracePt t="1981" x="4064000" y="4013200"/>
          <p14:tracePt t="1998" x="4057650" y="3917950"/>
          <p14:tracePt t="2002" x="4051300" y="3873500"/>
          <p14:tracePt t="2014" x="4044950" y="3822700"/>
          <p14:tracePt t="2032" x="4038600" y="3733800"/>
          <p14:tracePt t="2036" x="4038600" y="3714750"/>
          <p14:tracePt t="2047" x="4032250" y="3676650"/>
          <p14:tracePt t="2064" x="4019550" y="3613150"/>
          <p14:tracePt t="2067" x="4019550" y="3600450"/>
          <p14:tracePt t="2081" x="4006850" y="3575050"/>
          <p14:tracePt t="2097" x="4000500" y="3536950"/>
          <p14:tracePt t="2099" x="4000500" y="3517900"/>
          <p14:tracePt t="2115" x="3987800" y="3492500"/>
          <p14:tracePt t="2131" x="3981450" y="3467100"/>
          <p14:tracePt t="2148" x="3975100" y="3435350"/>
          <p14:tracePt t="2164" x="3962400" y="3409950"/>
          <p14:tracePt t="2181" x="3956050" y="3378200"/>
          <p14:tracePt t="2197" x="3943350" y="3340100"/>
          <p14:tracePt t="2214" x="3924300" y="3314700"/>
          <p14:tracePt t="2231" x="3905250" y="3282950"/>
          <p14:tracePt t="2235" x="3898900" y="3263900"/>
          <p14:tracePt t="2247" x="3886200" y="3232150"/>
          <p14:tracePt t="2264" x="3867150" y="3200400"/>
          <p14:tracePt t="2268" x="3848100" y="3168650"/>
          <p14:tracePt t="2281" x="3822700" y="3143250"/>
          <p14:tracePt t="2298" x="3790950" y="3105150"/>
          <p14:tracePt t="2302" x="3771900" y="3079750"/>
          <p14:tracePt t="2314" x="3759200" y="3067050"/>
          <p14:tracePt t="2331" x="3721100" y="3035300"/>
          <p14:tracePt t="2334" x="3695700" y="3016250"/>
          <p14:tracePt t="2347" x="3683000" y="3003550"/>
          <p14:tracePt t="2365" x="3625850" y="2959100"/>
          <p14:tracePt t="2381" x="3594100" y="2933700"/>
          <p14:tracePt t="2398" x="3568700" y="2914650"/>
          <p14:tracePt t="2414" x="3524250" y="2882900"/>
          <p14:tracePt t="2431" x="3460750" y="2851150"/>
          <p14:tracePt t="2448" x="3409950" y="2825750"/>
          <p14:tracePt t="2464" x="3295650" y="2768600"/>
          <p14:tracePt t="2481" x="3168650" y="2717800"/>
          <p14:tracePt t="2498" x="3079750" y="2692400"/>
          <p14:tracePt t="2501" x="3041650" y="2679700"/>
          <p14:tracePt t="2514" x="2927350" y="2647950"/>
          <p14:tracePt t="2531" x="2838450" y="2628900"/>
          <p14:tracePt t="2547" x="2717800" y="2603500"/>
          <p14:tracePt t="2564" x="2654300" y="2590800"/>
          <p14:tracePt t="2581" x="2590800" y="2584450"/>
          <p14:tracePt t="2583" x="2520950" y="2565400"/>
          <p14:tracePt t="2597" x="2501900" y="2565400"/>
          <p14:tracePt t="2615" x="2438400" y="2546350"/>
          <p14:tracePt t="2631" x="2387600" y="2540000"/>
          <p14:tracePt t="2648" x="2298700" y="2514600"/>
          <p14:tracePt t="2664" x="2247900" y="2501900"/>
          <p14:tracePt t="2681" x="2178050" y="2482850"/>
          <p14:tracePt t="2698" x="2108200" y="2470150"/>
          <p14:tracePt t="2704" x="2076450" y="2463800"/>
          <p14:tracePt t="2714" x="2032000" y="2457450"/>
          <p14:tracePt t="2720" x="1987550" y="2451100"/>
          <p14:tracePt t="2731" x="1949450" y="2451100"/>
          <p14:tracePt t="2747" x="1822450" y="2444750"/>
          <p14:tracePt t="2764" x="1752600" y="2438400"/>
          <p14:tracePt t="2768" x="1727200" y="2438400"/>
          <p14:tracePt t="2781" x="1695450" y="2438400"/>
          <p14:tracePt t="2798" x="1625600" y="2438400"/>
          <p14:tracePt t="2800" x="1600200" y="2438400"/>
          <p14:tracePt t="2814" x="1574800" y="2438400"/>
          <p14:tracePt t="2831" x="1511300" y="2438400"/>
          <p14:tracePt t="2836" x="1485900" y="2438400"/>
          <p14:tracePt t="2848" x="1447800" y="2444750"/>
          <p14:tracePt t="2865" x="1384300" y="2457450"/>
          <p14:tracePt t="2883" x="1346200" y="2463800"/>
          <p14:tracePt t="2898" x="1333500" y="2470150"/>
          <p14:tracePt t="2916" x="1301750" y="2476500"/>
          <p14:tracePt t="2931" x="1282700" y="2476500"/>
          <p14:tracePt t="2949" x="1238250" y="2482850"/>
          <p14:tracePt t="2964" x="1206500" y="2489200"/>
          <p14:tracePt t="2982" x="1149350" y="2495550"/>
          <p14:tracePt t="2986" x="1130300" y="2501900"/>
          <p14:tracePt t="2998" x="1117600" y="2501900"/>
          <p14:tracePt t="3014" x="1079500" y="2520950"/>
          <p14:tracePt t="3017" x="1054100" y="2533650"/>
          <p14:tracePt t="3031" x="1047750" y="2540000"/>
          <p14:tracePt t="3048" x="1028700" y="2552700"/>
          <p14:tracePt t="3050" x="1022350" y="2559050"/>
          <p14:tracePt t="3065" x="1009650" y="2578100"/>
          <p14:tracePt t="3081" x="984250" y="2603500"/>
          <p14:tracePt t="3085" x="977900" y="2609850"/>
          <p14:tracePt t="3098" x="971550" y="2628900"/>
          <p14:tracePt t="3115" x="946150" y="2667000"/>
          <p14:tracePt t="3131" x="927100" y="2705100"/>
          <p14:tracePt t="3147" x="901700" y="2743200"/>
          <p14:tracePt t="3164" x="882650" y="2787650"/>
          <p14:tracePt t="3181" x="857250" y="2851150"/>
          <p14:tracePt t="3198" x="850900" y="2876550"/>
          <p14:tracePt t="3214" x="850900" y="2901950"/>
          <p14:tracePt t="3231" x="850900" y="2927350"/>
          <p14:tracePt t="3247" x="850900" y="2965450"/>
          <p14:tracePt t="3264" x="857250" y="3003550"/>
          <p14:tracePt t="3281" x="876300" y="3035300"/>
          <p14:tracePt t="3284" x="889000" y="3060700"/>
          <p14:tracePt t="3297" x="914400" y="3086100"/>
          <p14:tracePt t="3315" x="984250" y="3143250"/>
          <p14:tracePt t="3331" x="1028700" y="3175000"/>
          <p14:tracePt t="3347" x="1041400" y="3181350"/>
          <p14:tracePt t="3351" x="1092200" y="3194050"/>
          <p14:tracePt t="3365" x="1162050" y="3206750"/>
          <p14:tracePt t="3381" x="1276350" y="3206750"/>
          <p14:tracePt t="3398" x="1422400" y="3206750"/>
          <p14:tracePt t="3414" x="1517650" y="3206750"/>
          <p14:tracePt t="3431" x="1695450" y="3200400"/>
          <p14:tracePt t="3448" x="1860550" y="3194050"/>
          <p14:tracePt t="3464" x="1968500" y="3194050"/>
          <p14:tracePt t="3481" x="2057400" y="3194050"/>
          <p14:tracePt t="3485" x="2070100" y="3194050"/>
          <p14:tracePt t="3498" x="2101850" y="3194050"/>
          <p14:tracePt t="3514" x="2171700" y="3194050"/>
          <p14:tracePt t="3517" x="2216150" y="3194050"/>
          <p14:tracePt t="3531" x="2273300" y="3194050"/>
          <p14:tracePt t="3549" x="2387600" y="3175000"/>
          <p14:tracePt t="3565" x="2546350" y="3136900"/>
          <p14:tracePt t="3580" x="2654300" y="3117850"/>
          <p14:tracePt t="3597" x="2774950" y="3105150"/>
          <p14:tracePt t="3615" x="2838450" y="3098800"/>
          <p14:tracePt t="3631" x="2952750" y="3086100"/>
          <p14:tracePt t="3648" x="3060700" y="3079750"/>
          <p14:tracePt t="3664" x="3181350" y="3073400"/>
          <p14:tracePt t="3681" x="3302000" y="3060700"/>
          <p14:tracePt t="3698" x="3359150" y="3048000"/>
          <p14:tracePt t="3714" x="3454400" y="3022600"/>
          <p14:tracePt t="3731" x="3517900" y="2997200"/>
          <p14:tracePt t="3748" x="3549650" y="2971800"/>
          <p14:tracePt t="3752" x="3562350" y="2952750"/>
          <p14:tracePt t="3764" x="3562350" y="2946400"/>
          <p14:tracePt t="3781" x="3575050" y="2927350"/>
          <p14:tracePt t="3783" x="3575050" y="2914650"/>
          <p14:tracePt t="3797" x="3575050" y="2895600"/>
          <p14:tracePt t="3815" x="3568700" y="2876550"/>
          <p14:tracePt t="3831" x="3549650" y="2851150"/>
          <p14:tracePt t="3847" x="3524250" y="2825750"/>
          <p14:tracePt t="3864" x="3479800" y="2800350"/>
          <p14:tracePt t="3881" x="3448050" y="2781300"/>
          <p14:tracePt t="3897" x="3365500" y="2743200"/>
          <p14:tracePt t="3914" x="3257550" y="2705100"/>
          <p14:tracePt t="3931" x="3124200" y="2667000"/>
          <p14:tracePt t="3948" x="3041650" y="2654300"/>
          <p14:tracePt t="3964" x="2889250" y="2635250"/>
          <p14:tracePt t="3981" x="2743200" y="2622550"/>
          <p14:tracePt t="3998" x="2628900" y="2616200"/>
          <p14:tracePt t="4014" x="2546350" y="2616200"/>
          <p14:tracePt t="4017" x="2520950" y="2616200"/>
          <p14:tracePt t="4031" x="2501900" y="2616200"/>
          <p14:tracePt t="4048" x="2444750" y="2616200"/>
          <p14:tracePt t="4050" x="2400300" y="2622550"/>
          <p14:tracePt t="4065" x="2362200" y="2635250"/>
          <p14:tracePt t="4081" x="2286000" y="2654300"/>
          <p14:tracePt t="4097" x="2184400" y="2686050"/>
          <p14:tracePt t="4114" x="2127250" y="2711450"/>
          <p14:tracePt t="4131" x="2025650" y="2755900"/>
          <p14:tracePt t="4148" x="1981200" y="2774950"/>
          <p14:tracePt t="4164" x="1911350" y="2813050"/>
          <p14:tracePt t="4181" x="1885950" y="2832100"/>
          <p14:tracePt t="4198" x="1866900" y="2851150"/>
          <p14:tracePt t="4214" x="1847850" y="2882900"/>
          <p14:tracePt t="4231" x="1835150" y="2895600"/>
          <p14:tracePt t="4247" x="1828800" y="2921000"/>
          <p14:tracePt t="4264" x="1816100" y="2965450"/>
          <p14:tracePt t="4281" x="1816100" y="3003550"/>
          <p14:tracePt t="4285" x="1816100" y="3016250"/>
          <p14:tracePt t="4297" x="1816100" y="3035300"/>
          <p14:tracePt t="4315" x="1822450" y="3098800"/>
          <p14:tracePt t="4331" x="1847850" y="3162300"/>
          <p14:tracePt t="4348" x="1854200" y="3194050"/>
          <p14:tracePt t="4364" x="1873250" y="3206750"/>
          <p14:tracePt t="4381" x="1879600" y="3219450"/>
          <p14:tracePt t="4398" x="1892300" y="3232150"/>
          <p14:tracePt t="4414" x="1898650" y="3244850"/>
          <p14:tracePt t="4431" x="1917700" y="3263900"/>
          <p14:tracePt t="4447" x="1936750" y="3276600"/>
          <p14:tracePt t="4464" x="1981200" y="3295650"/>
          <p14:tracePt t="4481" x="2006600" y="3308350"/>
          <p14:tracePt t="4498" x="2044700" y="3321050"/>
          <p14:tracePt t="4514" x="2082800" y="3333750"/>
          <p14:tracePt t="4519" x="2101850" y="3333750"/>
          <p14:tracePt t="4532" x="2114550" y="3340100"/>
          <p14:tracePt t="4536" x="2139950" y="3346450"/>
          <p14:tracePt t="4547" x="2152650" y="3346450"/>
          <p14:tracePt t="4565" x="2203450" y="3352800"/>
          <p14:tracePt t="4581" x="2216150" y="3352800"/>
          <p14:tracePt t="4599" x="2235200" y="3352800"/>
          <p14:tracePt t="4645" x="2241550" y="3352800"/>
          <p14:tracePt t="6856" x="2241550" y="3346450"/>
          <p14:tracePt t="6864" x="2228850" y="3340100"/>
          <p14:tracePt t="6884" x="2222500" y="3333750"/>
          <p14:tracePt t="6898" x="2209800" y="3321050"/>
          <p14:tracePt t="6914" x="2197100" y="3308350"/>
          <p14:tracePt t="6932" x="2184400" y="3295650"/>
          <p14:tracePt t="6948" x="2171700" y="3282950"/>
          <p14:tracePt t="6964" x="2165350" y="3270250"/>
          <p14:tracePt t="6981" x="2165350" y="3263900"/>
          <p14:tracePt t="6985" x="2159000" y="3263900"/>
          <p14:tracePt t="7000" x="2152650" y="3257550"/>
          <p14:tracePt t="7017" x="2146300" y="3257550"/>
          <p14:tracePt t="7031" x="2139950" y="3244850"/>
          <p14:tracePt t="7047" x="2127250" y="3244850"/>
          <p14:tracePt t="7064" x="2120900" y="3238500"/>
          <p14:tracePt t="7081" x="2108200" y="3238500"/>
          <p14:tracePt t="7098" x="2089150" y="3238500"/>
          <p14:tracePt t="7114" x="2076450" y="3232150"/>
          <p14:tracePt t="7131" x="2051050" y="3225800"/>
          <p14:tracePt t="7148" x="2038350" y="3225800"/>
          <p14:tracePt t="7164" x="2006600" y="3225800"/>
          <p14:tracePt t="7181" x="1968500" y="3225800"/>
          <p14:tracePt t="7185" x="1962150" y="3219450"/>
          <p14:tracePt t="7198" x="1936750" y="3219450"/>
          <p14:tracePt t="7214" x="1911350" y="3213100"/>
          <p14:tracePt t="7216" x="1892300" y="3206750"/>
          <p14:tracePt t="7231" x="1873250" y="3206750"/>
          <p14:tracePt t="7247" x="1854200" y="3206750"/>
          <p14:tracePt t="7264" x="1841500" y="3206750"/>
          <p14:tracePt t="7281" x="1816100" y="3200400"/>
          <p14:tracePt t="7298" x="1803400" y="3200400"/>
          <p14:tracePt t="7314" x="1784350" y="3200400"/>
          <p14:tracePt t="7331" x="1771650" y="3200400"/>
          <p14:tracePt t="7348" x="1765300" y="3194050"/>
          <p14:tracePt t="7364" x="1752600" y="3194050"/>
          <p14:tracePt t="7381" x="1746250" y="3187700"/>
          <p14:tracePt t="7398" x="1739900" y="3187700"/>
          <p14:tracePt t="7904" x="1758950" y="3187700"/>
          <p14:tracePt t="7912" x="1771650" y="3187700"/>
          <p14:tracePt t="7920" x="1784350" y="3187700"/>
          <p14:tracePt t="7931" x="1797050" y="3187700"/>
          <p14:tracePt t="7948" x="1847850" y="3187700"/>
          <p14:tracePt t="7965" x="1892300" y="3187700"/>
          <p14:tracePt t="7968" x="1911350" y="3187700"/>
          <p14:tracePt t="7982" x="1943100" y="3187700"/>
          <p14:tracePt t="7998" x="1981200" y="3187700"/>
          <p14:tracePt t="8001" x="2000250" y="3187700"/>
          <p14:tracePt t="8016" x="2032000" y="3194050"/>
          <p14:tracePt t="8032" x="2051050" y="3206750"/>
          <p14:tracePt t="8048" x="2070100" y="3206750"/>
          <p14:tracePt t="8064" x="2095500" y="3206750"/>
          <p14:tracePt t="8081" x="2133600" y="3213100"/>
          <p14:tracePt t="8097" x="2165350" y="3213100"/>
          <p14:tracePt t="8114" x="2209800" y="3213100"/>
          <p14:tracePt t="8131" x="2266950" y="3213100"/>
          <p14:tracePt t="8148" x="2362200" y="3213100"/>
          <p14:tracePt t="8164" x="2457450" y="3213100"/>
          <p14:tracePt t="8181" x="2616200" y="3206750"/>
          <p14:tracePt t="8198" x="2762250" y="3200400"/>
          <p14:tracePt t="8202" x="2870200" y="3200400"/>
          <p14:tracePt t="8214" x="2908300" y="3200400"/>
          <p14:tracePt t="8231" x="3067050" y="3200400"/>
          <p14:tracePt t="8234" x="3194050" y="3200400"/>
          <p14:tracePt t="8247" x="3321050" y="3200400"/>
          <p14:tracePt t="8264" x="3530600" y="3200400"/>
          <p14:tracePt t="8281" x="3695700" y="3200400"/>
          <p14:tracePt t="8298" x="3860800" y="3187700"/>
          <p14:tracePt t="8314" x="3987800" y="3175000"/>
          <p14:tracePt t="8331" x="4057650" y="3155950"/>
          <p14:tracePt t="8347" x="4089400" y="3155950"/>
          <p14:tracePt t="8364" x="4102100" y="3149600"/>
          <p14:tracePt t="8381" x="4114800" y="3143250"/>
          <p14:tracePt t="8397" x="4121150" y="3143250"/>
          <p14:tracePt t="8420" x="4127500" y="3143250"/>
          <p14:tracePt t="8430" x="4133850" y="3143250"/>
          <p14:tracePt t="8447" x="4152900" y="3136900"/>
          <p14:tracePt t="8464" x="4165600" y="3136900"/>
          <p14:tracePt t="8467" x="4197350" y="3130550"/>
          <p14:tracePt t="8483" x="4216400" y="3130550"/>
          <p14:tracePt t="8498" x="4241800" y="3130550"/>
          <p14:tracePt t="8501" x="4260850" y="3130550"/>
          <p14:tracePt t="8515" x="4305300" y="3130550"/>
          <p14:tracePt t="8531" x="4337050" y="3130550"/>
          <p14:tracePt t="8548" x="4362450" y="3130550"/>
          <p14:tracePt t="8564" x="4381500" y="3130550"/>
          <p14:tracePt t="8581" x="4400550" y="3130550"/>
          <p14:tracePt t="8598" x="4413250" y="3130550"/>
          <p14:tracePt t="8614" x="4425950" y="3130550"/>
          <p14:tracePt t="8631" x="4457700" y="3130550"/>
          <p14:tracePt t="8635" x="4483100" y="3130550"/>
          <p14:tracePt t="8648" x="4495800" y="3130550"/>
          <p14:tracePt t="8664" x="4546600" y="3124200"/>
          <p14:tracePt t="8667" x="4584700" y="3124200"/>
          <p14:tracePt t="8681" x="4597400" y="3124200"/>
          <p14:tracePt t="8698" x="4635500" y="3124200"/>
          <p14:tracePt t="8701" x="4648200" y="3124200"/>
          <p14:tracePt t="8714" x="4667250" y="3124200"/>
          <p14:tracePt t="8731" x="4673600" y="3117850"/>
          <p14:tracePt t="8734" x="4686300" y="3117850"/>
          <p14:tracePt t="8747" x="4692650" y="3117850"/>
          <p14:tracePt t="8765" x="4718050" y="3105150"/>
          <p14:tracePt t="8781" x="4737100" y="3092450"/>
          <p14:tracePt t="8798" x="4762500" y="3073400"/>
          <p14:tracePt t="8814" x="4781550" y="3067050"/>
          <p14:tracePt t="8831" x="4813300" y="3048000"/>
          <p14:tracePt t="8848" x="4826000" y="3035300"/>
          <p14:tracePt t="8864" x="4864100" y="3016250"/>
          <p14:tracePt t="8881" x="4883150" y="3009900"/>
          <p14:tracePt t="8889" x="4889500" y="3003550"/>
          <p14:tracePt t="8897" x="4895850" y="3003550"/>
          <p14:tracePt t="8914" x="4921250" y="2990850"/>
          <p14:tracePt t="8931" x="4933950" y="2984500"/>
          <p14:tracePt t="8934" x="4940300" y="2978150"/>
          <p14:tracePt t="8948" x="4946650" y="2978150"/>
          <p14:tracePt t="8964" x="4953000" y="2971800"/>
          <p14:tracePt t="8969" x="4953000" y="2965450"/>
          <p14:tracePt t="8984" x="4959350" y="2965450"/>
          <p14:tracePt t="8998" x="4959350" y="2959100"/>
          <p14:tracePt t="9015" x="4959350" y="2952750"/>
          <p14:tracePt t="9031" x="4965700" y="2946400"/>
          <p14:tracePt t="9048" x="4965700" y="2933700"/>
          <p14:tracePt t="9064" x="4965700" y="2914650"/>
          <p14:tracePt t="9081" x="4965700" y="2908300"/>
          <p14:tracePt t="9098" x="4965700" y="2882900"/>
          <p14:tracePt t="9114" x="4959350" y="2870200"/>
          <p14:tracePt t="9131" x="4946650" y="2857500"/>
          <p14:tracePt t="9135" x="4946650" y="2844800"/>
          <p14:tracePt t="9148" x="4927600" y="2832100"/>
          <p14:tracePt t="9164" x="4914900" y="2819400"/>
          <p14:tracePt t="9167" x="4908550" y="2813050"/>
          <p14:tracePt t="9181" x="4895850" y="2794000"/>
          <p14:tracePt t="9198" x="4876800" y="2781300"/>
          <p14:tracePt t="9201" x="4851400" y="2768600"/>
          <p14:tracePt t="9215" x="4845050" y="2755900"/>
          <p14:tracePt t="9231" x="4832350" y="2755900"/>
          <p14:tracePt t="9234" x="4832350" y="2749550"/>
          <p14:tracePt t="9247" x="4819650" y="2743200"/>
          <p14:tracePt t="9265" x="4800600" y="2736850"/>
          <p14:tracePt t="9281" x="4775200" y="2724150"/>
          <p14:tracePt t="9297" x="4762500" y="2724150"/>
          <p14:tracePt t="9314" x="4737100" y="2717800"/>
          <p14:tracePt t="9331" x="4711700" y="2717800"/>
          <p14:tracePt t="9348" x="4622800" y="2717800"/>
          <p14:tracePt t="9364" x="4572000" y="2717800"/>
          <p14:tracePt t="9381" x="4527550" y="2717800"/>
          <p14:tracePt t="9398" x="4476750" y="2717800"/>
          <p14:tracePt t="9402" x="4457700" y="2717800"/>
          <p14:tracePt t="9414" x="4445000" y="2717800"/>
          <p14:tracePt t="9431" x="4425950" y="2724150"/>
          <p14:tracePt t="9435" x="4419600" y="2730500"/>
          <p14:tracePt t="9450" x="4406900" y="2743200"/>
          <p14:tracePt t="9466" x="4394200" y="2755900"/>
          <p14:tracePt t="9481" x="4375150" y="2787650"/>
          <p14:tracePt t="9498" x="4368800" y="2813050"/>
          <p14:tracePt t="9517" x="4343400" y="2876550"/>
          <p14:tracePt t="9531" x="4330700" y="2927350"/>
          <p14:tracePt t="9550" x="4324350" y="2984500"/>
          <p14:tracePt t="9564" x="4324350" y="3016250"/>
          <p14:tracePt t="9582" x="4324350" y="3028950"/>
          <p14:tracePt t="9598" x="4324350" y="3041650"/>
          <p14:tracePt t="9615" x="4330700" y="3048000"/>
          <p14:tracePt t="9631" x="4349750" y="3054350"/>
          <p14:tracePt t="9648" x="4381500" y="3073400"/>
          <p14:tracePt t="9651" x="4400550" y="3073400"/>
          <p14:tracePt t="9664" x="4451350" y="3086100"/>
          <p14:tracePt t="9681" x="4533900" y="3111500"/>
          <p14:tracePt t="9683" x="4591050" y="3124200"/>
          <p14:tracePt t="9698" x="4667250" y="3143250"/>
          <p14:tracePt t="9715" x="4851400" y="3168650"/>
          <p14:tracePt t="9731" x="4959350" y="3175000"/>
          <p14:tracePt t="9748" x="4997450" y="3175000"/>
          <p14:tracePt t="9751" x="5022850" y="3175000"/>
          <p14:tracePt t="9765" x="5080000" y="3162300"/>
          <p14:tracePt t="9781" x="5111750" y="3143250"/>
          <p14:tracePt t="9798" x="5130800" y="3111500"/>
          <p14:tracePt t="9814" x="5149850" y="3060700"/>
          <p14:tracePt t="9831" x="5156200" y="3028950"/>
          <p14:tracePt t="9848" x="5162550" y="2984500"/>
          <p14:tracePt t="9864" x="5162550" y="2952750"/>
          <p14:tracePt t="9881" x="5162550" y="2927350"/>
          <p14:tracePt t="9898" x="5143500" y="2895600"/>
          <p14:tracePt t="9914" x="5137150" y="2870200"/>
          <p14:tracePt t="9918" x="5130800" y="2863850"/>
          <p14:tracePt t="9931" x="5130800" y="2851150"/>
          <p14:tracePt t="9948" x="5118100" y="2838450"/>
          <p14:tracePt t="9951" x="5118100" y="2825750"/>
          <p14:tracePt t="9965" x="5105400" y="2806700"/>
          <p14:tracePt t="9981" x="5099050" y="2794000"/>
          <p14:tracePt t="9998" x="5080000" y="2774950"/>
          <p14:tracePt t="10015" x="5041900" y="2762250"/>
          <p14:tracePt t="10031" x="5003800" y="2749550"/>
          <p14:tracePt t="10048" x="4940300" y="2730500"/>
          <p14:tracePt t="10064" x="4895850" y="2717800"/>
          <p14:tracePt t="10081" x="4838700" y="2711450"/>
          <p14:tracePt t="10098" x="4800600" y="2705100"/>
          <p14:tracePt t="10114" x="4762500" y="2692400"/>
          <p14:tracePt t="10131" x="4737100" y="2686050"/>
          <p14:tracePt t="10148" x="4711700" y="2686050"/>
          <p14:tracePt t="10152" x="4699000" y="2686050"/>
          <p14:tracePt t="10164" x="4692650" y="2686050"/>
          <p14:tracePt t="10181" x="4673600" y="2686050"/>
          <p14:tracePt t="10184" x="4641850" y="2686050"/>
          <p14:tracePt t="10198" x="4622800" y="2692400"/>
          <p14:tracePt t="10215" x="4565650" y="2717800"/>
          <p14:tracePt t="10231" x="4508500" y="2755900"/>
          <p14:tracePt t="10247" x="4476750" y="2781300"/>
          <p14:tracePt t="10264" x="4445000" y="2806700"/>
          <p14:tracePt t="10281" x="4419600" y="2825750"/>
          <p14:tracePt t="10298" x="4400550" y="2851150"/>
          <p14:tracePt t="10314" x="4387850" y="2908300"/>
          <p14:tracePt t="10331" x="4381500" y="2940050"/>
          <p14:tracePt t="10348" x="4381500" y="2990850"/>
          <p14:tracePt t="10364" x="4394200" y="3048000"/>
          <p14:tracePt t="10381" x="4413250" y="3086100"/>
          <p14:tracePt t="10385" x="4425950" y="3105150"/>
          <p14:tracePt t="10398" x="4445000" y="3124200"/>
          <p14:tracePt t="10414" x="4476750" y="3149600"/>
          <p14:tracePt t="10417" x="4489450" y="3162300"/>
          <p14:tracePt t="10431" x="4495800" y="3162300"/>
          <p14:tracePt t="10448" x="4502150" y="3162300"/>
          <p14:tracePt t="11054" x="0" y="0"/>
        </p14:tracePtLst>
        <p14:tracePtLst>
          <p14:tracePt t="12886" x="1898650" y="3473450"/>
          <p14:tracePt t="12891" x="1898650" y="3467100"/>
          <p14:tracePt t="12900" x="1892300" y="3467100"/>
          <p14:tracePt t="12925" x="1892300" y="3460750"/>
          <p14:tracePt t="12941" x="1892300" y="3454400"/>
          <p14:tracePt t="12956" x="1892300" y="3448050"/>
          <p14:tracePt t="12974" x="1885950" y="3441700"/>
          <p14:tracePt t="12998" x="1879600" y="3435350"/>
          <p14:tracePt t="13030" x="1873250" y="3435350"/>
          <p14:tracePt t="13047" x="1860550" y="3435350"/>
          <p14:tracePt t="13064" x="1847850" y="3435350"/>
          <p14:tracePt t="13081" x="1822450" y="3435350"/>
          <p14:tracePt t="13098" x="1797050" y="3435350"/>
          <p14:tracePt t="13114" x="1778000" y="3441700"/>
          <p14:tracePt t="13119" x="1746250" y="3448050"/>
          <p14:tracePt t="13131" x="1733550" y="3454400"/>
          <p14:tracePt t="13147" x="1708150" y="3454400"/>
          <p14:tracePt t="13150" x="1695450" y="3467100"/>
          <p14:tracePt t="13165" x="1657350" y="3473450"/>
          <p14:tracePt t="13181" x="1638300" y="3492500"/>
          <p14:tracePt t="13198" x="1600200" y="3511550"/>
          <p14:tracePt t="13214" x="1581150" y="3524250"/>
          <p14:tracePt t="13231" x="1568450" y="3536950"/>
          <p14:tracePt t="13248" x="1555750" y="3549650"/>
          <p14:tracePt t="13265" x="1543050" y="3562350"/>
          <p14:tracePt t="13281" x="1536700" y="3575050"/>
          <p14:tracePt t="13298" x="1524000" y="3587750"/>
          <p14:tracePt t="13315" x="1517650" y="3594100"/>
          <p14:tracePt t="13331" x="1517650" y="3600450"/>
          <p14:tracePt t="13347" x="1517650" y="3606800"/>
          <p14:tracePt t="13365" x="1511300" y="3625850"/>
          <p14:tracePt t="13381" x="1511300" y="3663950"/>
          <p14:tracePt t="13384" x="1511300" y="3676650"/>
          <p14:tracePt t="13397" x="1511300" y="3683000"/>
          <p14:tracePt t="13416" x="1530350" y="3727450"/>
          <p14:tracePt t="13431" x="1555750" y="3746500"/>
          <p14:tracePt t="13448" x="1606550" y="3778250"/>
          <p14:tracePt t="13465" x="1644650" y="3797300"/>
          <p14:tracePt t="13481" x="1720850" y="3841750"/>
          <p14:tracePt t="13498" x="1778000" y="3873500"/>
          <p14:tracePt t="13514" x="1828800" y="3892550"/>
          <p14:tracePt t="13531" x="1911350" y="3917950"/>
          <p14:tracePt t="13548" x="1949450" y="3930650"/>
          <p14:tracePt t="13564" x="1987550" y="3943350"/>
          <p14:tracePt t="13581" x="2032000" y="3943350"/>
          <p14:tracePt t="13586" x="2051050" y="3949700"/>
          <p14:tracePt t="13598" x="2108200" y="3949700"/>
          <p14:tracePt t="13614" x="2165350" y="3949700"/>
          <p14:tracePt t="13618" x="2197100" y="3949700"/>
          <p14:tracePt t="13631" x="2228850" y="3949700"/>
          <p14:tracePt t="13648" x="2305050" y="3917950"/>
          <p14:tracePt t="13651" x="2349500" y="3892550"/>
          <p14:tracePt t="13665" x="2419350" y="3841750"/>
          <p14:tracePt t="13681" x="2508250" y="3765550"/>
          <p14:tracePt t="13698" x="2546350" y="3721100"/>
          <p14:tracePt t="13715" x="2571750" y="3689350"/>
          <p14:tracePt t="13731" x="2590800" y="3657600"/>
          <p14:tracePt t="13748" x="2603500" y="3638550"/>
          <p14:tracePt t="13764" x="2616200" y="3619500"/>
          <p14:tracePt t="13781" x="2616200" y="3600450"/>
          <p14:tracePt t="13798" x="2616200" y="3581400"/>
          <p14:tracePt t="13814" x="2616200" y="3556000"/>
          <p14:tracePt t="13831" x="2616200" y="3530600"/>
          <p14:tracePt t="13848" x="2603500" y="3498850"/>
          <p14:tracePt t="13852" x="2597150" y="3486150"/>
          <p14:tracePt t="13864" x="2584450" y="3486150"/>
          <p14:tracePt t="13881" x="2559050" y="3454400"/>
          <p14:tracePt t="13885" x="2546350" y="3448050"/>
          <p14:tracePt t="13898" x="2520950" y="3429000"/>
          <p14:tracePt t="13915" x="2482850" y="3422650"/>
          <p14:tracePt t="13931" x="2425700" y="3422650"/>
          <p14:tracePt t="13948" x="2381250" y="3422650"/>
          <p14:tracePt t="13965" x="2273300" y="3454400"/>
          <p14:tracePt t="13981" x="2127250" y="3536950"/>
          <p14:tracePt t="13998" x="2012950" y="3606800"/>
          <p14:tracePt t="14014" x="1943100" y="3651250"/>
          <p14:tracePt t="14031" x="1873250" y="3702050"/>
          <p14:tracePt t="14048" x="1854200" y="3727450"/>
          <p14:tracePt t="14086" x="1854200" y="3733800"/>
          <p14:tracePt t="14094" x="1854200" y="3740150"/>
          <p14:tracePt t="14110" x="1860550" y="3752850"/>
          <p14:tracePt t="14118" x="1873250" y="3765550"/>
          <p14:tracePt t="14131" x="1898650" y="3778250"/>
          <p14:tracePt t="14148" x="1955800" y="3810000"/>
          <p14:tracePt t="14151" x="1993900" y="3829050"/>
          <p14:tracePt t="14165" x="2108200" y="3867150"/>
          <p14:tracePt t="14181" x="2241550" y="3905250"/>
          <p14:tracePt t="14198" x="2368550" y="3924300"/>
          <p14:tracePt t="14215" x="2425700" y="3924300"/>
          <p14:tracePt t="14231" x="2470150" y="3924300"/>
          <p14:tracePt t="14248" x="2495550" y="3917950"/>
          <p14:tracePt t="14264" x="2514600" y="3905250"/>
          <p14:tracePt t="14281" x="2546350" y="3886200"/>
          <p14:tracePt t="14298" x="2559050" y="3879850"/>
          <p14:tracePt t="14315" x="2590800" y="3867150"/>
          <p14:tracePt t="14331" x="2609850" y="3860800"/>
          <p14:tracePt t="14348" x="2635250" y="3854450"/>
          <p14:tracePt t="14364" x="2654300" y="3854450"/>
          <p14:tracePt t="14381" x="2660650" y="3848100"/>
          <p14:tracePt t="14594" x="2667000" y="3848100"/>
          <p14:tracePt t="14603" x="2679700" y="3848100"/>
          <p14:tracePt t="14610" x="2711450" y="3848100"/>
          <p14:tracePt t="14619" x="2774950" y="3848100"/>
          <p14:tracePt t="14631" x="2851150" y="3848100"/>
          <p14:tracePt t="14635" x="3003550" y="3848100"/>
          <p14:tracePt t="14648" x="3143250" y="3848100"/>
          <p14:tracePt t="14665" x="3784600" y="3848100"/>
          <p14:tracePt t="14682" x="4191000" y="3822700"/>
          <p14:tracePt t="14699" x="4362450" y="3822700"/>
          <p14:tracePt t="14706" x="4438650" y="3816350"/>
          <p14:tracePt t="14715" x="4489450" y="3810000"/>
          <p14:tracePt t="14731" x="4508500" y="3810000"/>
          <p14:tracePt t="14862" x="4495800" y="3810000"/>
          <p14:tracePt t="14881" x="4476750" y="3810000"/>
          <p14:tracePt t="14886" x="4470400" y="3803650"/>
          <p14:tracePt t="14898" x="4451350" y="3803650"/>
          <p14:tracePt t="14902" x="4445000" y="3797300"/>
          <p14:tracePt t="14915" x="4425950" y="3797300"/>
          <p14:tracePt t="14931" x="4419600" y="3797300"/>
          <p14:tracePt t="14949" x="4413250" y="3797300"/>
          <p14:tracePt t="15415" x="4406900" y="3797300"/>
          <p14:tracePt t="15424" x="4400550" y="3797300"/>
          <p14:tracePt t="15433" x="4387850" y="3797300"/>
          <p14:tracePt t="15448" x="4337050" y="3816350"/>
          <p14:tracePt t="15465" x="4279900" y="3835400"/>
          <p14:tracePt t="15481" x="4178300" y="3892550"/>
          <p14:tracePt t="15498" x="4044950" y="3956050"/>
          <p14:tracePt t="15514" x="3886200" y="4025900"/>
          <p14:tracePt t="15531" x="3759200" y="4083050"/>
          <p14:tracePt t="15548" x="3606800" y="4146550"/>
          <p14:tracePt t="15565" x="3498850" y="4178300"/>
          <p14:tracePt t="15568" x="3460750" y="4191000"/>
          <p14:tracePt t="15581" x="3409950" y="4203700"/>
          <p14:tracePt t="15598" x="3365500" y="4216400"/>
          <p14:tracePt t="15600" x="3333750" y="4222750"/>
          <p14:tracePt t="15615" x="3314700" y="4229100"/>
          <p14:tracePt t="15631" x="3257550" y="4235450"/>
          <p14:tracePt t="15634" x="3232150" y="4235450"/>
          <p14:tracePt t="15648" x="3219450" y="4241800"/>
          <p14:tracePt t="15665" x="3111500" y="4254500"/>
          <p14:tracePt t="15681" x="3028950" y="4260850"/>
          <p14:tracePt t="15698" x="2971800" y="4267200"/>
          <p14:tracePt t="15714" x="2895600" y="4267200"/>
          <p14:tracePt t="15731" x="2844800" y="4267200"/>
          <p14:tracePt t="15748" x="2794000" y="4267200"/>
          <p14:tracePt t="15764" x="2705100" y="4267200"/>
          <p14:tracePt t="15781" x="2641600" y="4260850"/>
          <p14:tracePt t="15798" x="2578100" y="4260850"/>
          <p14:tracePt t="15802" x="2565400" y="4254500"/>
          <p14:tracePt t="15814" x="2520950" y="4254500"/>
          <p14:tracePt t="15831" x="2495550" y="4248150"/>
          <p14:tracePt t="15835" x="2489200" y="4248150"/>
          <p14:tracePt t="15916" x="2489200" y="4241800"/>
          <p14:tracePt t="15932" x="2489200" y="4235450"/>
          <p14:tracePt t="15940" x="2495550" y="4229100"/>
          <p14:tracePt t="15948" x="2495550" y="4216400"/>
          <p14:tracePt t="15965" x="2508250" y="4191000"/>
          <p14:tracePt t="15981" x="2514600" y="4171950"/>
          <p14:tracePt t="15999" x="2527300" y="4146550"/>
          <p14:tracePt t="16017" x="2546350" y="4121150"/>
          <p14:tracePt t="16020" x="2565400" y="4089400"/>
          <p14:tracePt t="16031" x="2578100" y="4076700"/>
          <p14:tracePt t="16050" x="2609850" y="4038600"/>
          <p14:tracePt t="16054" x="2609850" y="4032250"/>
          <p14:tracePt t="16064" x="2622550" y="4019550"/>
          <p14:tracePt t="16085" x="2641600" y="4000500"/>
          <p14:tracePt t="16098" x="2647950" y="4000500"/>
          <p14:tracePt t="16230" x="2641600" y="4000500"/>
          <p14:tracePt t="16238" x="2635250" y="4006850"/>
          <p14:tracePt t="16248" x="2628900" y="4013200"/>
          <p14:tracePt t="16264" x="2616200" y="4019550"/>
          <p14:tracePt t="16281" x="2603500" y="4032250"/>
          <p14:tracePt t="16298" x="2603500" y="4038600"/>
          <p14:tracePt t="16314" x="2597150" y="4038600"/>
          <p14:tracePt t="16680" x="2590800" y="4038600"/>
          <p14:tracePt t="16688" x="2584450" y="4038600"/>
          <p14:tracePt t="16787" x="2578100" y="4038600"/>
          <p14:tracePt t="16803" x="2578100" y="4032250"/>
          <p14:tracePt t="16811" x="2571750" y="4019550"/>
          <p14:tracePt t="16819" x="2565400" y="4019550"/>
          <p14:tracePt t="16831" x="2565400" y="4013200"/>
          <p14:tracePt t="16848" x="2565400" y="3987800"/>
          <p14:tracePt t="16850" x="2565400" y="3981450"/>
          <p14:tracePt t="16866" x="2565400" y="3962400"/>
          <p14:tracePt t="16881" x="2565400" y="3943350"/>
          <p14:tracePt t="16898" x="2565400" y="3930650"/>
          <p14:tracePt t="16914" x="2559050" y="3924300"/>
          <p14:tracePt t="16942" x="2559050" y="3917950"/>
          <p14:tracePt t="16948" x="2552700" y="3917950"/>
          <p14:tracePt t="16964" x="2546350" y="3917950"/>
          <p14:tracePt t="16981" x="2520950" y="3911600"/>
          <p14:tracePt t="16998" x="2501900" y="3911600"/>
          <p14:tracePt t="17015" x="2476500" y="3898900"/>
          <p14:tracePt t="17031" x="2451100" y="3892550"/>
          <p14:tracePt t="17048" x="2432050" y="3879850"/>
          <p14:tracePt t="17051" x="2419350" y="3879850"/>
          <p14:tracePt t="17065" x="2406650" y="3873500"/>
          <p14:tracePt t="17081" x="2387600" y="3867150"/>
          <p14:tracePt t="17084" x="2374900" y="3867150"/>
          <p14:tracePt t="17098" x="2355850" y="3860800"/>
          <p14:tracePt t="17116" x="2324100" y="3854450"/>
          <p14:tracePt t="17131" x="2286000" y="3848100"/>
          <p14:tracePt t="17148" x="2273300" y="3848100"/>
          <p14:tracePt t="17165" x="2235200" y="3848100"/>
          <p14:tracePt t="17181" x="2184400" y="3841750"/>
          <p14:tracePt t="17198" x="2152650" y="3835400"/>
          <p14:tracePt t="17215" x="2108200" y="3829050"/>
          <p14:tracePt t="17231" x="2076450" y="3822700"/>
          <p14:tracePt t="17248" x="2038350" y="3816350"/>
          <p14:tracePt t="17264" x="2019300" y="3816350"/>
          <p14:tracePt t="17281" x="2000250" y="3816350"/>
          <p14:tracePt t="17297" x="1974850" y="3816350"/>
          <p14:tracePt t="17314" x="1955800" y="3816350"/>
          <p14:tracePt t="17317" x="1949450" y="3816350"/>
          <p14:tracePt t="17331" x="1943100" y="3816350"/>
          <p14:tracePt t="17348" x="1917700" y="3816350"/>
          <p14:tracePt t="17351" x="1892300" y="3816350"/>
          <p14:tracePt t="17366" x="1873250" y="3816350"/>
          <p14:tracePt t="17382" x="1847850" y="3822700"/>
          <p14:tracePt t="17398" x="1835150" y="3829050"/>
          <p14:tracePt t="17415" x="1809750" y="3829050"/>
          <p14:tracePt t="17431" x="1790700" y="3841750"/>
          <p14:tracePt t="17448" x="1752600" y="3854450"/>
          <p14:tracePt t="17465" x="1689100" y="3886200"/>
          <p14:tracePt t="17481" x="1644650" y="3905250"/>
          <p14:tracePt t="17498" x="1612900" y="3917950"/>
          <p14:tracePt t="17515" x="1587500" y="3930650"/>
          <p14:tracePt t="17531" x="1574800" y="3943350"/>
          <p14:tracePt t="17547" x="1568450" y="3943350"/>
          <p14:tracePt t="17565" x="1562100" y="3949700"/>
          <p14:tracePt t="17581" x="1562100" y="3962400"/>
          <p14:tracePt t="17584" x="1555750" y="3968750"/>
          <p14:tracePt t="17598" x="1555750" y="3981450"/>
          <p14:tracePt t="17615" x="1543050" y="4013200"/>
          <p14:tracePt t="17631" x="1543050" y="4032250"/>
          <p14:tracePt t="17648" x="1543050" y="4038600"/>
          <p14:tracePt t="17665" x="1543050" y="4044950"/>
          <p14:tracePt t="17681" x="1543050" y="4057650"/>
          <p14:tracePt t="17698" x="1543050" y="4076700"/>
          <p14:tracePt t="17715" x="1543050" y="4089400"/>
          <p14:tracePt t="17731" x="1543050" y="4102100"/>
          <p14:tracePt t="17748" x="1555750" y="4114800"/>
          <p14:tracePt t="17753" x="1562100" y="4127500"/>
          <p14:tracePt t="17764" x="1568450" y="4133850"/>
          <p14:tracePt t="17781" x="1593850" y="4159250"/>
          <p14:tracePt t="17786" x="1606550" y="4165600"/>
          <p14:tracePt t="17815" x="1651000" y="4191000"/>
          <p14:tracePt t="17817" x="1670050" y="4197350"/>
          <p14:tracePt t="17831" x="1695450" y="4210050"/>
          <p14:tracePt t="17848" x="1746250" y="4222750"/>
          <p14:tracePt t="17865" x="1778000" y="4229100"/>
          <p14:tracePt t="17881" x="1847850" y="4229100"/>
          <p14:tracePt t="17901" x="1866900" y="4229100"/>
          <p14:tracePt t="17915" x="1917700" y="4229100"/>
          <p14:tracePt t="17931" x="1968500" y="4235450"/>
          <p14:tracePt t="17948" x="1993900" y="4235450"/>
          <p14:tracePt t="17965" x="2044700" y="4235450"/>
          <p14:tracePt t="17981" x="2070100" y="4241800"/>
          <p14:tracePt t="17985" x="2076450" y="4241800"/>
          <p14:tracePt t="17998" x="2089150" y="4241800"/>
          <p14:tracePt t="18015" x="2101850" y="4241800"/>
          <p14:tracePt t="18018" x="2108200" y="4241800"/>
          <p14:tracePt t="18031" x="2114550" y="4241800"/>
          <p14:tracePt t="18048" x="2133600" y="4241800"/>
          <p14:tracePt t="18053" x="2139950" y="4241800"/>
          <p14:tracePt t="18064" x="2146300" y="4241800"/>
          <p14:tracePt t="18081" x="2171700" y="4241800"/>
          <p14:tracePt t="18085" x="2190750" y="4241800"/>
          <p14:tracePt t="18097" x="2197100" y="4241800"/>
          <p14:tracePt t="18115" x="2273300" y="4235450"/>
          <p14:tracePt t="18131" x="2349500" y="4235450"/>
          <p14:tracePt t="18148" x="2406650" y="4235450"/>
          <p14:tracePt t="18164" x="2451100" y="4235450"/>
          <p14:tracePt t="18181" x="2520950" y="4235450"/>
          <p14:tracePt t="18198" x="2559050" y="4235450"/>
          <p14:tracePt t="18214" x="2597150" y="4235450"/>
          <p14:tracePt t="18231" x="2641600" y="4235450"/>
          <p14:tracePt t="18248" x="2698750" y="4235450"/>
          <p14:tracePt t="18252" x="2717800" y="4235450"/>
          <p14:tracePt t="18264" x="2762250" y="4235450"/>
          <p14:tracePt t="18281" x="2800350" y="4235450"/>
          <p14:tracePt t="18298" x="2882900" y="4235450"/>
          <p14:tracePt t="18301" x="2952750" y="4235450"/>
          <p14:tracePt t="18314" x="2978150" y="4235450"/>
          <p14:tracePt t="18331" x="3060700" y="4235450"/>
          <p14:tracePt t="18335" x="3079750" y="4235450"/>
          <p14:tracePt t="18348" x="3105150" y="4235450"/>
          <p14:tracePt t="18365" x="3181350" y="4222750"/>
          <p14:tracePt t="18381" x="3232150" y="4210050"/>
          <p14:tracePt t="18398" x="3257550" y="4191000"/>
          <p14:tracePt t="18415" x="3289300" y="4171950"/>
          <p14:tracePt t="18431" x="3302000" y="4159250"/>
          <p14:tracePt t="18448" x="3308350" y="4152900"/>
          <p14:tracePt t="18464" x="3314700" y="4146550"/>
          <p14:tracePt t="18481" x="3314700" y="4140200"/>
          <p14:tracePt t="19148" x="3321050" y="4140200"/>
          <p14:tracePt t="19156" x="3327400" y="4146550"/>
          <p14:tracePt t="19164" x="3333750" y="4152900"/>
          <p14:tracePt t="19181" x="3378200" y="4165600"/>
          <p14:tracePt t="19198" x="3448050" y="4184650"/>
          <p14:tracePt t="19215" x="3536950" y="4203700"/>
          <p14:tracePt t="19231" x="3613150" y="4210050"/>
          <p14:tracePt t="19248" x="3714750" y="4216400"/>
          <p14:tracePt t="19265" x="3778250" y="4216400"/>
          <p14:tracePt t="19267" x="3816350" y="4216400"/>
          <p14:tracePt t="19281" x="3854450" y="4216400"/>
          <p14:tracePt t="19298" x="3898900" y="4210050"/>
          <p14:tracePt t="19301" x="3917950" y="4203700"/>
          <p14:tracePt t="19316" x="3949700" y="4184650"/>
          <p14:tracePt t="19331" x="3968750" y="4165600"/>
          <p14:tracePt t="19348" x="3987800" y="4133850"/>
          <p14:tracePt t="19365" x="4013200" y="4095750"/>
          <p14:tracePt t="19381" x="4025900" y="4064000"/>
          <p14:tracePt t="19398" x="4032250" y="4025900"/>
          <p14:tracePt t="19415" x="4032250" y="4000500"/>
          <p14:tracePt t="19431" x="4032250" y="3968750"/>
          <p14:tracePt t="19448" x="4032250" y="3943350"/>
          <p14:tracePt t="19465" x="4019550" y="3917950"/>
          <p14:tracePt t="19481" x="4006850" y="3905250"/>
          <p14:tracePt t="19498" x="3975100" y="3886200"/>
          <p14:tracePt t="19503" x="3949700" y="3873500"/>
          <p14:tracePt t="19514" x="3937000" y="3860800"/>
          <p14:tracePt t="19531" x="3873500" y="3841750"/>
          <p14:tracePt t="19534" x="3803650" y="3829050"/>
          <p14:tracePt t="19549" x="3708400" y="3810000"/>
          <p14:tracePt t="19565" x="3613150" y="3797300"/>
          <p14:tracePt t="19581" x="3562350" y="3797300"/>
          <p14:tracePt t="19598" x="3486150" y="3797300"/>
          <p14:tracePt t="19615" x="3429000" y="3797300"/>
          <p14:tracePt t="19631" x="3409950" y="3810000"/>
          <p14:tracePt t="19648" x="3365500" y="3835400"/>
          <p14:tracePt t="19665" x="3321050" y="3873500"/>
          <p14:tracePt t="19681" x="3302000" y="3898900"/>
          <p14:tracePt t="19698" x="3257550" y="3962400"/>
          <p14:tracePt t="19715" x="3238500" y="4000500"/>
          <p14:tracePt t="19731" x="3232150" y="4051300"/>
          <p14:tracePt t="19748" x="3232150" y="4083050"/>
          <p14:tracePt t="19765" x="3251200" y="4102100"/>
          <p14:tracePt t="19767" x="3257550" y="4108450"/>
          <p14:tracePt t="19781" x="3276600" y="4114800"/>
          <p14:tracePt t="19799" x="3314700" y="4127500"/>
          <p14:tracePt t="19815" x="3340100" y="4127500"/>
          <p14:tracePt t="19831" x="3359150" y="4133850"/>
          <p14:tracePt t="19848" x="3371850" y="4133850"/>
          <p14:tracePt t="19865" x="3384550" y="4133850"/>
          <p14:tracePt t="19881" x="3397250" y="4133850"/>
          <p14:tracePt t="19898" x="3416300" y="4133850"/>
          <p14:tracePt t="19904" x="3435350" y="4133850"/>
          <p14:tracePt t="19915" x="3441700" y="4140200"/>
          <p14:tracePt t="19931" x="3467100" y="4146550"/>
          <p14:tracePt t="19948" x="3492500" y="4146550"/>
          <p14:tracePt t="19965" x="3505200" y="4146550"/>
          <p14:tracePt t="19981" x="3517900" y="4152900"/>
          <p14:tracePt t="19998" x="3524250" y="4152900"/>
          <p14:tracePt t="20003" x="3530600" y="4152900"/>
          <p14:tracePt t="20021" x="3530600" y="4159250"/>
          <p14:tracePt t="20035" x="3536950" y="4159250"/>
          <p14:tracePt t="20051" x="3543300" y="4159250"/>
          <p14:tracePt t="20066" x="3556000" y="4159250"/>
          <p14:tracePt t="20081" x="3568700" y="4159250"/>
          <p14:tracePt t="20098" x="3575050" y="4159250"/>
          <p14:tracePt t="20114" x="3594100" y="4159250"/>
          <p14:tracePt t="20131" x="3625850" y="4159250"/>
          <p14:tracePt t="20148" x="3683000" y="4165600"/>
          <p14:tracePt t="20165" x="3740150" y="4171950"/>
          <p14:tracePt t="20181" x="3784600" y="4178300"/>
          <p14:tracePt t="20198" x="3803650" y="4178300"/>
          <p14:tracePt t="20215" x="3822700" y="4178300"/>
          <p14:tracePt t="20316" x="3829050" y="4178300"/>
          <p14:tracePt t="20341" x="3835400" y="4178300"/>
          <p14:tracePt t="20356" x="3848100" y="4178300"/>
          <p14:tracePt t="20374" x="3854450" y="4178300"/>
          <p14:tracePt t="20382" x="3860800" y="4178300"/>
          <p14:tracePt t="20398" x="3873500" y="4178300"/>
          <p14:tracePt t="20415" x="3886200" y="4178300"/>
          <p14:tracePt t="20431" x="3892550" y="4178300"/>
          <p14:tracePt t="20448" x="3898900" y="4178300"/>
          <p14:tracePt t="20518" x="3905250" y="4178300"/>
          <p14:tracePt t="20525" x="3911600" y="4178300"/>
          <p14:tracePt t="20534" x="3917950" y="4178300"/>
          <p14:tracePt t="20550" x="3930650" y="4178300"/>
          <p14:tracePt t="20566" x="3962400" y="4184650"/>
          <p14:tracePt t="20582" x="3987800" y="4191000"/>
          <p14:tracePt t="20598" x="4038600" y="4197350"/>
          <p14:tracePt t="20615" x="4089400" y="4203700"/>
          <p14:tracePt t="20631" x="4114800" y="4203700"/>
          <p14:tracePt t="20648" x="4146550" y="4203700"/>
          <p14:tracePt t="20665" x="4165600" y="4203700"/>
          <p14:tracePt t="20681" x="4178300" y="4203700"/>
          <p14:tracePt t="20686" x="4184650" y="4203700"/>
          <p14:tracePt t="20698" x="4191000" y="4203700"/>
          <p14:tracePt t="20715" x="4197350" y="4203700"/>
          <p14:tracePt t="20744" x="4203700" y="4203700"/>
          <p14:tracePt t="20913" x="4210050" y="4197350"/>
          <p14:tracePt t="20932" x="4229100" y="4191000"/>
          <p14:tracePt t="20948" x="4254500" y="4184650"/>
          <p14:tracePt t="20952" x="4267200" y="4178300"/>
          <p14:tracePt t="20967" x="4286250" y="4171950"/>
          <p14:tracePt t="20969" x="4298950" y="4165600"/>
          <p14:tracePt t="20981" x="4311650" y="4159250"/>
          <p14:tracePt t="20999" x="4343400" y="4152900"/>
          <p14:tracePt t="21002" x="4362450" y="4146550"/>
          <p14:tracePt t="21014" x="4375150" y="4140200"/>
          <p14:tracePt t="21034" x="4394200" y="4140200"/>
          <p14:tracePt t="21048" x="4406900" y="4133850"/>
          <p14:tracePt t="21065" x="4413250" y="4133850"/>
          <p14:tracePt t="21099" x="4419600" y="4127500"/>
          <p14:tracePt t="21138" x="4425950" y="4121150"/>
          <p14:tracePt t="21163" x="4425950" y="4114800"/>
          <p14:tracePt t="21181" x="4432300" y="4114800"/>
          <p14:tracePt t="21198" x="4432300" y="4102100"/>
          <p14:tracePt t="21218" x="4438650" y="4095750"/>
          <p14:tracePt t="23089" x="0" y="0"/>
        </p14:tracePtLst>
        <p14:tracePtLst>
          <p14:tracePt t="31619" x="2286000" y="3759200"/>
          <p14:tracePt t="31699" x="2279650" y="3759200"/>
          <p14:tracePt t="31706" x="2273300" y="3759200"/>
          <p14:tracePt t="31715" x="2260600" y="3759200"/>
          <p14:tracePt t="31732" x="2216150" y="3765550"/>
          <p14:tracePt t="31748" x="2159000" y="3778250"/>
          <p14:tracePt t="31765" x="2063750" y="3803650"/>
          <p14:tracePt t="31782" x="1974850" y="3822700"/>
          <p14:tracePt t="31799" x="1898650" y="3835400"/>
          <p14:tracePt t="31803" x="1879600" y="3841750"/>
          <p14:tracePt t="31815" x="1860550" y="3841750"/>
          <p14:tracePt t="31832" x="1835150" y="3841750"/>
          <p14:tracePt t="31836" x="1828800" y="3848100"/>
          <p14:tracePt t="31848" x="1822450" y="3848100"/>
          <p14:tracePt t="31865" x="1778000" y="3867150"/>
          <p14:tracePt t="31885" x="1746250" y="3879850"/>
          <p14:tracePt t="31898" x="1733550" y="3898900"/>
          <p14:tracePt t="31916" x="1708150" y="3917950"/>
          <p14:tracePt t="31932" x="1689100" y="3930650"/>
          <p14:tracePt t="31948" x="1682750" y="3943350"/>
          <p14:tracePt t="31965" x="1676400" y="3956050"/>
          <p14:tracePt t="31982" x="1670050" y="3975100"/>
          <p14:tracePt t="31998" x="1670050" y="3994150"/>
          <p14:tracePt t="32015" x="1670050" y="4006850"/>
          <p14:tracePt t="32031" x="1670050" y="4025900"/>
          <p14:tracePt t="32048" x="1689100" y="4044950"/>
          <p14:tracePt t="32065" x="1714500" y="4076700"/>
          <p14:tracePt t="32068" x="1746250" y="4102100"/>
          <p14:tracePt t="32082" x="1765300" y="4108450"/>
          <p14:tracePt t="32098" x="1860550" y="4146550"/>
          <p14:tracePt t="32101" x="1885950" y="4159250"/>
          <p14:tracePt t="32116" x="1974850" y="4178300"/>
          <p14:tracePt t="32132" x="2057400" y="4197350"/>
          <p14:tracePt t="32148" x="2108200" y="4203700"/>
          <p14:tracePt t="32166" x="2235200" y="4210050"/>
          <p14:tracePt t="32182" x="2311400" y="4210050"/>
          <p14:tracePt t="32198" x="2362200" y="4210050"/>
          <p14:tracePt t="32215" x="2406650" y="4210050"/>
          <p14:tracePt t="32232" x="2438400" y="4210050"/>
          <p14:tracePt t="32248" x="2470150" y="4197350"/>
          <p14:tracePt t="32265" x="2520950" y="4184650"/>
          <p14:tracePt t="32282" x="2565400" y="4165600"/>
          <p14:tracePt t="32298" x="2603500" y="4152900"/>
          <p14:tracePt t="32301" x="2616200" y="4146550"/>
          <p14:tracePt t="32315" x="2641600" y="4127500"/>
          <p14:tracePt t="32331" x="2679700" y="4114800"/>
          <p14:tracePt t="32335" x="2686050" y="4108450"/>
          <p14:tracePt t="32348" x="2692400" y="4102100"/>
          <p14:tracePt t="32365" x="2730500" y="4051300"/>
          <p14:tracePt t="32381" x="2743200" y="4025900"/>
          <p14:tracePt t="32398" x="2749550" y="4000500"/>
          <p14:tracePt t="32401" x="2749550" y="3994150"/>
          <p14:tracePt t="32416" x="2749550" y="3975100"/>
          <p14:tracePt t="32432" x="2736850" y="3949700"/>
          <p14:tracePt t="32451" x="2698750" y="3930650"/>
          <p14:tracePt t="32465" x="2635250" y="3898900"/>
          <p14:tracePt t="32484" x="2520950" y="3879850"/>
          <p14:tracePt t="32498" x="2393950" y="3873500"/>
          <p14:tracePt t="32516" x="2286000" y="3867150"/>
          <p14:tracePt t="32532" x="2165350" y="3860800"/>
          <p14:tracePt t="32549" x="2063750" y="3860800"/>
          <p14:tracePt t="32553" x="2038350" y="3860800"/>
          <p14:tracePt t="32565" x="2006600" y="3854450"/>
          <p14:tracePt t="32582" x="1962150" y="3854450"/>
          <p14:tracePt t="32585" x="1949450" y="3854450"/>
          <p14:tracePt t="32598" x="1936750" y="3854450"/>
          <p14:tracePt t="32616" x="1898650" y="3860800"/>
          <p14:tracePt t="32632" x="1860550" y="3879850"/>
          <p14:tracePt t="32649" x="1835150" y="3905250"/>
          <p14:tracePt t="32665" x="1797050" y="3930650"/>
          <p14:tracePt t="32681" x="1778000" y="3949700"/>
          <p14:tracePt t="32699" x="1752600" y="3975100"/>
          <p14:tracePt t="32715" x="1739900" y="3987800"/>
          <p14:tracePt t="32732" x="1733550" y="4000500"/>
          <p14:tracePt t="32748" x="1733550" y="4006850"/>
          <p14:tracePt t="32765" x="1727200" y="4006850"/>
          <p14:tracePt t="32782" x="1727200" y="4013200"/>
          <p14:tracePt t="32798" x="1727200" y="4019550"/>
          <p14:tracePt t="32832" x="1727200" y="4025900"/>
          <p14:tracePt t="32834" x="1733550" y="4025900"/>
          <p14:tracePt t="32848" x="1746250" y="4032250"/>
          <p14:tracePt t="32851" x="1752600" y="4032250"/>
          <p14:tracePt t="32866" x="1778000" y="4038600"/>
          <p14:tracePt t="32881" x="1803400" y="4038600"/>
          <p14:tracePt t="32898" x="1835150" y="4038600"/>
          <p14:tracePt t="32915" x="1860550" y="4025900"/>
          <p14:tracePt t="32931" x="1885950" y="4013200"/>
          <p14:tracePt t="32948" x="1911350" y="3987800"/>
          <p14:tracePt t="32951" x="0" y="0"/>
        </p14:tracePtLst>
        <p14:tracePtLst>
          <p14:tracePt t="39248" x="641350" y="4660900"/>
          <p14:tracePt t="39253" x="647700" y="4660900"/>
          <p14:tracePt t="39265" x="654050" y="4660900"/>
          <p14:tracePt t="39281" x="685800" y="4654550"/>
          <p14:tracePt t="39298" x="723900" y="4654550"/>
          <p14:tracePt t="39315" x="787400" y="4648200"/>
          <p14:tracePt t="39332" x="908050" y="4648200"/>
          <p14:tracePt t="39348" x="1066800" y="4641850"/>
          <p14:tracePt t="39351" x="1155700" y="4635500"/>
          <p14:tracePt t="39365" x="1238250" y="4616450"/>
          <p14:tracePt t="39381" x="1358900" y="4597400"/>
          <p14:tracePt t="39384" x="1454150" y="4584700"/>
          <p14:tracePt t="39398" x="1555750" y="4559300"/>
          <p14:tracePt t="39415" x="1720850" y="4514850"/>
          <p14:tracePt t="39417" x="1746250" y="4514850"/>
          <p14:tracePt t="39431" x="1835150" y="4476750"/>
          <p14:tracePt t="39448" x="1879600" y="4451350"/>
          <p14:tracePt t="39465" x="1898650" y="4445000"/>
          <p14:tracePt t="39481" x="1924050" y="4432300"/>
          <p14:tracePt t="39498" x="1943100" y="4425950"/>
          <p14:tracePt t="39515" x="1955800" y="4419600"/>
          <p14:tracePt t="39531" x="1968500" y="4419600"/>
          <p14:tracePt t="39624" x="1974850" y="4419600"/>
          <p14:tracePt t="39644" x="1974850" y="4432300"/>
          <p14:tracePt t="39650" x="1981200" y="4438650"/>
          <p14:tracePt t="39666" x="2000250" y="4476750"/>
          <p14:tracePt t="39682" x="2038350" y="4514850"/>
          <p14:tracePt t="39698" x="2082800" y="4546600"/>
          <p14:tracePt t="39715" x="2152650" y="4572000"/>
          <p14:tracePt t="39732" x="2203450" y="4591050"/>
          <p14:tracePt t="39748" x="2317750" y="4610100"/>
          <p14:tracePt t="39765" x="2444750" y="4622800"/>
          <p14:tracePt t="39782" x="2540000" y="4635500"/>
          <p14:tracePt t="39786" x="2647950" y="4641850"/>
          <p14:tracePt t="39798" x="2686050" y="4641850"/>
          <p14:tracePt t="39815" x="2781300" y="4648200"/>
          <p14:tracePt t="39818" x="2914650" y="4667250"/>
          <p14:tracePt t="39832" x="2971800" y="4667250"/>
          <p14:tracePt t="39848" x="3079750" y="4673600"/>
          <p14:tracePt t="39852" x="3130550" y="4673600"/>
          <p14:tracePt t="39866" x="3308350" y="4673600"/>
          <p14:tracePt t="39882" x="3416300" y="4673600"/>
          <p14:tracePt t="39898" x="3613150" y="4641850"/>
          <p14:tracePt t="39916" x="3714750" y="4629150"/>
          <p14:tracePt t="39932" x="3810000" y="4610100"/>
          <p14:tracePt t="39948" x="3898900" y="4591050"/>
          <p14:tracePt t="39965" x="4032250" y="4552950"/>
          <p14:tracePt t="39982" x="4070350" y="4546600"/>
          <p14:tracePt t="39998" x="4114800" y="4521200"/>
          <p14:tracePt t="40015" x="4140200" y="4502150"/>
          <p14:tracePt t="40032" x="4146550" y="4489450"/>
          <p14:tracePt t="40048" x="4146550" y="4470400"/>
          <p14:tracePt t="40053" x="4146550" y="4464050"/>
          <p14:tracePt t="40065" x="4146550" y="4451350"/>
          <p14:tracePt t="40082" x="4121150" y="4432300"/>
          <p14:tracePt t="40084" x="4108450" y="4413250"/>
          <p14:tracePt t="40098" x="4095750" y="4400550"/>
          <p14:tracePt t="40116" x="4019550" y="4356100"/>
          <p14:tracePt t="40132" x="3962400" y="4324350"/>
          <p14:tracePt t="40148" x="3873500" y="4286250"/>
          <p14:tracePt t="40165" x="3771900" y="4254500"/>
          <p14:tracePt t="40182" x="3606800" y="4216400"/>
          <p14:tracePt t="40199" x="3454400" y="4203700"/>
          <p14:tracePt t="40215" x="3282950" y="4203700"/>
          <p14:tracePt t="40232" x="3130550" y="4216400"/>
          <p14:tracePt t="40248" x="3041650" y="4235450"/>
          <p14:tracePt t="40265" x="2959100" y="4267200"/>
          <p14:tracePt t="40282" x="2921000" y="4286250"/>
          <p14:tracePt t="40287" x="2921000" y="4298950"/>
          <p14:tracePt t="40315" x="2914650" y="4324350"/>
          <p14:tracePt t="40318" x="2914650" y="4337050"/>
          <p14:tracePt t="40332" x="2914650" y="4362450"/>
          <p14:tracePt t="40348" x="2927350" y="4406900"/>
          <p14:tracePt t="40351" x="2946400" y="4425950"/>
          <p14:tracePt t="40366" x="2990850" y="4489450"/>
          <p14:tracePt t="40382" x="3048000" y="4552950"/>
          <p14:tracePt t="40398" x="3111500" y="4584700"/>
          <p14:tracePt t="40415" x="3175000" y="4610100"/>
          <p14:tracePt t="40432" x="3206750" y="4622800"/>
          <p14:tracePt t="40448" x="3232150" y="4622800"/>
          <p14:tracePt t="40465" x="3257550" y="4622800"/>
          <p14:tracePt t="40482" x="3295650" y="4622800"/>
          <p14:tracePt t="40499" x="3321050" y="4622800"/>
          <p14:tracePt t="40515" x="3384550" y="4610100"/>
          <p14:tracePt t="40532" x="3441700" y="4597400"/>
          <p14:tracePt t="40548" x="3517900" y="4578350"/>
          <p14:tracePt t="40565" x="3638550" y="4540250"/>
          <p14:tracePt t="40582" x="3721100" y="4508500"/>
          <p14:tracePt t="40587" x="3740150" y="4508500"/>
          <p14:tracePt t="40598" x="3790950" y="4489450"/>
          <p14:tracePt t="40616" x="3841750" y="4470400"/>
          <p14:tracePt t="40632" x="3854450" y="4464050"/>
          <p14:tracePt t="40680" x="3860800" y="4464050"/>
          <p14:tracePt t="40705" x="3867150" y="4464050"/>
          <p14:tracePt t="40712" x="3879850" y="4464050"/>
          <p14:tracePt t="40722" x="3886200" y="4464050"/>
          <p14:tracePt t="40732" x="3892550" y="4464050"/>
          <p14:tracePt t="40749" x="3930650" y="4464050"/>
          <p14:tracePt t="40768" x="3943350" y="4464050"/>
          <p14:tracePt t="40771" x="3962400" y="4464050"/>
          <p14:tracePt t="40782" x="3975100" y="4464050"/>
          <p14:tracePt t="40801" x="3987800" y="4464050"/>
          <p14:tracePt t="40804" x="3994150" y="4464050"/>
          <p14:tracePt t="40815" x="4006850" y="4464050"/>
          <p14:tracePt t="40834" x="4019550" y="4464050"/>
          <p14:tracePt t="40848" x="4025900" y="4464050"/>
          <p14:tracePt t="40867" x="4057650" y="4464050"/>
          <p14:tracePt t="40882" x="4076700" y="4451350"/>
          <p14:tracePt t="40901" x="4083050" y="4451350"/>
          <p14:tracePt t="40915" x="4089400" y="4445000"/>
          <p14:tracePt t="40932" x="4089400" y="4438650"/>
          <p14:tracePt t="40980" x="4089400" y="4432300"/>
          <p14:tracePt t="40998" x="4089400" y="4425950"/>
          <p14:tracePt t="41030" x="4089400" y="4419600"/>
          <p14:tracePt t="41048" x="4089400" y="4413250"/>
          <p14:tracePt t="41065" x="4083050" y="4400550"/>
          <p14:tracePt t="41082" x="4083050" y="4394200"/>
          <p14:tracePt t="41196" x="4089400" y="4394200"/>
          <p14:tracePt t="41205" x="4102100" y="4400550"/>
          <p14:tracePt t="41215" x="4114800" y="4413250"/>
          <p14:tracePt t="41232" x="4159250" y="4432300"/>
          <p14:tracePt t="41237" x="4191000" y="4451350"/>
          <p14:tracePt t="41248" x="4229100" y="4470400"/>
          <p14:tracePt t="41265" x="4330700" y="4514850"/>
          <p14:tracePt t="41282" x="4432300" y="4552950"/>
          <p14:tracePt t="41298" x="4502150" y="4578350"/>
          <p14:tracePt t="41315" x="4527550" y="4584700"/>
          <p14:tracePt t="41375" x="4521200" y="4584700"/>
          <p14:tracePt t="41383" x="4508500" y="4584700"/>
          <p14:tracePt t="41392" x="4483100" y="4584700"/>
          <p14:tracePt t="41399" x="4464050" y="4584700"/>
          <p14:tracePt t="41415" x="4413250" y="4584700"/>
          <p14:tracePt t="41432" x="4368800" y="4591050"/>
          <p14:tracePt t="41449" x="4324350" y="4616450"/>
          <p14:tracePt t="41465" x="4311650" y="4622800"/>
          <p14:tracePt t="41481" x="4305300" y="4622800"/>
          <p14:tracePt t="41577" x="4305300" y="4629150"/>
          <p14:tracePt t="41584" x="4298950" y="4629150"/>
          <p14:tracePt t="41617" x="4292600" y="4629150"/>
          <p14:tracePt t="41648" x="4292600" y="4635500"/>
          <p14:tracePt t="41681" x="4286250" y="4635500"/>
          <p14:tracePt t="41697" x="4279900" y="4635500"/>
          <p14:tracePt t="41715" x="4279900" y="4641850"/>
          <p14:tracePt t="41732" x="4273550" y="4641850"/>
          <p14:tracePt t="41748" x="4267200" y="4648200"/>
          <p14:tracePt t="41766" x="4254500" y="4654550"/>
          <p14:tracePt t="41768" x="4248150" y="4654550"/>
          <p14:tracePt t="41781" x="4248150" y="4660900"/>
          <p14:tracePt t="41798" x="4222750" y="4673600"/>
          <p14:tracePt t="41803" x="4216400" y="4673600"/>
          <p14:tracePt t="41815" x="4191000" y="4692650"/>
          <p14:tracePt t="41832" x="4159250" y="4711700"/>
          <p14:tracePt t="41835" x="4127500" y="4743450"/>
          <p14:tracePt t="41848" x="4108450" y="4749800"/>
          <p14:tracePt t="41866" x="4057650" y="4794250"/>
          <p14:tracePt t="41882" x="4044950" y="4806950"/>
          <p14:tracePt t="41898" x="4032250" y="4819650"/>
          <p14:tracePt t="41915" x="4019550" y="4832350"/>
          <p14:tracePt t="41932" x="4006850" y="4838700"/>
          <p14:tracePt t="41949" x="3987800" y="4857750"/>
          <p14:tracePt t="41965" x="3962400" y="4876800"/>
          <p14:tracePt t="41982" x="3937000" y="4895850"/>
          <p14:tracePt t="41998" x="3905250" y="4908550"/>
          <p14:tracePt t="42002" x="3886200" y="4927600"/>
          <p14:tracePt t="42015" x="3873500" y="4933950"/>
          <p14:tracePt t="42032" x="3867150" y="4933950"/>
          <p14:tracePt t="42036" x="3860800" y="4940300"/>
          <p14:tracePt t="42165" x="3854450" y="4940300"/>
          <p14:tracePt t="42172" x="3848100" y="4940300"/>
          <p14:tracePt t="42181" x="3848100" y="4933950"/>
          <p14:tracePt t="42199" x="3822700" y="4927600"/>
          <p14:tracePt t="42215" x="3797300" y="4927600"/>
          <p14:tracePt t="42232" x="3740150" y="4927600"/>
          <p14:tracePt t="42248" x="3663950" y="4927600"/>
          <p14:tracePt t="42266" x="3562350" y="4927600"/>
          <p14:tracePt t="42270" x="3517900" y="4927600"/>
          <p14:tracePt t="42282" x="3460750" y="4927600"/>
          <p14:tracePt t="42298" x="3359150" y="4927600"/>
          <p14:tracePt t="42315" x="3276600" y="4927600"/>
          <p14:tracePt t="42332" x="3200400" y="4927600"/>
          <p14:tracePt t="42336" x="3175000" y="4927600"/>
          <p14:tracePt t="42348" x="3155950" y="4927600"/>
          <p14:tracePt t="42365" x="3130550" y="4927600"/>
          <p14:tracePt t="42368" x="3117850" y="4927600"/>
          <p14:tracePt t="42382" x="3098800" y="4927600"/>
          <p14:tracePt t="42398" x="3073400" y="4927600"/>
          <p14:tracePt t="42418" x="3048000" y="4927600"/>
          <p14:tracePt t="42432" x="3003550" y="4927600"/>
          <p14:tracePt t="42449" x="2959100" y="4927600"/>
          <p14:tracePt t="42465" x="2914650" y="4927600"/>
          <p14:tracePt t="42482" x="2832100" y="4927600"/>
          <p14:tracePt t="42486" x="2813050" y="4927600"/>
          <p14:tracePt t="42498" x="2781300" y="4927600"/>
          <p14:tracePt t="42516" x="2730500" y="4927600"/>
          <p14:tracePt t="42519" x="2724150" y="4927600"/>
          <p14:tracePt t="42532" x="2698750" y="4927600"/>
          <p14:tracePt t="42548" x="2673350" y="4921250"/>
          <p14:tracePt t="42551" x="2660650" y="4921250"/>
          <p14:tracePt t="42566" x="2635250" y="4921250"/>
          <p14:tracePt t="42582" x="2609850" y="4921250"/>
          <p14:tracePt t="42599" x="2603500" y="4921250"/>
          <p14:tracePt t="42616" x="2552700" y="4914900"/>
          <p14:tracePt t="42632" x="2527300" y="4908550"/>
          <p14:tracePt t="42648" x="2501900" y="4908550"/>
          <p14:tracePt t="42665" x="2495550" y="4902200"/>
          <p14:tracePt t="43133" x="2508250" y="4902200"/>
          <p14:tracePt t="43143" x="2508250" y="4895850"/>
          <p14:tracePt t="43149" x="2520950" y="4895850"/>
          <p14:tracePt t="43165" x="2546350" y="4889500"/>
          <p14:tracePt t="43182" x="2578100" y="4883150"/>
          <p14:tracePt t="43198" x="2616200" y="4883150"/>
          <p14:tracePt t="43215" x="2647950" y="4876800"/>
          <p14:tracePt t="43231" x="2673350" y="4870450"/>
          <p14:tracePt t="43248" x="2705100" y="4870450"/>
          <p14:tracePt t="43253" x="2717800" y="4870450"/>
          <p14:tracePt t="43265" x="2743200" y="4870450"/>
          <p14:tracePt t="43281" x="2774950" y="4870450"/>
          <p14:tracePt t="43284" x="2806700" y="4870450"/>
          <p14:tracePt t="43298" x="2825750" y="4870450"/>
          <p14:tracePt t="43316" x="2927350" y="4864100"/>
          <p14:tracePt t="43332" x="2990850" y="4864100"/>
          <p14:tracePt t="43348" x="3060700" y="4864100"/>
          <p14:tracePt t="43365" x="3136900" y="4864100"/>
          <p14:tracePt t="43382" x="3225800" y="4864100"/>
          <p14:tracePt t="43398" x="3333750" y="4864100"/>
          <p14:tracePt t="43415" x="3454400" y="4864100"/>
          <p14:tracePt t="43432" x="3524250" y="4864100"/>
          <p14:tracePt t="43448" x="3644900" y="4864100"/>
          <p14:tracePt t="43465" x="3771900" y="4864100"/>
          <p14:tracePt t="43482" x="3848100" y="4864100"/>
          <p14:tracePt t="43499" x="3949700" y="4870450"/>
          <p14:tracePt t="43515" x="3994150" y="4870450"/>
          <p14:tracePt t="43518" x="4025900" y="4870450"/>
          <p14:tracePt t="43532" x="4044950" y="4870450"/>
          <p14:tracePt t="43548" x="4057650" y="4870450"/>
          <p14:tracePt t="43954" x="4051300" y="4870450"/>
          <p14:tracePt t="43979" x="4044950" y="4870450"/>
          <p14:tracePt t="43987" x="4038600" y="4870450"/>
          <p14:tracePt t="43998" x="4032250" y="4870450"/>
          <p14:tracePt t="44015" x="4019550" y="4870450"/>
          <p14:tracePt t="44018" x="4013200" y="4870450"/>
          <p14:tracePt t="44035" x="4000500" y="4870450"/>
          <p14:tracePt t="44049" x="3987800" y="4870450"/>
          <p14:tracePt t="44067" x="3956050" y="4870450"/>
          <p14:tracePt t="44082" x="3917950" y="4870450"/>
          <p14:tracePt t="44100" x="3886200" y="4870450"/>
          <p14:tracePt t="44115" x="3841750" y="4870450"/>
          <p14:tracePt t="44133" x="3797300" y="4870450"/>
          <p14:tracePt t="44149" x="3771900" y="4870450"/>
          <p14:tracePt t="44166" x="3746500" y="4870450"/>
          <p14:tracePt t="44182" x="3721100" y="4864100"/>
          <p14:tracePt t="44198" x="3708400" y="4857750"/>
          <p14:tracePt t="44215" x="3702050" y="4857750"/>
          <p14:tracePt t="44248" x="3695700" y="4857750"/>
          <p14:tracePt t="44265" x="3689350" y="4857750"/>
          <p14:tracePt t="44268" x="3683000" y="4857750"/>
          <p14:tracePt t="44282" x="3676650" y="4857750"/>
          <p14:tracePt t="44299" x="3657600" y="4857750"/>
          <p14:tracePt t="44302" x="3644900" y="4857750"/>
          <p14:tracePt t="44316" x="3632200" y="4857750"/>
          <p14:tracePt t="44332" x="3606800" y="4857750"/>
          <p14:tracePt t="44349" x="3594100" y="4857750"/>
          <p14:tracePt t="44365" x="3575050" y="4857750"/>
          <p14:tracePt t="44382" x="3568700" y="4857750"/>
          <p14:tracePt t="44599" x="3568700" y="4851400"/>
          <p14:tracePt t="44631" x="3575050" y="4845050"/>
          <p14:tracePt t="44639" x="3581400" y="4845050"/>
          <p14:tracePt t="44648" x="3587750" y="4845050"/>
          <p14:tracePt t="44665" x="3613150" y="4845050"/>
          <p14:tracePt t="44682" x="3663950" y="4845050"/>
          <p14:tracePt t="44699" x="3733800" y="4845050"/>
          <p14:tracePt t="44705" x="3771900" y="4845050"/>
          <p14:tracePt t="44715" x="3822700" y="4845050"/>
          <p14:tracePt t="44732" x="3892550" y="4845050"/>
          <p14:tracePt t="44736" x="3949700" y="4845050"/>
          <p14:tracePt t="44748" x="4013200" y="4845050"/>
          <p14:tracePt t="44765" x="4152900" y="4845050"/>
          <p14:tracePt t="44769" x="4171950" y="4845050"/>
          <p14:tracePt t="44781" x="4229100" y="4845050"/>
          <p14:tracePt t="44798" x="4305300" y="4845050"/>
          <p14:tracePt t="44800" x="4356100" y="4845050"/>
          <p14:tracePt t="44816" x="4413250" y="4845050"/>
          <p14:tracePt t="44832" x="4451350" y="4845050"/>
          <p14:tracePt t="44848" x="4489450" y="4845050"/>
          <p14:tracePt t="44865" x="4502150" y="4845050"/>
          <p14:tracePt t="44882" x="4521200" y="4845050"/>
          <p14:tracePt t="44899" x="4527550" y="4845050"/>
          <p14:tracePt t="44915" x="4546600" y="4845050"/>
          <p14:tracePt t="44932" x="4565650" y="4845050"/>
          <p14:tracePt t="44936" x="4572000" y="4845050"/>
          <p14:tracePt t="44949" x="4584700" y="4845050"/>
          <p14:tracePt t="44965" x="4591050" y="4845050"/>
          <p14:tracePt t="44970" x="4603750" y="4845050"/>
          <p14:tracePt t="44984" x="4610100" y="4845050"/>
          <p14:tracePt t="45841" x="4597400" y="4845050"/>
          <p14:tracePt t="45850" x="4572000" y="4851400"/>
          <p14:tracePt t="45857" x="4533900" y="4857750"/>
          <p14:tracePt t="45865" x="4464050" y="4876800"/>
          <p14:tracePt t="45882" x="4267200" y="4927600"/>
          <p14:tracePt t="45898" x="3917950" y="4984750"/>
          <p14:tracePt t="45915" x="3467100" y="5035550"/>
          <p14:tracePt t="45932" x="2971800" y="5086350"/>
          <p14:tracePt t="45948" x="2362200" y="5143500"/>
          <p14:tracePt t="45953" x="2197100" y="5156200"/>
          <p14:tracePt t="45965" x="1885950" y="5187950"/>
          <p14:tracePt t="45982" x="1473200" y="5219700"/>
          <p14:tracePt t="45985" x="1365250" y="5232400"/>
          <p14:tracePt t="45998" x="1168400" y="5251450"/>
          <p14:tracePt t="46015" x="1022350" y="5264150"/>
          <p14:tracePt t="46018" x="965200" y="5276850"/>
          <p14:tracePt t="46032" x="895350" y="5283200"/>
          <p14:tracePt t="46049" x="850900" y="5295900"/>
          <p14:tracePt t="46065" x="825500" y="5295900"/>
          <p14:tracePt t="46082" x="806450" y="5295900"/>
          <p14:tracePt t="46099" x="793750" y="5295900"/>
          <p14:tracePt t="46115" x="787400" y="5295900"/>
          <p14:tracePt t="46132" x="781050" y="5295900"/>
          <p14:tracePt t="46149" x="768350" y="5295900"/>
          <p14:tracePt t="46165" x="736600" y="5302250"/>
          <p14:tracePt t="46182" x="685800" y="5308600"/>
          <p14:tracePt t="46186" x="628650" y="5314950"/>
          <p14:tracePt t="46198" x="584200" y="5321300"/>
          <p14:tracePt t="46215" x="501650" y="5334000"/>
          <p14:tracePt t="46218" x="482600" y="5334000"/>
          <p14:tracePt t="46232" x="457200" y="5340350"/>
          <p14:tracePt t="46249" x="444500" y="5340350"/>
          <p14:tracePt t="46299" x="450850" y="5334000"/>
          <p14:tracePt t="46307" x="463550" y="5327650"/>
          <p14:tracePt t="46315" x="476250" y="5314950"/>
          <p14:tracePt t="46332" x="508000" y="5289550"/>
          <p14:tracePt t="46349" x="539750" y="5270500"/>
          <p14:tracePt t="46366" x="609600" y="5219700"/>
          <p14:tracePt t="46382" x="666750" y="5181600"/>
          <p14:tracePt t="46399" x="736600" y="5143500"/>
          <p14:tracePt t="46415" x="812800" y="5105400"/>
          <p14:tracePt t="46432" x="857250" y="5080000"/>
          <p14:tracePt t="46449" x="908050" y="5060950"/>
          <p14:tracePt t="46452" x="939800" y="5054600"/>
          <p14:tracePt t="46465" x="952500" y="5041900"/>
          <p14:tracePt t="46482" x="977900" y="5041900"/>
          <p14:tracePt t="46486" x="990600" y="5035550"/>
          <p14:tracePt t="46498" x="996950" y="5035550"/>
          <p14:tracePt t="46516" x="1009650" y="5029200"/>
          <p14:tracePt t="46532" x="1016000" y="5029200"/>
          <p14:tracePt t="46783" x="1028700" y="5029200"/>
          <p14:tracePt t="46791" x="1035050" y="5029200"/>
          <p14:tracePt t="46799" x="1054100" y="5029200"/>
          <p14:tracePt t="46815" x="1136650" y="5035550"/>
          <p14:tracePt t="46832" x="1244600" y="5048250"/>
          <p14:tracePt t="46849" x="1409700" y="5080000"/>
          <p14:tracePt t="46865" x="1536700" y="5092700"/>
          <p14:tracePt t="46882" x="1701800" y="5099050"/>
          <p14:tracePt t="46898" x="1835150" y="5105400"/>
          <p14:tracePt t="46915" x="1962150" y="5105400"/>
          <p14:tracePt t="46932" x="2057400" y="5099050"/>
          <p14:tracePt t="46949" x="2101850" y="5092700"/>
          <p14:tracePt t="46953" x="2114550" y="5092700"/>
          <p14:tracePt t="46965" x="2120900" y="5086350"/>
          <p14:tracePt t="46982" x="2127250" y="5080000"/>
          <p14:tracePt t="48184" x="2133600" y="5080000"/>
          <p14:tracePt t="48194" x="2139950" y="5080000"/>
          <p14:tracePt t="48201" x="2159000" y="5080000"/>
          <p14:tracePt t="48215" x="2171700" y="5080000"/>
          <p14:tracePt t="48232" x="2222500" y="5080000"/>
          <p14:tracePt t="48235" x="2241550" y="5080000"/>
          <p14:tracePt t="48248" x="2266950" y="5080000"/>
          <p14:tracePt t="48266" x="2362200" y="5080000"/>
          <p14:tracePt t="48282" x="2438400" y="5080000"/>
          <p14:tracePt t="48298" x="2527300" y="5080000"/>
          <p14:tracePt t="48315" x="2635250" y="5080000"/>
          <p14:tracePt t="48332" x="2762250" y="5080000"/>
          <p14:tracePt t="48349" x="2863850" y="5080000"/>
          <p14:tracePt t="48365" x="2990850" y="5080000"/>
          <p14:tracePt t="48382" x="3060700" y="5067300"/>
          <p14:tracePt t="48399" x="3092450" y="5060950"/>
          <p14:tracePt t="48403" x="3098800" y="5060950"/>
          <p14:tracePt t="48637" x="3105150" y="5060950"/>
          <p14:tracePt t="48656" x="3117850" y="5067300"/>
          <p14:tracePt t="48661" x="3130550" y="5073650"/>
          <p14:tracePt t="48682" x="3187700" y="5092700"/>
          <p14:tracePt t="48699" x="3270250" y="5111750"/>
          <p14:tracePt t="48702" x="3327400" y="5118100"/>
          <p14:tracePt t="48717" x="3460750" y="5130800"/>
          <p14:tracePt t="48732" x="3536950" y="5130800"/>
          <p14:tracePt t="48735" x="3581400" y="5137150"/>
          <p14:tracePt t="48749" x="3651250" y="5137150"/>
          <p14:tracePt t="48766" x="3835400" y="5137150"/>
          <p14:tracePt t="48782" x="3949700" y="5137150"/>
          <p14:tracePt t="48798" x="4070350" y="5137150"/>
          <p14:tracePt t="48815" x="4127500" y="5130800"/>
          <p14:tracePt t="48832" x="4152900" y="5124450"/>
          <p14:tracePt t="48848" x="4159250" y="5124450"/>
          <p14:tracePt t="48889" x="4159250" y="5118100"/>
          <p14:tracePt t="48903" x="4159250" y="5111750"/>
          <p14:tracePt t="48920" x="4159250" y="5105400"/>
          <p14:tracePt t="48931" x="4165600" y="5105400"/>
          <p14:tracePt t="48949" x="4165600" y="5086350"/>
          <p14:tracePt t="48966" x="4165600" y="5073650"/>
          <p14:tracePt t="48985" x="4165600" y="5067300"/>
          <p14:tracePt t="49249" x="4159250" y="5067300"/>
          <p14:tracePt t="49257" x="4159250" y="5073650"/>
          <p14:tracePt t="49371" x="4159250" y="5080000"/>
          <p14:tracePt t="49381" x="4159250" y="5086350"/>
          <p14:tracePt t="49399" x="4152900" y="5092700"/>
          <p14:tracePt t="49415" x="4146550" y="5105400"/>
          <p14:tracePt t="49418" x="4140200" y="5105400"/>
          <p14:tracePt t="49433" x="4140200" y="5111750"/>
          <p14:tracePt t="49465" x="4133850" y="5118100"/>
          <p14:tracePt t="49499" x="4133850" y="5124450"/>
          <p14:tracePt t="49515" x="4133850" y="5130800"/>
          <p14:tracePt t="49532" x="4127500" y="5130800"/>
          <p14:tracePt t="49549" x="4121150" y="5143500"/>
          <p14:tracePt t="49565" x="4114800" y="5156200"/>
          <p14:tracePt t="49582" x="4102100" y="5168900"/>
          <p14:tracePt t="49598" x="4089400" y="5181600"/>
          <p14:tracePt t="49615" x="4070350" y="5207000"/>
          <p14:tracePt t="49632" x="4044950" y="5238750"/>
          <p14:tracePt t="49649" x="3975100" y="5302250"/>
          <p14:tracePt t="49654" x="3949700" y="5314950"/>
          <p14:tracePt t="49665" x="3886200" y="5365750"/>
          <p14:tracePt t="49682" x="3733800" y="5467350"/>
          <p14:tracePt t="49686" x="3632200" y="5524500"/>
          <p14:tracePt t="49699" x="3530600" y="5588000"/>
          <p14:tracePt t="49717" x="3308350" y="5676900"/>
          <p14:tracePt t="49732" x="3194050" y="5702300"/>
          <p14:tracePt t="49749" x="3130550" y="5708650"/>
          <p14:tracePt t="49765" x="3073400" y="5708650"/>
          <p14:tracePt t="49782" x="2984500" y="5708650"/>
          <p14:tracePt t="49799" x="2895600" y="5708650"/>
          <p14:tracePt t="49815" x="2794000" y="5708650"/>
          <p14:tracePt t="49832" x="2673350" y="5689600"/>
          <p14:tracePt t="49849" x="2559050" y="5657850"/>
          <p14:tracePt t="49866" x="2463800" y="5638800"/>
          <p14:tracePt t="49882" x="2425700" y="5626100"/>
          <p14:tracePt t="49887" x="2393950" y="5613400"/>
          <p14:tracePt t="49898" x="2387600" y="5613400"/>
          <p14:tracePt t="49915" x="2381250" y="5607050"/>
          <p14:tracePt t="49975" x="2381250" y="5600700"/>
          <p14:tracePt t="49991" x="2381250" y="5594350"/>
          <p14:tracePt t="49999" x="2381250" y="5588000"/>
          <p14:tracePt t="50015" x="2381250" y="5568950"/>
          <p14:tracePt t="50032" x="2381250" y="5549900"/>
          <p14:tracePt t="50049" x="2381250" y="5524500"/>
          <p14:tracePt t="50065" x="2381250" y="5492750"/>
          <p14:tracePt t="50082" x="2387600" y="5467350"/>
          <p14:tracePt t="50099" x="2387600" y="5448300"/>
          <p14:tracePt t="50115" x="2387600" y="5429250"/>
          <p14:tracePt t="50132" x="2393950" y="5422900"/>
          <p14:tracePt t="50149" x="2400300" y="5410200"/>
          <p14:tracePt t="50165" x="2406650" y="5397500"/>
          <p14:tracePt t="50182" x="2406650" y="5391150"/>
          <p14:tracePt t="50198" x="2406650" y="5384800"/>
          <p14:tracePt t="50216" x="2406650" y="5378450"/>
          <p14:tracePt t="50232" x="2413000" y="5372100"/>
          <p14:tracePt t="50379" x="2419350" y="5372100"/>
          <p14:tracePt t="50405" x="2425700" y="5372100"/>
          <p14:tracePt t="50419" x="2438400" y="5378450"/>
          <p14:tracePt t="50432" x="2451100" y="5384800"/>
          <p14:tracePt t="50449" x="2489200" y="5403850"/>
          <p14:tracePt t="50452" x="2520950" y="5416550"/>
          <p14:tracePt t="50467" x="2609850" y="5454650"/>
          <p14:tracePt t="50482" x="2743200" y="5492750"/>
          <p14:tracePt t="50499" x="2901950" y="5524500"/>
          <p14:tracePt t="50515" x="3022600" y="5543550"/>
          <p14:tracePt t="50532" x="3206750" y="5562600"/>
          <p14:tracePt t="50549" x="3365500" y="5562600"/>
          <p14:tracePt t="50565" x="3460750" y="5562600"/>
          <p14:tracePt t="50582" x="3524250" y="5556250"/>
          <p14:tracePt t="50587" x="3556000" y="5549900"/>
          <p14:tracePt t="50599" x="3581400" y="5543550"/>
          <p14:tracePt t="50615" x="3619500" y="5530850"/>
          <p14:tracePt t="50634" x="3644900" y="5518150"/>
          <p14:tracePt t="50637" x="3651250" y="5511800"/>
          <p14:tracePt t="50649" x="3657600" y="5505450"/>
          <p14:tracePt t="50668" x="3689350" y="5486400"/>
          <p14:tracePt t="50682" x="3708400" y="5480050"/>
          <p14:tracePt t="50699" x="3733800" y="5454650"/>
          <p14:tracePt t="50701" x="3752850" y="5441950"/>
          <p14:tracePt t="50715" x="3771900" y="5429250"/>
          <p14:tracePt t="50733" x="3797300" y="5384800"/>
          <p14:tracePt t="50749" x="3810000" y="5353050"/>
          <p14:tracePt t="50766" x="3822700" y="5334000"/>
          <p14:tracePt t="50782" x="3829050" y="5308600"/>
          <p14:tracePt t="50798" x="3835400" y="5289550"/>
          <p14:tracePt t="50815" x="3835400" y="5283200"/>
          <p14:tracePt t="50832" x="3835400" y="5270500"/>
          <p14:tracePt t="50849" x="3835400" y="5257800"/>
          <p14:tracePt t="50865" x="3835400" y="5238750"/>
          <p14:tracePt t="50884" x="3829050" y="5232400"/>
          <p14:tracePt t="50898" x="3790950" y="5200650"/>
          <p14:tracePt t="50915" x="3752850" y="5175250"/>
          <p14:tracePt t="50932" x="3689350" y="5137150"/>
          <p14:tracePt t="50935" x="3663950" y="5118100"/>
          <p14:tracePt t="50949" x="3644900" y="5118100"/>
          <p14:tracePt t="50966" x="3543300" y="5060950"/>
          <p14:tracePt t="50982" x="3492500" y="5041900"/>
          <p14:tracePt t="50999" x="3409950" y="5022850"/>
          <p14:tracePt t="51015" x="3352800" y="5016500"/>
          <p14:tracePt t="51032" x="3289300" y="5010150"/>
          <p14:tracePt t="51049" x="3219450" y="5010150"/>
          <p14:tracePt t="51065" x="3155950" y="5010150"/>
          <p14:tracePt t="51082" x="3098800" y="5010150"/>
          <p14:tracePt t="51099" x="3048000" y="5010150"/>
          <p14:tracePt t="51115" x="2997200" y="5010150"/>
          <p14:tracePt t="51132" x="2959100" y="5010150"/>
          <p14:tracePt t="51136" x="2952750" y="5010150"/>
          <p14:tracePt t="51149" x="2921000" y="5010150"/>
          <p14:tracePt t="51165" x="2895600" y="5010150"/>
          <p14:tracePt t="51168" x="2863850" y="5016500"/>
          <p14:tracePt t="51182" x="2851150" y="5016500"/>
          <p14:tracePt t="51199" x="2813050" y="5022850"/>
          <p14:tracePt t="51202" x="2806700" y="5022850"/>
          <p14:tracePt t="51216" x="2768600" y="5035550"/>
          <p14:tracePt t="51232" x="2749550" y="5041900"/>
          <p14:tracePt t="51248" x="2711450" y="5054600"/>
          <p14:tracePt t="51265" x="2698750" y="5067300"/>
          <p14:tracePt t="51282" x="2673350" y="5080000"/>
          <p14:tracePt t="51299" x="2660650" y="5092700"/>
          <p14:tracePt t="51315" x="2647950" y="5105400"/>
          <p14:tracePt t="51332" x="2635250" y="5118100"/>
          <p14:tracePt t="51349" x="2628900" y="5124450"/>
          <p14:tracePt t="51365" x="2622550" y="5143500"/>
          <p14:tracePt t="51370" x="2616200" y="5149850"/>
          <p14:tracePt t="51382" x="2609850" y="5162550"/>
          <p14:tracePt t="51399" x="2597150" y="5200650"/>
          <p14:tracePt t="51404" x="2590800" y="5213350"/>
          <p14:tracePt t="51415" x="2590800" y="5226050"/>
          <p14:tracePt t="51432" x="2584450" y="5257800"/>
          <p14:tracePt t="51435" x="2584450" y="5270500"/>
          <p14:tracePt t="51449" x="2584450" y="5276850"/>
          <p14:tracePt t="51466" x="2578100" y="5302250"/>
          <p14:tracePt t="51482" x="2578100" y="5314950"/>
          <p14:tracePt t="51499" x="2578100" y="5321300"/>
          <p14:tracePt t="51515" x="2578100" y="5334000"/>
          <p14:tracePt t="51532" x="2584450" y="5340350"/>
          <p14:tracePt t="51549" x="2597150" y="5353050"/>
          <p14:tracePt t="51565" x="2609850" y="5372100"/>
          <p14:tracePt t="51582" x="2641600" y="5384800"/>
          <p14:tracePt t="51599" x="2673350" y="5397500"/>
          <p14:tracePt t="51602" x="2686050" y="5410200"/>
          <p14:tracePt t="51615" x="2705100" y="5416550"/>
          <p14:tracePt t="51632" x="2755900" y="5429250"/>
          <p14:tracePt t="51636" x="2781300" y="5435600"/>
          <p14:tracePt t="51649" x="2813050" y="5441950"/>
          <p14:tracePt t="51666" x="2908300" y="5461000"/>
          <p14:tracePt t="51682" x="2952750" y="5467350"/>
          <p14:tracePt t="51699" x="3028950" y="5467350"/>
          <p14:tracePt t="51702" x="3073400" y="5467350"/>
          <p14:tracePt t="51715" x="3117850" y="5467350"/>
          <p14:tracePt t="51732" x="3225800" y="5467350"/>
          <p14:tracePt t="51749" x="3263900" y="5467350"/>
          <p14:tracePt t="51765" x="3314700" y="5467350"/>
          <p14:tracePt t="51782" x="3365500" y="5467350"/>
          <p14:tracePt t="51799" x="3403600" y="5467350"/>
          <p14:tracePt t="51815" x="3435350" y="5461000"/>
          <p14:tracePt t="51832" x="3479800" y="5448300"/>
          <p14:tracePt t="51837" x="3498850" y="5441950"/>
          <p14:tracePt t="51849" x="3530600" y="5435600"/>
          <p14:tracePt t="51865" x="3587750" y="5410200"/>
          <p14:tracePt t="51882" x="3606800" y="5403850"/>
          <p14:tracePt t="51889" x="3619500" y="5397500"/>
          <p14:tracePt t="51899" x="3625850" y="5391150"/>
          <p14:tracePt t="51915" x="3644900" y="5384800"/>
          <p14:tracePt t="52885" x="3651250" y="5384800"/>
          <p14:tracePt t="52949" x="3657600" y="5384800"/>
          <p14:tracePt t="52973" x="3663950" y="5384800"/>
          <p14:tracePt t="52981" x="3663950" y="5378450"/>
          <p14:tracePt t="53025" x="3670300" y="5378450"/>
          <p14:tracePt t="56827" x="3676650" y="5378450"/>
          <p14:tracePt t="56835" x="3689350" y="5384800"/>
          <p14:tracePt t="56844" x="3721100" y="5403850"/>
          <p14:tracePt t="56852" x="3790950" y="5441950"/>
          <p14:tracePt t="56866" x="4013200" y="5530850"/>
          <p14:tracePt t="56882" x="4464050" y="5676900"/>
          <p14:tracePt t="56899" x="5041900" y="5822950"/>
          <p14:tracePt t="56916" x="5568950" y="5924550"/>
          <p14:tracePt t="56932" x="6172200" y="6007100"/>
          <p14:tracePt t="56949" x="6584950" y="6019800"/>
          <p14:tracePt t="56965" x="6908800" y="6000750"/>
          <p14:tracePt t="56982" x="7092950" y="5943600"/>
          <p14:tracePt t="56999" x="7296150" y="5848350"/>
          <p14:tracePt t="57015" x="7461250" y="5746750"/>
          <p14:tracePt t="57018" x="7689850" y="5581650"/>
          <p14:tracePt t="57032" x="7848600" y="5441950"/>
          <p14:tracePt t="57049" x="8280400" y="4959350"/>
          <p14:tracePt t="57052" x="8451850" y="4718050"/>
          <p14:tracePt t="57065" x="8642350" y="4445000"/>
          <p14:tracePt t="57082" x="9023350" y="3714750"/>
          <p14:tracePt t="57087" x="9182100" y="3314700"/>
          <p14:tracePt t="57099" x="9334500" y="2819400"/>
          <p14:tracePt t="57116" x="9569450" y="1612900"/>
          <p14:tracePt t="57135" x="9620250" y="984250"/>
          <p14:tracePt t="57149" x="9620250" y="381000"/>
          <p14:tracePt t="57167" x="9613900" y="69850"/>
          <p14:tracePt t="57182" x="9594850" y="0"/>
          <p14:tracePt t="57199" x="9588500" y="0"/>
          <p14:tracePt t="57215" x="9582150" y="0"/>
          <p14:tracePt t="57234" x="9550400" y="19050"/>
          <p14:tracePt t="57238" x="9518650" y="38100"/>
          <p14:tracePt t="57249" x="9480550" y="63500"/>
          <p14:tracePt t="57267" x="9372600" y="114300"/>
          <p14:tracePt t="57270" x="9309100" y="146050"/>
          <p14:tracePt t="57282" x="9232900" y="165100"/>
          <p14:tracePt t="57299" x="9048750" y="209550"/>
          <p14:tracePt t="57303" x="8991600" y="215900"/>
          <p14:tracePt t="57316" x="8883650" y="228600"/>
          <p14:tracePt t="57332" x="8724900" y="247650"/>
          <p14:tracePt t="57335" x="8674100" y="254000"/>
          <p14:tracePt t="57349" x="8629650" y="260350"/>
          <p14:tracePt t="57367" x="8489950" y="304800"/>
          <p14:tracePt t="57383" x="8420100" y="323850"/>
          <p14:tracePt t="57399" x="8369300" y="361950"/>
          <p14:tracePt t="57415" x="8324850" y="387350"/>
          <p14:tracePt t="57432" x="8267700" y="438150"/>
          <p14:tracePt t="57449" x="8197850" y="508000"/>
          <p14:tracePt t="57467" x="8108950" y="596900"/>
          <p14:tracePt t="57482" x="7988300" y="730250"/>
          <p14:tracePt t="57498" x="7899400" y="838200"/>
          <p14:tracePt t="57515" x="7823200" y="939800"/>
          <p14:tracePt t="57532" x="7753350" y="1085850"/>
          <p14:tracePt t="57548" x="7727950" y="1181100"/>
          <p14:tracePt t="57550" x="7708900" y="1270000"/>
          <p14:tracePt t="57565" x="7696200" y="1352550"/>
          <p14:tracePt t="57582" x="7670800" y="1606550"/>
          <p14:tracePt t="57586" x="7658100" y="1720850"/>
          <p14:tracePt t="57599" x="7658100" y="1752600"/>
          <p14:tracePt t="57615" x="7632700" y="1905000"/>
          <p14:tracePt t="57618" x="7613650" y="1993900"/>
          <p14:tracePt t="57632" x="7575550" y="2089150"/>
          <p14:tracePt t="57649" x="7524750" y="2165350"/>
          <p14:tracePt t="57666" x="7505700" y="2197100"/>
          <p14:tracePt t="57682" x="7467600" y="2228850"/>
          <p14:tracePt t="57699" x="7435850" y="2254250"/>
          <p14:tracePt t="57716" x="7416800" y="2266950"/>
          <p14:tracePt t="57732" x="7391400" y="2292350"/>
          <p14:tracePt t="57749" x="7353300" y="2343150"/>
          <p14:tracePt t="57753" x="7340600" y="2349500"/>
          <p14:tracePt t="57765" x="7315200" y="2374900"/>
          <p14:tracePt t="57782" x="7277100" y="2432050"/>
          <p14:tracePt t="57785" x="7251700" y="2463800"/>
          <p14:tracePt t="57799" x="7245350" y="2476500"/>
          <p14:tracePt t="57816" x="7213600" y="2533650"/>
          <p14:tracePt t="57832" x="7200900" y="2565400"/>
          <p14:tracePt t="57849" x="7156450" y="2641600"/>
          <p14:tracePt t="57866" x="7099300" y="2736850"/>
          <p14:tracePt t="57882" x="7029450" y="2857500"/>
          <p14:tracePt t="57902" x="6985000" y="2927350"/>
          <p14:tracePt t="57915" x="6908800" y="3028950"/>
          <p14:tracePt t="57932" x="6902450" y="3041650"/>
          <p14:tracePt t="57972" x="6902450" y="3035300"/>
          <p14:tracePt t="57982" x="6902450" y="3022600"/>
          <p14:tracePt t="57999" x="6902450" y="2984500"/>
          <p14:tracePt t="58016" x="6889750" y="2940050"/>
          <p14:tracePt t="58019" x="6883400" y="2921000"/>
          <p14:tracePt t="58032" x="6877050" y="2908300"/>
          <p14:tracePt t="58049" x="6877050" y="2895600"/>
          <p14:tracePt t="58091" x="6877050" y="2889250"/>
          <p14:tracePt t="58109" x="6870700" y="2882900"/>
          <p14:tracePt t="58117" x="6870700" y="2863850"/>
          <p14:tracePt t="58125" x="6870700" y="2857500"/>
          <p14:tracePt t="58134" x="6870700" y="2832100"/>
          <p14:tracePt t="58149" x="6870700" y="2787650"/>
          <p14:tracePt t="58166" x="6870700" y="2730500"/>
          <p14:tracePt t="58182" x="6858000" y="2647950"/>
          <p14:tracePt t="58199" x="6838950" y="2552700"/>
          <p14:tracePt t="58215" x="6819900" y="2501900"/>
          <p14:tracePt t="58232" x="6769100" y="2425700"/>
          <p14:tracePt t="58249" x="6686550" y="2362200"/>
          <p14:tracePt t="58265" x="6635750" y="2336800"/>
          <p14:tracePt t="58282" x="6584950" y="2330450"/>
          <p14:tracePt t="58299" x="6559550" y="2324100"/>
          <p14:tracePt t="58301" x="6540500" y="2324100"/>
          <p14:tracePt t="58316" x="6521450" y="2324100"/>
          <p14:tracePt t="58332" x="6502400" y="2324100"/>
          <p14:tracePt t="58349" x="6483350" y="2330450"/>
          <p14:tracePt t="58365" x="6457950" y="2355850"/>
          <p14:tracePt t="58382" x="6413500" y="2393950"/>
          <p14:tracePt t="58399" x="6381750" y="2444750"/>
          <p14:tracePt t="58416" x="6350000" y="2489200"/>
          <p14:tracePt t="58432" x="6337300" y="2520950"/>
          <p14:tracePt t="58449" x="6337300" y="2559050"/>
          <p14:tracePt t="58466" x="6337300" y="2590800"/>
          <p14:tracePt t="58482" x="6337300" y="2609850"/>
          <p14:tracePt t="58499" x="6381750" y="2647950"/>
          <p14:tracePt t="58503" x="6407150" y="2660650"/>
          <p14:tracePt t="58516" x="6445250" y="2679700"/>
          <p14:tracePt t="58532" x="6546850" y="2698750"/>
          <p14:tracePt t="58535" x="6584950" y="2705100"/>
          <p14:tracePt t="58549" x="6654800" y="2711450"/>
          <p14:tracePt t="58566" x="6781800" y="2705100"/>
          <p14:tracePt t="58582" x="6851650" y="2667000"/>
          <p14:tracePt t="58599" x="6877050" y="2647950"/>
          <p14:tracePt t="58616" x="6889750" y="2628900"/>
          <p14:tracePt t="58633" x="6889750" y="2616200"/>
          <p14:tracePt t="58713" x="6896100" y="2616200"/>
          <p14:tracePt t="58721" x="6902450" y="2616200"/>
          <p14:tracePt t="58738" x="6908800" y="2616200"/>
          <p14:tracePt t="58749" x="6927850" y="2616200"/>
          <p14:tracePt t="58766" x="6991350" y="2635250"/>
          <p14:tracePt t="58769" x="7016750" y="2641600"/>
          <p14:tracePt t="58783" x="7073900" y="2654300"/>
          <p14:tracePt t="58787" x="7131050" y="2673350"/>
          <p14:tracePt t="58799" x="7156450" y="2686050"/>
          <p14:tracePt t="58819" x="7308850" y="2743200"/>
          <p14:tracePt t="58833" x="7378700" y="2768600"/>
          <p14:tracePt t="58850" x="7416800" y="2774950"/>
          <p14:tracePt t="58865" x="7423150" y="2781300"/>
          <p14:tracePt t="58914" x="7429500" y="2781300"/>
          <p14:tracePt t="58930" x="7442200" y="2781300"/>
          <p14:tracePt t="58947" x="7461250" y="2781300"/>
          <p14:tracePt t="58955" x="7480300" y="2781300"/>
          <p14:tracePt t="58965" x="7493000" y="2781300"/>
          <p14:tracePt t="58982" x="7537450" y="2768600"/>
          <p14:tracePt t="58999" x="7569200" y="2762250"/>
          <p14:tracePt t="59016" x="7588250" y="2749550"/>
          <p14:tracePt t="59019" x="7594600" y="2749550"/>
          <p14:tracePt t="59032" x="7594600" y="2743200"/>
          <p14:tracePt t="59049" x="7600950" y="2736850"/>
          <p14:tracePt t="59052" x="7600950" y="2730500"/>
          <p14:tracePt t="59067" x="7600950" y="2724150"/>
          <p14:tracePt t="59085" x="7600950" y="2717800"/>
          <p14:tracePt t="59099" x="7600950" y="2711450"/>
          <p14:tracePt t="59115" x="7600950" y="2692400"/>
          <p14:tracePt t="59132" x="7600950" y="2679700"/>
          <p14:tracePt t="59149" x="7600950" y="2667000"/>
          <p14:tracePt t="59166" x="7600950" y="2654300"/>
          <p14:tracePt t="59182" x="7600950" y="2641600"/>
          <p14:tracePt t="59199" x="7594600" y="2635250"/>
          <p14:tracePt t="59215" x="7588250" y="2628900"/>
          <p14:tracePt t="59232" x="7581900" y="2616200"/>
          <p14:tracePt t="59249" x="7581900" y="2603500"/>
          <p14:tracePt t="59252" x="7575550" y="2597150"/>
          <p14:tracePt t="59265" x="7569200" y="2590800"/>
          <p14:tracePt t="59268" x="7569200" y="2584450"/>
          <p14:tracePt t="59282" x="7562850" y="2584450"/>
          <p14:tracePt t="59285" x="7556500" y="2571750"/>
          <p14:tracePt t="59300" x="7556500" y="2565400"/>
          <p14:tracePt t="59315" x="7550150" y="2559050"/>
          <p14:tracePt t="59332" x="7537450" y="2552700"/>
          <p14:tracePt t="59349" x="7531100" y="2546350"/>
          <p14:tracePt t="59365" x="7524750" y="2546350"/>
          <p14:tracePt t="59382" x="7512050" y="2533650"/>
          <p14:tracePt t="59399" x="7505700" y="2527300"/>
          <p14:tracePt t="59416" x="7486650" y="2520950"/>
          <p14:tracePt t="59432" x="7461250" y="2520950"/>
          <p14:tracePt t="59449" x="7435850" y="2520950"/>
          <p14:tracePt t="59453" x="7416800" y="2520950"/>
          <p14:tracePt t="59466" x="7397750" y="2520950"/>
          <p14:tracePt t="59482" x="7353300" y="2520950"/>
          <p14:tracePt t="59499" x="7308850" y="2520950"/>
          <p14:tracePt t="59516" x="7277100" y="2520950"/>
          <p14:tracePt t="59519" x="7258050" y="2527300"/>
          <p14:tracePt t="59532" x="7239000" y="2533650"/>
          <p14:tracePt t="59549" x="7226300" y="2540000"/>
          <p14:tracePt t="59552" x="7219950" y="2540000"/>
          <p14:tracePt t="59566" x="7213600" y="2546350"/>
          <p14:tracePt t="59582" x="7200900" y="2552700"/>
          <p14:tracePt t="59599" x="7188200" y="2565400"/>
          <p14:tracePt t="59616" x="7188200" y="2571750"/>
          <p14:tracePt t="59632" x="7181850" y="2584450"/>
          <p14:tracePt t="59649" x="7175500" y="2590800"/>
          <p14:tracePt t="59666" x="7169150" y="2597150"/>
          <p14:tracePt t="59682" x="7162800" y="2603500"/>
          <p14:tracePt t="59699" x="7156450" y="2609850"/>
          <p14:tracePt t="59716" x="7156450" y="2628900"/>
          <p14:tracePt t="59718" x="7150100" y="2628900"/>
          <p14:tracePt t="59732" x="7150100" y="2635250"/>
          <p14:tracePt t="59749" x="7150100" y="2641600"/>
          <p14:tracePt t="59765" x="7143750" y="2647950"/>
          <p14:tracePt t="59782" x="7143750" y="2654300"/>
          <p14:tracePt t="59785" x="7143750" y="2660650"/>
          <p14:tracePt t="59801" x="7143750" y="2667000"/>
          <p14:tracePt t="59817" x="7143750" y="2673350"/>
          <p14:tracePt t="59832" x="7150100" y="2673350"/>
          <p14:tracePt t="59848" x="7156450" y="2679700"/>
          <p14:tracePt t="59865" x="7169150" y="2686050"/>
          <p14:tracePt t="59884" x="7175500" y="2692400"/>
          <p14:tracePt t="59899" x="7194550" y="2698750"/>
          <p14:tracePt t="59916" x="7219950" y="2705100"/>
          <p14:tracePt t="59932" x="7239000" y="2717800"/>
          <p14:tracePt t="59949" x="7264400" y="2724150"/>
          <p14:tracePt t="59952" x="7277100" y="2730500"/>
          <p14:tracePt t="59965" x="7289800" y="2730500"/>
          <p14:tracePt t="59983" x="7315200" y="2736850"/>
          <p14:tracePt t="59987" x="7327900" y="2743200"/>
          <p14:tracePt t="59999" x="7340600" y="2749550"/>
          <p14:tracePt t="60016" x="7359650" y="2749550"/>
          <p14:tracePt t="60020" x="7378700" y="2749550"/>
          <p14:tracePt t="60032" x="7391400" y="2755900"/>
          <p14:tracePt t="60049" x="7404100" y="2755900"/>
          <p14:tracePt t="60052" x="7416800" y="2762250"/>
          <p14:tracePt t="60066" x="7429500" y="2762250"/>
          <p14:tracePt t="60082" x="7435850" y="2768600"/>
          <p14:tracePt t="60099" x="7442200" y="2768600"/>
          <p14:tracePt t="60116" x="7454900" y="2768600"/>
          <p14:tracePt t="60132" x="7461250" y="2768600"/>
          <p14:tracePt t="60149" x="7473950" y="2768600"/>
          <p14:tracePt t="60165" x="7480300" y="2768600"/>
          <p14:tracePt t="60182" x="7493000" y="2768600"/>
          <p14:tracePt t="60199" x="7499350" y="2768600"/>
          <p14:tracePt t="60216" x="7512050" y="2768600"/>
          <p14:tracePt t="60232" x="7518400" y="2762250"/>
          <p14:tracePt t="60249" x="7524750" y="2755900"/>
          <p14:tracePt t="60251" x="7531100" y="2755900"/>
          <p14:tracePt t="60265" x="7531100" y="2749550"/>
          <p14:tracePt t="60282" x="7543800" y="2736850"/>
          <p14:tracePt t="60299" x="7550150" y="2730500"/>
          <p14:tracePt t="60316" x="7562850" y="2705100"/>
          <p14:tracePt t="60332" x="7569200" y="2698750"/>
          <p14:tracePt t="60349" x="7581900" y="2686050"/>
          <p14:tracePt t="60366" x="7588250" y="2673350"/>
          <p14:tracePt t="60382" x="7588250" y="2667000"/>
          <p14:tracePt t="60399" x="7588250" y="2660650"/>
          <p14:tracePt t="60416" x="7588250" y="2654300"/>
          <p14:tracePt t="60438" x="7588250" y="2647950"/>
          <p14:tracePt t="60454" x="7588250" y="2641600"/>
          <p14:tracePt t="60477" x="7588250" y="2635250"/>
          <p14:tracePt t="60502" x="7588250" y="2628900"/>
          <p14:tracePt t="61283" x="7588250" y="2635250"/>
          <p14:tracePt t="61308" x="7588250" y="2641600"/>
          <p14:tracePt t="61316" x="7594600" y="2647950"/>
          <p14:tracePt t="61332" x="7600950" y="2667000"/>
          <p14:tracePt t="61349" x="7626350" y="2692400"/>
          <p14:tracePt t="61366" x="7651750" y="2711450"/>
          <p14:tracePt t="61382" x="7683500" y="2736850"/>
          <p14:tracePt t="61399" x="7721600" y="2755900"/>
          <p14:tracePt t="61416" x="7785100" y="2774950"/>
          <p14:tracePt t="61432" x="7829550" y="2787650"/>
          <p14:tracePt t="61437" x="7874000" y="2794000"/>
          <p14:tracePt t="61449" x="7899400" y="2794000"/>
          <p14:tracePt t="61465" x="7962900" y="2800350"/>
          <p14:tracePt t="61469" x="7988300" y="2800350"/>
          <p14:tracePt t="61482" x="8013700" y="2800350"/>
          <p14:tracePt t="61499" x="8051800" y="2800350"/>
          <p14:tracePt t="61502" x="8070850" y="2800350"/>
          <p14:tracePt t="61516" x="8077200" y="2800350"/>
          <p14:tracePt t="61631" x="8083550" y="2800350"/>
          <p14:tracePt t="61783" x="8089900" y="2800350"/>
          <p14:tracePt t="61799" x="8096250" y="2800350"/>
          <p14:tracePt t="61815" x="8102600" y="2800350"/>
          <p14:tracePt t="61832" x="8115300" y="2794000"/>
          <p14:tracePt t="61849" x="8121650" y="2781300"/>
          <p14:tracePt t="61866" x="8140700" y="2768600"/>
          <p14:tracePt t="61883" x="8153400" y="2762250"/>
          <p14:tracePt t="61899" x="8159750" y="2755900"/>
          <p14:tracePt t="61916" x="8172450" y="2743200"/>
          <p14:tracePt t="61932" x="8178800" y="2730500"/>
          <p14:tracePt t="61949" x="8185150" y="2717800"/>
          <p14:tracePt t="61966" x="8185150" y="2711450"/>
          <p14:tracePt t="61969" x="8185150" y="2705100"/>
          <p14:tracePt t="61982" x="8185150" y="2698750"/>
          <p14:tracePt t="61999" x="8185150" y="2679700"/>
          <p14:tracePt t="62001" x="8185150" y="2673350"/>
          <p14:tracePt t="62016" x="8172450" y="2654300"/>
          <p14:tracePt t="62033" x="8153400" y="2641600"/>
          <p14:tracePt t="62049" x="8128000" y="2622550"/>
          <p14:tracePt t="62066" x="8096250" y="2603500"/>
          <p14:tracePt t="62084" x="8058150" y="2584450"/>
          <p14:tracePt t="62099" x="8007350" y="2559050"/>
          <p14:tracePt t="62117" x="7962900" y="2533650"/>
          <p14:tracePt t="62122" x="7943850" y="2533650"/>
          <p14:tracePt t="62132" x="7924800" y="2527300"/>
          <p14:tracePt t="62151" x="7893050" y="2514600"/>
          <p14:tracePt t="62154" x="7874000" y="2514600"/>
          <p14:tracePt t="62166" x="7854950" y="2508250"/>
          <p14:tracePt t="62183" x="7810500" y="2508250"/>
          <p14:tracePt t="62187" x="7791450" y="2508250"/>
          <p14:tracePt t="62199" x="7766050" y="2508250"/>
          <p14:tracePt t="62216" x="7721600" y="2508250"/>
          <p14:tracePt t="62221" x="7702550" y="2508250"/>
          <p14:tracePt t="62232" x="7683500" y="2508250"/>
          <p14:tracePt t="62249" x="7658100" y="2520950"/>
          <p14:tracePt t="62252" x="7645400" y="2527300"/>
          <p14:tracePt t="62268" x="7639050" y="2533650"/>
          <p14:tracePt t="62282" x="7632700" y="2540000"/>
          <p14:tracePt t="62299" x="7626350" y="2565400"/>
          <p14:tracePt t="62315" x="7626350" y="2597150"/>
          <p14:tracePt t="62332" x="7626350" y="2641600"/>
          <p14:tracePt t="62349" x="7626350" y="2698750"/>
          <p14:tracePt t="62366" x="7658100" y="2749550"/>
          <p14:tracePt t="62382" x="7715250" y="2800350"/>
          <p14:tracePt t="62387" x="7734300" y="2819400"/>
          <p14:tracePt t="62399" x="7753350" y="2825750"/>
          <p14:tracePt t="62416" x="7804150" y="2844800"/>
          <p14:tracePt t="62432" x="7829550" y="2851150"/>
          <p14:tracePt t="62449" x="7861300" y="2857500"/>
          <p14:tracePt t="62453" x="7867650" y="2857500"/>
          <p14:tracePt t="62466" x="7874000" y="2857500"/>
          <p14:tracePt t="62482" x="7893050" y="2857500"/>
          <p14:tracePt t="62484" x="7899400" y="2857500"/>
          <p14:tracePt t="62499" x="7912100" y="2857500"/>
          <p14:tracePt t="62517" x="7950200" y="2851150"/>
          <p14:tracePt t="62533" x="7975600" y="2844800"/>
          <p14:tracePt t="62549" x="8013700" y="2832100"/>
          <p14:tracePt t="62566" x="8045450" y="2825750"/>
          <p14:tracePt t="62582" x="8089900" y="2806700"/>
          <p14:tracePt t="62599" x="8115300" y="2800350"/>
          <p14:tracePt t="62616" x="8128000" y="2787650"/>
          <p14:tracePt t="62632" x="8134350" y="2787650"/>
          <p14:tracePt t="62649" x="8140700" y="2781300"/>
          <p14:tracePt t="63855" x="8134350" y="2781300"/>
          <p14:tracePt t="63863" x="8134350" y="2787650"/>
          <p14:tracePt t="63872" x="8128000" y="2794000"/>
          <p14:tracePt t="64315" x="8128000" y="2800350"/>
          <p14:tracePt t="64331" x="8128000" y="2806700"/>
          <p14:tracePt t="64349" x="8115300" y="2838450"/>
          <p14:tracePt t="64366" x="8115300" y="2863850"/>
          <p14:tracePt t="64371" x="8102600" y="2882900"/>
          <p14:tracePt t="64382" x="8096250" y="2908300"/>
          <p14:tracePt t="64399" x="8083550" y="2940050"/>
          <p14:tracePt t="64403" x="8070850" y="2959100"/>
          <p14:tracePt t="64416" x="8051800" y="2990850"/>
          <p14:tracePt t="64432" x="8020050" y="3041650"/>
          <p14:tracePt t="64435" x="7988300" y="3086100"/>
          <p14:tracePt t="64449" x="7943850" y="3136900"/>
          <p14:tracePt t="64466" x="7880350" y="3206750"/>
          <p14:tracePt t="64469" x="7804150" y="3282950"/>
          <p14:tracePt t="64482" x="7696200" y="3384550"/>
          <p14:tracePt t="64499" x="7550150" y="3498850"/>
          <p14:tracePt t="64516" x="7334250" y="3670300"/>
          <p14:tracePt t="64532" x="6965950" y="3949700"/>
          <p14:tracePt t="64549" x="6559550" y="4260850"/>
          <p14:tracePt t="64566" x="6121400" y="4603750"/>
          <p14:tracePt t="64582" x="5905500" y="4775200"/>
          <p14:tracePt t="64599" x="5619750" y="4997450"/>
          <p14:tracePt t="64616" x="5473700" y="5124450"/>
          <p14:tracePt t="64632" x="5391150" y="5181600"/>
          <p14:tracePt t="64637" x="5378450" y="5194300"/>
          <p14:tracePt t="64649" x="5372100" y="5200650"/>
          <p14:tracePt t="64665" x="5365750" y="5200650"/>
          <p14:tracePt t="64733" x="5353050" y="5207000"/>
          <p14:tracePt t="64749" x="5340350" y="5213350"/>
          <p14:tracePt t="64766" x="5289550" y="5245100"/>
          <p14:tracePt t="64782" x="5200650" y="5308600"/>
          <p14:tracePt t="64799" x="5111750" y="5378450"/>
          <p14:tracePt t="64816" x="4997450" y="5454650"/>
          <p14:tracePt t="64832" x="4914900" y="5505450"/>
          <p14:tracePt t="64849" x="4876800" y="5530850"/>
          <p14:tracePt t="64895" x="4883150" y="5518150"/>
          <p14:tracePt t="64904" x="4889500" y="5492750"/>
          <p14:tracePt t="64916" x="4895850" y="5473700"/>
          <p14:tracePt t="64932" x="4914900" y="5422900"/>
          <p14:tracePt t="64935" x="4921250" y="5403850"/>
          <p14:tracePt t="64949" x="4921250" y="5384800"/>
          <p14:tracePt t="64967" x="4940300" y="5334000"/>
          <p14:tracePt t="64982" x="4946650" y="5321300"/>
          <p14:tracePt t="64999" x="4946650" y="5308600"/>
          <p14:tracePt t="65016" x="4953000" y="5295900"/>
          <p14:tracePt t="65032" x="4953000" y="5289550"/>
          <p14:tracePt t="65193" x="4953000" y="5283200"/>
          <p14:tracePt t="65210" x="4953000" y="5276850"/>
          <p14:tracePt t="65217" x="4953000" y="5270500"/>
          <p14:tracePt t="65233" x="4953000" y="5251450"/>
          <p14:tracePt t="65249" x="4959350" y="5238750"/>
          <p14:tracePt t="65266" x="4959350" y="5226050"/>
          <p14:tracePt t="65282" x="4959350" y="5219700"/>
          <p14:tracePt t="65411" x="4959350" y="5213350"/>
          <p14:tracePt t="65418" x="4965700" y="5213350"/>
          <p14:tracePt t="65427" x="4978400" y="5213350"/>
          <p14:tracePt t="65434" x="4984750" y="5213350"/>
          <p14:tracePt t="65452" x="5016500" y="5207000"/>
          <p14:tracePt t="65467" x="5067300" y="5200650"/>
          <p14:tracePt t="65486" x="5118100" y="5187950"/>
          <p14:tracePt t="65499" x="5200650" y="5175250"/>
          <p14:tracePt t="65517" x="5264150" y="5168900"/>
          <p14:tracePt t="65533" x="5302250" y="5149850"/>
          <p14:tracePt t="65550" x="5334000" y="5143500"/>
          <p14:tracePt t="65565" x="5340350" y="5130800"/>
          <p14:tracePt t="65677" x="5334000" y="5130800"/>
          <p14:tracePt t="65685" x="5321300" y="5130800"/>
          <p14:tracePt t="65701" x="5314950" y="5130800"/>
          <p14:tracePt t="65711" x="5295900" y="5137150"/>
          <p14:tracePt t="65725" x="5289550" y="5137150"/>
          <p14:tracePt t="65734" x="5283200" y="5137150"/>
          <p14:tracePt t="65749" x="5283200" y="5143500"/>
          <p14:tracePt t="65805" x="5302250" y="5143500"/>
          <p14:tracePt t="65815" x="5353050" y="5143500"/>
          <p14:tracePt t="65832" x="5473700" y="5118100"/>
          <p14:tracePt t="65849" x="5708650" y="5048250"/>
          <p14:tracePt t="65853" x="5854700" y="5003800"/>
          <p14:tracePt t="65866" x="6051550" y="4914900"/>
          <p14:tracePt t="65882" x="6419850" y="4724400"/>
          <p14:tracePt t="65887" x="6724650" y="4540250"/>
          <p14:tracePt t="65893" x="6896100" y="4438650"/>
          <p14:tracePt t="65915" x="7397750" y="4095750"/>
          <p14:tracePt t="65932" x="7854950" y="3740150"/>
          <p14:tracePt t="65949" x="8096250" y="3505200"/>
          <p14:tracePt t="65952" x="8204200" y="3390900"/>
          <p14:tracePt t="65966" x="8362950" y="3194050"/>
          <p14:tracePt t="65983" x="8521700" y="2946400"/>
          <p14:tracePt t="65999" x="8578850" y="2819400"/>
          <p14:tracePt t="66016" x="8623300" y="2730500"/>
          <p14:tracePt t="66032" x="8674100" y="2647950"/>
          <p14:tracePt t="66049" x="8712200" y="2603500"/>
          <p14:tracePt t="66066" x="8718550" y="2597150"/>
          <p14:tracePt t="66083" x="8718550" y="2590800"/>
          <p14:tracePt t="66225" x="8718550" y="2584450"/>
          <p14:tracePt t="66234" x="8724900" y="2578100"/>
          <p14:tracePt t="66250" x="8724900" y="2565400"/>
          <p14:tracePt t="66313" x="8699500" y="2578100"/>
          <p14:tracePt t="66321" x="8686800" y="2590800"/>
          <p14:tracePt t="66332" x="8655050" y="2616200"/>
          <p14:tracePt t="66349" x="8585200" y="2667000"/>
          <p14:tracePt t="66353" x="8572500" y="2673350"/>
          <p14:tracePt t="66366" x="8553450" y="2692400"/>
          <p14:tracePt t="66383" x="8515350" y="2717800"/>
          <p14:tracePt t="66386" x="8502650" y="2724150"/>
          <p14:tracePt t="66399" x="8496300" y="2730500"/>
          <p14:tracePt t="66416" x="8489950" y="2736850"/>
          <p14:tracePt t="66420" x="8483600" y="2736850"/>
          <p14:tracePt t="66432" x="8477250" y="2736850"/>
          <p14:tracePt t="66449" x="8464550" y="2743200"/>
          <p14:tracePt t="66466" x="8445500" y="2749550"/>
          <p14:tracePt t="66483" x="8439150" y="2755900"/>
          <p14:tracePt t="66531" x="8439150" y="2762250"/>
          <p14:tracePt t="66556" x="8439150" y="2774950"/>
          <p14:tracePt t="66563" x="8439150" y="2781300"/>
          <p14:tracePt t="66580" x="8439150" y="2787650"/>
          <p14:tracePt t="66588" x="8439150" y="2800350"/>
          <p14:tracePt t="66598" x="8439150" y="2806700"/>
          <p14:tracePt t="66616" x="8470900" y="2819400"/>
          <p14:tracePt t="66619" x="8496300" y="2825750"/>
          <p14:tracePt t="66632" x="8509000" y="2825750"/>
          <p14:tracePt t="66649" x="8559800" y="2832100"/>
          <p14:tracePt t="66652" x="8578850" y="2832100"/>
          <p14:tracePt t="66667" x="8636000" y="2832100"/>
          <p14:tracePt t="66682" x="8705850" y="2819400"/>
          <p14:tracePt t="66699" x="8718550" y="2819400"/>
          <p14:tracePt t="66717" x="8782050" y="2806700"/>
          <p14:tracePt t="66732" x="8801100" y="2800350"/>
          <p14:tracePt t="66749" x="8826500" y="2794000"/>
          <p14:tracePt t="66766" x="8839200" y="2787650"/>
          <p14:tracePt t="66782" x="8845550" y="2781300"/>
          <p14:tracePt t="66799" x="8858250" y="2781300"/>
          <p14:tracePt t="66816" x="8864600" y="2768600"/>
          <p14:tracePt t="66832" x="8890000" y="2755900"/>
          <p14:tracePt t="66849" x="8896350" y="2743200"/>
          <p14:tracePt t="66853" x="8902700" y="2730500"/>
          <p14:tracePt t="66866" x="8909050" y="2730500"/>
          <p14:tracePt t="66882" x="8909050" y="2724150"/>
          <p14:tracePt t="66926" x="8902700" y="2736850"/>
          <p14:tracePt t="66937" x="8883650" y="2755900"/>
          <p14:tracePt t="66944" x="8864600" y="2781300"/>
          <p14:tracePt t="66951" x="8858250" y="2800350"/>
          <p14:tracePt t="66965" x="8851900" y="2825750"/>
          <p14:tracePt t="66982" x="8845550" y="2882900"/>
          <p14:tracePt t="66999" x="8858250" y="2901950"/>
          <p14:tracePt t="67016" x="8896350" y="2921000"/>
          <p14:tracePt t="67032" x="8928100" y="2921000"/>
          <p14:tracePt t="67049" x="8978900" y="2921000"/>
          <p14:tracePt t="67068" x="9042400" y="2895600"/>
          <p14:tracePt t="67072" x="9061450" y="2876550"/>
          <p14:tracePt t="67083" x="9099550" y="2851150"/>
          <p14:tracePt t="67101" x="9131300" y="2832100"/>
          <p14:tracePt t="67104" x="9144000" y="2813050"/>
          <p14:tracePt t="67116" x="9156700" y="2806700"/>
          <p14:tracePt t="67135" x="9188450" y="2774950"/>
          <p14:tracePt t="67149" x="9201150" y="2762250"/>
          <p14:tracePt t="67168" x="9245600" y="2736850"/>
          <p14:tracePt t="67182" x="9271000" y="2717800"/>
          <p14:tracePt t="67201" x="9296400" y="2705100"/>
          <p14:tracePt t="67215" x="9309100" y="2698750"/>
          <p14:tracePt t="67232" x="9315450" y="2698750"/>
          <p14:tracePt t="67266" x="9321800" y="2698750"/>
          <p14:tracePt t="67275" x="9321800" y="2692400"/>
          <p14:tracePt t="67282" x="9328150" y="2692400"/>
          <p14:tracePt t="67299" x="9334500" y="2692400"/>
          <p14:tracePt t="67316" x="9340850" y="2686050"/>
          <p14:tracePt t="67332" x="9353550" y="2686050"/>
          <p14:tracePt t="67349" x="9353550" y="2679700"/>
          <p14:tracePt t="67366" x="9359900" y="2679700"/>
          <p14:tracePt t="67368" x="9366250" y="2679700"/>
          <p14:tracePt t="67382" x="9366250" y="2673350"/>
          <p14:tracePt t="67399" x="9372600" y="2667000"/>
          <p14:tracePt t="67416" x="9378950" y="2660650"/>
          <p14:tracePt t="67432" x="9378950" y="2654300"/>
          <p14:tracePt t="67449" x="9378950" y="2641600"/>
          <p14:tracePt t="67466" x="9378950" y="2635250"/>
          <p14:tracePt t="67482" x="9378950" y="2628900"/>
          <p14:tracePt t="67563" x="9372600" y="2628900"/>
          <p14:tracePt t="67571" x="9366250" y="2628900"/>
          <p14:tracePt t="67587" x="9353550" y="2628900"/>
          <p14:tracePt t="67599" x="9340850" y="2635250"/>
          <p14:tracePt t="67616" x="9321800" y="2654300"/>
          <p14:tracePt t="67632" x="9309100" y="2660650"/>
          <p14:tracePt t="67634" x="9302750" y="2673350"/>
          <p14:tracePt t="67649" x="9296400" y="2673350"/>
          <p14:tracePt t="67666" x="9290050" y="2692400"/>
          <p14:tracePt t="67683" x="9290050" y="2705100"/>
          <p14:tracePt t="67699" x="9290050" y="2717800"/>
          <p14:tracePt t="67716" x="9302750" y="2730500"/>
          <p14:tracePt t="67732" x="9309100" y="2743200"/>
          <p14:tracePt t="67749" x="9328150" y="2749550"/>
          <p14:tracePt t="67766" x="9347200" y="2755900"/>
          <p14:tracePt t="67782" x="9378950" y="2762250"/>
          <p14:tracePt t="67799" x="9410700" y="2768600"/>
          <p14:tracePt t="67816" x="9455150" y="2781300"/>
          <p14:tracePt t="67833" x="9486900" y="2781300"/>
          <p14:tracePt t="67849" x="9518650" y="2781300"/>
          <p14:tracePt t="67866" x="9544050" y="2781300"/>
          <p14:tracePt t="67870" x="9569450" y="2781300"/>
          <p14:tracePt t="67883" x="9582150" y="2781300"/>
          <p14:tracePt t="67899" x="9620250" y="2781300"/>
          <p14:tracePt t="67902" x="9632950" y="2781300"/>
          <p14:tracePt t="67916" x="9652000" y="2781300"/>
          <p14:tracePt t="67932" x="9671050" y="2781300"/>
          <p14:tracePt t="67949" x="9683750" y="2781300"/>
          <p14:tracePt t="67966" x="9702800" y="2774950"/>
          <p14:tracePt t="67982" x="9709150" y="2774950"/>
          <p14:tracePt t="67999" x="9721850" y="2762250"/>
          <p14:tracePt t="68016" x="9728200" y="2755900"/>
          <p14:tracePt t="68032" x="9734550" y="2749550"/>
          <p14:tracePt t="68049" x="9734550" y="2743200"/>
          <p14:tracePt t="68066" x="9734550" y="2736850"/>
          <p14:tracePt t="68082" x="9734550" y="2724150"/>
          <p14:tracePt t="68099" x="9734550" y="2698750"/>
          <p14:tracePt t="68103" x="9728200" y="2679700"/>
          <p14:tracePt t="68116" x="9721850" y="2673350"/>
          <p14:tracePt t="68132" x="9683750" y="2628900"/>
          <p14:tracePt t="68135" x="9664700" y="2622550"/>
          <p14:tracePt t="68149" x="9632950" y="2590800"/>
          <p14:tracePt t="68167" x="9544050" y="2546350"/>
          <p14:tracePt t="68183" x="9486900" y="2514600"/>
          <p14:tracePt t="68199" x="9429750" y="2501900"/>
          <p14:tracePt t="68216" x="9398000" y="2501900"/>
          <p14:tracePt t="68232" x="9372600" y="2501900"/>
          <p14:tracePt t="68249" x="9347200" y="2501900"/>
          <p14:tracePt t="68265" x="9321800" y="2520950"/>
          <p14:tracePt t="68282" x="9302750" y="2540000"/>
          <p14:tracePt t="68299" x="9283700" y="2559050"/>
          <p14:tracePt t="68316" x="9271000" y="2578100"/>
          <p14:tracePt t="68332" x="9258300" y="2597150"/>
          <p14:tracePt t="68337" x="9251950" y="2603500"/>
          <p14:tracePt t="68349" x="9245600" y="2609850"/>
          <p14:tracePt t="68366" x="9239250" y="2635250"/>
          <p14:tracePt t="68369" x="9232900" y="2641600"/>
          <p14:tracePt t="68382" x="9232900" y="2654300"/>
          <p14:tracePt t="68399" x="9232900" y="2660650"/>
          <p14:tracePt t="68402" x="9232900" y="2673350"/>
          <p14:tracePt t="68441" x="9232900" y="2679700"/>
          <p14:tracePt t="68466" x="9232900" y="2686050"/>
          <p14:tracePt t="68473" x="9232900" y="2692400"/>
          <p14:tracePt t="68490" x="9232900" y="2698750"/>
          <p14:tracePt t="69625" x="9239250" y="2698750"/>
          <p14:tracePt t="70054" x="9245600" y="2698750"/>
          <p14:tracePt t="71803" x="9251950" y="2698750"/>
          <p14:tracePt t="71844" x="9258300" y="2698750"/>
          <p14:tracePt t="71907" x="9264650" y="2705100"/>
          <p14:tracePt t="71924" x="9271000" y="2705100"/>
          <p14:tracePt t="71939" x="9271000" y="2711450"/>
          <p14:tracePt t="71973" x="9277350" y="2717800"/>
          <p14:tracePt t="71988" x="9277350" y="2724150"/>
          <p14:tracePt t="72012" x="9283700" y="2730500"/>
          <p14:tracePt t="72027" x="9290050" y="2736850"/>
          <p14:tracePt t="72035" x="9296400" y="2736850"/>
          <p14:tracePt t="72066" x="9302750" y="2743200"/>
          <p14:tracePt t="72083" x="9315450" y="2749550"/>
          <p14:tracePt t="72099" x="9321800" y="2755900"/>
          <p14:tracePt t="72102" x="9334500" y="2762250"/>
          <p14:tracePt t="72117" x="9347200" y="2768600"/>
          <p14:tracePt t="72133" x="9359900" y="2774950"/>
          <p14:tracePt t="72150" x="9385300" y="2781300"/>
          <p14:tracePt t="72166" x="9398000" y="2781300"/>
          <p14:tracePt t="72182" x="9417050" y="2787650"/>
          <p14:tracePt t="72199" x="9448800" y="2787650"/>
          <p14:tracePt t="72216" x="9455150" y="2787650"/>
          <p14:tracePt t="72232" x="9480550" y="2787650"/>
          <p14:tracePt t="72249" x="9499600" y="2787650"/>
          <p14:tracePt t="72270" x="9499600" y="2794000"/>
          <p14:tracePt t="72327" x="9499600" y="2800350"/>
          <p14:tracePt t="72343" x="9499600" y="2806700"/>
          <p14:tracePt t="72352" x="9493250" y="2806700"/>
          <p14:tracePt t="72367" x="9486900" y="2813050"/>
          <p14:tracePt t="72383" x="9442450" y="2838450"/>
          <p14:tracePt t="72399" x="9359900" y="2863850"/>
          <p14:tracePt t="72416" x="9188450" y="2914650"/>
          <p14:tracePt t="72433" x="8985250" y="2965450"/>
          <p14:tracePt t="72450" x="8661400" y="3067050"/>
          <p14:tracePt t="72466" x="8426450" y="3155950"/>
          <p14:tracePt t="72483" x="8248650" y="3225800"/>
          <p14:tracePt t="72499" x="8108950" y="3263900"/>
          <p14:tracePt t="72516" x="8045450" y="3276600"/>
          <p14:tracePt t="72520" x="8026400" y="3276600"/>
          <p14:tracePt t="72532" x="8020050" y="3276600"/>
          <p14:tracePt t="72549" x="8007350" y="3276600"/>
          <p14:tracePt t="72552" x="8001000" y="3276600"/>
          <p14:tracePt t="72566" x="7994650" y="3276600"/>
          <p14:tracePt t="72583" x="7981950" y="3270250"/>
          <p14:tracePt t="72587" x="7943850" y="3257550"/>
          <p14:tracePt t="72599" x="7918450" y="3257550"/>
          <p14:tracePt t="72617" x="7823200" y="3238500"/>
          <p14:tracePt t="72633" x="7727950" y="3219450"/>
          <p14:tracePt t="72649" x="7620000" y="3206750"/>
          <p14:tracePt t="72666" x="7575550" y="3206750"/>
          <p14:tracePt t="72683" x="7543800" y="3206750"/>
          <p14:tracePt t="72699" x="7537450" y="3206750"/>
          <p14:tracePt t="72755" x="7531100" y="3206750"/>
          <p14:tracePt t="72770" x="7524750" y="3206750"/>
          <p14:tracePt t="72786" x="7518400" y="3206750"/>
          <p14:tracePt t="72793" x="7518400" y="3200400"/>
          <p14:tracePt t="72802" x="7505700" y="3200400"/>
          <p14:tracePt t="72816" x="7499350" y="3200400"/>
          <p14:tracePt t="72877" x="7499350" y="3194050"/>
          <p14:tracePt t="72884" x="7499350" y="3187700"/>
          <p14:tracePt t="72899" x="7505700" y="3162300"/>
          <p14:tracePt t="72916" x="7518400" y="3136900"/>
          <p14:tracePt t="72933" x="7537450" y="3086100"/>
          <p14:tracePt t="72949" x="7550150" y="3041650"/>
          <p14:tracePt t="72966" x="7550150" y="2984500"/>
          <p14:tracePt t="72983" x="7550150" y="2946400"/>
          <p14:tracePt t="72987" x="7550150" y="2940050"/>
          <p14:tracePt t="72999" x="7550150" y="2933700"/>
          <p14:tracePt t="73198" x="7550150" y="2946400"/>
          <p14:tracePt t="73206" x="7543800" y="2952750"/>
          <p14:tracePt t="73216" x="7537450" y="2971800"/>
          <p14:tracePt t="73233" x="7531100" y="2990850"/>
          <p14:tracePt t="73249" x="7524750" y="3016250"/>
          <p14:tracePt t="73253" x="7518400" y="3035300"/>
          <p14:tracePt t="73266" x="7518400" y="3054350"/>
          <p14:tracePt t="73283" x="7512050" y="3079750"/>
          <p14:tracePt t="73299" x="7512050" y="3092450"/>
          <p14:tracePt t="73316" x="7512050" y="3117850"/>
          <p14:tracePt t="73319" x="7512050" y="3124200"/>
          <p14:tracePt t="73333" x="7512050" y="3155950"/>
          <p14:tracePt t="73349" x="7505700" y="3168650"/>
          <p14:tracePt t="73366" x="7505700" y="3194050"/>
          <p14:tracePt t="73383" x="7505700" y="3213100"/>
          <p14:tracePt t="73399" x="7505700" y="3238500"/>
          <p14:tracePt t="73416" x="7505700" y="3257550"/>
          <p14:tracePt t="73433" x="7505700" y="3276600"/>
          <p14:tracePt t="73449" x="7505700" y="3314700"/>
          <p14:tracePt t="73466" x="7505700" y="3327400"/>
          <p14:tracePt t="73483" x="7505700" y="3346450"/>
          <p14:tracePt t="73499" x="7505700" y="3365500"/>
          <p14:tracePt t="73517" x="7512050" y="3384550"/>
          <p14:tracePt t="73521" x="7512050" y="3390900"/>
          <p14:tracePt t="73532" x="7512050" y="3397250"/>
          <p14:tracePt t="73549" x="7512050" y="3416300"/>
          <p14:tracePt t="73553" x="7512050" y="3429000"/>
          <p14:tracePt t="73566" x="7512050" y="3448050"/>
          <p14:tracePt t="73583" x="7518400" y="3473450"/>
          <p14:tracePt t="73600" x="7518400" y="3498850"/>
          <p14:tracePt t="73616" x="7518400" y="3530600"/>
          <p14:tracePt t="73633" x="7524750" y="3562350"/>
          <p14:tracePt t="73649" x="7524750" y="3587750"/>
          <p14:tracePt t="73668" x="7524750" y="3600450"/>
          <p14:tracePt t="73683" x="7524750" y="3619500"/>
          <p14:tracePt t="73702" x="7524750" y="3638550"/>
          <p14:tracePt t="73705" x="7531100" y="3644900"/>
          <p14:tracePt t="73716" x="7531100" y="3651250"/>
          <p14:tracePt t="73733" x="7531100" y="3670300"/>
          <p14:tracePt t="73749" x="7531100" y="3683000"/>
          <p14:tracePt t="73766" x="7531100" y="3708400"/>
          <p14:tracePt t="73769" x="7531100" y="3721100"/>
          <p14:tracePt t="73783" x="7531100" y="3733800"/>
          <p14:tracePt t="73799" x="7531100" y="3765550"/>
          <p14:tracePt t="73802" x="7531100" y="3771900"/>
          <p14:tracePt t="73816" x="7531100" y="3784600"/>
          <p14:tracePt t="73834" x="7531100" y="3810000"/>
          <p14:tracePt t="73849" x="7531100" y="3829050"/>
          <p14:tracePt t="73866" x="7531100" y="3848100"/>
          <p14:tracePt t="73883" x="7531100" y="3867150"/>
          <p14:tracePt t="73899" x="7531100" y="3905250"/>
          <p14:tracePt t="73916" x="7531100" y="3937000"/>
          <p14:tracePt t="73932" x="7531100" y="3975100"/>
          <p14:tracePt t="73949" x="7531100" y="4006850"/>
          <p14:tracePt t="73966" x="7531100" y="4044950"/>
          <p14:tracePt t="73983" x="7531100" y="4083050"/>
          <p14:tracePt t="73999" x="7531100" y="4127500"/>
          <p14:tracePt t="74003" x="7531100" y="4146550"/>
          <p14:tracePt t="74016" x="7531100" y="4165600"/>
          <p14:tracePt t="74033" x="7531100" y="4235450"/>
          <p14:tracePt t="74035" x="7537450" y="4254500"/>
          <p14:tracePt t="74049" x="7537450" y="4305300"/>
          <p14:tracePt t="74066" x="7537450" y="4343400"/>
          <p14:tracePt t="74069" x="7537450" y="4394200"/>
          <p14:tracePt t="74083" x="7537450" y="4432300"/>
          <p14:tracePt t="74099" x="7537450" y="4495800"/>
          <p14:tracePt t="74116" x="7537450" y="4533900"/>
          <p14:tracePt t="74133" x="7537450" y="4591050"/>
          <p14:tracePt t="74149" x="7543800" y="4616450"/>
          <p14:tracePt t="74166" x="7543800" y="4660900"/>
          <p14:tracePt t="74183" x="7543800" y="4686300"/>
          <p14:tracePt t="74199" x="7550150" y="4711700"/>
          <p14:tracePt t="74216" x="7550150" y="4749800"/>
          <p14:tracePt t="74233" x="7550150" y="4768850"/>
          <p14:tracePt t="74249" x="7550150" y="4787900"/>
          <p14:tracePt t="74266" x="7556500" y="4813300"/>
          <p14:tracePt t="74270" x="7556500" y="4826000"/>
          <p14:tracePt t="74283" x="7556500" y="4845050"/>
          <p14:tracePt t="74299" x="7556500" y="4876800"/>
          <p14:tracePt t="74302" x="7556500" y="4902200"/>
          <p14:tracePt t="74318" x="7556500" y="4921250"/>
          <p14:tracePt t="74333" x="7556500" y="4933950"/>
          <p14:tracePt t="74349" x="7556500" y="4953000"/>
          <p14:tracePt t="74366" x="7556500" y="4972050"/>
          <p14:tracePt t="74383" x="7556500" y="4991100"/>
          <p14:tracePt t="74399" x="7556500" y="5003800"/>
          <p14:tracePt t="74416" x="7556500" y="5022850"/>
          <p14:tracePt t="74433" x="7556500" y="5029200"/>
          <p14:tracePt t="74449" x="7556500" y="5041900"/>
          <p14:tracePt t="74466" x="7556500" y="5048250"/>
          <p14:tracePt t="74483" x="7556500" y="5060950"/>
          <p14:tracePt t="74499" x="7550150" y="5067300"/>
          <p14:tracePt t="74520" x="7550150" y="5073650"/>
          <p14:tracePt t="74532" x="7550150" y="5080000"/>
          <p14:tracePt t="74549" x="7550150" y="5086350"/>
          <p14:tracePt t="74550" x="7550150" y="5092700"/>
          <p14:tracePt t="74575" x="7550150" y="5099050"/>
          <p14:tracePt t="74584" x="7550150" y="5105400"/>
          <p14:tracePt t="74599" x="7550150" y="5118100"/>
          <p14:tracePt t="74616" x="7550150" y="5124450"/>
          <p14:tracePt t="74632" x="7550150" y="5130800"/>
          <p14:tracePt t="74988" x="7550150" y="5124450"/>
          <p14:tracePt t="75012" x="7550150" y="5118100"/>
          <p14:tracePt t="75013" x="0" y="0"/>
        </p14:tracePtLst>
        <p14:tracePtLst>
          <p14:tracePt t="78606" x="1257300" y="3778250"/>
          <p14:tracePt t="78610" x="1257300" y="3765550"/>
          <p14:tracePt t="78620" x="1257300" y="3746500"/>
          <p14:tracePt t="78633" x="1257300" y="3727450"/>
          <p14:tracePt t="78650" x="1250950" y="3721100"/>
          <p14:tracePt t="78666" x="1250950" y="3714750"/>
          <p14:tracePt t="78750" x="1244600" y="3714750"/>
          <p14:tracePt t="78763" x="1238250" y="3714750"/>
          <p14:tracePt t="78779" x="1225550" y="3714750"/>
          <p14:tracePt t="78788" x="1219200" y="3714750"/>
          <p14:tracePt t="78800" x="1212850" y="3714750"/>
          <p14:tracePt t="78816" x="1181100" y="3733800"/>
          <p14:tracePt t="78821" x="1162050" y="3746500"/>
          <p14:tracePt t="78833" x="1155700" y="3752850"/>
          <p14:tracePt t="78851" x="1117600" y="3771900"/>
          <p14:tracePt t="78866" x="1104900" y="3784600"/>
          <p14:tracePt t="78882" x="1079500" y="3803650"/>
          <p14:tracePt t="78899" x="1066800" y="3835400"/>
          <p14:tracePt t="78916" x="1041400" y="3867150"/>
          <p14:tracePt t="78933" x="1009650" y="3924300"/>
          <p14:tracePt t="78950" x="965200" y="4000500"/>
          <p14:tracePt t="78966" x="908050" y="4102100"/>
          <p14:tracePt t="78983" x="857250" y="4222750"/>
          <p14:tracePt t="78999" x="825500" y="4292600"/>
          <p14:tracePt t="79016" x="806450" y="4406900"/>
          <p14:tracePt t="79033" x="787400" y="4489450"/>
          <p14:tracePt t="79049" x="787400" y="4540250"/>
          <p14:tracePt t="79066" x="787400" y="4572000"/>
          <p14:tracePt t="79082" x="787400" y="4591050"/>
          <p14:tracePt t="79085" x="787400" y="4610100"/>
          <p14:tracePt t="79099" x="787400" y="4622800"/>
          <p14:tracePt t="79116" x="800100" y="4660900"/>
          <p14:tracePt t="79117" x="800100" y="4679950"/>
          <p14:tracePt t="79132" x="819150" y="4756150"/>
          <p14:tracePt t="79149" x="838200" y="4832350"/>
          <p14:tracePt t="79166" x="850900" y="4876800"/>
          <p14:tracePt t="79183" x="863600" y="4946650"/>
          <p14:tracePt t="79200" x="882650" y="5022850"/>
          <p14:tracePt t="79216" x="895350" y="5080000"/>
          <p14:tracePt t="79233" x="914400" y="5168900"/>
          <p14:tracePt t="79249" x="933450" y="5213350"/>
          <p14:tracePt t="79266" x="946150" y="5238750"/>
          <p14:tracePt t="79269" x="965200" y="5270500"/>
          <p14:tracePt t="79283" x="971550" y="5289550"/>
          <p14:tracePt t="79300" x="990600" y="5321300"/>
          <p14:tracePt t="79305" x="996950" y="5334000"/>
          <p14:tracePt t="79316" x="1009650" y="5353050"/>
          <p14:tracePt t="79333" x="1041400" y="5422900"/>
          <p14:tracePt t="79336" x="1054100" y="5435600"/>
          <p14:tracePt t="79350" x="1066800" y="5461000"/>
          <p14:tracePt t="79367" x="1111250" y="5505450"/>
          <p14:tracePt t="79383" x="1162050" y="5562600"/>
          <p14:tracePt t="79399" x="1193800" y="5581650"/>
          <p14:tracePt t="79416" x="1219200" y="5600700"/>
          <p14:tracePt t="79433" x="1244600" y="5607050"/>
          <p14:tracePt t="79449" x="1257300" y="5619750"/>
          <p14:tracePt t="79466" x="1289050" y="5626100"/>
          <p14:tracePt t="79483" x="1320800" y="5632450"/>
          <p14:tracePt t="79499" x="1358900" y="5632450"/>
          <p14:tracePt t="79504" x="1377950" y="5632450"/>
          <p14:tracePt t="79516" x="1397000" y="5632450"/>
          <p14:tracePt t="79533" x="1428750" y="5632450"/>
          <p14:tracePt t="79535" x="1435100" y="5632450"/>
          <p14:tracePt t="79549" x="1454150" y="5632450"/>
          <p14:tracePt t="79566" x="1473200" y="5632450"/>
          <p14:tracePt t="79569" x="1479550" y="5632450"/>
          <p14:tracePt t="79583" x="1485900" y="5632450"/>
          <p14:tracePt t="79599" x="1498600" y="5632450"/>
          <p14:tracePt t="79616" x="1504950" y="5632450"/>
          <p14:tracePt t="79633" x="1517650" y="5632450"/>
          <p14:tracePt t="79836" x="0" y="0"/>
        </p14:tracePtLst>
        <p14:tracePtLst>
          <p14:tracePt t="81401" x="1555750" y="5594350"/>
          <p14:tracePt t="81448" x="1555750" y="5588000"/>
          <p14:tracePt t="81464" x="1555750" y="5581650"/>
          <p14:tracePt t="81483" x="1549400" y="5575300"/>
          <p14:tracePt t="81499" x="1543050" y="5575300"/>
          <p14:tracePt t="81516" x="1517650" y="5568950"/>
          <p14:tracePt t="81533" x="1460500" y="5562600"/>
          <p14:tracePt t="81538" x="1447800" y="5562600"/>
          <p14:tracePt t="81550" x="1403350" y="5562600"/>
          <p14:tracePt t="81566" x="1276350" y="5562600"/>
          <p14:tracePt t="81569" x="1206500" y="5568950"/>
          <p14:tracePt t="81583" x="1104900" y="5581650"/>
          <p14:tracePt t="81599" x="1009650" y="5600700"/>
          <p14:tracePt t="81616" x="927100" y="5619750"/>
          <p14:tracePt t="81633" x="901700" y="5632450"/>
          <p14:tracePt t="81649" x="895350" y="5638800"/>
          <p14:tracePt t="81666" x="895350" y="5645150"/>
          <p14:tracePt t="81683" x="882650" y="5664200"/>
          <p14:tracePt t="81699" x="850900" y="5715000"/>
          <p14:tracePt t="81716" x="819150" y="5778500"/>
          <p14:tracePt t="81733" x="768350" y="5867400"/>
          <p14:tracePt t="81749" x="742950" y="5930900"/>
          <p14:tracePt t="81766" x="723900" y="6019800"/>
          <p14:tracePt t="81771" x="723900" y="6045200"/>
          <p14:tracePt t="81783" x="723900" y="6102350"/>
          <p14:tracePt t="81799" x="755650" y="6159500"/>
          <p14:tracePt t="81802" x="781050" y="6197600"/>
          <p14:tracePt t="81816" x="895350" y="6273800"/>
          <p14:tracePt t="81833" x="1047750" y="6337300"/>
          <p14:tracePt t="81849" x="1200150" y="6381750"/>
          <p14:tracePt t="81866" x="1409700" y="6438900"/>
          <p14:tracePt t="81883" x="1574800" y="6464300"/>
          <p14:tracePt t="81889" x="1651000" y="6470650"/>
          <p14:tracePt t="81899" x="1714500" y="6470650"/>
          <p14:tracePt t="81918" x="1866900" y="6470650"/>
          <p14:tracePt t="81921" x="1943100" y="6470650"/>
          <p14:tracePt t="81933" x="2019300" y="6464300"/>
          <p14:tracePt t="81951" x="2184400" y="6438900"/>
          <p14:tracePt t="81954" x="2292350" y="6419850"/>
          <p14:tracePt t="81966" x="2336800" y="6413500"/>
          <p14:tracePt t="81984" x="2603500" y="6375400"/>
          <p14:tracePt t="81987" x="2654300" y="6369050"/>
          <p14:tracePt t="81999" x="2800350" y="6337300"/>
          <p14:tracePt t="82017" x="3016250" y="6305550"/>
          <p14:tracePt t="82021" x="3136900" y="6292850"/>
          <p14:tracePt t="82033" x="3270250" y="6267450"/>
          <p14:tracePt t="82050" x="3403600" y="6229350"/>
          <p14:tracePt t="82053" x="3429000" y="6216650"/>
          <p14:tracePt t="82066" x="3492500" y="6197600"/>
          <p14:tracePt t="82084" x="3600450" y="6140450"/>
          <p14:tracePt t="82100" x="3625850" y="6108700"/>
          <p14:tracePt t="82117" x="3644900" y="6070600"/>
          <p14:tracePt t="82133" x="3651250" y="6032500"/>
          <p14:tracePt t="82150" x="3657600" y="5994400"/>
          <p14:tracePt t="82166" x="3657600" y="5949950"/>
          <p14:tracePt t="82182" x="3651250" y="5892800"/>
          <p14:tracePt t="82199" x="3625850" y="5842000"/>
          <p14:tracePt t="82216" x="3594100" y="5791200"/>
          <p14:tracePt t="82220" x="3568700" y="5765800"/>
          <p14:tracePt t="82232" x="3549650" y="5746750"/>
          <p14:tracePt t="82249" x="3505200" y="5708650"/>
          <p14:tracePt t="82266" x="3448050" y="5664200"/>
          <p14:tracePt t="82283" x="3365500" y="5619750"/>
          <p14:tracePt t="82286" x="3327400" y="5600700"/>
          <p14:tracePt t="82299" x="3282950" y="5588000"/>
          <p14:tracePt t="82316" x="3162300" y="5562600"/>
          <p14:tracePt t="82319" x="3105150" y="5543550"/>
          <p14:tracePt t="82333" x="2990850" y="5537200"/>
          <p14:tracePt t="82350" x="2870200" y="5537200"/>
          <p14:tracePt t="82366" x="2749550" y="5549900"/>
          <p14:tracePt t="82383" x="2654300" y="5575300"/>
          <p14:tracePt t="82399" x="2590800" y="5594350"/>
          <p14:tracePt t="82416" x="2527300" y="5632450"/>
          <p14:tracePt t="82433" x="2482850" y="5651500"/>
          <p14:tracePt t="82449" x="2438400" y="5689600"/>
          <p14:tracePt t="82455" x="2425700" y="5695950"/>
          <p14:tracePt t="82466" x="2406650" y="5708650"/>
          <p14:tracePt t="82483" x="2381250" y="5734050"/>
          <p14:tracePt t="82499" x="2355850" y="5746750"/>
          <p14:tracePt t="82516" x="2349500" y="5759450"/>
          <p14:tracePt t="82518" x="2349500" y="5765800"/>
          <p14:tracePt t="82600" x="2349500" y="5772150"/>
          <p14:tracePt t="82624" x="2349500" y="5778500"/>
          <p14:tracePt t="82648" x="2349500" y="5784850"/>
          <p14:tracePt t="82705" x="0" y="0"/>
        </p14:tracePtLst>
      </p14:laserTraceLst>
    </p:ext>
  </p:extLs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42329-E6EA-B1D0-78AA-EA4A1BD088FC}"/>
              </a:ext>
            </a:extLst>
          </p:cNvPr>
          <p:cNvSpPr>
            <a:spLocks noGrp="1"/>
          </p:cNvSpPr>
          <p:nvPr>
            <p:ph type="title"/>
          </p:nvPr>
        </p:nvSpPr>
        <p:spPr/>
        <p:txBody>
          <a:bodyPr/>
          <a:lstStyle/>
          <a:p>
            <a:r>
              <a:rPr lang="en-US" dirty="0"/>
              <a:t>Reading a file</a:t>
            </a:r>
          </a:p>
        </p:txBody>
      </p:sp>
      <p:sp>
        <p:nvSpPr>
          <p:cNvPr id="3" name="Content Placeholder 2">
            <a:extLst>
              <a:ext uri="{FF2B5EF4-FFF2-40B4-BE49-F238E27FC236}">
                <a16:creationId xmlns:a16="http://schemas.microsoft.com/office/drawing/2014/main" id="{A7E590B9-5D41-0F48-337C-2798DD32AB1E}"/>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read(&lt;int&gt;)</a:t>
            </a:r>
            <a:r>
              <a:rPr lang="en-US" dirty="0"/>
              <a:t>read &lt;int&gt; number of bytes (characters) at a time.</a:t>
            </a:r>
          </a:p>
          <a:p>
            <a:pPr lvl="1"/>
            <a:r>
              <a:rPr lang="nl-BE" dirty="0" err="1">
                <a:latin typeface="Courier New" panose="02070309020205020404" pitchFamily="49" charset="0"/>
                <a:cs typeface="Courier New" panose="02070309020205020404" pitchFamily="49" charset="0"/>
              </a:rPr>
              <a:t>read</a:t>
            </a:r>
            <a:r>
              <a:rPr lang="nl-BE" dirty="0">
                <a:latin typeface="Courier New" panose="02070309020205020404" pitchFamily="49" charset="0"/>
                <a:cs typeface="Courier New" panose="02070309020205020404" pitchFamily="49" charset="0"/>
              </a:rPr>
              <a:t>():  </a:t>
            </a:r>
            <a:r>
              <a:rPr lang="en-US" dirty="0">
                <a:cs typeface="Courier New" panose="02070309020205020404" pitchFamily="49" charset="0"/>
              </a:rPr>
              <a:t>reads the entire contents of the file as a single string.</a:t>
            </a:r>
            <a:endParaRPr lang="en-US" dirty="0"/>
          </a:p>
          <a:p>
            <a:r>
              <a:rPr lang="en-US" dirty="0" err="1">
                <a:latin typeface="Courier New" panose="02070309020205020404" pitchFamily="49" charset="0"/>
                <a:cs typeface="Courier New" panose="02070309020205020404" pitchFamily="49" charset="0"/>
              </a:rPr>
              <a:t>readline</a:t>
            </a:r>
            <a:r>
              <a:rPr lang="en-US" dirty="0">
                <a:latin typeface="Courier New" panose="02070309020205020404" pitchFamily="49" charset="0"/>
                <a:cs typeface="Courier New" panose="02070309020205020404" pitchFamily="49" charset="0"/>
              </a:rPr>
              <a:t>() </a:t>
            </a:r>
            <a:r>
              <a:rPr lang="en-US" dirty="0"/>
              <a:t>reads one line at a time.</a:t>
            </a:r>
          </a:p>
          <a:p>
            <a:pPr lvl="1"/>
            <a:r>
              <a:rPr lang="en-US" dirty="0"/>
              <a:t>Empty string if at end of file.</a:t>
            </a:r>
          </a:p>
          <a:p>
            <a:r>
              <a:rPr lang="en-US" dirty="0" err="1">
                <a:latin typeface="Courier New" panose="02070309020205020404" pitchFamily="49" charset="0"/>
                <a:cs typeface="Courier New" panose="02070309020205020404" pitchFamily="49" charset="0"/>
              </a:rPr>
              <a:t>readlines</a:t>
            </a:r>
            <a:r>
              <a:rPr lang="en-US" dirty="0">
                <a:latin typeface="Courier New" panose="02070309020205020404" pitchFamily="49" charset="0"/>
                <a:cs typeface="Courier New" panose="02070309020205020404" pitchFamily="49" charset="0"/>
              </a:rPr>
              <a:t>() </a:t>
            </a:r>
            <a:r>
              <a:rPr lang="en-US" dirty="0"/>
              <a:t>reads entire file into one variable as list.</a:t>
            </a:r>
          </a:p>
          <a:p>
            <a:pPr lvl="1"/>
            <a:r>
              <a:rPr lang="en-US" dirty="0"/>
              <a:t>Each line is an element in the list.</a:t>
            </a:r>
          </a:p>
          <a:p>
            <a:pPr lvl="1"/>
            <a:r>
              <a:rPr lang="en-US" dirty="0"/>
              <a:t>Be careful that file is not too large to fit into memory.</a:t>
            </a:r>
          </a:p>
        </p:txBody>
      </p:sp>
    </p:spTree>
    <p:extLst>
      <p:ext uri="{BB962C8B-B14F-4D97-AF65-F5344CB8AC3E}">
        <p14:creationId xmlns:p14="http://schemas.microsoft.com/office/powerpoint/2010/main" val="3021935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 file</a:t>
            </a:r>
            <a:endParaRPr lang="nl-BE"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a:t>Read from a file handle that has been connected to a file that is open for reading.</a:t>
            </a:r>
            <a:endParaRPr lang="en-US" i="1" dirty="0"/>
          </a:p>
          <a:p>
            <a:r>
              <a:rPr lang="en-US" dirty="0" err="1">
                <a:latin typeface="Courier New" panose="02070309020205020404" pitchFamily="49" charset="0"/>
                <a:cs typeface="Courier New" panose="02070309020205020404" pitchFamily="49" charset="0"/>
              </a:rPr>
              <a:t>file.readline</a:t>
            </a:r>
            <a:r>
              <a:rPr lang="en-US" dirty="0">
                <a:latin typeface="Courier New" panose="02070309020205020404" pitchFamily="49" charset="0"/>
                <a:cs typeface="Courier New" panose="02070309020205020404" pitchFamily="49" charset="0"/>
              </a:rPr>
              <a:t>(): </a:t>
            </a:r>
            <a:r>
              <a:rPr lang="en-US" dirty="0"/>
              <a:t>read a file line by line</a:t>
            </a:r>
          </a:p>
          <a:p>
            <a:pPr lvl="1"/>
            <a:r>
              <a:rPr lang="en-US" dirty="0"/>
              <a:t>The </a:t>
            </a:r>
            <a:r>
              <a:rPr lang="en-US" dirty="0" err="1"/>
              <a:t>readline</a:t>
            </a:r>
            <a:r>
              <a:rPr lang="en-US" dirty="0"/>
              <a:t>() function reads a single line from the file and advances the line pointer by one line. </a:t>
            </a:r>
          </a:p>
          <a:p>
            <a:pPr lvl="1"/>
            <a:r>
              <a:rPr lang="en-US" dirty="0"/>
              <a:t>It is possible to call </a:t>
            </a:r>
            <a:r>
              <a:rPr lang="en-US" dirty="0" err="1"/>
              <a:t>readline</a:t>
            </a:r>
            <a:r>
              <a:rPr lang="en-US" dirty="0"/>
              <a:t>() over and over until the whole file is read in, one line at a time. </a:t>
            </a:r>
          </a:p>
          <a:p>
            <a:pPr lvl="1"/>
            <a:r>
              <a:rPr lang="en-US" dirty="0"/>
              <a:t>Usually the </a:t>
            </a:r>
            <a:r>
              <a:rPr lang="en-US" dirty="0" err="1"/>
              <a:t>readline</a:t>
            </a:r>
            <a:r>
              <a:rPr lang="en-US" dirty="0"/>
              <a:t>() function is used when you only want to read a single line from the file, i.e. header line.</a:t>
            </a:r>
          </a:p>
          <a:p>
            <a:pPr lvl="1"/>
            <a:r>
              <a:rPr lang="en-US" dirty="0"/>
              <a:t>If there is an argument, it indicates the number of bytes to be read.</a:t>
            </a:r>
          </a:p>
          <a:p>
            <a:pPr lvl="1"/>
            <a:r>
              <a:rPr lang="en-US" i="1" dirty="0">
                <a:cs typeface="Courier New" panose="02070309020205020404" pitchFamily="49" charset="0"/>
              </a:rPr>
              <a:t>File: file_io_readline.py</a:t>
            </a:r>
            <a:endParaRPr lang="en-US" dirty="0"/>
          </a:p>
          <a:p>
            <a:r>
              <a:rPr lang="en-US" dirty="0" err="1">
                <a:latin typeface="Courier New" panose="02070309020205020404" pitchFamily="49" charset="0"/>
                <a:cs typeface="Courier New" panose="02070309020205020404" pitchFamily="49" charset="0"/>
              </a:rPr>
              <a:t>file.readlines</a:t>
            </a:r>
            <a:r>
              <a:rPr lang="en-US" dirty="0">
                <a:latin typeface="Courier New" panose="02070309020205020404" pitchFamily="49" charset="0"/>
                <a:cs typeface="Courier New" panose="02070309020205020404" pitchFamily="49" charset="0"/>
              </a:rPr>
              <a:t>(): </a:t>
            </a:r>
            <a:r>
              <a:rPr lang="en-US" dirty="0"/>
              <a:t>return every line in the file, properly separated</a:t>
            </a:r>
          </a:p>
          <a:p>
            <a:pPr lvl="1"/>
            <a:r>
              <a:rPr lang="en-US" dirty="0"/>
              <a:t>Reads all the lines of file into a list, with each element string consisting of the line (with \n).</a:t>
            </a:r>
          </a:p>
          <a:p>
            <a:pPr lvl="1"/>
            <a:r>
              <a:rPr lang="en-US" dirty="0"/>
              <a:t>Careful with large files.</a:t>
            </a:r>
          </a:p>
          <a:p>
            <a:pPr lvl="1"/>
            <a:r>
              <a:rPr lang="en-US" i="1" dirty="0">
                <a:cs typeface="Courier New" panose="02070309020205020404" pitchFamily="49" charset="0"/>
              </a:rPr>
              <a:t>File: file_io_readlines.py</a:t>
            </a:r>
            <a:endParaRPr lang="en-US" dirty="0"/>
          </a:p>
          <a:p>
            <a:r>
              <a:rPr lang="nl-BE" dirty="0" err="1">
                <a:latin typeface="Courier New" panose="02070309020205020404" pitchFamily="49" charset="0"/>
                <a:cs typeface="Courier New" panose="02070309020205020404" pitchFamily="49" charset="0"/>
              </a:rPr>
              <a:t>file.read</a:t>
            </a:r>
            <a:r>
              <a:rPr lang="nl-BE" dirty="0">
                <a:latin typeface="Courier New" panose="02070309020205020404" pitchFamily="49" charset="0"/>
                <a:cs typeface="Courier New" panose="02070309020205020404" pitchFamily="49" charset="0"/>
              </a:rPr>
              <a:t>():  </a:t>
            </a:r>
            <a:r>
              <a:rPr lang="en-US" dirty="0">
                <a:cs typeface="Courier New" panose="02070309020205020404" pitchFamily="49" charset="0"/>
              </a:rPr>
              <a:t>reads in the entire contents of the file as a single string, used when parsing JSON files, HTML or XML files</a:t>
            </a:r>
          </a:p>
          <a:p>
            <a:r>
              <a:rPr lang="nl-BE" dirty="0" err="1">
                <a:latin typeface="Courier New" panose="02070309020205020404" pitchFamily="49" charset="0"/>
                <a:cs typeface="Courier New" panose="02070309020205020404" pitchFamily="49" charset="0"/>
              </a:rPr>
              <a:t>file.read</a:t>
            </a:r>
            <a:r>
              <a:rPr lang="nl-BE" dirty="0">
                <a:latin typeface="Courier New" panose="02070309020205020404" pitchFamily="49" charset="0"/>
                <a:cs typeface="Courier New" panose="02070309020205020404" pitchFamily="49" charset="0"/>
              </a:rPr>
              <a:t>(n):  </a:t>
            </a:r>
            <a:r>
              <a:rPr lang="en-US" dirty="0">
                <a:cs typeface="Courier New" panose="02070309020205020404" pitchFamily="49" charset="0"/>
              </a:rPr>
              <a:t>reads up to n chars as a single string</a:t>
            </a:r>
            <a:endParaRPr lang="nl-BE" dirty="0">
              <a:cs typeface="Courier New" panose="02070309020205020404" pitchFamily="49" charset="0"/>
            </a:endParaRPr>
          </a:p>
          <a:p>
            <a:endParaRPr lang="nl-BE" dirty="0">
              <a:cs typeface="Courier New" panose="02070309020205020404" pitchFamily="49" charset="0"/>
            </a:endParaRPr>
          </a:p>
        </p:txBody>
      </p:sp>
    </p:spTree>
    <p:extLst>
      <p:ext uri="{BB962C8B-B14F-4D97-AF65-F5344CB8AC3E}">
        <p14:creationId xmlns:p14="http://schemas.microsoft.com/office/powerpoint/2010/main" val="3227971749"/>
      </p:ext>
    </p:extLst>
  </p:cSld>
  <p:clrMapOvr>
    <a:masterClrMapping/>
  </p:clrMapOvr>
  <mc:AlternateContent xmlns:mc="http://schemas.openxmlformats.org/markup-compatibility/2006" xmlns:p14="http://schemas.microsoft.com/office/powerpoint/2010/main">
    <mc:Choice Requires="p14">
      <p:transition spd="slow" p14:dur="2000" advTm="51777"/>
    </mc:Choice>
    <mc:Fallback xmlns="">
      <p:transition spd="slow" advTm="5177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 file</a:t>
            </a:r>
            <a:endParaRPr lang="nl-BE" dirty="0"/>
          </a:p>
        </p:txBody>
      </p:sp>
      <p:sp>
        <p:nvSpPr>
          <p:cNvPr id="3" name="Content Placeholder 2"/>
          <p:cNvSpPr>
            <a:spLocks noGrp="1"/>
          </p:cNvSpPr>
          <p:nvPr>
            <p:ph idx="1"/>
          </p:nvPr>
        </p:nvSpPr>
        <p:spPr/>
        <p:txBody>
          <a:bodyPr>
            <a:normAutofit fontScale="70000" lnSpcReduction="20000"/>
          </a:bodyPr>
          <a:lstStyle/>
          <a:p>
            <a:r>
              <a:rPr lang="en-US" dirty="0"/>
              <a:t>Read all characters in the file</a:t>
            </a:r>
          </a:p>
          <a:p>
            <a:pPr marL="0"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fp</a:t>
            </a:r>
            <a:r>
              <a:rPr lang="en-US" dirty="0">
                <a:latin typeface="Courier New" panose="02070309020205020404" pitchFamily="49" charset="0"/>
                <a:cs typeface="Courier New" panose="02070309020205020404" pitchFamily="49" charset="0"/>
              </a:rPr>
              <a:t> =open("</a:t>
            </a:r>
            <a:r>
              <a:rPr lang="en-US" dirty="0" err="1">
                <a:latin typeface="Courier New" panose="02070309020205020404" pitchFamily="49" charset="0"/>
                <a:cs typeface="Courier New" panose="02070309020205020404" pitchFamily="49" charset="0"/>
              </a:rPr>
              <a:t>filename","r</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fp.read</a:t>
            </a:r>
            <a:r>
              <a:rPr lang="en-US" dirty="0">
                <a:latin typeface="Courier New" panose="02070309020205020404" pitchFamily="49" charset="0"/>
                <a:cs typeface="Courier New" panose="02070309020205020404" pitchFamily="49" charset="0"/>
              </a:rPr>
              <a:t>()</a:t>
            </a:r>
          </a:p>
          <a:p>
            <a:pPr marL="0" indent="0">
              <a:buNone/>
            </a:pPr>
            <a:r>
              <a:rPr lang="en-US" dirty="0"/>
              <a:t>Specify the number of bytes</a:t>
            </a:r>
          </a:p>
          <a:p>
            <a:pPr marL="0"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fp</a:t>
            </a:r>
            <a:r>
              <a:rPr lang="en-US" dirty="0">
                <a:latin typeface="Courier New" panose="02070309020205020404" pitchFamily="49" charset="0"/>
                <a:cs typeface="Courier New" panose="02070309020205020404" pitchFamily="49" charset="0"/>
              </a:rPr>
              <a:t> = open("</a:t>
            </a:r>
            <a:r>
              <a:rPr lang="en-US" dirty="0" err="1">
                <a:latin typeface="Courier New" panose="02070309020205020404" pitchFamily="49" charset="0"/>
                <a:cs typeface="Courier New" panose="02070309020205020404" pitchFamily="49" charset="0"/>
              </a:rPr>
              <a:t>filename","r</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&gt;&gt;&gt; </a:t>
            </a:r>
            <a:r>
              <a:rPr lang="en-US" dirty="0" err="1">
                <a:latin typeface="Courier New" panose="02070309020205020404" pitchFamily="49" charset="0"/>
                <a:cs typeface="Courier New" panose="02070309020205020404" pitchFamily="49" charset="0"/>
              </a:rPr>
              <a:t>fp.read</a:t>
            </a:r>
            <a:r>
              <a:rPr lang="en-US" dirty="0">
                <a:latin typeface="Courier New" panose="02070309020205020404" pitchFamily="49" charset="0"/>
                <a:cs typeface="Courier New" panose="02070309020205020404" pitchFamily="49" charset="0"/>
              </a:rPr>
              <a:t>(n)</a:t>
            </a:r>
          </a:p>
          <a:p>
            <a:r>
              <a:rPr lang="en-US" dirty="0"/>
              <a:t>Python reads only strings. You must parse the line or lines yourself.</a:t>
            </a:r>
          </a:p>
          <a:p>
            <a:r>
              <a:rPr lang="en-US" dirty="0"/>
              <a:t>Useful functions</a:t>
            </a:r>
          </a:p>
          <a:p>
            <a:pPr lvl="1"/>
            <a:r>
              <a:rPr lang="en-US" dirty="0" err="1"/>
              <a:t>string.strip</a:t>
            </a:r>
            <a:r>
              <a:rPr lang="en-US" dirty="0"/>
              <a:t>(s)</a:t>
            </a:r>
          </a:p>
          <a:p>
            <a:pPr lvl="1"/>
            <a:r>
              <a:rPr lang="en-US" dirty="0" err="1"/>
              <a:t>string.split</a:t>
            </a:r>
            <a:r>
              <a:rPr lang="en-US" dirty="0"/>
              <a:t>(s)</a:t>
            </a:r>
          </a:p>
          <a:p>
            <a:r>
              <a:rPr lang="en-US" i="1" dirty="0"/>
              <a:t>File: file_io_3.py</a:t>
            </a:r>
          </a:p>
          <a:p>
            <a:r>
              <a:rPr lang="en-US" i="1" dirty="0"/>
              <a:t>File: file_io_readline.py</a:t>
            </a:r>
          </a:p>
          <a:p>
            <a:r>
              <a:rPr lang="en-US" i="1" dirty="0"/>
              <a:t>File: file_io_readlines.py</a:t>
            </a:r>
          </a:p>
          <a:p>
            <a:endParaRPr lang="en-US" i="1" dirty="0"/>
          </a:p>
        </p:txBody>
      </p:sp>
    </p:spTree>
    <p:extLst>
      <p:ext uri="{BB962C8B-B14F-4D97-AF65-F5344CB8AC3E}">
        <p14:creationId xmlns:p14="http://schemas.microsoft.com/office/powerpoint/2010/main" val="2948505460"/>
      </p:ext>
    </p:extLst>
  </p:cSld>
  <p:clrMapOvr>
    <a:masterClrMapping/>
  </p:clrMapOvr>
  <mc:AlternateContent xmlns:mc="http://schemas.openxmlformats.org/markup-compatibility/2006" xmlns:p14="http://schemas.microsoft.com/office/powerpoint/2010/main">
    <mc:Choice Requires="p14">
      <p:transition spd="slow" p14:dur="2000" advTm="44209"/>
    </mc:Choice>
    <mc:Fallback xmlns="">
      <p:transition spd="slow" advTm="44209"/>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IO</a:t>
            </a:r>
            <a:endParaRPr lang="nl-BE" dirty="0"/>
          </a:p>
        </p:txBody>
      </p:sp>
      <p:sp>
        <p:nvSpPr>
          <p:cNvPr id="3" name="Content Placeholder 2"/>
          <p:cNvSpPr>
            <a:spLocks noGrp="1"/>
          </p:cNvSpPr>
          <p:nvPr>
            <p:ph idx="1"/>
          </p:nvPr>
        </p:nvSpPr>
        <p:spPr/>
        <p:txBody>
          <a:bodyPr/>
          <a:lstStyle/>
          <a:p>
            <a:r>
              <a:rPr lang="en-US" dirty="0"/>
              <a:t>The </a:t>
            </a:r>
            <a:r>
              <a:rPr lang="en-US" dirty="0" err="1"/>
              <a:t>Pythonic</a:t>
            </a:r>
            <a:r>
              <a:rPr lang="en-US" dirty="0"/>
              <a:t> way:</a:t>
            </a:r>
          </a:p>
          <a:p>
            <a:pPr marL="0" indent="0">
              <a:buNone/>
            </a:pPr>
            <a:r>
              <a:rPr lang="en-US" dirty="0"/>
              <a:t> </a:t>
            </a:r>
            <a:r>
              <a:rPr lang="en-US" sz="2400" dirty="0">
                <a:latin typeface="Courier New" panose="02070309020205020404" pitchFamily="49" charset="0"/>
                <a:cs typeface="Courier New" panose="02070309020205020404" pitchFamily="49" charset="0"/>
              </a:rPr>
              <a:t>&gt;&gt;&gt; with open('</a:t>
            </a:r>
            <a:r>
              <a:rPr lang="en-US" sz="2400" dirty="0" err="1">
                <a:latin typeface="Courier New" panose="02070309020205020404" pitchFamily="49" charset="0"/>
                <a:cs typeface="Courier New" panose="02070309020205020404" pitchFamily="49" charset="0"/>
              </a:rPr>
              <a:t>file_path</a:t>
            </a:r>
            <a:r>
              <a:rPr lang="en-US" sz="2400" dirty="0">
                <a:latin typeface="Courier New" panose="02070309020205020404" pitchFamily="49" charset="0"/>
                <a:cs typeface="Courier New" panose="02070309020205020404" pitchFamily="49" charset="0"/>
              </a:rPr>
              <a:t>', 'w') as file: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file.write</a:t>
            </a:r>
            <a:r>
              <a:rPr lang="en-US" sz="2400" dirty="0">
                <a:latin typeface="Courier New" panose="02070309020205020404" pitchFamily="49" charset="0"/>
                <a:cs typeface="Courier New" panose="02070309020205020404" pitchFamily="49" charset="0"/>
              </a:rPr>
              <a:t>('hello world !') </a:t>
            </a:r>
          </a:p>
          <a:p>
            <a:r>
              <a:rPr lang="en-US" dirty="0"/>
              <a:t>The </a:t>
            </a:r>
            <a:r>
              <a:rPr lang="en-US" dirty="0">
                <a:latin typeface="Courier New" panose="02070309020205020404" pitchFamily="49" charset="0"/>
                <a:cs typeface="Courier New" panose="02070309020205020404" pitchFamily="49" charset="0"/>
              </a:rPr>
              <a:t>with</a:t>
            </a:r>
            <a:r>
              <a:rPr lang="en-US" dirty="0"/>
              <a:t> statement automatically takes care of closing the file once it leaves the with block, even in cases of error.</a:t>
            </a:r>
          </a:p>
          <a:p>
            <a:pPr lvl="1"/>
            <a:r>
              <a:rPr lang="en-US" dirty="0"/>
              <a:t>no need to call </a:t>
            </a:r>
            <a:r>
              <a:rPr lang="en-US" dirty="0" err="1">
                <a:latin typeface="Courier New" panose="02070309020205020404" pitchFamily="49" charset="0"/>
                <a:cs typeface="Courier New" panose="02070309020205020404" pitchFamily="49" charset="0"/>
              </a:rPr>
              <a:t>file.close</a:t>
            </a:r>
            <a:r>
              <a:rPr lang="en-US" dirty="0">
                <a:latin typeface="Courier New" panose="02070309020205020404" pitchFamily="49" charset="0"/>
                <a:cs typeface="Courier New" panose="02070309020205020404" pitchFamily="49" charset="0"/>
              </a:rPr>
              <a:t>() </a:t>
            </a:r>
            <a:r>
              <a:rPr lang="en-US" dirty="0"/>
              <a:t>when using with statement. </a:t>
            </a:r>
          </a:p>
          <a:p>
            <a:pPr lvl="1"/>
            <a:r>
              <a:rPr lang="en-US" dirty="0">
                <a:latin typeface="Courier New" panose="02070309020205020404" pitchFamily="49" charset="0"/>
                <a:cs typeface="Courier New" panose="02070309020205020404" pitchFamily="49" charset="0"/>
              </a:rPr>
              <a:t>with</a:t>
            </a:r>
            <a:r>
              <a:rPr lang="en-US" dirty="0"/>
              <a:t> statement itself ensures proper acquisition and release of resources. </a:t>
            </a:r>
          </a:p>
          <a:p>
            <a:endParaRPr lang="en-US" dirty="0"/>
          </a:p>
        </p:txBody>
      </p:sp>
    </p:spTree>
    <p:extLst>
      <p:ext uri="{BB962C8B-B14F-4D97-AF65-F5344CB8AC3E}">
        <p14:creationId xmlns:p14="http://schemas.microsoft.com/office/powerpoint/2010/main" val="3404084518"/>
      </p:ext>
    </p:extLst>
  </p:cSld>
  <p:clrMapOvr>
    <a:masterClrMapping/>
  </p:clrMapOvr>
  <mc:AlternateContent xmlns:mc="http://schemas.openxmlformats.org/markup-compatibility/2006" xmlns:p14="http://schemas.microsoft.com/office/powerpoint/2010/main">
    <mc:Choice Requires="p14">
      <p:transition spd="slow" p14:dur="2000" advTm="79426"/>
    </mc:Choice>
    <mc:Fallback xmlns="">
      <p:transition spd="slow" advTm="79426"/>
    </mc:Fallback>
  </mc:AlternateContent>
  <p:extLst>
    <p:ext uri="{3A86A75C-4F4B-4683-9AE1-C65F6400EC91}">
      <p14:laserTraceLst xmlns:p14="http://schemas.microsoft.com/office/powerpoint/2010/main">
        <p14:tracePtLst>
          <p14:tracePt t="20538" x="3028950" y="2197100"/>
          <p14:tracePt t="20576" x="3028950" y="2203450"/>
          <p14:tracePt t="20585" x="3035300" y="2209800"/>
          <p14:tracePt t="20592" x="3035300" y="2216150"/>
          <p14:tracePt t="20600" x="3041650" y="2222500"/>
          <p14:tracePt t="20613" x="3041650" y="2228850"/>
          <p14:tracePt t="20630" x="3048000" y="2247900"/>
          <p14:tracePt t="20647" x="3067050" y="2292350"/>
          <p14:tracePt t="20666" x="3092450" y="2336800"/>
          <p14:tracePt t="20680" x="3136900" y="2406650"/>
          <p14:tracePt t="20698" x="3194050" y="2482850"/>
          <p14:tracePt t="20713" x="3257550" y="2552700"/>
          <p14:tracePt t="20731" x="3333750" y="2635250"/>
          <p14:tracePt t="20747" x="3416300" y="2686050"/>
          <p14:tracePt t="20765" x="3486150" y="2711450"/>
          <p14:tracePt t="20780" x="3536950" y="2717800"/>
          <p14:tracePt t="20797" x="3600450" y="2724150"/>
          <p14:tracePt t="20802" x="3619500" y="2730500"/>
          <p14:tracePt t="20813" x="3644900" y="2730500"/>
          <p14:tracePt t="20830" x="3689350" y="2730500"/>
          <p14:tracePt t="20833" x="3714750" y="2730500"/>
          <p14:tracePt t="20847" x="3740150" y="2730500"/>
          <p14:tracePt t="20863" x="3790950" y="2724150"/>
          <p14:tracePt t="20866" x="3822700" y="2724150"/>
          <p14:tracePt t="20880" x="3860800" y="2724150"/>
          <p14:tracePt t="20897" x="3968750" y="2711450"/>
          <p14:tracePt t="20913" x="4038600" y="2705100"/>
          <p14:tracePt t="20930" x="4114800" y="2705100"/>
          <p14:tracePt t="20947" x="4197350" y="2705100"/>
          <p14:tracePt t="20963" x="4286250" y="2705100"/>
          <p14:tracePt t="20980" x="4368800" y="2711450"/>
          <p14:tracePt t="20997" x="4445000" y="2724150"/>
          <p14:tracePt t="21013" x="4483100" y="2724150"/>
          <p14:tracePt t="21030" x="4533900" y="2724150"/>
          <p14:tracePt t="21047" x="4572000" y="2724150"/>
          <p14:tracePt t="21063" x="4597400" y="2717800"/>
          <p14:tracePt t="21080" x="4610100" y="2698750"/>
          <p14:tracePt t="21097" x="4629150" y="2660650"/>
          <p14:tracePt t="21100" x="4635500" y="2647950"/>
          <p14:tracePt t="21113" x="4641850" y="2635250"/>
          <p14:tracePt t="21130" x="4641850" y="2584450"/>
          <p14:tracePt t="21134" x="4641850" y="2565400"/>
          <p14:tracePt t="21147" x="4641850" y="2540000"/>
          <p14:tracePt t="21163" x="4641850" y="2495550"/>
          <p14:tracePt t="21180" x="4641850" y="2470150"/>
          <p14:tracePt t="21197" x="4610100" y="2413000"/>
          <p14:tracePt t="21213" x="4578350" y="2381250"/>
          <p14:tracePt t="21230" x="4540250" y="2355850"/>
          <p14:tracePt t="21247" x="4457700" y="2317750"/>
          <p14:tracePt t="21263" x="4362450" y="2292350"/>
          <p14:tracePt t="21280" x="4305300" y="2273300"/>
          <p14:tracePt t="21297" x="4216400" y="2254250"/>
          <p14:tracePt t="21313" x="4171950" y="2254250"/>
          <p14:tracePt t="21330" x="4083050" y="2241550"/>
          <p14:tracePt t="21335" x="4057650" y="2241550"/>
          <p14:tracePt t="21346" x="3981450" y="2228850"/>
          <p14:tracePt t="21363" x="3911600" y="2228850"/>
          <p14:tracePt t="21366" x="3867150" y="2228850"/>
          <p14:tracePt t="21380" x="3829050" y="2228850"/>
          <p14:tracePt t="21397" x="3613150" y="2235200"/>
          <p14:tracePt t="21413" x="3511550" y="2260600"/>
          <p14:tracePt t="21430" x="3441700" y="2298700"/>
          <p14:tracePt t="21447" x="3403600" y="2324100"/>
          <p14:tracePt t="21463" x="3378200" y="2349500"/>
          <p14:tracePt t="21480" x="3371850" y="2368550"/>
          <p14:tracePt t="21497" x="3371850" y="2381250"/>
          <p14:tracePt t="21513" x="3371850" y="2400300"/>
          <p14:tracePt t="21530" x="3371850" y="2413000"/>
          <p14:tracePt t="21547" x="3378200" y="2438400"/>
          <p14:tracePt t="21563" x="3403600" y="2463800"/>
          <p14:tracePt t="21567" x="3409950" y="2463800"/>
          <p14:tracePt t="21580" x="3429000" y="2476500"/>
          <p14:tracePt t="21596" x="3467100" y="2495550"/>
          <p14:tracePt t="21600" x="3505200" y="2508250"/>
          <p14:tracePt t="21613" x="3530600" y="2514600"/>
          <p14:tracePt t="21630" x="3600450" y="2533650"/>
          <p14:tracePt t="21633" x="3613150" y="2533650"/>
          <p14:tracePt t="21647" x="3651250" y="2552700"/>
          <p14:tracePt t="21663" x="3727450" y="2578100"/>
          <p14:tracePt t="21680" x="3816350" y="2616200"/>
          <p14:tracePt t="21697" x="3962400" y="2654300"/>
          <p14:tracePt t="21713" x="4260850" y="2743200"/>
          <p14:tracePt t="21730" x="4438650" y="2781300"/>
          <p14:tracePt t="21747" x="4781550" y="2857500"/>
          <p14:tracePt t="21763" x="5130800" y="2921000"/>
          <p14:tracePt t="21780" x="5473700" y="2959100"/>
          <p14:tracePt t="21797" x="5657850" y="2984500"/>
          <p14:tracePt t="21813" x="5867400" y="2997200"/>
          <p14:tracePt t="21830" x="6096000" y="3016250"/>
          <p14:tracePt t="21833" x="6127750" y="3016250"/>
          <p14:tracePt t="21846" x="6197600" y="3016250"/>
          <p14:tracePt t="21863" x="6305550" y="3016250"/>
          <p14:tracePt t="21868" x="6318250" y="3016250"/>
          <p14:tracePt t="21880" x="6337300" y="3016250"/>
          <p14:tracePt t="21899" x="6369050" y="3003550"/>
          <p14:tracePt t="21913" x="6394450" y="2990850"/>
          <p14:tracePt t="21930" x="6407150" y="2984500"/>
          <p14:tracePt t="21947" x="6426200" y="2978150"/>
          <p14:tracePt t="21964" x="6451600" y="2978150"/>
          <p14:tracePt t="21980" x="6477000" y="2978150"/>
          <p14:tracePt t="21997" x="6502400" y="2971800"/>
          <p14:tracePt t="22013" x="6521450" y="2965450"/>
          <p14:tracePt t="22030" x="6534150" y="2965450"/>
          <p14:tracePt t="22034" x="6540500" y="2959100"/>
          <p14:tracePt t="22047" x="6546850" y="2959100"/>
          <p14:tracePt t="22063" x="6553200" y="2959100"/>
          <p14:tracePt t="22080" x="6559550" y="2946400"/>
          <p14:tracePt t="22097" x="6565900" y="2940050"/>
          <p14:tracePt t="22101" x="6572250" y="2940050"/>
          <p14:tracePt t="22113" x="6578600" y="2927350"/>
          <p14:tracePt t="22130" x="6584950" y="2914650"/>
          <p14:tracePt t="22134" x="6591300" y="2908300"/>
          <p14:tracePt t="22148" x="6597650" y="2882900"/>
          <p14:tracePt t="22163" x="6610350" y="2857500"/>
          <p14:tracePt t="22180" x="6610350" y="2819400"/>
          <p14:tracePt t="22197" x="6616700" y="2781300"/>
          <p14:tracePt t="22213" x="6623050" y="2743200"/>
          <p14:tracePt t="22230" x="6623050" y="2717800"/>
          <p14:tracePt t="22246" x="6623050" y="2679700"/>
          <p14:tracePt t="22263" x="6623050" y="2647950"/>
          <p14:tracePt t="22281" x="6623050" y="2628900"/>
          <p14:tracePt t="22283" x="6623050" y="2616200"/>
          <p14:tracePt t="22296" x="6616700" y="2590800"/>
          <p14:tracePt t="22313" x="6604000" y="2571750"/>
          <p14:tracePt t="22330" x="6578600" y="2533650"/>
          <p14:tracePt t="22348" x="6565900" y="2514600"/>
          <p14:tracePt t="22363" x="6553200" y="2508250"/>
          <p14:tracePt t="22382" x="6540500" y="2482850"/>
          <p14:tracePt t="22397" x="6527800" y="2476500"/>
          <p14:tracePt t="22414" x="6515100" y="2457450"/>
          <p14:tracePt t="22430" x="6508750" y="2451100"/>
          <p14:tracePt t="22447" x="6502400" y="2438400"/>
          <p14:tracePt t="22463" x="6489700" y="2425700"/>
          <p14:tracePt t="22480" x="6477000" y="2413000"/>
          <p14:tracePt t="22497" x="6457950" y="2387600"/>
          <p14:tracePt t="22513" x="6445250" y="2374900"/>
          <p14:tracePt t="22517" x="6432550" y="2368550"/>
          <p14:tracePt t="22547" x="6413500" y="2362200"/>
          <p14:tracePt t="22563" x="6394450" y="2355850"/>
          <p14:tracePt t="22580" x="6369050" y="2349500"/>
          <p14:tracePt t="22583" x="6356350" y="2349500"/>
          <p14:tracePt t="22597" x="6343650" y="2349500"/>
          <p14:tracePt t="22613" x="6305550" y="2349500"/>
          <p14:tracePt t="22616" x="6286500" y="2349500"/>
          <p14:tracePt t="22630" x="6261100" y="2349500"/>
          <p14:tracePt t="22647" x="6197600" y="2349500"/>
          <p14:tracePt t="22663" x="6153150" y="2355850"/>
          <p14:tracePt t="22680" x="6108700" y="2368550"/>
          <p14:tracePt t="22697" x="6076950" y="2387600"/>
          <p14:tracePt t="22713" x="6045200" y="2400300"/>
          <p14:tracePt t="22730" x="6007100" y="2419350"/>
          <p14:tracePt t="22747" x="5988050" y="2432050"/>
          <p14:tracePt t="22763" x="5969000" y="2451100"/>
          <p14:tracePt t="22780" x="5949950" y="2470150"/>
          <p14:tracePt t="22796" x="5943600" y="2476500"/>
          <p14:tracePt t="22813" x="5930900" y="2501900"/>
          <p14:tracePt t="22816" x="5924550" y="2514600"/>
          <p14:tracePt t="22830" x="5924550" y="2520950"/>
          <p14:tracePt t="22847" x="5911850" y="2546350"/>
          <p14:tracePt t="22849" x="5905500" y="2559050"/>
          <p14:tracePt t="22866" x="5905500" y="2571750"/>
          <p14:tracePt t="22880" x="5899150" y="2584450"/>
          <p14:tracePt t="22884" x="5899150" y="2597150"/>
          <p14:tracePt t="22899" x="5892800" y="2628900"/>
          <p14:tracePt t="22913" x="5892800" y="2647950"/>
          <p14:tracePt t="22930" x="5892800" y="2673350"/>
          <p14:tracePt t="22947" x="5892800" y="2698750"/>
          <p14:tracePt t="22963" x="5892800" y="2724150"/>
          <p14:tracePt t="22980" x="5899150" y="2730500"/>
          <p14:tracePt t="22997" x="5905500" y="2749550"/>
          <p14:tracePt t="23013" x="5911850" y="2762250"/>
          <p14:tracePt t="23030" x="5924550" y="2768600"/>
          <p14:tracePt t="23047" x="5937250" y="2781300"/>
          <p14:tracePt t="23051" x="5956300" y="2794000"/>
          <p14:tracePt t="23066" x="5962650" y="2794000"/>
          <p14:tracePt t="23080" x="5975350" y="2800350"/>
          <p14:tracePt t="23083" x="5988050" y="2806700"/>
          <p14:tracePt t="23097" x="6000750" y="2806700"/>
          <p14:tracePt t="23113" x="6013450" y="2813050"/>
          <p14:tracePt t="23117" x="6026150" y="2813050"/>
          <p14:tracePt t="23130" x="6045200" y="2813050"/>
          <p14:tracePt t="23147" x="6083300" y="2819400"/>
          <p14:tracePt t="23163" x="6127750" y="2825750"/>
          <p14:tracePt t="23180" x="6146800" y="2825750"/>
          <p14:tracePt t="23197" x="6197600" y="2825750"/>
          <p14:tracePt t="23214" x="6216650" y="2825750"/>
          <p14:tracePt t="23230" x="6261100" y="2825750"/>
          <p14:tracePt t="23247" x="6280150" y="2825750"/>
          <p14:tracePt t="23263" x="6318250" y="2819400"/>
          <p14:tracePt t="23280" x="6337300" y="2819400"/>
          <p14:tracePt t="23297" x="6375400" y="2800350"/>
          <p14:tracePt t="23313" x="6394450" y="2794000"/>
          <p14:tracePt t="23316" x="6426200" y="2787650"/>
          <p14:tracePt t="23330" x="6445250" y="2774950"/>
          <p14:tracePt t="23348" x="6496050" y="2749550"/>
          <p14:tracePt t="23363" x="6508750" y="2743200"/>
          <p14:tracePt t="23380" x="6534150" y="2730500"/>
          <p14:tracePt t="23383" x="6540500" y="2717800"/>
          <p14:tracePt t="23399" x="6553200" y="2705100"/>
          <p14:tracePt t="23413" x="6559550" y="2679700"/>
          <p14:tracePt t="23430" x="6565900" y="2641600"/>
          <p14:tracePt t="23447" x="6572250" y="2603500"/>
          <p14:tracePt t="23463" x="6572250" y="2590800"/>
          <p14:tracePt t="23480" x="6572250" y="2559050"/>
          <p14:tracePt t="23497" x="6572250" y="2540000"/>
          <p14:tracePt t="23514" x="6572250" y="2514600"/>
          <p14:tracePt t="23530" x="6572250" y="2508250"/>
          <p14:tracePt t="23547" x="6572250" y="2489200"/>
          <p14:tracePt t="23552" x="6565900" y="2470150"/>
          <p14:tracePt t="23563" x="6565900" y="2463800"/>
          <p14:tracePt t="23580" x="6565900" y="2451100"/>
          <p14:tracePt t="23583" x="6559550" y="2438400"/>
          <p14:tracePt t="23598" x="6553200" y="2406650"/>
          <p14:tracePt t="23613" x="6540500" y="2393950"/>
          <p14:tracePt t="23630" x="6521450" y="2368550"/>
          <p14:tracePt t="23647" x="6489700" y="2343150"/>
          <p14:tracePt t="23663" x="6464300" y="2330450"/>
          <p14:tracePt t="23680" x="6432550" y="2317750"/>
          <p14:tracePt t="23697" x="6400800" y="2311400"/>
          <p14:tracePt t="23714" x="6375400" y="2305050"/>
          <p14:tracePt t="23730" x="6343650" y="2298700"/>
          <p14:tracePt t="23747" x="6330950" y="2298700"/>
          <p14:tracePt t="23763" x="6318250" y="2298700"/>
          <p14:tracePt t="23780" x="6305550" y="2298700"/>
          <p14:tracePt t="23785" x="6299200" y="2298700"/>
          <p14:tracePt t="23796" x="6292850" y="2298700"/>
          <p14:tracePt t="23813" x="6267450" y="2298700"/>
          <p14:tracePt t="23816" x="6261100" y="2298700"/>
          <p14:tracePt t="23830" x="6254750" y="2298700"/>
          <p14:tracePt t="23847" x="6216650" y="2305050"/>
          <p14:tracePt t="23863" x="6197600" y="2305050"/>
          <p14:tracePt t="23880" x="6178550" y="2305050"/>
          <p14:tracePt t="23900" x="6153150" y="2311400"/>
          <p14:tracePt t="23915" x="6146800" y="2311400"/>
          <p14:tracePt t="23932" x="6134100" y="2317750"/>
          <p14:tracePt t="23947" x="6121400" y="2317750"/>
          <p14:tracePt t="23964" x="6108700" y="2324100"/>
          <p14:tracePt t="23980" x="6102350" y="2324100"/>
          <p14:tracePt t="24002" x="6102350" y="2330450"/>
          <p14:tracePt t="24073" x="6102350" y="2336800"/>
          <p14:tracePt t="24081" x="6096000" y="2336800"/>
          <p14:tracePt t="24097" x="6096000" y="2343150"/>
          <p14:tracePt t="24115" x="6089650" y="2343150"/>
          <p14:tracePt t="24132" x="6083300" y="2349500"/>
          <p14:tracePt t="24670" x="6064250" y="2349500"/>
          <p14:tracePt t="24678" x="6038850" y="2343150"/>
          <p14:tracePt t="24697" x="5956300" y="2317750"/>
          <p14:tracePt t="24714" x="5829300" y="2292350"/>
          <p14:tracePt t="24730" x="5676900" y="2273300"/>
          <p14:tracePt t="24747" x="5416550" y="2241550"/>
          <p14:tracePt t="24764" x="5219700" y="2228850"/>
          <p14:tracePt t="24767" x="5111750" y="2222500"/>
          <p14:tracePt t="24780" x="5010150" y="2222500"/>
          <p14:tracePt t="24797" x="4806950" y="2222500"/>
          <p14:tracePt t="24801" x="4749800" y="2228850"/>
          <p14:tracePt t="24813" x="4667250" y="2247900"/>
          <p14:tracePt t="24830" x="4508500" y="2266950"/>
          <p14:tracePt t="24833" x="4445000" y="2273300"/>
          <p14:tracePt t="24847" x="4292600" y="2311400"/>
          <p14:tracePt t="24863" x="4165600" y="2330450"/>
          <p14:tracePt t="24880" x="4044950" y="2355850"/>
          <p14:tracePt t="24897" x="3905250" y="2374900"/>
          <p14:tracePt t="24913" x="3790950" y="2374900"/>
          <p14:tracePt t="24930" x="3721100" y="2374900"/>
          <p14:tracePt t="24947" x="3638550" y="2374900"/>
          <p14:tracePt t="24963" x="3568700" y="2374900"/>
          <p14:tracePt t="24967" x="3549650" y="2374900"/>
          <p14:tracePt t="24980" x="3511550" y="2374900"/>
          <p14:tracePt t="24997" x="3435350" y="2362200"/>
          <p14:tracePt t="25014" x="3359150" y="2355850"/>
          <p14:tracePt t="25030" x="3257550" y="2355850"/>
          <p14:tracePt t="25033" x="3168650" y="2349500"/>
          <p14:tracePt t="25047" x="3086100" y="2349500"/>
          <p14:tracePt t="25064" x="2965450" y="2349500"/>
          <p14:tracePt t="25067" x="2933700" y="2349500"/>
          <p14:tracePt t="25080" x="2908300" y="2349500"/>
          <p14:tracePt t="25097" x="2755900" y="2349500"/>
          <p14:tracePt t="25113" x="2698750" y="2349500"/>
          <p14:tracePt t="25130" x="2654300" y="2355850"/>
          <p14:tracePt t="25147" x="2628900" y="2362200"/>
          <p14:tracePt t="25163" x="2609850" y="2362200"/>
          <p14:tracePt t="25180" x="2597150" y="2362200"/>
          <p14:tracePt t="25197" x="2584450" y="2362200"/>
          <p14:tracePt t="25213" x="2571750" y="2362200"/>
          <p14:tracePt t="25230" x="2559050" y="2362200"/>
          <p14:tracePt t="25234" x="2546350" y="2362200"/>
          <p14:tracePt t="25247" x="2527300" y="2362200"/>
          <p14:tracePt t="25263" x="2495550" y="2355850"/>
          <p14:tracePt t="25280" x="2457450" y="2355850"/>
          <p14:tracePt t="25297" x="2432050" y="2355850"/>
          <p14:tracePt t="25301" x="2419350" y="2355850"/>
          <p14:tracePt t="25313" x="2393950" y="2355850"/>
          <p14:tracePt t="25330" x="2362200" y="2368550"/>
          <p14:tracePt t="25333" x="2343150" y="2387600"/>
          <p14:tracePt t="25347" x="2279650" y="2432050"/>
          <p14:tracePt t="25363" x="2228850" y="2470150"/>
          <p14:tracePt t="25380" x="2159000" y="2527300"/>
          <p14:tracePt t="25397" x="2127250" y="2571750"/>
          <p14:tracePt t="25413" x="2101850" y="2609850"/>
          <p14:tracePt t="25430" x="2095500" y="2635250"/>
          <p14:tracePt t="25447" x="2095500" y="2654300"/>
          <p14:tracePt t="25463" x="2095500" y="2679700"/>
          <p14:tracePt t="25468" x="2101850" y="2698750"/>
          <p14:tracePt t="25480" x="2114550" y="2711450"/>
          <p14:tracePt t="25497" x="2165350" y="2781300"/>
          <p14:tracePt t="25502" x="2190750" y="2794000"/>
          <p14:tracePt t="25514" x="2209800" y="2819400"/>
          <p14:tracePt t="25530" x="2298700" y="2882900"/>
          <p14:tracePt t="25547" x="2413000" y="2946400"/>
          <p14:tracePt t="25564" x="2552700" y="2990850"/>
          <p14:tracePt t="25567" x="2641600" y="3016250"/>
          <p14:tracePt t="25580" x="2749550" y="3028950"/>
          <p14:tracePt t="25597" x="3302000" y="3079750"/>
          <p14:tracePt t="25616" x="3632200" y="3079750"/>
          <p14:tracePt t="25630" x="4102100" y="3060700"/>
          <p14:tracePt t="25648" x="4432300" y="3022600"/>
          <p14:tracePt t="25663" x="4800600" y="2978150"/>
          <p14:tracePt t="25681" x="4940300" y="2952750"/>
          <p14:tracePt t="25697" x="5016500" y="2940050"/>
          <p14:tracePt t="25714" x="5048250" y="2940050"/>
          <p14:tracePt t="25718" x="5060950" y="2940050"/>
          <p14:tracePt t="25730" x="5060950" y="2933700"/>
          <p14:tracePt t="25746" x="5067300" y="2933700"/>
          <p14:tracePt t="25749" x="5080000" y="2933700"/>
          <p14:tracePt t="25766" x="5092700" y="2933700"/>
          <p14:tracePt t="25780" x="5105400" y="2927350"/>
          <p14:tracePt t="25785" x="5118100" y="2927350"/>
          <p14:tracePt t="25797" x="5162550" y="2927350"/>
          <p14:tracePt t="25813" x="5175250" y="2921000"/>
          <p14:tracePt t="25817" x="5200650" y="2921000"/>
          <p14:tracePt t="25830" x="5226050" y="2921000"/>
          <p14:tracePt t="25847" x="5289550" y="2914650"/>
          <p14:tracePt t="25863" x="5340350" y="2914650"/>
          <p14:tracePt t="25880" x="5422900" y="2914650"/>
          <p14:tracePt t="25900" x="5505450" y="2914650"/>
          <p14:tracePt t="25913" x="5581650" y="2914650"/>
          <p14:tracePt t="25930" x="5657850" y="2914650"/>
          <p14:tracePt t="25947" x="5727700" y="2914650"/>
          <p14:tracePt t="25963" x="5753100" y="2914650"/>
          <p14:tracePt t="25980" x="5765800" y="2914650"/>
          <p14:tracePt t="25996" x="5772150" y="2914650"/>
          <p14:tracePt t="26013" x="5778500" y="2914650"/>
          <p14:tracePt t="26017" x="5784850" y="2914650"/>
          <p14:tracePt t="26030" x="5791200" y="2914650"/>
          <p14:tracePt t="26047" x="5848350" y="2908300"/>
          <p14:tracePt t="26063" x="5899150" y="2895600"/>
          <p14:tracePt t="26080" x="5956300" y="2889250"/>
          <p14:tracePt t="26084" x="5988050" y="2889250"/>
          <p14:tracePt t="26098" x="6032500" y="2882900"/>
          <p14:tracePt t="26113" x="6051550" y="2882900"/>
          <p14:tracePt t="26130" x="6064250" y="2882900"/>
          <p14:tracePt t="26147" x="6070600" y="2882900"/>
          <p14:tracePt t="26163" x="6076950" y="2882900"/>
          <p14:tracePt t="26180" x="6096000" y="2882900"/>
          <p14:tracePt t="26197" x="6121400" y="2882900"/>
          <p14:tracePt t="26213" x="6159500" y="2882900"/>
          <p14:tracePt t="26217" x="6197600" y="2882900"/>
          <p14:tracePt t="26230" x="6216650" y="2882900"/>
          <p14:tracePt t="26247" x="6273800" y="2870200"/>
          <p14:tracePt t="26250" x="6299200" y="2870200"/>
          <p14:tracePt t="26263" x="6311900" y="2870200"/>
          <p14:tracePt t="26280" x="6337300" y="2863850"/>
          <p14:tracePt t="26283" x="6350000" y="2857500"/>
          <p14:tracePt t="26297" x="6369050" y="2857500"/>
          <p14:tracePt t="26314" x="6381750" y="2851150"/>
          <p14:tracePt t="26330" x="6419850" y="2838450"/>
          <p14:tracePt t="26348" x="6457950" y="2825750"/>
          <p14:tracePt t="26363" x="6496050" y="2819400"/>
          <p14:tracePt t="26380" x="6546850" y="2806700"/>
          <p14:tracePt t="26397" x="6604000" y="2800350"/>
          <p14:tracePt t="26413" x="6635750" y="2787650"/>
          <p14:tracePt t="26430" x="6686550" y="2781300"/>
          <p14:tracePt t="26447" x="6718300" y="2774950"/>
          <p14:tracePt t="26451" x="6724650" y="2774950"/>
          <p14:tracePt t="26464" x="6731000" y="2774950"/>
          <p14:tracePt t="26480" x="6756400" y="2768600"/>
          <p14:tracePt t="26497" x="6762750" y="2768600"/>
          <p14:tracePt t="26513" x="6781800" y="2762250"/>
          <p14:tracePt t="26517" x="6788150" y="2762250"/>
          <p14:tracePt t="26533" x="6794500" y="2762250"/>
          <p14:tracePt t="26622" x="6800850" y="2762250"/>
          <p14:tracePt t="26630" x="6807200" y="2762250"/>
          <p14:tracePt t="26640" x="6813550" y="2762250"/>
          <p14:tracePt t="26647" x="6819900" y="2762250"/>
          <p14:tracePt t="26663" x="6845300" y="2768600"/>
          <p14:tracePt t="26680" x="6870700" y="2774950"/>
          <p14:tracePt t="26697" x="6896100" y="2774950"/>
          <p14:tracePt t="26713" x="6908800" y="2781300"/>
          <p14:tracePt t="26718" x="6915150" y="2781300"/>
          <p14:tracePt t="26730" x="6934200" y="2781300"/>
          <p14:tracePt t="26747" x="6946900" y="2787650"/>
          <p14:tracePt t="26750" x="6959600" y="2787650"/>
          <p14:tracePt t="26763" x="6972300" y="2794000"/>
          <p14:tracePt t="26780" x="6997700" y="2800350"/>
          <p14:tracePt t="26783" x="7023100" y="2806700"/>
          <p14:tracePt t="26798" x="7061200" y="2813050"/>
          <p14:tracePt t="26814" x="7118350" y="2825750"/>
          <p14:tracePt t="26830" x="7162800" y="2832100"/>
          <p14:tracePt t="26847" x="7194550" y="2832100"/>
          <p14:tracePt t="26863" x="7207250" y="2832100"/>
          <p14:tracePt t="26880" x="7213600" y="2832100"/>
          <p14:tracePt t="27033" x="7226300" y="2832100"/>
          <p14:tracePt t="27040" x="7232650" y="2832100"/>
          <p14:tracePt t="27048" x="7239000" y="2832100"/>
          <p14:tracePt t="27063" x="7283450" y="2832100"/>
          <p14:tracePt t="27080" x="7340600" y="2832100"/>
          <p14:tracePt t="27097" x="7404100" y="2819400"/>
          <p14:tracePt t="27114" x="7493000" y="2806700"/>
          <p14:tracePt t="27130" x="7550150" y="2787650"/>
          <p14:tracePt t="27147" x="7594600" y="2781300"/>
          <p14:tracePt t="27166" x="7620000" y="2768600"/>
          <p14:tracePt t="27180" x="7632700" y="2768600"/>
          <p14:tracePt t="27198" x="7639050" y="2768600"/>
          <p14:tracePt t="27219" x="7639050" y="2762250"/>
          <p14:tracePt t="27231" x="7645400" y="2762250"/>
          <p14:tracePt t="27235" x="7651750" y="2762250"/>
          <p14:tracePt t="27250" x="7658100" y="2762250"/>
          <p14:tracePt t="27266" x="7689850" y="2762250"/>
          <p14:tracePt t="27280" x="7696200" y="2762250"/>
          <p14:tracePt t="27298" x="7766050" y="2768600"/>
          <p14:tracePt t="27314" x="7823200" y="2774950"/>
          <p14:tracePt t="27331" x="7861300" y="2774950"/>
          <p14:tracePt t="27347" x="7924800" y="2774950"/>
          <p14:tracePt t="27364" x="7988300" y="2781300"/>
          <p14:tracePt t="27380" x="8039100" y="2781300"/>
          <p14:tracePt t="27397" x="8077200" y="2781300"/>
          <p14:tracePt t="27414" x="8096250" y="2781300"/>
          <p14:tracePt t="27430" x="8115300" y="2787650"/>
          <p14:tracePt t="27447" x="8128000" y="2794000"/>
          <p14:tracePt t="27480" x="8134350" y="2794000"/>
          <p14:tracePt t="27497" x="8153400" y="2800350"/>
          <p14:tracePt t="27513" x="8172450" y="2806700"/>
          <p14:tracePt t="27530" x="8204200" y="2806700"/>
          <p14:tracePt t="27533" x="8223250" y="2813050"/>
          <p14:tracePt t="27547" x="8242300" y="2813050"/>
          <p14:tracePt t="27563" x="8267700" y="2819400"/>
          <p14:tracePt t="27580" x="8293100" y="2819400"/>
          <p14:tracePt t="27597" x="8318500" y="2825750"/>
          <p14:tracePt t="27613" x="8343900" y="2832100"/>
          <p14:tracePt t="27630" x="8362950" y="2838450"/>
          <p14:tracePt t="27647" x="8388350" y="2838450"/>
          <p14:tracePt t="27664" x="8407400" y="2838450"/>
          <p14:tracePt t="27681" x="8420100" y="2838450"/>
          <p14:tracePt t="27697" x="8439150" y="2844800"/>
          <p14:tracePt t="27713" x="8458200" y="2844800"/>
          <p14:tracePt t="27730" x="8477250" y="2844800"/>
          <p14:tracePt t="27733" x="8489950" y="2844800"/>
          <p14:tracePt t="27747" x="8496300" y="2844800"/>
          <p14:tracePt t="27763" x="8521700" y="2844800"/>
          <p14:tracePt t="27767" x="8540750" y="2844800"/>
          <p14:tracePt t="27780" x="8559800" y="2844800"/>
          <p14:tracePt t="27797" x="8578850" y="2844800"/>
          <p14:tracePt t="27813" x="8585200" y="2844800"/>
          <p14:tracePt t="27927" x="8591550" y="2844800"/>
          <p14:tracePt t="27942" x="8597900" y="2844800"/>
          <p14:tracePt t="27960" x="8604250" y="2838450"/>
          <p14:tracePt t="27968" x="8610600" y="2838450"/>
          <p14:tracePt t="27980" x="8616950" y="2838450"/>
          <p14:tracePt t="27997" x="8623300" y="2832100"/>
          <p14:tracePt t="28000" x="8636000" y="2825750"/>
          <p14:tracePt t="28013" x="8642350" y="2825750"/>
          <p14:tracePt t="28030" x="8648700" y="2819400"/>
          <p14:tracePt t="28033" x="8655050" y="2813050"/>
          <p14:tracePt t="28047" x="8667750" y="2800350"/>
          <p14:tracePt t="28063" x="8674100" y="2794000"/>
          <p14:tracePt t="28080" x="8674100" y="2787650"/>
          <p14:tracePt t="28097" x="8680450" y="2781300"/>
          <p14:tracePt t="28113" x="8680450" y="2768600"/>
          <p14:tracePt t="28130" x="8680450" y="2755900"/>
          <p14:tracePt t="28147" x="8680450" y="2743200"/>
          <p14:tracePt t="28163" x="8680450" y="2730500"/>
          <p14:tracePt t="28180" x="8674100" y="2711450"/>
          <p14:tracePt t="28197" x="8674100" y="2698750"/>
          <p14:tracePt t="28214" x="8661400" y="2654300"/>
          <p14:tracePt t="28230" x="8661400" y="2628900"/>
          <p14:tracePt t="28234" x="8655050" y="2622550"/>
          <p14:tracePt t="28247" x="8648700" y="2603500"/>
          <p14:tracePt t="28264" x="8648700" y="2584450"/>
          <p14:tracePt t="28266" x="8642350" y="2571750"/>
          <p14:tracePt t="28280" x="8642350" y="2559050"/>
          <p14:tracePt t="28297" x="8636000" y="2527300"/>
          <p14:tracePt t="28314" x="8629650" y="2501900"/>
          <p14:tracePt t="28330" x="8623300" y="2482850"/>
          <p14:tracePt t="28347" x="8610600" y="2463800"/>
          <p14:tracePt t="28363" x="8597900" y="2444750"/>
          <p14:tracePt t="28389" x="8591550" y="2444750"/>
          <p14:tracePt t="28403" x="8585200" y="2444750"/>
          <p14:tracePt t="28421" x="8572500" y="2444750"/>
          <p14:tracePt t="28435" x="8559800" y="2451100"/>
          <p14:tracePt t="28447" x="8547100" y="2463800"/>
          <p14:tracePt t="28464" x="8528050" y="2476500"/>
          <p14:tracePt t="28467" x="8521700" y="2482850"/>
          <p14:tracePt t="28480" x="8515350" y="2495550"/>
          <p14:tracePt t="28497" x="8509000" y="2501900"/>
          <p14:tracePt t="28501" x="8509000" y="2508250"/>
          <p14:tracePt t="28513" x="8509000" y="2514600"/>
          <p14:tracePt t="28530" x="8502650" y="2514600"/>
          <p14:tracePt t="28533" x="8502650" y="2520950"/>
          <p14:tracePt t="28548" x="8489950" y="2546350"/>
          <p14:tracePt t="28563" x="8477250" y="2571750"/>
          <p14:tracePt t="28580" x="8413750" y="2641600"/>
          <p14:tracePt t="28597" x="8318500" y="2705100"/>
          <p14:tracePt t="28613" x="8185150" y="2774950"/>
          <p14:tracePt t="28630" x="7975600" y="2857500"/>
          <p14:tracePt t="28647" x="7740650" y="2914650"/>
          <p14:tracePt t="28664" x="7258050" y="2984500"/>
          <p14:tracePt t="28680" x="6845300" y="3028950"/>
          <p14:tracePt t="28697" x="6445250" y="3048000"/>
          <p14:tracePt t="28700" x="6267450" y="3048000"/>
          <p14:tracePt t="28713" x="6115050" y="3048000"/>
          <p14:tracePt t="28730" x="5715000" y="3048000"/>
          <p14:tracePt t="28733" x="5575300" y="3048000"/>
          <p14:tracePt t="28747" x="5530850" y="3048000"/>
          <p14:tracePt t="28763" x="5346700" y="3041650"/>
          <p14:tracePt t="28767" x="5264150" y="3028950"/>
          <p14:tracePt t="28780" x="5168900" y="3028950"/>
          <p14:tracePt t="28797" x="4959350" y="3028950"/>
          <p14:tracePt t="28814" x="4749800" y="3028950"/>
          <p14:tracePt t="28830" x="4603750" y="3028950"/>
          <p14:tracePt t="28849" x="4445000" y="3035300"/>
          <p14:tracePt t="28863" x="4298950" y="3035300"/>
          <p14:tracePt t="28882" x="4159250" y="3035300"/>
          <p14:tracePt t="28885" x="4076700" y="3035300"/>
          <p14:tracePt t="28900" x="3987800" y="3035300"/>
          <p14:tracePt t="28916" x="3898900" y="3035300"/>
          <p14:tracePt t="28919" x="3797300" y="3035300"/>
          <p14:tracePt t="28930" x="3752850" y="3035300"/>
          <p14:tracePt t="28950" x="3448050" y="3035300"/>
          <p14:tracePt t="28963" x="3390900" y="3035300"/>
          <p14:tracePt t="28982" x="3187700" y="3035300"/>
          <p14:tracePt t="28997" x="3086100" y="3035300"/>
          <p14:tracePt t="29014" x="3035300" y="3035300"/>
          <p14:tracePt t="29016" x="3009900" y="3035300"/>
          <p14:tracePt t="29030" x="2959100" y="3035300"/>
          <p14:tracePt t="29047" x="2876550" y="3035300"/>
          <p14:tracePt t="29063" x="2800350" y="3035300"/>
          <p14:tracePt t="29080" x="2724150" y="3028950"/>
          <p14:tracePt t="29097" x="2635250" y="3016250"/>
          <p14:tracePt t="29113" x="2597150" y="3003550"/>
          <p14:tracePt t="29130" x="2520950" y="2978150"/>
          <p14:tracePt t="29147" x="2501900" y="2971800"/>
          <p14:tracePt t="29164" x="2470150" y="2959100"/>
          <p14:tracePt t="29180" x="2438400" y="2946400"/>
          <p14:tracePt t="29184" x="2419350" y="2940050"/>
          <p14:tracePt t="29197" x="2413000" y="2933700"/>
          <p14:tracePt t="29214" x="2355850" y="2921000"/>
          <p14:tracePt t="29216" x="2343150" y="2914650"/>
          <p14:tracePt t="29230" x="2317750" y="2908300"/>
          <p14:tracePt t="29248" x="2266950" y="2895600"/>
          <p14:tracePt t="29263" x="2235200" y="2882900"/>
          <p14:tracePt t="29281" x="2203450" y="2876550"/>
          <p14:tracePt t="29297" x="2178050" y="2876550"/>
          <p14:tracePt t="29313" x="2152650" y="2870200"/>
          <p14:tracePt t="29330" x="2120900" y="2863850"/>
          <p14:tracePt t="29347" x="2114550" y="2863850"/>
          <p14:tracePt t="29363" x="2082800" y="2863850"/>
          <p14:tracePt t="29380" x="2070100" y="2863850"/>
          <p14:tracePt t="29397" x="2038350" y="2863850"/>
          <p14:tracePt t="29414" x="2012950" y="2863850"/>
          <p14:tracePt t="29418" x="2006600" y="2863850"/>
          <p14:tracePt t="29430" x="2000250" y="2863850"/>
          <p14:tracePt t="29447" x="1981200" y="2863850"/>
          <p14:tracePt t="29452" x="1962150" y="2863850"/>
          <p14:tracePt t="29463" x="1955800" y="2863850"/>
          <p14:tracePt t="29480" x="1943100" y="2863850"/>
          <p14:tracePt t="29483" x="1936750" y="2863850"/>
          <p14:tracePt t="29498" x="1898650" y="2863850"/>
          <p14:tracePt t="29513" x="1879600" y="2870200"/>
          <p14:tracePt t="29530" x="1854200" y="2882900"/>
          <p14:tracePt t="29547" x="1816100" y="2914650"/>
          <p14:tracePt t="29563" x="1797050" y="2933700"/>
          <p14:tracePt t="29580" x="1778000" y="2952750"/>
          <p14:tracePt t="29597" x="1758950" y="2978150"/>
          <p14:tracePt t="29613" x="1746250" y="3003550"/>
          <p14:tracePt t="29630" x="1739900" y="3016250"/>
          <p14:tracePt t="29647" x="1733550" y="3041650"/>
          <p14:tracePt t="29663" x="1733550" y="3054350"/>
          <p14:tracePt t="29680" x="1733550" y="3067050"/>
          <p14:tracePt t="29684" x="1733550" y="3073400"/>
          <p14:tracePt t="29700" x="1739900" y="3086100"/>
          <p14:tracePt t="29714" x="1746250" y="3086100"/>
          <p14:tracePt t="29731" x="1784350" y="3117850"/>
          <p14:tracePt t="29748" x="1822450" y="3143250"/>
          <p14:tracePt t="29763" x="1892300" y="3168650"/>
          <p14:tracePt t="29780" x="2012950" y="3219450"/>
          <p14:tracePt t="29797" x="2101850" y="3244850"/>
          <p14:tracePt t="29813" x="2247900" y="3276600"/>
          <p14:tracePt t="29830" x="2355850" y="3302000"/>
          <p14:tracePt t="29847" x="2470150" y="3321050"/>
          <p14:tracePt t="29863" x="2660650" y="3346450"/>
          <p14:tracePt t="29880" x="2800350" y="3371850"/>
          <p14:tracePt t="29900" x="2933700" y="3390900"/>
          <p14:tracePt t="29903" x="2978150" y="3397250"/>
          <p14:tracePt t="29914" x="3060700" y="3397250"/>
          <p14:tracePt t="29930" x="3111500" y="3397250"/>
          <p14:tracePt t="29947" x="3187700" y="3397250"/>
          <p14:tracePt t="29951" x="3213100" y="3397250"/>
          <p14:tracePt t="29964" x="3225800" y="3397250"/>
          <p14:tracePt t="29980" x="3232150" y="3397250"/>
          <p14:tracePt t="30071" x="3225800" y="3390900"/>
          <p14:tracePt t="30089" x="3213100" y="3384550"/>
          <p14:tracePt t="30096" x="3206750" y="3384550"/>
          <p14:tracePt t="30114" x="3194050" y="3378200"/>
          <p14:tracePt t="30130" x="3175000" y="3371850"/>
          <p14:tracePt t="30147" x="3155950" y="3371850"/>
          <p14:tracePt t="30163" x="3143250" y="3371850"/>
          <p14:tracePt t="30180" x="3136900" y="3371850"/>
          <p14:tracePt t="30184" x="3130550" y="3371850"/>
          <p14:tracePt t="30196" x="3124200" y="3371850"/>
          <p14:tracePt t="30230" x="3117850" y="3371850"/>
          <p14:tracePt t="30247" x="3111500" y="3371850"/>
          <p14:tracePt t="30263" x="3098800" y="3371850"/>
          <p14:tracePt t="30280" x="3073400" y="3371850"/>
          <p14:tracePt t="30297" x="3060700" y="3371850"/>
          <p14:tracePt t="30313" x="3028950" y="3371850"/>
          <p14:tracePt t="30330" x="3016250" y="3365500"/>
          <p14:tracePt t="30394" x="3022600" y="3365500"/>
          <p14:tracePt t="30402" x="3028950" y="3365500"/>
          <p14:tracePt t="30413" x="3048000" y="3365500"/>
          <p14:tracePt t="30430" x="3086100" y="3365500"/>
          <p14:tracePt t="30447" x="3168650" y="3365500"/>
          <p14:tracePt t="30451" x="3187700" y="3371850"/>
          <p14:tracePt t="30466" x="3333750" y="3390900"/>
          <p14:tracePt t="30480" x="3371850" y="3390900"/>
          <p14:tracePt t="30500" x="3619500" y="3397250"/>
          <p14:tracePt t="30514" x="3765550" y="3397250"/>
          <p14:tracePt t="30532" x="3879850" y="3397250"/>
          <p14:tracePt t="30547" x="3981450" y="3378200"/>
          <p14:tracePt t="30565" x="4032250" y="3371850"/>
          <p14:tracePt t="30636" x="4038600" y="3371850"/>
          <p14:tracePt t="30644" x="4044950" y="3371850"/>
          <p14:tracePt t="30653" x="4057650" y="3371850"/>
          <p14:tracePt t="30664" x="4076700" y="3371850"/>
          <p14:tracePt t="30680" x="4133850" y="3359150"/>
          <p14:tracePt t="30698" x="4203700" y="3352800"/>
          <p14:tracePt t="30701" x="4229100" y="3346450"/>
          <p14:tracePt t="30714" x="4273550" y="3340100"/>
          <p14:tracePt t="30731" x="4324350" y="3333750"/>
          <p14:tracePt t="30747" x="4349750" y="3333750"/>
          <p14:tracePt t="30763" x="4362450" y="3333750"/>
          <p14:tracePt t="30780" x="4387850" y="3333750"/>
          <p14:tracePt t="30797" x="4406900" y="3333750"/>
          <p14:tracePt t="30814" x="4451350" y="3333750"/>
          <p14:tracePt t="30830" x="4483100" y="3333750"/>
          <p14:tracePt t="30847" x="4514850" y="3333750"/>
          <p14:tracePt t="30863" x="4521200" y="3333750"/>
          <p14:tracePt t="30966" x="4527550" y="3333750"/>
          <p14:tracePt t="30990" x="4533900" y="3333750"/>
          <p14:tracePt t="30998" x="4546600" y="3333750"/>
          <p14:tracePt t="31014" x="4565650" y="3340100"/>
          <p14:tracePt t="31031" x="4591050" y="3340100"/>
          <p14:tracePt t="31047" x="4622800" y="3346450"/>
          <p14:tracePt t="31063" x="4654550" y="3352800"/>
          <p14:tracePt t="31080" x="4724400" y="3352800"/>
          <p14:tracePt t="31097" x="4787900" y="3352800"/>
          <p14:tracePt t="31113" x="4870450" y="3352800"/>
          <p14:tracePt t="31130" x="4972050" y="3352800"/>
          <p14:tracePt t="31134" x="5060950" y="3352800"/>
          <p14:tracePt t="31147" x="5092700" y="3352800"/>
          <p14:tracePt t="31164" x="5226050" y="3352800"/>
          <p14:tracePt t="31168" x="5334000" y="3346450"/>
          <p14:tracePt t="31180" x="5378450" y="3340100"/>
          <p14:tracePt t="31197" x="5524500" y="3327400"/>
          <p14:tracePt t="31200" x="5619750" y="3314700"/>
          <p14:tracePt t="31213" x="5664200" y="3314700"/>
          <p14:tracePt t="31230" x="5803900" y="3308350"/>
          <p14:tracePt t="31233" x="5842000" y="3308350"/>
          <p14:tracePt t="31247" x="5988050" y="3308350"/>
          <p14:tracePt t="31264" x="6076950" y="3308350"/>
          <p14:tracePt t="31280" x="6242050" y="3308350"/>
          <p14:tracePt t="31297" x="6445250" y="3308350"/>
          <p14:tracePt t="31314" x="6553200" y="3308350"/>
          <p14:tracePt t="31330" x="6743700" y="3308350"/>
          <p14:tracePt t="31347" x="6832600" y="3308350"/>
          <p14:tracePt t="31363" x="6940550" y="3308350"/>
          <p14:tracePt t="31367" x="6953250" y="3308350"/>
          <p14:tracePt t="31380" x="6985000" y="3314700"/>
          <p14:tracePt t="31397" x="7016750" y="3314700"/>
          <p14:tracePt t="31400" x="7023100" y="3321050"/>
          <p14:tracePt t="31413" x="7029450" y="3321050"/>
          <p14:tracePt t="31430" x="7035800" y="3321050"/>
          <p14:tracePt t="31925" x="7029450" y="3321050"/>
          <p14:tracePt t="31932" x="7023100" y="3321050"/>
          <p14:tracePt t="31950" x="7016750" y="3321050"/>
          <p14:tracePt t="31967" x="7010400" y="3321050"/>
          <p14:tracePt t="31974" x="7004050" y="3321050"/>
          <p14:tracePt t="31983" x="6997700" y="3321050"/>
          <p14:tracePt t="31999" x="6991350" y="3327400"/>
          <p14:tracePt t="32014" x="6978650" y="3327400"/>
          <p14:tracePt t="32030" x="6972300" y="3327400"/>
          <p14:tracePt t="32047" x="6965950" y="3327400"/>
          <p14:tracePt t="32064" x="6959600" y="3327400"/>
          <p14:tracePt t="32086" x="6953250" y="3327400"/>
          <p14:tracePt t="32102" x="6946900" y="3327400"/>
          <p14:tracePt t="32249" x="6940550" y="3327400"/>
          <p14:tracePt t="32273" x="6934200" y="3327400"/>
          <p14:tracePt t="32288" x="6927850" y="3327400"/>
          <p14:tracePt t="32296" x="6921500" y="3333750"/>
          <p14:tracePt t="32313" x="6915150" y="3333750"/>
          <p14:tracePt t="32330" x="6902450" y="3333750"/>
          <p14:tracePt t="32363" x="6889750" y="3333750"/>
          <p14:tracePt t="32381" x="6870700" y="3333750"/>
          <p14:tracePt t="32397" x="6864350" y="3333750"/>
          <p14:tracePt t="32414" x="6832600" y="3333750"/>
          <p14:tracePt t="32417" x="6826250" y="3333750"/>
          <p14:tracePt t="32430" x="6819900" y="3333750"/>
          <p14:tracePt t="32447" x="6762750" y="3333750"/>
          <p14:tracePt t="32464" x="6737350" y="3333750"/>
          <p14:tracePt t="32480" x="6718300" y="3333750"/>
          <p14:tracePt t="32484" x="6705600" y="3333750"/>
          <p14:tracePt t="32498" x="6616700" y="3340100"/>
          <p14:tracePt t="32530" x="6457950" y="3346450"/>
          <p14:tracePt t="32547" x="6330950" y="3346450"/>
          <p14:tracePt t="32564" x="6248400" y="3352800"/>
          <p14:tracePt t="32580" x="6089650" y="3352800"/>
          <p14:tracePt t="32597" x="5988050" y="3352800"/>
          <p14:tracePt t="32614" x="5791200" y="3352800"/>
          <p14:tracePt t="32630" x="5562600" y="3352800"/>
          <p14:tracePt t="32647" x="5429250" y="3352800"/>
          <p14:tracePt t="32651" x="5359400" y="3352800"/>
          <p14:tracePt t="32664" x="5181600" y="3352800"/>
          <p14:tracePt t="32680" x="4953000" y="3352800"/>
          <p14:tracePt t="32683" x="4889500" y="3352800"/>
          <p14:tracePt t="32697" x="4667250" y="3352800"/>
          <p14:tracePt t="32714" x="4451350" y="3352800"/>
          <p14:tracePt t="32730" x="4222750" y="3352800"/>
          <p14:tracePt t="32747" x="3975100" y="3352800"/>
          <p14:tracePt t="32764" x="3727450" y="3352800"/>
          <p14:tracePt t="32780" x="3492500" y="3352800"/>
          <p14:tracePt t="32797" x="3244850" y="3352800"/>
          <p14:tracePt t="32814" x="3009900" y="3352800"/>
          <p14:tracePt t="32830" x="2762250" y="3352800"/>
          <p14:tracePt t="32847" x="2425700" y="3352800"/>
          <p14:tracePt t="32864" x="2222500" y="3352800"/>
          <p14:tracePt t="32880" x="2019300" y="3352800"/>
          <p14:tracePt t="32885" x="1968500" y="3346450"/>
          <p14:tracePt t="32913" x="1657350" y="3327400"/>
          <p14:tracePt t="32916" x="1612900" y="3321050"/>
          <p14:tracePt t="32930" x="1511300" y="3314700"/>
          <p14:tracePt t="32948" x="1333500" y="3302000"/>
          <p14:tracePt t="32964" x="1276350" y="3289300"/>
          <p14:tracePt t="32997" x="1181100" y="3263900"/>
          <p14:tracePt t="33014" x="1155700" y="3251200"/>
          <p14:tracePt t="33030" x="1136650" y="3238500"/>
          <p14:tracePt t="33047" x="1117600" y="3225800"/>
          <p14:tracePt t="33063" x="1098550" y="3206750"/>
          <p14:tracePt t="33080" x="1073150" y="3187700"/>
          <p14:tracePt t="33097" x="1041400" y="3168650"/>
          <p14:tracePt t="33113" x="1003300" y="3149600"/>
          <p14:tracePt t="33147" x="952500" y="3111500"/>
          <p14:tracePt t="33149" x="933450" y="3092450"/>
          <p14:tracePt t="33164" x="933450" y="3079750"/>
          <p14:tracePt t="33180" x="920750" y="3060700"/>
          <p14:tracePt t="33183" x="920750" y="3048000"/>
          <p14:tracePt t="33198" x="920750" y="3022600"/>
          <p14:tracePt t="33214" x="920750" y="3003550"/>
          <p14:tracePt t="33230" x="920750" y="2997200"/>
          <p14:tracePt t="33247" x="920750" y="2984500"/>
          <p14:tracePt t="33264" x="920750" y="2978150"/>
          <p14:tracePt t="33280" x="920750" y="2965450"/>
          <p14:tracePt t="33297" x="920750" y="2959100"/>
          <p14:tracePt t="33330" x="920750" y="2946400"/>
          <p14:tracePt t="33618" x="927100" y="2946400"/>
          <p14:tracePt t="33634" x="927100" y="2952750"/>
          <p14:tracePt t="33651" x="933450" y="2952750"/>
          <p14:tracePt t="33659" x="933450" y="2959100"/>
          <p14:tracePt t="33668" x="939800" y="2959100"/>
          <p14:tracePt t="33699" x="946150" y="2971800"/>
          <p14:tracePt t="33714" x="952500" y="2978150"/>
          <p14:tracePt t="33731" x="952500" y="2984500"/>
          <p14:tracePt t="33747" x="958850" y="2984500"/>
          <p14:tracePt t="33780" x="971550" y="2997200"/>
          <p14:tracePt t="33800" x="996950" y="3009900"/>
          <p14:tracePt t="33804" x="1022350" y="3022600"/>
          <p14:tracePt t="33814" x="1028700" y="3028950"/>
          <p14:tracePt t="33833" x="1104900" y="3048000"/>
          <p14:tracePt t="33837" x="1155700" y="3054350"/>
          <p14:tracePt t="33847" x="1200150" y="3060700"/>
          <p14:tracePt t="33866" x="1327150" y="3067050"/>
          <p14:tracePt t="33869" x="1390650" y="3067050"/>
          <p14:tracePt t="33880" x="1441450" y="3067050"/>
          <p14:tracePt t="33914" x="1593850" y="3067050"/>
          <p14:tracePt t="33918" x="1606550" y="3067050"/>
          <p14:tracePt t="33932" x="1625600" y="3060700"/>
          <p14:tracePt t="33964" x="1631950" y="3060700"/>
          <p14:tracePt t="34302" x="1625600" y="3060700"/>
          <p14:tracePt t="34568" x="1625600" y="3054350"/>
          <p14:tracePt t="34576" x="1625600" y="3048000"/>
          <p14:tracePt t="34608" x="1625600" y="3041650"/>
          <p14:tracePt t="34616" x="1619250" y="3041650"/>
          <p14:tracePt t="34641" x="1612900" y="3035300"/>
          <p14:tracePt t="34651" x="1606550" y="3035300"/>
          <p14:tracePt t="34664" x="1600200" y="3035300"/>
          <p14:tracePt t="34680" x="1587500" y="3028950"/>
          <p14:tracePt t="34683" x="1581150" y="3028950"/>
          <p14:tracePt t="34714" x="1530350" y="3016250"/>
          <p14:tracePt t="34732" x="1498600" y="3016250"/>
          <p14:tracePt t="34747" x="1460500" y="3009900"/>
          <p14:tracePt t="34780" x="1365250" y="2990850"/>
          <p14:tracePt t="34797" x="1314450" y="2990850"/>
          <p14:tracePt t="34813" x="1244600" y="2984500"/>
          <p14:tracePt t="34846" x="1155700" y="2984500"/>
          <p14:tracePt t="34850" x="1136650" y="2984500"/>
          <p14:tracePt t="34863" x="1117600" y="2984500"/>
          <p14:tracePt t="34866" x="1098550" y="2984500"/>
          <p14:tracePt t="34880" x="1085850" y="2984500"/>
          <p14:tracePt t="34897" x="1073150" y="2984500"/>
          <p14:tracePt t="34899" x="1066800" y="2984500"/>
          <p14:tracePt t="34913" x="1060450" y="2984500"/>
          <p14:tracePt t="35027" x="1054100" y="2984500"/>
          <p14:tracePt t="35043" x="1047750" y="2984500"/>
          <p14:tracePt t="35053" x="1041400" y="2984500"/>
          <p14:tracePt t="35064" x="1035050" y="2984500"/>
          <p14:tracePt t="35080" x="1022350" y="2984500"/>
          <p14:tracePt t="35097" x="1003300" y="2984500"/>
          <p14:tracePt t="35113" x="996950" y="2984500"/>
          <p14:tracePt t="35147" x="984250" y="2984500"/>
          <p14:tracePt t="35163" x="977900" y="2984500"/>
          <p14:tracePt t="35197" x="958850" y="2984500"/>
          <p14:tracePt t="35214" x="952500" y="2984500"/>
          <p14:tracePt t="35230" x="927100" y="2984500"/>
          <p14:tracePt t="35247" x="908050" y="2984500"/>
          <p14:tracePt t="35263" x="882650" y="2984500"/>
          <p14:tracePt t="35280" x="844550" y="2984500"/>
          <p14:tracePt t="35297" x="825500" y="2990850"/>
          <p14:tracePt t="35313" x="812800" y="2990850"/>
          <p14:tracePt t="35330" x="800100" y="2990850"/>
          <p14:tracePt t="35347" x="787400" y="2990850"/>
          <p14:tracePt t="35363" x="781050" y="2990850"/>
          <p14:tracePt t="35397" x="768350" y="2990850"/>
          <p14:tracePt t="35415" x="762000" y="2990850"/>
          <p14:tracePt t="35447" x="755650" y="2990850"/>
          <p14:tracePt t="37276" x="762000" y="2990850"/>
          <p14:tracePt t="38502" x="768350" y="2990850"/>
          <p14:tracePt t="38510" x="768350" y="2984500"/>
          <p14:tracePt t="38520" x="774700" y="2978150"/>
          <p14:tracePt t="38542" x="774700" y="2971800"/>
          <p14:tracePt t="39710" x="781050" y="2971800"/>
          <p14:tracePt t="41307" x="787400" y="2971800"/>
          <p14:tracePt t="41357" x="793750" y="2971800"/>
          <p14:tracePt t="41381" x="800100" y="2971800"/>
          <p14:tracePt t="41484" x="806450" y="2971800"/>
          <p14:tracePt t="41509" x="806450" y="2965450"/>
          <p14:tracePt t="41516" x="812800" y="2965450"/>
          <p14:tracePt t="41638" x="819150" y="2965450"/>
          <p14:tracePt t="43781" x="825500" y="2965450"/>
          <p14:tracePt t="43790" x="831850" y="2965450"/>
          <p14:tracePt t="44927" x="838200" y="2965450"/>
          <p14:tracePt t="45264" x="844550" y="2965450"/>
          <p14:tracePt t="46909" x="850900" y="2965450"/>
          <p14:tracePt t="48948" x="857250" y="2965450"/>
          <p14:tracePt t="48956" x="857250" y="2959100"/>
          <p14:tracePt t="49148" x="863600" y="2959100"/>
          <p14:tracePt t="49254" x="869950" y="2959100"/>
          <p14:tracePt t="49271" x="869950" y="2965450"/>
          <p14:tracePt t="49286" x="876300" y="2965450"/>
          <p14:tracePt t="49297" x="882650" y="2965450"/>
          <p14:tracePt t="49331" x="889000" y="2978150"/>
          <p14:tracePt t="49347" x="901700" y="2990850"/>
          <p14:tracePt t="49350" x="927100" y="3009900"/>
          <p14:tracePt t="49381" x="1009650" y="3092450"/>
          <p14:tracePt t="49384" x="1047750" y="3124200"/>
          <p14:tracePt t="49398" x="1066800" y="3130550"/>
          <p14:tracePt t="49414" x="1181100" y="3213100"/>
          <p14:tracePt t="49417" x="1206500" y="3232150"/>
          <p14:tracePt t="49432" x="1282700" y="3276600"/>
          <p14:tracePt t="49448" x="1549400" y="3429000"/>
          <p14:tracePt t="49465" x="1739900" y="3524250"/>
          <p14:tracePt t="49497" x="2292350" y="3810000"/>
          <p14:tracePt t="49514" x="2622550" y="4006850"/>
          <p14:tracePt t="49547" x="2984500" y="4222750"/>
          <p14:tracePt t="49564" x="3111500" y="4305300"/>
          <p14:tracePt t="49581" x="3244850" y="4381500"/>
          <p14:tracePt t="49584" x="3263900" y="4394200"/>
          <p14:tracePt t="49598" x="3327400" y="4438650"/>
          <p14:tracePt t="49631" x="3511550" y="4533900"/>
          <p14:tracePt t="49633" x="3562350" y="4546600"/>
          <p14:tracePt t="49648" x="3625850" y="4565650"/>
          <p14:tracePt t="49664" x="3689350" y="4578350"/>
          <p14:tracePt t="49681" x="3708400" y="4578350"/>
          <p14:tracePt t="49684" x="3740150" y="4578350"/>
          <p14:tracePt t="49698" x="3771900" y="4578350"/>
          <p14:tracePt t="49714" x="3803650" y="4578350"/>
          <p14:tracePt t="49747" x="3886200" y="4572000"/>
          <p14:tracePt t="49764" x="3924300" y="4572000"/>
          <p14:tracePt t="49781" x="4044950" y="4572000"/>
          <p14:tracePt t="49814" x="4254500" y="4572000"/>
          <p14:tracePt t="49831" x="4356100" y="4572000"/>
          <p14:tracePt t="49847" x="4425950" y="4572000"/>
          <p14:tracePt t="49851" x="4445000" y="4572000"/>
          <p14:tracePt t="49864" x="4451350" y="4565650"/>
          <p14:tracePt t="49881" x="4457700" y="4559300"/>
          <p14:tracePt t="49883" x="4464050" y="4552950"/>
          <p14:tracePt t="49916" x="4464050" y="4521200"/>
          <p14:tracePt t="49931" x="4464050" y="4514850"/>
          <p14:tracePt t="49964" x="4356100" y="4406900"/>
          <p14:tracePt t="49981" x="4286250" y="4362450"/>
          <p14:tracePt t="49997" x="4184650" y="4318000"/>
          <p14:tracePt t="50014" x="4127500" y="4298950"/>
          <p14:tracePt t="50031" x="4095750" y="4286250"/>
          <p14:tracePt t="50064" x="4064000" y="4279900"/>
          <p14:tracePt t="50080" x="4057650" y="4279900"/>
          <p14:tracePt t="50097" x="4044950" y="4273550"/>
          <p14:tracePt t="50135" x="3975100" y="4286250"/>
          <p14:tracePt t="50148" x="3873500" y="4311650"/>
          <p14:tracePt t="50164" x="3810000" y="4337050"/>
          <p14:tracePt t="50199" x="3676650" y="4375150"/>
          <p14:tracePt t="50214" x="3657600" y="4375150"/>
          <p14:tracePt t="50286" x="3657600" y="4381500"/>
          <p14:tracePt t="50302" x="3657600" y="4394200"/>
          <p14:tracePt t="50310" x="3670300" y="4406900"/>
          <p14:tracePt t="50318" x="3689350" y="4425950"/>
          <p14:tracePt t="50347" x="3797300" y="4495800"/>
          <p14:tracePt t="50350" x="3860800" y="4521200"/>
          <p14:tracePt t="50364" x="3930650" y="4546600"/>
          <p14:tracePt t="50367" x="3987800" y="4559300"/>
          <p14:tracePt t="50397" x="4260850" y="4578350"/>
          <p14:tracePt t="50414" x="4356100" y="4572000"/>
          <p14:tracePt t="50430" x="4432300" y="4540250"/>
          <p14:tracePt t="50447" x="4470400" y="4502150"/>
          <p14:tracePt t="50463" x="4489450" y="4457700"/>
          <p14:tracePt t="50497" x="4489450" y="4356100"/>
          <p14:tracePt t="50514" x="4451350" y="4279900"/>
          <p14:tracePt t="50531" x="4381500" y="4203700"/>
          <p14:tracePt t="50547" x="4324350" y="4159250"/>
          <p14:tracePt t="50581" x="4178300" y="4127500"/>
          <p14:tracePt t="50585" x="4140200" y="4127500"/>
          <p14:tracePt t="50597" x="4102100" y="4152900"/>
          <p14:tracePt t="50601" x="4057650" y="4178300"/>
          <p14:tracePt t="50614" x="4038600" y="4197350"/>
          <p14:tracePt t="50630" x="3987800" y="4254500"/>
          <p14:tracePt t="50633" x="3968750" y="4279900"/>
          <p14:tracePt t="50664" x="3943350" y="4343400"/>
          <p14:tracePt t="50681" x="3943350" y="4349750"/>
          <p14:tracePt t="50714" x="3949700" y="4368800"/>
          <p14:tracePt t="50731" x="3956050" y="4381500"/>
          <p14:tracePt t="50747" x="3962400" y="4387850"/>
          <p14:tracePt t="50843" x="3968750" y="4387850"/>
          <p14:tracePt t="50874" x="3968750" y="4381500"/>
          <p14:tracePt t="50883" x="3968750" y="4375150"/>
          <p14:tracePt t="50900" x="3968750" y="4368800"/>
          <p14:tracePt t="51311" x="3968750" y="4362450"/>
          <p14:tracePt t="51358" x="3968750" y="4356100"/>
          <p14:tracePt t="51367" x="3962400" y="4356100"/>
          <p14:tracePt t="51375" x="3962400" y="4349750"/>
          <p14:tracePt t="51383" x="3956050" y="4349750"/>
          <p14:tracePt t="51409" x="3949700" y="4343400"/>
          <p14:tracePt t="51415" x="3943350" y="4343400"/>
          <p14:tracePt t="51433" x="3924300" y="4330700"/>
          <p14:tracePt t="51447" x="3898900" y="4324350"/>
          <p14:tracePt t="51466" x="3860800" y="4311650"/>
          <p14:tracePt t="51481" x="3784600" y="4298950"/>
          <p14:tracePt t="51500" x="3714750" y="4286250"/>
          <p14:tracePt t="51503" x="3670300" y="4279900"/>
          <p14:tracePt t="51514" x="3619500" y="4273550"/>
          <p14:tracePt t="51531" x="3524250" y="4260850"/>
          <p14:tracePt t="51547" x="3409950" y="4235450"/>
          <p14:tracePt t="51565" x="3302000" y="4203700"/>
          <p14:tracePt t="51581" x="3181350" y="4165600"/>
          <p14:tracePt t="51601" x="3028950" y="4108450"/>
          <p14:tracePt t="51614" x="2959100" y="4089400"/>
          <p14:tracePt t="51632" x="2794000" y="4032250"/>
          <p14:tracePt t="51648" x="2705100" y="3981450"/>
          <p14:tracePt t="51666" x="2628900" y="3937000"/>
          <p14:tracePt t="51700" x="2527300" y="3803650"/>
          <p14:tracePt t="51714" x="2508250" y="3740150"/>
          <p14:tracePt t="51731" x="2489200" y="3651250"/>
          <p14:tracePt t="51747" x="2476500" y="3562350"/>
          <p14:tracePt t="51765" x="2470150" y="3479800"/>
          <p14:tracePt t="51769" x="2470150" y="3448050"/>
          <p14:tracePt t="51781" x="2470150" y="3422650"/>
          <p14:tracePt t="51801" x="2470150" y="3321050"/>
          <p14:tracePt t="51814" x="2470150" y="3302000"/>
          <p14:tracePt t="51831" x="2470150" y="3257550"/>
          <p14:tracePt t="51835" x="2470150" y="3238500"/>
          <p14:tracePt t="51847" x="2470150" y="3219450"/>
          <p14:tracePt t="51864" x="2463800" y="3187700"/>
          <p14:tracePt t="51867" x="2463800" y="3175000"/>
          <p14:tracePt t="51881" x="2457450" y="3162300"/>
          <p14:tracePt t="51885" x="2444750" y="3149600"/>
          <p14:tracePt t="51914" x="2413000" y="3111500"/>
          <p14:tracePt t="51932" x="2374900" y="3092450"/>
          <p14:tracePt t="51947" x="2330450" y="3067050"/>
          <p14:tracePt t="51964" x="2279650" y="3041650"/>
          <p14:tracePt t="51981" x="2209800" y="3003550"/>
          <p14:tracePt t="52000" x="2184400" y="2984500"/>
          <p14:tracePt t="52003" x="2171700" y="2978150"/>
          <p14:tracePt t="52014" x="2165350" y="2978150"/>
          <p14:tracePt t="52031" x="2159000" y="2971800"/>
          <p14:tracePt t="52077" x="2159000" y="2965450"/>
          <p14:tracePt t="52083" x="2152650" y="2959100"/>
          <p14:tracePt t="52101" x="2152650" y="2952750"/>
          <p14:tracePt t="52109" x="2146300" y="2933700"/>
          <p14:tracePt t="52119" x="2139950" y="2921000"/>
          <p14:tracePt t="52131" x="2139950" y="2914650"/>
          <p14:tracePt t="52150" x="2120900" y="2863850"/>
          <p14:tracePt t="52157" x="2114550" y="2857500"/>
          <p14:tracePt t="52164" x="2114550" y="2838450"/>
          <p14:tracePt t="52181" x="2108200" y="2825750"/>
          <p14:tracePt t="52197" x="2101850" y="2806700"/>
          <p14:tracePt t="52214" x="2101850" y="2800350"/>
          <p14:tracePt t="52247" x="2089150" y="2781300"/>
          <p14:tracePt t="52487" x="2095500" y="2781300"/>
          <p14:tracePt t="52494" x="2108200" y="2794000"/>
          <p14:tracePt t="52503" x="2127250" y="2806700"/>
          <p14:tracePt t="52514" x="2139950" y="2819400"/>
          <p14:tracePt t="52531" x="2197100" y="2838450"/>
          <p14:tracePt t="52547" x="2266950" y="2870200"/>
          <p14:tracePt t="52550" x="2298700" y="2882900"/>
          <p14:tracePt t="52564" x="2355850" y="2895600"/>
          <p14:tracePt t="52597" x="2584450" y="2927350"/>
          <p14:tracePt t="52600" x="2660650" y="2927350"/>
          <p14:tracePt t="52614" x="2743200" y="2933700"/>
          <p14:tracePt t="52648" x="3175000" y="2952750"/>
          <p14:tracePt t="52664" x="3429000" y="2978150"/>
          <p14:tracePt t="52681" x="3613150" y="3003550"/>
          <p14:tracePt t="52714" x="3917950" y="3035300"/>
          <p14:tracePt t="52731" x="4044950" y="3041650"/>
          <p14:tracePt t="52747" x="4159250" y="3048000"/>
          <p14:tracePt t="52781" x="4330700" y="3048000"/>
          <p14:tracePt t="52784" x="4425950" y="3048000"/>
          <p14:tracePt t="52797" x="4470400" y="3048000"/>
          <p14:tracePt t="52814" x="4711700" y="3060700"/>
          <p14:tracePt t="52817" x="4838700" y="3067050"/>
          <p14:tracePt t="52831" x="4984750" y="3073400"/>
          <p14:tracePt t="52848" x="5365750" y="3105150"/>
          <p14:tracePt t="52864" x="5676900" y="3124200"/>
          <p14:tracePt t="52898" x="6375400" y="3130550"/>
          <p14:tracePt t="52914" x="6578600" y="3111500"/>
          <p14:tracePt t="52931" x="6838950" y="3079750"/>
          <p14:tracePt t="52948" x="6953250" y="3060700"/>
          <p14:tracePt t="52964" x="7067550" y="3022600"/>
          <p14:tracePt t="52981" x="7137400" y="3003550"/>
          <p14:tracePt t="53014" x="7181850" y="2965450"/>
          <p14:tracePt t="53019" x="7188200" y="2959100"/>
          <p14:tracePt t="53031" x="7194550" y="2952750"/>
          <p14:tracePt t="53047" x="7194550" y="2933700"/>
          <p14:tracePt t="53051" x="7200900" y="2927350"/>
          <p14:tracePt t="53081" x="7200900" y="2895600"/>
          <p14:tracePt t="53083" x="7207250" y="2876550"/>
          <p14:tracePt t="53098" x="7207250" y="2844800"/>
          <p14:tracePt t="53131" x="7213600" y="2736850"/>
          <p14:tracePt t="53147" x="7219950" y="2692400"/>
          <p14:tracePt t="53164" x="7226300" y="2628900"/>
          <p14:tracePt t="53197" x="7200900" y="2527300"/>
          <p14:tracePt t="53214" x="7143750" y="2463800"/>
          <p14:tracePt t="53231" x="7073900" y="2419350"/>
          <p14:tracePt t="53247" x="6921500" y="2349500"/>
          <p14:tracePt t="53281" x="6584950" y="2279650"/>
          <p14:tracePt t="53285" x="6502400" y="2266950"/>
          <p14:tracePt t="53297" x="6419850" y="2260600"/>
          <p14:tracePt t="53314" x="6248400" y="2247900"/>
          <p14:tracePt t="53317" x="6172200" y="2241550"/>
          <p14:tracePt t="53348" x="5892800" y="2197100"/>
          <p14:tracePt t="53364" x="5727700" y="2171700"/>
          <p14:tracePt t="53381" x="5626100" y="2159000"/>
          <p14:tracePt t="53398" x="5524500" y="2146300"/>
          <p14:tracePt t="53414" x="5422900" y="2146300"/>
          <p14:tracePt t="53447" x="5086350" y="2184400"/>
          <p14:tracePt t="53465" x="4876800" y="2216150"/>
          <p14:tracePt t="53481" x="4641850" y="2241550"/>
          <p14:tracePt t="53514" x="4070350" y="2279650"/>
          <p14:tracePt t="53518" x="3892550" y="2279650"/>
          <p14:tracePt t="53534" x="3619500" y="2279650"/>
          <p14:tracePt t="53548" x="3448050" y="2279650"/>
          <p14:tracePt t="53566" x="3117850" y="2305050"/>
          <p14:tracePt t="53600" x="2882900" y="2362200"/>
          <p14:tracePt t="53615" x="2800350" y="2400300"/>
          <p14:tracePt t="53632" x="2743200" y="2432050"/>
          <p14:tracePt t="53647" x="2686050" y="2457450"/>
          <p14:tracePt t="53665" x="2647950" y="2482850"/>
          <p14:tracePt t="53681" x="2590800" y="2495550"/>
          <p14:tracePt t="53714" x="2432050" y="2533650"/>
          <p14:tracePt t="53731" x="2355850" y="2546350"/>
          <p14:tracePt t="53747" x="2254250" y="2565400"/>
          <p14:tracePt t="53764" x="2171700" y="2584450"/>
          <p14:tracePt t="53768" x="2120900" y="2603500"/>
          <p14:tracePt t="53797" x="2057400" y="2641600"/>
          <p14:tracePt t="53801" x="2051050" y="2654300"/>
          <p14:tracePt t="53814" x="2044700" y="2660650"/>
          <p14:tracePt t="53831" x="2038350" y="2673350"/>
          <p14:tracePt t="53834" x="2032000" y="2679700"/>
          <p14:tracePt t="53848" x="2032000" y="2698750"/>
          <p14:tracePt t="53864" x="2032000" y="2717800"/>
          <p14:tracePt t="53883" x="2025650" y="2736850"/>
          <p14:tracePt t="53914" x="2025650" y="2794000"/>
          <p14:tracePt t="53931" x="2025650" y="2806700"/>
          <p14:tracePt t="53947" x="2025650" y="2825750"/>
          <p14:tracePt t="53964" x="2032000" y="2838450"/>
          <p14:tracePt t="53981" x="2044700" y="2844800"/>
          <p14:tracePt t="53997" x="2051050" y="2851150"/>
          <p14:tracePt t="54031" x="2076450" y="2863850"/>
          <p14:tracePt t="54035" x="2082800" y="2863850"/>
          <p14:tracePt t="54048" x="2095500" y="2870200"/>
          <p14:tracePt t="54064" x="2127250" y="2882900"/>
          <p14:tracePt t="54067" x="2139950" y="2882900"/>
          <p14:tracePt t="54081" x="2159000" y="2882900"/>
          <p14:tracePt t="54098" x="2228850" y="2901950"/>
          <p14:tracePt t="54114" x="2311400" y="2921000"/>
          <p14:tracePt t="54147" x="2527300" y="2933700"/>
          <p14:tracePt t="54164" x="2692400" y="2933700"/>
          <p14:tracePt t="54181" x="2914650" y="2933700"/>
          <p14:tracePt t="54197" x="3035300" y="2933700"/>
          <p14:tracePt t="54214" x="3244850" y="2933700"/>
          <p14:tracePt t="54231" x="3422650" y="2933700"/>
          <p14:tracePt t="54247" x="3581400" y="2933700"/>
          <p14:tracePt t="54264" x="3721100" y="2933700"/>
          <p14:tracePt t="54269" x="3759200" y="2933700"/>
          <p14:tracePt t="54297" x="3911600" y="2933700"/>
          <p14:tracePt t="54300" x="3949700" y="2933700"/>
          <p14:tracePt t="54314" x="4038600" y="2933700"/>
          <p14:tracePt t="54330" x="4133850" y="2933700"/>
          <p14:tracePt t="54332" x="4184650" y="2933700"/>
          <p14:tracePt t="54348" x="4400550" y="2933700"/>
          <p14:tracePt t="54364" x="4597400" y="2927350"/>
          <p14:tracePt t="54397" x="4959350" y="2927350"/>
          <p14:tracePt t="54414" x="5111750" y="2927350"/>
          <p14:tracePt t="54431" x="5245100" y="2927350"/>
          <p14:tracePt t="54447" x="5422900" y="2927350"/>
          <p14:tracePt t="54464" x="5518150" y="2927350"/>
          <p14:tracePt t="54481" x="5607050" y="2921000"/>
          <p14:tracePt t="54514" x="5810250" y="2889250"/>
          <p14:tracePt t="54531" x="5873750" y="2882900"/>
          <p14:tracePt t="54534" x="5962650" y="2863850"/>
          <p14:tracePt t="54564" x="6108700" y="2838450"/>
          <p14:tracePt t="54568" x="6140450" y="2832100"/>
          <p14:tracePt t="54581" x="6223000" y="2825750"/>
          <p14:tracePt t="54598" x="6305550" y="2813050"/>
          <p14:tracePt t="54614" x="6388100" y="2794000"/>
          <p14:tracePt t="54647" x="6508750" y="2762250"/>
          <p14:tracePt t="54664" x="6565900" y="2743200"/>
          <p14:tracePt t="54681" x="6597650" y="2736850"/>
          <p14:tracePt t="54697" x="6616700" y="2724150"/>
          <p14:tracePt t="54714" x="6648450" y="2705100"/>
          <p14:tracePt t="54747" x="6661150" y="2686050"/>
          <p14:tracePt t="54751" x="6667500" y="2673350"/>
          <p14:tracePt t="54764" x="6667500" y="2667000"/>
          <p14:tracePt t="54781" x="6667500" y="2654300"/>
          <p14:tracePt t="54797" x="6667500" y="2641600"/>
          <p14:tracePt t="54801" x="6667500" y="2628900"/>
          <p14:tracePt t="54814" x="6667500" y="2616200"/>
          <p14:tracePt t="54847" x="6604000" y="2508250"/>
          <p14:tracePt t="54864" x="6565900" y="2482850"/>
          <p14:tracePt t="54880" x="6515100" y="2451100"/>
          <p14:tracePt t="54897" x="6438900" y="2413000"/>
          <p14:tracePt t="54914" x="6350000" y="2387600"/>
          <p14:tracePt t="54947" x="6032500" y="2317750"/>
          <p14:tracePt t="54964" x="5727700" y="2292350"/>
          <p14:tracePt t="54981" x="5511800" y="2273300"/>
          <p14:tracePt t="54997" x="5130800" y="2266950"/>
          <p14:tracePt t="55031" x="4711700" y="2260600"/>
          <p14:tracePt t="55034" x="4635500" y="2260600"/>
          <p14:tracePt t="55047" x="4603750" y="2260600"/>
          <p14:tracePt t="55081" x="4330700" y="2266950"/>
          <p14:tracePt t="55086" x="4305300" y="2273300"/>
          <p14:tracePt t="55098" x="4159250" y="2292350"/>
          <p14:tracePt t="55131" x="3917950" y="2330450"/>
          <p14:tracePt t="55148" x="3765550" y="2355850"/>
          <p14:tracePt t="55164" x="3568700" y="2368550"/>
          <p14:tracePt t="55182" x="3422650" y="2381250"/>
          <p14:tracePt t="55216" x="3143250" y="2413000"/>
          <p14:tracePt t="55219" x="3003550" y="2438400"/>
          <p14:tracePt t="55231" x="2952750" y="2444750"/>
          <p14:tracePt t="55264" x="2578100" y="2533650"/>
          <p14:tracePt t="55283" x="2413000" y="2571750"/>
          <p14:tracePt t="55297" x="2381250" y="2584450"/>
          <p14:tracePt t="55315" x="2292350" y="2616200"/>
          <p14:tracePt t="55317" x="2266950" y="2622550"/>
          <p14:tracePt t="55349" x="2228850" y="2641600"/>
          <p14:tracePt t="55364" x="2216150" y="2654300"/>
          <p14:tracePt t="55382" x="2216150" y="2667000"/>
          <p14:tracePt t="55414" x="2209800" y="2692400"/>
          <p14:tracePt t="55431" x="2209800" y="2711450"/>
          <p14:tracePt t="55464" x="2235200" y="2762250"/>
          <p14:tracePt t="55469" x="2247900" y="2774950"/>
          <p14:tracePt t="55481" x="2260600" y="2787650"/>
          <p14:tracePt t="55484" x="2286000" y="2813050"/>
          <p14:tracePt t="55497" x="2317750" y="2838450"/>
          <p14:tracePt t="55514" x="2374900" y="2876550"/>
          <p14:tracePt t="55517" x="2451100" y="2908300"/>
          <p14:tracePt t="55532" x="2508250" y="2921000"/>
          <p14:tracePt t="55548" x="2654300" y="2959100"/>
          <p14:tracePt t="55550" x="2787650" y="2984500"/>
          <p14:tracePt t="55564" x="2876550" y="2997200"/>
          <p14:tracePt t="55581" x="3041650" y="3016250"/>
          <p14:tracePt t="55584" x="3213100" y="3022600"/>
          <p14:tracePt t="55614" x="3549650" y="3009900"/>
          <p14:tracePt t="55631" x="3695700" y="2984500"/>
          <p14:tracePt t="55647" x="3790950" y="2952750"/>
          <p14:tracePt t="55664" x="3917950" y="2908300"/>
          <p14:tracePt t="55681" x="4000500" y="2876550"/>
          <p14:tracePt t="55698" x="4038600" y="2857500"/>
          <p14:tracePt t="55731" x="4083050" y="2838450"/>
          <p14:tracePt t="55748" x="4083050" y="2832100"/>
          <p14:tracePt t="56638" x="4089400" y="2832100"/>
          <p14:tracePt t="56703" x="4095750" y="2832100"/>
          <p14:tracePt t="56767" x="4102100" y="2832100"/>
          <p14:tracePt t="56775" x="4102100" y="2838450"/>
          <p14:tracePt t="56784" x="4108450" y="2838450"/>
          <p14:tracePt t="56802" x="4114800" y="2838450"/>
          <p14:tracePt t="56815" x="4121150" y="2838450"/>
          <p14:tracePt t="56833" x="4127500" y="2838450"/>
          <p14:tracePt t="56848" x="4133850" y="2838450"/>
          <p14:tracePt t="56866" x="4146550" y="2838450"/>
          <p14:tracePt t="56881" x="4178300" y="2838450"/>
          <p14:tracePt t="56914" x="4298950" y="2838450"/>
          <p14:tracePt t="56932" x="4387850" y="2838450"/>
          <p14:tracePt t="56936" x="4464050" y="2838450"/>
          <p14:tracePt t="56947" x="4527550" y="2838450"/>
          <p14:tracePt t="56965" x="4667250" y="2838450"/>
          <p14:tracePt t="56969" x="4743450" y="2838450"/>
          <p14:tracePt t="56981" x="4819650" y="2838450"/>
          <p14:tracePt t="57014" x="5124450" y="2825750"/>
          <p14:tracePt t="57017" x="5156200" y="2825750"/>
          <p14:tracePt t="57031" x="5232400" y="2825750"/>
          <p14:tracePt t="57034" x="5308600" y="2813050"/>
          <p14:tracePt t="57048" x="5416550" y="2806700"/>
          <p14:tracePt t="57081" x="5651500" y="2794000"/>
          <p14:tracePt t="57097" x="5715000" y="2794000"/>
          <p14:tracePt t="57114" x="5746750" y="2794000"/>
          <p14:tracePt t="57131" x="5759450" y="2794000"/>
          <p14:tracePt t="57197" x="5765800" y="2794000"/>
          <p14:tracePt t="57203" x="5772150" y="2794000"/>
          <p14:tracePt t="57214" x="5778500" y="2794000"/>
          <p14:tracePt t="57231" x="5816600" y="2794000"/>
          <p14:tracePt t="57234" x="5842000" y="2794000"/>
          <p14:tracePt t="57248" x="5880100" y="2794000"/>
          <p14:tracePt t="57281" x="6083300" y="2794000"/>
          <p14:tracePt t="57283" x="6134100" y="2794000"/>
          <p14:tracePt t="57298" x="6267450" y="2794000"/>
          <p14:tracePt t="57331" x="6591300" y="2794000"/>
          <p14:tracePt t="57347" x="6718300" y="2794000"/>
          <p14:tracePt t="57364" x="6896100" y="2800350"/>
          <p14:tracePt t="57397" x="7188200" y="2806700"/>
          <p14:tracePt t="57415" x="7289800" y="2813050"/>
          <p14:tracePt t="57431" x="7359650" y="2813050"/>
          <p14:tracePt t="57447" x="7435850" y="2813050"/>
          <p14:tracePt t="57464" x="7518400" y="2819400"/>
          <p14:tracePt t="57481" x="7581900" y="2825750"/>
          <p14:tracePt t="57497" x="7658100" y="2832100"/>
          <p14:tracePt t="57502" x="7670800" y="2832100"/>
          <p14:tracePt t="57514" x="7696200" y="2832100"/>
          <p14:tracePt t="57531" x="7734300" y="2832100"/>
          <p14:tracePt t="57534" x="7759700" y="2832100"/>
          <p14:tracePt t="57564" x="7804150" y="2832100"/>
          <p14:tracePt t="57581" x="7829550" y="2832100"/>
          <p14:tracePt t="57598" x="7842250" y="2832100"/>
          <p14:tracePt t="57614" x="7861300" y="2832100"/>
          <p14:tracePt t="57631" x="7867650" y="2832100"/>
          <p14:tracePt t="57664" x="7880350" y="2832100"/>
          <p14:tracePt t="58106" x="7880350" y="2838450"/>
          <p14:tracePt t="58124" x="7874000" y="2851150"/>
          <p14:tracePt t="58129" x="7854950" y="2857500"/>
          <p14:tracePt t="58148" x="7759700" y="2895600"/>
          <p14:tracePt t="58164" x="7581900" y="2959100"/>
          <p14:tracePt t="58169" x="7429500" y="2997200"/>
          <p14:tracePt t="58181" x="7289800" y="3028950"/>
          <p14:tracePt t="58215" x="6369050" y="3175000"/>
          <p14:tracePt t="58221" x="5988050" y="3200400"/>
          <p14:tracePt t="58231" x="5835650" y="3200400"/>
          <p14:tracePt t="58248" x="5264150" y="3194050"/>
          <p14:tracePt t="58253" x="4959350" y="3162300"/>
          <p14:tracePt t="58265" x="4813300" y="3143250"/>
          <p14:tracePt t="58281" x="4413250" y="3079750"/>
          <p14:tracePt t="58298" x="3981450" y="3009900"/>
          <p14:tracePt t="58331" x="3625850" y="2990850"/>
          <p14:tracePt t="58347" x="3524250" y="2990850"/>
          <p14:tracePt t="58364" x="3441700" y="2990850"/>
          <p14:tracePt t="58381" x="3390900" y="2990850"/>
          <p14:tracePt t="58398" x="3340100" y="2997200"/>
          <p14:tracePt t="58431" x="3244850" y="2997200"/>
          <p14:tracePt t="58435" x="3232150" y="2997200"/>
          <p14:tracePt t="58447" x="3187700" y="2997200"/>
          <p14:tracePt t="58464" x="3098800" y="2997200"/>
          <p14:tracePt t="58468" x="3035300" y="2997200"/>
          <p14:tracePt t="58483" x="2914650" y="2990850"/>
          <p14:tracePt t="58498" x="2838450" y="2978150"/>
          <p14:tracePt t="58517" x="2730500" y="2959100"/>
          <p14:tracePt t="58552" x="2635250" y="2946400"/>
          <p14:tracePt t="58564" x="2597150" y="2946400"/>
          <p14:tracePt t="58581" x="2527300" y="2946400"/>
          <p14:tracePt t="58614" x="2374900" y="2965450"/>
          <p14:tracePt t="58631" x="2305050" y="2990850"/>
          <p14:tracePt t="58648" x="2241550" y="3016250"/>
          <p14:tracePt t="58681" x="2178050" y="3067050"/>
          <p14:tracePt t="58684" x="2165350" y="3073400"/>
          <p14:tracePt t="58698" x="2152650" y="3086100"/>
          <p14:tracePt t="58714" x="2133600" y="3111500"/>
          <p14:tracePt t="58717" x="2120900" y="3130550"/>
          <p14:tracePt t="58731" x="2108200" y="3162300"/>
          <p14:tracePt t="58748" x="2101850" y="3206750"/>
          <p14:tracePt t="58764" x="2101850" y="3219450"/>
          <p14:tracePt t="58781" x="2101850" y="3232150"/>
          <p14:tracePt t="58784" x="2127250" y="3244850"/>
          <p14:tracePt t="58798" x="2209800" y="3257550"/>
          <p14:tracePt t="58831" x="2520950" y="3238500"/>
          <p14:tracePt t="58847" x="2800350" y="3206750"/>
          <p14:tracePt t="58864" x="2990850" y="3175000"/>
          <p14:tracePt t="58881" x="3130550" y="3149600"/>
          <p14:tracePt t="58897" x="3225800" y="3136900"/>
          <p14:tracePt t="58914" x="3263900" y="3124200"/>
          <p14:tracePt t="59097" x="3270250" y="3124200"/>
          <p14:tracePt t="59323" x="3270250" y="3136900"/>
          <p14:tracePt t="59331" x="3270250" y="3149600"/>
          <p14:tracePt t="59348" x="3270250" y="3181350"/>
          <p14:tracePt t="59364" x="3270250" y="3219450"/>
          <p14:tracePt t="59381" x="3270250" y="3263900"/>
          <p14:tracePt t="59398" x="3270250" y="3302000"/>
          <p14:tracePt t="59414" x="3270250" y="3327400"/>
          <p14:tracePt t="59418" x="3270250" y="3333750"/>
          <p14:tracePt t="59431" x="3276600" y="3346450"/>
          <p14:tracePt t="59447" x="3276600" y="3365500"/>
          <p14:tracePt t="59451" x="3282950" y="3371850"/>
          <p14:tracePt t="59464" x="3282950" y="3378200"/>
          <p14:tracePt t="59481" x="3289300" y="3384550"/>
          <p14:tracePt t="59484" x="3289300" y="3390900"/>
          <p14:tracePt t="59677" x="3295650" y="3390900"/>
          <p14:tracePt t="59686" x="3295650" y="3384550"/>
          <p14:tracePt t="59983" x="3302000" y="3384550"/>
          <p14:tracePt t="60360" x="3308350" y="3384550"/>
          <p14:tracePt t="60499" x="3314700" y="3384550"/>
          <p14:tracePt t="61773" x="3321050" y="3384550"/>
          <p14:tracePt t="62813" x="3327400" y="3384550"/>
          <p14:tracePt t="62956" x="3333750" y="3384550"/>
          <p14:tracePt t="77628" x="0" y="0"/>
        </p14:tracePtLst>
      </p14:laserTraceLst>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I/O and data formats</a:t>
            </a:r>
          </a:p>
        </p:txBody>
      </p:sp>
      <p:sp>
        <p:nvSpPr>
          <p:cNvPr id="3" name="Text Placeholder 2"/>
          <p:cNvSpPr>
            <a:spLocks noGrp="1"/>
          </p:cNvSpPr>
          <p:nvPr>
            <p:ph idx="1"/>
          </p:nvPr>
        </p:nvSpPr>
        <p:spPr/>
        <p:txBody>
          <a:bodyPr>
            <a:normAutofit/>
          </a:bodyPr>
          <a:lstStyle/>
          <a:p>
            <a:r>
              <a:rPr lang="en-US" sz="1800" dirty="0">
                <a:hlinkClick r:id="rId2"/>
              </a:rPr>
              <a:t>https://github.com/gjbex/training-material/tree/master/Python/DataFormats</a:t>
            </a:r>
            <a:r>
              <a:rPr lang="en-US" sz="1800" dirty="0"/>
              <a:t> </a:t>
            </a:r>
          </a:p>
        </p:txBody>
      </p:sp>
    </p:spTree>
    <p:extLst>
      <p:ext uri="{BB962C8B-B14F-4D97-AF65-F5344CB8AC3E}">
        <p14:creationId xmlns:p14="http://schemas.microsoft.com/office/powerpoint/2010/main" val="4094373231"/>
      </p:ext>
    </p:extLst>
  </p:cSld>
  <p:clrMapOvr>
    <a:masterClrMapping/>
  </p:clrMapOvr>
  <mc:AlternateContent xmlns:mc="http://schemas.openxmlformats.org/markup-compatibility/2006" xmlns:p14="http://schemas.microsoft.com/office/powerpoint/2010/main">
    <mc:Choice Requires="p14">
      <p:transition spd="slow" p14:dur="2000" advTm="26400"/>
    </mc:Choice>
    <mc:Fallback xmlns="">
      <p:transition spd="slow" advTm="264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Libraries &amp; data formats</a:t>
            </a:r>
          </a:p>
        </p:txBody>
      </p:sp>
      <p:sp>
        <p:nvSpPr>
          <p:cNvPr id="3" name="Content Placeholder 2"/>
          <p:cNvSpPr>
            <a:spLocks noGrp="1"/>
          </p:cNvSpPr>
          <p:nvPr>
            <p:ph idx="1"/>
          </p:nvPr>
        </p:nvSpPr>
        <p:spPr/>
        <p:txBody>
          <a:bodyPr>
            <a:normAutofit lnSpcReduction="10000"/>
          </a:bodyPr>
          <a:lstStyle/>
          <a:p>
            <a:r>
              <a:rPr lang="en-US" dirty="0"/>
              <a:t>Problem: Not portable code, data type size? Encoding? little /big endian?</a:t>
            </a:r>
          </a:p>
          <a:p>
            <a:r>
              <a:rPr lang="en-US" dirty="0"/>
              <a:t>Use the </a:t>
            </a:r>
            <a:r>
              <a:rPr lang="en-US" i="1" dirty="0"/>
              <a:t>batteries</a:t>
            </a:r>
            <a:r>
              <a:rPr lang="en-US" dirty="0"/>
              <a:t> that are included!</a:t>
            </a:r>
          </a:p>
          <a:p>
            <a:r>
              <a:rPr lang="en-US" dirty="0"/>
              <a:t>Standard library (Python 3.x)</a:t>
            </a:r>
          </a:p>
          <a:p>
            <a:pPr lvl="1"/>
            <a:r>
              <a:rPr lang="en-US" dirty="0"/>
              <a:t>Comma separated value files: </a:t>
            </a:r>
            <a:r>
              <a:rPr lang="en-US" dirty="0">
                <a:latin typeface="Courier New" panose="02070309020205020404" pitchFamily="49" charset="0"/>
                <a:cs typeface="Courier New" panose="02070309020205020404" pitchFamily="49" charset="0"/>
              </a:rPr>
              <a:t>csv</a:t>
            </a:r>
          </a:p>
          <a:p>
            <a:pPr lvl="1"/>
            <a:r>
              <a:rPr lang="en-US" dirty="0"/>
              <a:t>Semi-structured data: </a:t>
            </a:r>
            <a:r>
              <a:rPr lang="en-US" dirty="0" err="1">
                <a:latin typeface="Courier New" panose="02070309020205020404" pitchFamily="49" charset="0"/>
                <a:cs typeface="Courier New" panose="02070309020205020404" pitchFamily="49" charset="0"/>
              </a:rPr>
              <a:t>json,yaml</a:t>
            </a:r>
            <a:r>
              <a:rPr lang="en-US" dirty="0"/>
              <a:t>, </a:t>
            </a:r>
            <a:r>
              <a:rPr lang="en-US" dirty="0" err="1">
                <a:latin typeface="Courier New" panose="02070309020205020404" pitchFamily="49" charset="0"/>
                <a:cs typeface="Courier New" panose="02070309020205020404" pitchFamily="49" charset="0"/>
              </a:rPr>
              <a:t>htmllib</a:t>
            </a:r>
            <a:r>
              <a:rPr lang="en-US" dirty="0"/>
              <a:t>, </a:t>
            </a:r>
            <a:r>
              <a:rPr lang="en-US" dirty="0" err="1">
                <a:latin typeface="Courier New" panose="02070309020205020404" pitchFamily="49" charset="0"/>
                <a:cs typeface="Courier New" panose="02070309020205020404" pitchFamily="49" charset="0"/>
              </a:rPr>
              <a:t>sgmllib</a:t>
            </a:r>
            <a:r>
              <a:rPr lang="en-US" dirty="0"/>
              <a:t>, </a:t>
            </a:r>
            <a:r>
              <a:rPr lang="en-US" dirty="0">
                <a:latin typeface="Courier New" panose="02070309020205020404" pitchFamily="49" charset="0"/>
                <a:cs typeface="Courier New" panose="02070309020205020404" pitchFamily="49" charset="0"/>
              </a:rPr>
              <a:t>xml</a:t>
            </a:r>
          </a:p>
          <a:p>
            <a:r>
              <a:rPr lang="en-US" dirty="0"/>
              <a:t>Non-standard libraries</a:t>
            </a:r>
          </a:p>
          <a:p>
            <a:pPr lvl="1"/>
            <a:r>
              <a:rPr lang="en-US" dirty="0"/>
              <a:t>Images: </a:t>
            </a:r>
            <a:r>
              <a:rPr lang="en-US" dirty="0" err="1">
                <a:latin typeface="Courier New" panose="02070309020205020404" pitchFamily="49" charset="0"/>
                <a:cs typeface="Courier New" panose="02070309020205020404" pitchFamily="49" charset="0"/>
              </a:rPr>
              <a:t>scikit</a:t>
            </a:r>
            <a:r>
              <a:rPr lang="en-US" dirty="0">
                <a:latin typeface="Courier New" panose="02070309020205020404" pitchFamily="49" charset="0"/>
                <a:cs typeface="Courier New" panose="02070309020205020404" pitchFamily="49" charset="0"/>
              </a:rPr>
              <a:t>-image</a:t>
            </a:r>
          </a:p>
          <a:p>
            <a:pPr lvl="1"/>
            <a:r>
              <a:rPr lang="en-US" dirty="0">
                <a:latin typeface="Courier New" panose="02070309020205020404" pitchFamily="49" charset="0"/>
                <a:cs typeface="Courier New" panose="02070309020205020404" pitchFamily="49" charset="0"/>
              </a:rPr>
              <a:t>pandas</a:t>
            </a:r>
          </a:p>
          <a:p>
            <a:pPr lvl="1"/>
            <a:r>
              <a:rPr lang="en-US" dirty="0"/>
              <a:t>Bioinformatics: </a:t>
            </a:r>
            <a:r>
              <a:rPr lang="en-US" dirty="0" err="1">
                <a:latin typeface="Courier New" panose="02070309020205020404" pitchFamily="49" charset="0"/>
                <a:cs typeface="Courier New" panose="02070309020205020404" pitchFamily="49" charset="0"/>
              </a:rPr>
              <a:t>Biopython</a:t>
            </a:r>
            <a:endParaRPr lang="en-US" dirty="0">
              <a:latin typeface="Courier New" panose="02070309020205020404" pitchFamily="49" charset="0"/>
              <a:cs typeface="Courier New" panose="02070309020205020404" pitchFamily="49" charset="0"/>
            </a:endParaRPr>
          </a:p>
          <a:p>
            <a:r>
              <a:rPr lang="nl-BE" sz="1900" dirty="0">
                <a:hlinkClick r:id="rId2"/>
              </a:rPr>
              <a:t>https://github.com/gjbex/training-material/tree/master/Python</a:t>
            </a:r>
            <a:endParaRPr lang="en-US" sz="1900" i="1" dirty="0"/>
          </a:p>
          <a:p>
            <a:pPr marL="0" indent="0">
              <a:buNone/>
            </a:pPr>
            <a:endParaRPr lang="en-US" dirty="0"/>
          </a:p>
        </p:txBody>
      </p:sp>
    </p:spTree>
    <p:extLst>
      <p:ext uri="{BB962C8B-B14F-4D97-AF65-F5344CB8AC3E}">
        <p14:creationId xmlns:p14="http://schemas.microsoft.com/office/powerpoint/2010/main" val="3540055499"/>
      </p:ext>
    </p:extLst>
  </p:cSld>
  <p:clrMapOvr>
    <a:masterClrMapping/>
  </p:clrMapOvr>
  <mc:AlternateContent xmlns:mc="http://schemas.openxmlformats.org/markup-compatibility/2006" xmlns:p14="http://schemas.microsoft.com/office/powerpoint/2010/main">
    <mc:Choice Requires="p14">
      <p:transition spd="slow" p14:dur="2000" advTm="91746"/>
    </mc:Choice>
    <mc:Fallback xmlns="">
      <p:transition spd="slow" advTm="91746"/>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and writing csv</a:t>
            </a:r>
            <a:endParaRPr lang="nl-BE" dirty="0"/>
          </a:p>
        </p:txBody>
      </p:sp>
      <p:sp>
        <p:nvSpPr>
          <p:cNvPr id="3" name="Content Placeholder 2"/>
          <p:cNvSpPr>
            <a:spLocks noGrp="1"/>
          </p:cNvSpPr>
          <p:nvPr>
            <p:ph idx="1"/>
          </p:nvPr>
        </p:nvSpPr>
        <p:spPr/>
        <p:txBody>
          <a:bodyPr/>
          <a:lstStyle/>
          <a:p>
            <a:r>
              <a:rPr lang="nl-BE" dirty="0">
                <a:hlinkClick r:id="rId2"/>
              </a:rPr>
              <a:t>https://realpython.com/python-csv/</a:t>
            </a:r>
            <a:endParaRPr lang="nl-BE" dirty="0"/>
          </a:p>
          <a:p>
            <a:r>
              <a:rPr lang="nl-BE" dirty="0">
                <a:hlinkClick r:id="rId3"/>
              </a:rPr>
              <a:t>https://www.alexkras.com/how-to-read-csv-file-in-python/</a:t>
            </a:r>
            <a:endParaRPr lang="nl-BE" dirty="0"/>
          </a:p>
          <a:p>
            <a:r>
              <a:rPr lang="en-US" dirty="0"/>
              <a:t>Structure of a csv file</a:t>
            </a:r>
          </a:p>
          <a:p>
            <a:pPr marL="457200" lvl="1" indent="0">
              <a:buNone/>
            </a:pPr>
            <a:r>
              <a:rPr lang="en-US" dirty="0"/>
              <a:t>column 1 name,	column 2 name,  …</a:t>
            </a:r>
            <a:br>
              <a:rPr lang="en-US" dirty="0"/>
            </a:br>
            <a:r>
              <a:rPr lang="en-US" dirty="0"/>
              <a:t>first row data 1,	first row data 2, … </a:t>
            </a:r>
          </a:p>
          <a:p>
            <a:pPr marL="457200" lvl="1" indent="0">
              <a:buNone/>
            </a:pPr>
            <a:r>
              <a:rPr lang="en-US" dirty="0"/>
              <a:t>second row data 1,   second row data 2,	…</a:t>
            </a:r>
          </a:p>
          <a:p>
            <a:pPr marL="457200" lvl="1" indent="0">
              <a:buNone/>
            </a:pPr>
            <a:r>
              <a:rPr lang="en-US" dirty="0"/>
              <a:t>...</a:t>
            </a:r>
            <a:endParaRPr lang="nl-BE" dirty="0"/>
          </a:p>
          <a:p>
            <a:r>
              <a:rPr lang="en-US" b="1" dirty="0"/>
              <a:t>csv library </a:t>
            </a:r>
            <a:r>
              <a:rPr lang="en-US" dirty="0"/>
              <a:t>provides functionality to both read from and write to csv files.</a:t>
            </a:r>
          </a:p>
        </p:txBody>
      </p:sp>
    </p:spTree>
    <p:extLst>
      <p:ext uri="{BB962C8B-B14F-4D97-AF65-F5344CB8AC3E}">
        <p14:creationId xmlns:p14="http://schemas.microsoft.com/office/powerpoint/2010/main" val="1487138037"/>
      </p:ext>
    </p:extLst>
  </p:cSld>
  <p:clrMapOvr>
    <a:masterClrMapping/>
  </p:clrMapOvr>
  <mc:AlternateContent xmlns:mc="http://schemas.openxmlformats.org/markup-compatibility/2006" xmlns:p14="http://schemas.microsoft.com/office/powerpoint/2010/main">
    <mc:Choice Requires="p14">
      <p:transition spd="slow" p14:dur="2000" advTm="35712"/>
    </mc:Choice>
    <mc:Fallback xmlns="">
      <p:transition spd="slow" advTm="35712"/>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csv</a:t>
            </a:r>
            <a:endParaRPr lang="nl-BE" dirty="0"/>
          </a:p>
        </p:txBody>
      </p:sp>
      <p:sp>
        <p:nvSpPr>
          <p:cNvPr id="3" name="Content Placeholder 2"/>
          <p:cNvSpPr>
            <a:spLocks noGrp="1"/>
          </p:cNvSpPr>
          <p:nvPr>
            <p:ph idx="1"/>
          </p:nvPr>
        </p:nvSpPr>
        <p:spPr/>
        <p:txBody>
          <a:bodyPr/>
          <a:lstStyle/>
          <a:p>
            <a:r>
              <a:rPr lang="en-US" dirty="0"/>
              <a:t>Steps</a:t>
            </a:r>
          </a:p>
          <a:p>
            <a:pPr lvl="1"/>
            <a:r>
              <a:rPr lang="en-US" dirty="0"/>
              <a:t>Open the file</a:t>
            </a:r>
          </a:p>
          <a:p>
            <a:pPr lvl="1"/>
            <a:r>
              <a:rPr lang="en-US" dirty="0"/>
              <a:t>Create a CSV reader</a:t>
            </a:r>
          </a:p>
          <a:p>
            <a:pPr lvl="1"/>
            <a:r>
              <a:rPr lang="en-US" dirty="0"/>
              <a:t>Skip first line (header)</a:t>
            </a:r>
          </a:p>
          <a:p>
            <a:pPr lvl="1"/>
            <a:r>
              <a:rPr lang="en-US" dirty="0"/>
              <a:t>For every line (row) in the file, do something</a:t>
            </a:r>
          </a:p>
          <a:p>
            <a:r>
              <a:rPr lang="en-US" i="1" dirty="0"/>
              <a:t>File: file_read_csv_list.py</a:t>
            </a:r>
          </a:p>
          <a:p>
            <a:pPr marL="0" indent="0">
              <a:buNone/>
            </a:pPr>
            <a:endParaRPr lang="nl-BE" i="1" dirty="0"/>
          </a:p>
        </p:txBody>
      </p:sp>
    </p:spTree>
    <p:extLst>
      <p:ext uri="{BB962C8B-B14F-4D97-AF65-F5344CB8AC3E}">
        <p14:creationId xmlns:p14="http://schemas.microsoft.com/office/powerpoint/2010/main" val="2514903425"/>
      </p:ext>
    </p:extLst>
  </p:cSld>
  <p:clrMapOvr>
    <a:masterClrMapping/>
  </p:clrMapOvr>
  <mc:AlternateContent xmlns:mc="http://schemas.openxmlformats.org/markup-compatibility/2006" xmlns:p14="http://schemas.microsoft.com/office/powerpoint/2010/main">
    <mc:Choice Requires="p14">
      <p:transition spd="slow" p14:dur="2000" advTm="23024"/>
    </mc:Choice>
    <mc:Fallback xmlns="">
      <p:transition spd="slow" advTm="2302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csv</a:t>
            </a:r>
            <a:endParaRPr lang="nl-BE" dirty="0"/>
          </a:p>
        </p:txBody>
      </p:sp>
      <p:sp>
        <p:nvSpPr>
          <p:cNvPr id="3" name="Content Placeholder 2"/>
          <p:cNvSpPr>
            <a:spLocks noGrp="1"/>
          </p:cNvSpPr>
          <p:nvPr>
            <p:ph idx="1"/>
          </p:nvPr>
        </p:nvSpPr>
        <p:spPr/>
        <p:txBody>
          <a:bodyPr>
            <a:normAutofit fontScale="70000" lnSpcReduction="20000"/>
          </a:bodyPr>
          <a:lstStyle/>
          <a:p>
            <a:r>
              <a:rPr lang="en-US" b="1" dirty="0"/>
              <a:t>writer()</a:t>
            </a:r>
          </a:p>
          <a:p>
            <a:pPr lvl="1"/>
            <a:r>
              <a:rPr lang="en-US" dirty="0"/>
              <a:t>function from csv module returns a writer object that converts data into a delimited string and stores in a file object. The function needs a file object with write permission as a parameter. </a:t>
            </a:r>
          </a:p>
          <a:p>
            <a:pPr lvl="1"/>
            <a:r>
              <a:rPr lang="en-US" dirty="0"/>
              <a:t>Every row written in the file issues a newline character. To prevent additional space between lines, </a:t>
            </a:r>
            <a:r>
              <a:rPr lang="en-US" dirty="0">
                <a:latin typeface="Courier New" panose="02070309020205020404" pitchFamily="49" charset="0"/>
                <a:cs typeface="Courier New" panose="02070309020205020404" pitchFamily="49" charset="0"/>
              </a:rPr>
              <a:t>newline</a:t>
            </a:r>
            <a:r>
              <a:rPr lang="en-US" dirty="0"/>
              <a:t> parameter is set to ‘’.</a:t>
            </a:r>
          </a:p>
          <a:p>
            <a:r>
              <a:rPr lang="en-US" dirty="0"/>
              <a:t>The writer class has the following methods</a:t>
            </a:r>
          </a:p>
          <a:p>
            <a:pPr lvl="1"/>
            <a:r>
              <a:rPr lang="en-US" b="1" dirty="0" err="1"/>
              <a:t>writerow</a:t>
            </a:r>
            <a:r>
              <a:rPr lang="en-US" b="1" dirty="0"/>
              <a:t>()</a:t>
            </a:r>
          </a:p>
          <a:p>
            <a:pPr lvl="1"/>
            <a:r>
              <a:rPr lang="en-US" dirty="0"/>
              <a:t>writes a single row to a CSV file.</a:t>
            </a:r>
          </a:p>
          <a:p>
            <a:pPr lvl="1"/>
            <a:r>
              <a:rPr lang="en-US" dirty="0"/>
              <a:t>It takes an </a:t>
            </a:r>
            <a:r>
              <a:rPr lang="en-US" dirty="0" err="1"/>
              <a:t>iterable</a:t>
            </a:r>
            <a:r>
              <a:rPr lang="en-US" dirty="0"/>
              <a:t> (like a list or tuple) as an argument, where each element represents a column in the CSV row.</a:t>
            </a:r>
          </a:p>
          <a:p>
            <a:pPr lvl="1"/>
            <a:r>
              <a:rPr lang="en-US" b="1" dirty="0" err="1"/>
              <a:t>writerows</a:t>
            </a:r>
            <a:r>
              <a:rPr lang="en-US" b="1" dirty="0"/>
              <a:t>()</a:t>
            </a:r>
          </a:p>
          <a:p>
            <a:pPr lvl="1"/>
            <a:r>
              <a:rPr lang="en-US" dirty="0"/>
              <a:t>writes multiple rows to a CSV file.</a:t>
            </a:r>
          </a:p>
          <a:p>
            <a:pPr lvl="1"/>
            <a:r>
              <a:rPr lang="en-US" dirty="0"/>
              <a:t>It takes an </a:t>
            </a:r>
            <a:r>
              <a:rPr lang="en-US" dirty="0" err="1"/>
              <a:t>iterable</a:t>
            </a:r>
            <a:r>
              <a:rPr lang="en-US" dirty="0"/>
              <a:t> of </a:t>
            </a:r>
            <a:r>
              <a:rPr lang="en-US" dirty="0" err="1"/>
              <a:t>iterables</a:t>
            </a:r>
            <a:r>
              <a:rPr lang="en-US" dirty="0"/>
              <a:t> (like a list of lists or a list of tuples) as an argument, where each inner </a:t>
            </a:r>
            <a:r>
              <a:rPr lang="en-US" dirty="0" err="1"/>
              <a:t>iterable</a:t>
            </a:r>
            <a:r>
              <a:rPr lang="en-US" dirty="0"/>
              <a:t> represents a row.</a:t>
            </a:r>
          </a:p>
          <a:p>
            <a:r>
              <a:rPr lang="nl-BE" dirty="0">
                <a:hlinkClick r:id="rId2"/>
              </a:rPr>
              <a:t>https://www.tutorialspoint.com/reading-and-writing-csv-file-using-python</a:t>
            </a:r>
            <a:endParaRPr lang="nl-BE" dirty="0"/>
          </a:p>
          <a:p>
            <a:r>
              <a:rPr lang="en-US" i="1" dirty="0"/>
              <a:t>File: file_write_csv.py</a:t>
            </a:r>
            <a:endParaRPr lang="nl-BE" i="1" dirty="0"/>
          </a:p>
        </p:txBody>
      </p:sp>
    </p:spTree>
    <p:extLst>
      <p:ext uri="{BB962C8B-B14F-4D97-AF65-F5344CB8AC3E}">
        <p14:creationId xmlns:p14="http://schemas.microsoft.com/office/powerpoint/2010/main" val="1813727893"/>
      </p:ext>
    </p:extLst>
  </p:cSld>
  <p:clrMapOvr>
    <a:masterClrMapping/>
  </p:clrMapOvr>
  <mc:AlternateContent xmlns:mc="http://schemas.openxmlformats.org/markup-compatibility/2006" xmlns:p14="http://schemas.microsoft.com/office/powerpoint/2010/main">
    <mc:Choice Requires="p14">
      <p:transition spd="slow" p14:dur="2000" advTm="41792"/>
    </mc:Choice>
    <mc:Fallback xmlns="">
      <p:transition spd="slow" advTm="41792"/>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formats: CSV</a:t>
            </a:r>
          </a:p>
        </p:txBody>
      </p:sp>
      <p:sp>
        <p:nvSpPr>
          <p:cNvPr id="5" name="TextBox 4"/>
          <p:cNvSpPr txBox="1"/>
          <p:nvPr/>
        </p:nvSpPr>
        <p:spPr>
          <a:xfrm>
            <a:off x="1818908" y="1711743"/>
            <a:ext cx="8701421" cy="3293209"/>
          </a:xfrm>
          <a:prstGeom prst="rect">
            <a:avLst/>
          </a:prstGeom>
          <a:solidFill>
            <a:schemeClr val="bg1">
              <a:lumMod val="75000"/>
            </a:schemeClr>
          </a:solidFill>
        </p:spPr>
        <p:txBody>
          <a:bodyPr wrap="none" rtlCol="0">
            <a:spAutoFit/>
          </a:bodyPr>
          <a:lstStyle/>
          <a:p>
            <a:r>
              <a:rPr lang="en-US" sz="1600" dirty="0">
                <a:latin typeface="Courier New" pitchFamily="49" charset="0"/>
                <a:cs typeface="Courier New" pitchFamily="49" charset="0"/>
              </a:rPr>
              <a:t> 0  from </a:t>
            </a:r>
            <a:r>
              <a:rPr lang="en-US" sz="1600" dirty="0" err="1">
                <a:latin typeface="Courier New" pitchFamily="49" charset="0"/>
                <a:cs typeface="Courier New" pitchFamily="49" charset="0"/>
              </a:rPr>
              <a:t>csv</a:t>
            </a:r>
            <a:r>
              <a:rPr lang="en-US" sz="1600" dirty="0">
                <a:latin typeface="Courier New" pitchFamily="49" charset="0"/>
                <a:cs typeface="Courier New" pitchFamily="49" charset="0"/>
              </a:rPr>
              <a:t> import Sniffer, </a:t>
            </a:r>
            <a:r>
              <a:rPr lang="en-US" sz="1600" dirty="0" err="1">
                <a:latin typeface="Courier New" pitchFamily="49" charset="0"/>
                <a:cs typeface="Courier New" pitchFamily="49" charset="0"/>
              </a:rPr>
              <a:t>DictReader</a:t>
            </a:r>
            <a:endParaRPr lang="en-US" sz="1600" dirty="0">
              <a:latin typeface="Courier New" pitchFamily="49" charset="0"/>
              <a:cs typeface="Courier New" pitchFamily="49" charset="0"/>
            </a:endParaRPr>
          </a:p>
          <a:p>
            <a:r>
              <a:rPr lang="en-US" sz="1600" dirty="0">
                <a:latin typeface="Courier New" pitchFamily="49" charset="0"/>
                <a:cs typeface="Courier New" pitchFamily="49" charset="0"/>
              </a:rPr>
              <a:t> 1  with open(</a:t>
            </a:r>
            <a:r>
              <a:rPr lang="en-US" sz="1600" dirty="0" err="1">
                <a:latin typeface="Courier New" pitchFamily="49" charset="0"/>
                <a:cs typeface="Courier New" pitchFamily="49" charset="0"/>
              </a:rPr>
              <a:t>file_name</a:t>
            </a:r>
            <a:r>
              <a:rPr lang="en-US" sz="1600" dirty="0">
                <a:latin typeface="Courier New" pitchFamily="49" charset="0"/>
                <a:cs typeface="Courier New" pitchFamily="49" charset="0"/>
              </a:rPr>
              <a:t>, </a:t>
            </a:r>
            <a:r>
              <a:rPr lang="en-US" sz="1600" b="1" dirty="0">
                <a:latin typeface="Courier New" pitchFamily="49" charset="0"/>
                <a:cs typeface="Courier New" pitchFamily="49" charset="0"/>
              </a:rPr>
              <a:t>'</a:t>
            </a:r>
            <a:r>
              <a:rPr lang="en-US" sz="1600" b="1" dirty="0" err="1">
                <a:latin typeface="Courier New" pitchFamily="49" charset="0"/>
                <a:cs typeface="Courier New" pitchFamily="49" charset="0"/>
              </a:rPr>
              <a:t>rb</a:t>
            </a:r>
            <a:r>
              <a:rPr lang="en-US" sz="1600" b="1" dirty="0">
                <a:latin typeface="Courier New" pitchFamily="49" charset="0"/>
                <a:cs typeface="Courier New" pitchFamily="49" charset="0"/>
              </a:rPr>
              <a:t>'</a:t>
            </a:r>
            <a:r>
              <a:rPr lang="en-US" sz="1600" dirty="0">
                <a:latin typeface="Courier New" pitchFamily="49" charset="0"/>
                <a:cs typeface="Courier New" pitchFamily="49" charset="0"/>
              </a:rPr>
              <a:t>) as </a:t>
            </a:r>
            <a:r>
              <a:rPr lang="en-US" sz="1600" dirty="0" err="1">
                <a:latin typeface="Courier New" pitchFamily="49" charset="0"/>
                <a:cs typeface="Courier New" pitchFamily="49" charset="0"/>
              </a:rPr>
              <a:t>csv_file</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 2      dialect = </a:t>
            </a:r>
            <a:r>
              <a:rPr lang="en-US" sz="1600" b="1" dirty="0">
                <a:solidFill>
                  <a:srgbClr val="FF0000"/>
                </a:solidFill>
                <a:latin typeface="Courier New" pitchFamily="49" charset="0"/>
                <a:cs typeface="Courier New" pitchFamily="49" charset="0"/>
              </a:rPr>
              <a:t>Sniffer().sniff(</a:t>
            </a:r>
            <a:r>
              <a:rPr lang="en-US" sz="1600" b="1" dirty="0" err="1">
                <a:solidFill>
                  <a:srgbClr val="FF0000"/>
                </a:solidFill>
                <a:latin typeface="Courier New" pitchFamily="49" charset="0"/>
                <a:cs typeface="Courier New" pitchFamily="49" charset="0"/>
              </a:rPr>
              <a:t>csv_file.read</a:t>
            </a:r>
            <a:r>
              <a:rPr lang="en-US" sz="1600" b="1" dirty="0">
                <a:solidFill>
                  <a:srgbClr val="FF0000"/>
                </a:solidFill>
                <a:latin typeface="Courier New" pitchFamily="49" charset="0"/>
                <a:cs typeface="Courier New" pitchFamily="49" charset="0"/>
              </a:rPr>
              <a:t>(1024))</a:t>
            </a:r>
          </a:p>
          <a:p>
            <a:r>
              <a:rPr lang="en-US" sz="1600" dirty="0">
                <a:latin typeface="Courier New" pitchFamily="49" charset="0"/>
                <a:cs typeface="Courier New" pitchFamily="49" charset="0"/>
              </a:rPr>
              <a:t> 3      </a:t>
            </a:r>
            <a:r>
              <a:rPr lang="en-US" sz="1600" dirty="0" err="1">
                <a:latin typeface="Courier New" pitchFamily="49" charset="0"/>
                <a:cs typeface="Courier New" pitchFamily="49" charset="0"/>
              </a:rPr>
              <a:t>csv_file.seek</a:t>
            </a:r>
            <a:r>
              <a:rPr lang="en-US" sz="1600" dirty="0">
                <a:latin typeface="Courier New" pitchFamily="49" charset="0"/>
                <a:cs typeface="Courier New" pitchFamily="49" charset="0"/>
              </a:rPr>
              <a:t>(0)</a:t>
            </a:r>
          </a:p>
          <a:p>
            <a:r>
              <a:rPr lang="en-US" sz="1600" dirty="0">
                <a:latin typeface="Courier New" pitchFamily="49" charset="0"/>
                <a:cs typeface="Courier New" pitchFamily="49" charset="0"/>
              </a:rPr>
              <a:t> 4      sum = 0.0</a:t>
            </a:r>
          </a:p>
          <a:p>
            <a:r>
              <a:rPr lang="en-US" sz="1600" dirty="0">
                <a:latin typeface="Courier New" pitchFamily="49" charset="0"/>
                <a:cs typeface="Courier New" pitchFamily="49" charset="0"/>
              </a:rPr>
              <a:t> 5      </a:t>
            </a:r>
            <a:r>
              <a:rPr lang="en-US" sz="1600" dirty="0" err="1">
                <a:latin typeface="Courier New" pitchFamily="49" charset="0"/>
                <a:cs typeface="Courier New" pitchFamily="49" charset="0"/>
              </a:rPr>
              <a:t>csv_reader</a:t>
            </a:r>
            <a:r>
              <a:rPr lang="en-US" sz="1600" dirty="0">
                <a:latin typeface="Courier New" pitchFamily="49" charset="0"/>
                <a:cs typeface="Courier New" pitchFamily="49" charset="0"/>
              </a:rPr>
              <a:t> = </a:t>
            </a:r>
            <a:r>
              <a:rPr lang="en-US" sz="1600" b="1" dirty="0" err="1">
                <a:solidFill>
                  <a:srgbClr val="0070C0"/>
                </a:solidFill>
                <a:latin typeface="Courier New" pitchFamily="49" charset="0"/>
                <a:cs typeface="Courier New" pitchFamily="49" charset="0"/>
              </a:rPr>
              <a:t>DictReader</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csv_file</a:t>
            </a:r>
            <a:r>
              <a:rPr lang="en-US" sz="1600" dirty="0">
                <a:latin typeface="Courier New" pitchFamily="49" charset="0"/>
                <a:cs typeface="Courier New" pitchFamily="49" charset="0"/>
              </a:rPr>
              <a:t>, fieldnames=None,</a:t>
            </a:r>
          </a:p>
          <a:p>
            <a:r>
              <a:rPr lang="en-US" sz="1600" dirty="0">
                <a:latin typeface="Courier New" pitchFamily="49" charset="0"/>
                <a:cs typeface="Courier New" pitchFamily="49" charset="0"/>
              </a:rPr>
              <a:t> 6                                  </a:t>
            </a:r>
            <a:r>
              <a:rPr lang="en-US" sz="1600" dirty="0" err="1">
                <a:latin typeface="Courier New" pitchFamily="49" charset="0"/>
                <a:cs typeface="Courier New" pitchFamily="49" charset="0"/>
              </a:rPr>
              <a:t>restkey</a:t>
            </a:r>
            <a:r>
              <a:rPr lang="en-US" sz="1600" dirty="0">
                <a:latin typeface="Courier New" pitchFamily="49" charset="0"/>
                <a:cs typeface="Courier New" pitchFamily="49" charset="0"/>
              </a:rPr>
              <a:t>='rest', </a:t>
            </a:r>
            <a:r>
              <a:rPr lang="en-US" sz="1600" dirty="0" err="1">
                <a:latin typeface="Courier New" pitchFamily="49" charset="0"/>
                <a:cs typeface="Courier New" pitchFamily="49" charset="0"/>
              </a:rPr>
              <a:t>restval</a:t>
            </a:r>
            <a:r>
              <a:rPr lang="en-US" sz="1600" dirty="0">
                <a:latin typeface="Courier New" pitchFamily="49" charset="0"/>
                <a:cs typeface="Courier New" pitchFamily="49" charset="0"/>
              </a:rPr>
              <a:t>=None,</a:t>
            </a:r>
          </a:p>
          <a:p>
            <a:r>
              <a:rPr lang="en-US" sz="1600" dirty="0">
                <a:latin typeface="Courier New" pitchFamily="49" charset="0"/>
                <a:cs typeface="Courier New" pitchFamily="49" charset="0"/>
              </a:rPr>
              <a:t> 7                                  dialect=</a:t>
            </a:r>
            <a:r>
              <a:rPr lang="en-US" sz="1600" b="1" dirty="0">
                <a:solidFill>
                  <a:srgbClr val="FF0000"/>
                </a:solidFill>
                <a:latin typeface="Courier New" pitchFamily="49" charset="0"/>
                <a:cs typeface="Courier New" pitchFamily="49" charset="0"/>
              </a:rPr>
              <a:t>dialect</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 8      for row in </a:t>
            </a:r>
            <a:r>
              <a:rPr lang="en-US" sz="1600" dirty="0" err="1">
                <a:latin typeface="Courier New" pitchFamily="49" charset="0"/>
                <a:cs typeface="Courier New" pitchFamily="49" charset="0"/>
              </a:rPr>
              <a:t>csv_reader</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 9          print('{name} --- {weight}'.format(name=</a:t>
            </a:r>
            <a:r>
              <a:rPr lang="en-US" sz="1600" b="1" dirty="0">
                <a:solidFill>
                  <a:srgbClr val="00B050"/>
                </a:solidFill>
                <a:latin typeface="Courier New" pitchFamily="49" charset="0"/>
                <a:cs typeface="Courier New" pitchFamily="49" charset="0"/>
              </a:rPr>
              <a:t>row['name']</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10                                             weight=</a:t>
            </a:r>
            <a:r>
              <a:rPr lang="en-US" sz="1600" b="1" dirty="0">
                <a:solidFill>
                  <a:srgbClr val="00B050"/>
                </a:solidFill>
                <a:latin typeface="Courier New" pitchFamily="49" charset="0"/>
                <a:cs typeface="Courier New" pitchFamily="49" charset="0"/>
              </a:rPr>
              <a:t>row['weight']</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11          sum += </a:t>
            </a:r>
            <a:r>
              <a:rPr lang="en-US" sz="1600" b="1" dirty="0">
                <a:latin typeface="Courier New" pitchFamily="49" charset="0"/>
                <a:cs typeface="Courier New" pitchFamily="49" charset="0"/>
              </a:rPr>
              <a:t>float</a:t>
            </a:r>
            <a:r>
              <a:rPr lang="en-US" sz="1600" dirty="0">
                <a:latin typeface="Courier New" pitchFamily="49" charset="0"/>
                <a:cs typeface="Courier New" pitchFamily="49" charset="0"/>
              </a:rPr>
              <a:t>(</a:t>
            </a:r>
            <a:r>
              <a:rPr lang="en-US" sz="1600" b="1" dirty="0">
                <a:solidFill>
                  <a:srgbClr val="00B050"/>
                </a:solidFill>
                <a:latin typeface="Courier New" pitchFamily="49" charset="0"/>
                <a:cs typeface="Courier New" pitchFamily="49" charset="0"/>
              </a:rPr>
              <a:t>row['weight']</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12      print('sum = {0}'.format(sum))</a:t>
            </a:r>
          </a:p>
        </p:txBody>
      </p:sp>
      <p:grpSp>
        <p:nvGrpSpPr>
          <p:cNvPr id="6" name="Group 5"/>
          <p:cNvGrpSpPr/>
          <p:nvPr/>
        </p:nvGrpSpPr>
        <p:grpSpPr>
          <a:xfrm>
            <a:off x="8072056" y="980729"/>
            <a:ext cx="2344424" cy="1215911"/>
            <a:chOff x="2195736" y="3861048"/>
            <a:chExt cx="2344424" cy="1215911"/>
          </a:xfrm>
        </p:grpSpPr>
        <p:sp>
          <p:nvSpPr>
            <p:cNvPr id="7" name="TextBox 6"/>
            <p:cNvSpPr txBox="1"/>
            <p:nvPr/>
          </p:nvSpPr>
          <p:spPr>
            <a:xfrm>
              <a:off x="2195736" y="3861048"/>
              <a:ext cx="2344424" cy="646331"/>
            </a:xfrm>
            <a:prstGeom prst="rect">
              <a:avLst/>
            </a:prstGeom>
            <a:noFill/>
          </p:spPr>
          <p:txBody>
            <a:bodyPr wrap="none" rtlCol="0">
              <a:spAutoFit/>
            </a:bodyPr>
            <a:lstStyle/>
            <a:p>
              <a:r>
                <a:rPr lang="en-US" dirty="0">
                  <a:solidFill>
                    <a:srgbClr val="FF0000"/>
                  </a:solidFill>
                </a:rPr>
                <a:t>Let Sniffer figure out</a:t>
              </a:r>
              <a:br>
                <a:rPr lang="en-US" dirty="0">
                  <a:solidFill>
                    <a:srgbClr val="FF0000"/>
                  </a:solidFill>
                </a:rPr>
              </a:br>
              <a:r>
                <a:rPr lang="en-US" dirty="0">
                  <a:solidFill>
                    <a:srgbClr val="FF0000"/>
                  </a:solidFill>
                </a:rPr>
                <a:t>CSV dialect (e.g., Excel)</a:t>
              </a:r>
            </a:p>
          </p:txBody>
        </p:sp>
        <p:cxnSp>
          <p:nvCxnSpPr>
            <p:cNvPr id="8" name="Straight Arrow Connector 7"/>
            <p:cNvCxnSpPr/>
            <p:nvPr/>
          </p:nvCxnSpPr>
          <p:spPr>
            <a:xfrm flipH="1">
              <a:off x="2195736" y="4528279"/>
              <a:ext cx="1172212" cy="548680"/>
            </a:xfrm>
            <a:prstGeom prst="straightConnector1">
              <a:avLst/>
            </a:prstGeom>
            <a:ln w="190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923266" y="3350509"/>
            <a:ext cx="2684902" cy="2518539"/>
            <a:chOff x="4231522" y="2278613"/>
            <a:chExt cx="2684902" cy="2518539"/>
          </a:xfrm>
        </p:grpSpPr>
        <p:sp>
          <p:nvSpPr>
            <p:cNvPr id="13" name="TextBox 12"/>
            <p:cNvSpPr txBox="1"/>
            <p:nvPr/>
          </p:nvSpPr>
          <p:spPr>
            <a:xfrm>
              <a:off x="4231522" y="4150821"/>
              <a:ext cx="2684902" cy="646331"/>
            </a:xfrm>
            <a:prstGeom prst="rect">
              <a:avLst/>
            </a:prstGeom>
            <a:noFill/>
          </p:spPr>
          <p:txBody>
            <a:bodyPr wrap="none" rtlCol="0">
              <a:spAutoFit/>
            </a:bodyPr>
            <a:lstStyle/>
            <a:p>
              <a:r>
                <a:rPr lang="en-US" dirty="0" err="1">
                  <a:solidFill>
                    <a:srgbClr val="0070C0"/>
                  </a:solidFill>
                </a:rPr>
                <a:t>DictReader</a:t>
              </a:r>
              <a:r>
                <a:rPr lang="en-US" dirty="0">
                  <a:solidFill>
                    <a:srgbClr val="0070C0"/>
                  </a:solidFill>
                </a:rPr>
                <a:t> uses first</a:t>
              </a:r>
              <a:br>
                <a:rPr lang="en-US" dirty="0">
                  <a:solidFill>
                    <a:srgbClr val="0070C0"/>
                  </a:solidFill>
                </a:rPr>
              </a:br>
              <a:r>
                <a:rPr lang="en-US" dirty="0">
                  <a:solidFill>
                    <a:srgbClr val="0070C0"/>
                  </a:solidFill>
                </a:rPr>
                <a:t>row to deduce field names</a:t>
              </a:r>
            </a:p>
          </p:txBody>
        </p:sp>
        <p:cxnSp>
          <p:nvCxnSpPr>
            <p:cNvPr id="14" name="Straight Arrow Connector 13"/>
            <p:cNvCxnSpPr>
              <a:stCxn id="13" idx="0"/>
            </p:cNvCxnSpPr>
            <p:nvPr/>
          </p:nvCxnSpPr>
          <p:spPr>
            <a:xfrm flipH="1" flipV="1">
              <a:off x="4684176" y="2278613"/>
              <a:ext cx="889797" cy="1872208"/>
            </a:xfrm>
            <a:prstGeom prst="straightConnector1">
              <a:avLst/>
            </a:prstGeom>
            <a:ln w="19050">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7640009" y="4574645"/>
            <a:ext cx="2285049" cy="1510427"/>
            <a:chOff x="2195736" y="2996952"/>
            <a:chExt cx="2285049" cy="1510427"/>
          </a:xfrm>
        </p:grpSpPr>
        <p:sp>
          <p:nvSpPr>
            <p:cNvPr id="18" name="TextBox 17"/>
            <p:cNvSpPr txBox="1"/>
            <p:nvPr/>
          </p:nvSpPr>
          <p:spPr>
            <a:xfrm>
              <a:off x="2195736" y="3861048"/>
              <a:ext cx="2285049" cy="646331"/>
            </a:xfrm>
            <a:prstGeom prst="rect">
              <a:avLst/>
            </a:prstGeom>
            <a:noFill/>
          </p:spPr>
          <p:txBody>
            <a:bodyPr wrap="none" rtlCol="0">
              <a:spAutoFit/>
            </a:bodyPr>
            <a:lstStyle/>
            <a:p>
              <a:r>
                <a:rPr lang="en-US" dirty="0">
                  <a:solidFill>
                    <a:srgbClr val="00B050"/>
                  </a:solidFill>
                </a:rPr>
                <a:t>Access fields by name,</a:t>
              </a:r>
              <a:br>
                <a:rPr lang="en-US" dirty="0">
                  <a:solidFill>
                    <a:srgbClr val="00B050"/>
                  </a:solidFill>
                </a:rPr>
              </a:br>
              <a:r>
                <a:rPr lang="en-US" dirty="0">
                  <a:solidFill>
                    <a:srgbClr val="00B050"/>
                  </a:solidFill>
                </a:rPr>
                <a:t>thanks to </a:t>
              </a:r>
              <a:r>
                <a:rPr lang="en-US" dirty="0" err="1">
                  <a:solidFill>
                    <a:srgbClr val="00B050"/>
                  </a:solidFill>
                </a:rPr>
                <a:t>DictReader</a:t>
              </a:r>
              <a:endParaRPr lang="en-US" dirty="0">
                <a:solidFill>
                  <a:srgbClr val="00B050"/>
                </a:solidFill>
              </a:endParaRPr>
            </a:p>
          </p:txBody>
        </p:sp>
        <p:cxnSp>
          <p:nvCxnSpPr>
            <p:cNvPr id="19" name="Straight Arrow Connector 18"/>
            <p:cNvCxnSpPr/>
            <p:nvPr/>
          </p:nvCxnSpPr>
          <p:spPr>
            <a:xfrm flipV="1">
              <a:off x="3131840" y="2996952"/>
              <a:ext cx="360040" cy="864096"/>
            </a:xfrm>
            <a:prstGeom prst="straightConnector1">
              <a:avLst/>
            </a:prstGeom>
            <a:ln w="19050">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1775520" y="4653137"/>
            <a:ext cx="5677708" cy="1829817"/>
            <a:chOff x="395536" y="4725144"/>
            <a:chExt cx="5677708" cy="1829817"/>
          </a:xfrm>
        </p:grpSpPr>
        <p:sp>
          <p:nvSpPr>
            <p:cNvPr id="22" name="TextBox 21"/>
            <p:cNvSpPr txBox="1"/>
            <p:nvPr/>
          </p:nvSpPr>
          <p:spPr>
            <a:xfrm>
              <a:off x="395536" y="6093296"/>
              <a:ext cx="5677708" cy="461665"/>
            </a:xfrm>
            <a:prstGeom prst="rect">
              <a:avLst/>
            </a:prstGeom>
            <a:noFill/>
            <a:ln>
              <a:solidFill>
                <a:schemeClr val="tx1"/>
              </a:solidFill>
            </a:ln>
          </p:spPr>
          <p:txBody>
            <a:bodyPr wrap="none" rtlCol="0">
              <a:spAutoFit/>
            </a:bodyPr>
            <a:lstStyle/>
            <a:p>
              <a:r>
                <a:rPr lang="en-US" sz="2400" dirty="0"/>
                <a:t>Drawback: you still need to know field types</a:t>
              </a:r>
            </a:p>
          </p:txBody>
        </p:sp>
        <p:cxnSp>
          <p:nvCxnSpPr>
            <p:cNvPr id="25" name="Straight Arrow Connector 24"/>
            <p:cNvCxnSpPr>
              <a:stCxn id="22" idx="0"/>
            </p:cNvCxnSpPr>
            <p:nvPr/>
          </p:nvCxnSpPr>
          <p:spPr>
            <a:xfrm flipH="1" flipV="1">
              <a:off x="3059832" y="4725144"/>
              <a:ext cx="174558" cy="136815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2718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4197</Words>
  <Application>Microsoft Office PowerPoint</Application>
  <PresentationFormat>Widescreen</PresentationFormat>
  <Paragraphs>487</Paragraphs>
  <Slides>40</Slides>
  <Notes>0</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-apple-system</vt:lpstr>
      <vt:lpstr>Arial</vt:lpstr>
      <vt:lpstr>Calibri</vt:lpstr>
      <vt:lpstr>Calibri Light</vt:lpstr>
      <vt:lpstr>Courier New</vt:lpstr>
      <vt:lpstr>Segoe UI</vt:lpstr>
      <vt:lpstr>Office Theme</vt:lpstr>
      <vt:lpstr>Python</vt:lpstr>
      <vt:lpstr>Thank You</vt:lpstr>
      <vt:lpstr>See also</vt:lpstr>
      <vt:lpstr>I/O</vt:lpstr>
      <vt:lpstr>Getting data inside your program</vt:lpstr>
      <vt:lpstr>Console Input Output</vt:lpstr>
      <vt:lpstr>Console Output</vt:lpstr>
      <vt:lpstr>Print</vt:lpstr>
      <vt:lpstr>Format output</vt:lpstr>
      <vt:lpstr>Old string formatting</vt:lpstr>
      <vt:lpstr>Str.format</vt:lpstr>
      <vt:lpstr>Format output</vt:lpstr>
      <vt:lpstr>Format output</vt:lpstr>
      <vt:lpstr>Format specifiers</vt:lpstr>
      <vt:lpstr>Format specifiers</vt:lpstr>
      <vt:lpstr>Format specifiers</vt:lpstr>
      <vt:lpstr>Format output</vt:lpstr>
      <vt:lpstr>Format strings (f-strings)</vt:lpstr>
      <vt:lpstr>Command line arguments</vt:lpstr>
      <vt:lpstr>Command line arguments</vt:lpstr>
      <vt:lpstr>Specific information on file io</vt:lpstr>
      <vt:lpstr>File IO</vt:lpstr>
      <vt:lpstr>File IO: access mode</vt:lpstr>
      <vt:lpstr>File IO: access mode</vt:lpstr>
      <vt:lpstr>Available access modes</vt:lpstr>
      <vt:lpstr>Write to a file</vt:lpstr>
      <vt:lpstr>Write to a file</vt:lpstr>
      <vt:lpstr>Write to a file</vt:lpstr>
      <vt:lpstr>Reading a file</vt:lpstr>
      <vt:lpstr>Reading a file</vt:lpstr>
      <vt:lpstr>Reading a file</vt:lpstr>
      <vt:lpstr>Reading a file</vt:lpstr>
      <vt:lpstr>Reading a file</vt:lpstr>
      <vt:lpstr>File IO</vt:lpstr>
      <vt:lpstr>I/O and data formats</vt:lpstr>
      <vt:lpstr>Libraries &amp; data formats</vt:lpstr>
      <vt:lpstr>Reading and writing csv</vt:lpstr>
      <vt:lpstr>Reading csv</vt:lpstr>
      <vt:lpstr>Writing csv</vt:lpstr>
      <vt:lpstr>Data formats: CSV</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Van Puyvelde</dc:creator>
  <cp:lastModifiedBy>Ehsan Moravveji</cp:lastModifiedBy>
  <cp:revision>608</cp:revision>
  <dcterms:created xsi:type="dcterms:W3CDTF">2017-04-04T14:55:01Z</dcterms:created>
  <dcterms:modified xsi:type="dcterms:W3CDTF">2025-10-14T14:19:38Z</dcterms:modified>
</cp:coreProperties>
</file>