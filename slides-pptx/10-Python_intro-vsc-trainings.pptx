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91" r:id="rId2"/>
    <p:sldId id="492" r:id="rId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0166E9F-00A3-48C1-BDF5-E5144822804C}">
          <p14:sldIdLst>
            <p14:sldId id="491"/>
            <p14:sldId id="4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89" autoAdjust="0"/>
    <p:restoredTop sz="91767" autoAdjust="0"/>
  </p:normalViewPr>
  <p:slideViewPr>
    <p:cSldViewPr snapToGrid="0" showGuides="1">
      <p:cViewPr varScale="1">
        <p:scale>
          <a:sx n="58" d="100"/>
          <a:sy n="58" d="100"/>
        </p:scale>
        <p:origin x="708" y="44"/>
      </p:cViewPr>
      <p:guideLst>
        <p:guide orient="horz" pos="216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74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75BC9-5AAE-4E1F-9FAE-BC04149B1DB3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0F272-7F92-4FF0-959A-28E623229BE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1353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131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457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321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542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8836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712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0003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1819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394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497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651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4C14B-8B81-49E7-9BC7-8AE29B5E2ADB}" type="datetimeFigureOut">
              <a:rPr lang="nl-BE" smtClean="0"/>
              <a:t>6/10/2026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4030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training-material/tree/master/Python" TargetMode="External"/><Relationship Id="rId2" Type="http://schemas.openxmlformats.org/officeDocument/2006/relationships/hyperlink" Target="https://vscentrum.be/train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jbex.github.io/Training-sess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quickstart</a:t>
            </a:r>
            <a:r>
              <a:rPr lang="en-US" dirty="0"/>
              <a:t> into the key concepts of programming</a:t>
            </a:r>
          </a:p>
          <a:p>
            <a:r>
              <a:rPr lang="en-US" dirty="0"/>
              <a:t>Additional (Python) trainings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2265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4"/>
    </mc:Choice>
    <mc:Fallback xmlns="">
      <p:transition spd="slow" advTm="947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448E-3ECD-44E3-E8F2-ABFDB81B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1A6A58-A115-FF03-8DF9-FEA1A6A4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keep learning</a:t>
            </a:r>
            <a:endParaRPr lang="nl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64C26C-EFEA-B742-FAE7-893E6185A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Learning is a life-long endeavor</a:t>
            </a:r>
          </a:p>
          <a:p>
            <a:r>
              <a:rPr lang="en-US" dirty="0"/>
              <a:t>We have (not even?) touched the surface of Python language</a:t>
            </a:r>
          </a:p>
          <a:p>
            <a:r>
              <a:rPr lang="en-US" dirty="0"/>
              <a:t>Keep up-to-date with (latest/recent) Python releases</a:t>
            </a:r>
          </a:p>
          <a:p>
            <a:r>
              <a:rPr lang="en-US" dirty="0"/>
              <a:t>Enormous books/blogs/channels/MOOCs/YouTube films …</a:t>
            </a:r>
          </a:p>
          <a:p>
            <a:r>
              <a:rPr lang="en-US" dirty="0"/>
              <a:t>VSC and </a:t>
            </a:r>
            <a:r>
              <a:rPr lang="en-US" dirty="0" err="1"/>
              <a:t>EuroHPC</a:t>
            </a:r>
            <a:r>
              <a:rPr lang="en-US" dirty="0"/>
              <a:t> also offer more advanced Python trainings</a:t>
            </a:r>
          </a:p>
          <a:p>
            <a:r>
              <a:rPr lang="en-US" dirty="0"/>
              <a:t>The VSC training catalog: </a:t>
            </a:r>
            <a:r>
              <a:rPr lang="en-US" dirty="0">
                <a:hlinkClick r:id="rId2"/>
              </a:rPr>
              <a:t>https://vscentrum.be/training</a:t>
            </a:r>
            <a:r>
              <a:rPr lang="en-US" dirty="0"/>
              <a:t> </a:t>
            </a:r>
          </a:p>
          <a:p>
            <a:r>
              <a:rPr lang="en-US" dirty="0"/>
              <a:t>Massive Python examples: </a:t>
            </a:r>
            <a:br>
              <a:rPr lang="en-US" dirty="0"/>
            </a:br>
            <a:r>
              <a:rPr lang="en-US" dirty="0">
                <a:hlinkClick r:id="rId3"/>
              </a:rPr>
              <a:t>https://github.com/gjbex/training-material/tree/master/Python</a:t>
            </a:r>
            <a:r>
              <a:rPr lang="en-US" dirty="0"/>
              <a:t> </a:t>
            </a:r>
          </a:p>
          <a:p>
            <a:r>
              <a:rPr lang="en-US" dirty="0"/>
              <a:t>(Python and more) learning track: </a:t>
            </a:r>
            <a:br>
              <a:rPr lang="en-US" dirty="0"/>
            </a:br>
            <a:r>
              <a:rPr lang="en-US" dirty="0">
                <a:hlinkClick r:id="rId4"/>
              </a:rPr>
              <a:t>https://gjbex.github.io/Training-sessions/</a:t>
            </a:r>
            <a:r>
              <a:rPr lang="en-US" dirty="0"/>
              <a:t> 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3798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593"/>
    </mc:Choice>
    <mc:Fallback xmlns="">
      <p:transition spd="slow" advTm="7259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Python</vt:lpstr>
      <vt:lpstr>… keep learning</vt:lpstr>
    </vt:vector>
  </TitlesOfParts>
  <Company>KU 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Van Puyvelde</dc:creator>
  <cp:lastModifiedBy>Ehsan Moravveji</cp:lastModifiedBy>
  <cp:revision>617</cp:revision>
  <dcterms:created xsi:type="dcterms:W3CDTF">2017-04-04T14:55:01Z</dcterms:created>
  <dcterms:modified xsi:type="dcterms:W3CDTF">2026-10-06T06:37:26Z</dcterms:modified>
</cp:coreProperties>
</file>