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62" r:id="rId2"/>
    <p:sldId id="258" r:id="rId3"/>
    <p:sldId id="822" r:id="rId4"/>
    <p:sldId id="824" r:id="rId5"/>
    <p:sldId id="825" r:id="rId6"/>
    <p:sldId id="823" r:id="rId7"/>
    <p:sldId id="497" r:id="rId8"/>
    <p:sldId id="648" r:id="rId9"/>
    <p:sldId id="259" r:id="rId10"/>
    <p:sldId id="260" r:id="rId11"/>
    <p:sldId id="261" r:id="rId12"/>
    <p:sldId id="263" r:id="rId13"/>
    <p:sldId id="826" r:id="rId14"/>
    <p:sldId id="830" r:id="rId15"/>
    <p:sldId id="641" r:id="rId16"/>
    <p:sldId id="821" r:id="rId17"/>
    <p:sldId id="645" r:id="rId18"/>
    <p:sldId id="646" r:id="rId19"/>
    <p:sldId id="649" r:id="rId20"/>
    <p:sldId id="474" r:id="rId21"/>
    <p:sldId id="470" r:id="rId22"/>
    <p:sldId id="513" r:id="rId23"/>
    <p:sldId id="472" r:id="rId24"/>
    <p:sldId id="471" r:id="rId25"/>
    <p:sldId id="327" r:id="rId26"/>
    <p:sldId id="330" r:id="rId27"/>
    <p:sldId id="473" r:id="rId28"/>
    <p:sldId id="466" r:id="rId29"/>
    <p:sldId id="827" r:id="rId30"/>
    <p:sldId id="357" r:id="rId31"/>
    <p:sldId id="440" r:id="rId32"/>
    <p:sldId id="299" r:id="rId33"/>
    <p:sldId id="465" r:id="rId34"/>
    <p:sldId id="422" r:id="rId35"/>
    <p:sldId id="460" r:id="rId36"/>
    <p:sldId id="512" r:id="rId37"/>
    <p:sldId id="437" r:id="rId38"/>
    <p:sldId id="338" r:id="rId39"/>
    <p:sldId id="438" r:id="rId40"/>
    <p:sldId id="828" r:id="rId41"/>
    <p:sldId id="829" r:id="rId42"/>
    <p:sldId id="279" r:id="rId43"/>
    <p:sldId id="457" r:id="rId44"/>
    <p:sldId id="453" r:id="rId45"/>
  </p:sldIdLst>
  <p:sldSz cx="12192000" cy="6858000"/>
  <p:notesSz cx="6797675" cy="9928225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E96B4F-8FDF-4800-B215-A58B25234235}">
          <p14:sldIdLst>
            <p14:sldId id="262"/>
            <p14:sldId id="258"/>
          </p14:sldIdLst>
        </p14:section>
        <p14:section name="Content this session" id="{A90A9E10-E700-496A-87D7-19621D4DA147}">
          <p14:sldIdLst>
            <p14:sldId id="822"/>
            <p14:sldId id="824"/>
            <p14:sldId id="825"/>
            <p14:sldId id="823"/>
            <p14:sldId id="497"/>
            <p14:sldId id="648"/>
            <p14:sldId id="259"/>
            <p14:sldId id="260"/>
            <p14:sldId id="261"/>
            <p14:sldId id="263"/>
            <p14:sldId id="826"/>
            <p14:sldId id="830"/>
          </p14:sldIdLst>
        </p14:section>
        <p14:section name="global overview" id="{A47B973D-8192-4585-9723-D73D2CE177B8}">
          <p14:sldIdLst>
            <p14:sldId id="641"/>
            <p14:sldId id="821"/>
            <p14:sldId id="645"/>
            <p14:sldId id="646"/>
            <p14:sldId id="649"/>
          </p14:sldIdLst>
        </p14:section>
        <p14:section name="Why programming" id="{997DE56C-9811-4ECE-9763-D8558C2DC62F}">
          <p14:sldIdLst>
            <p14:sldId id="474"/>
            <p14:sldId id="470"/>
            <p14:sldId id="513"/>
            <p14:sldId id="472"/>
            <p14:sldId id="471"/>
            <p14:sldId id="327"/>
            <p14:sldId id="330"/>
            <p14:sldId id="473"/>
          </p14:sldIdLst>
        </p14:section>
        <p14:section name="About Python" id="{E0166E9F-00A3-48C1-BDF5-E5144822804C}">
          <p14:sldIdLst>
            <p14:sldId id="466"/>
            <p14:sldId id="827"/>
            <p14:sldId id="357"/>
            <p14:sldId id="440"/>
          </p14:sldIdLst>
        </p14:section>
        <p14:section name="Setting the scene" id="{C0D8E901-3C52-477C-9070-19AC0D5071FE}">
          <p14:sldIdLst>
            <p14:sldId id="299"/>
            <p14:sldId id="465"/>
            <p14:sldId id="422"/>
            <p14:sldId id="460"/>
            <p14:sldId id="512"/>
            <p14:sldId id="437"/>
            <p14:sldId id="338"/>
            <p14:sldId id="438"/>
            <p14:sldId id="828"/>
            <p14:sldId id="829"/>
            <p14:sldId id="279"/>
            <p14:sldId id="457"/>
            <p14:sldId id="4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9246A1-4CB0-4273-88C4-588A421CF131}" v="21" dt="2025-10-09T12:14:35.6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3" autoAdjust="0"/>
    <p:restoredTop sz="93067" autoAdjust="0"/>
  </p:normalViewPr>
  <p:slideViewPr>
    <p:cSldViewPr snapToGrid="0" showGuides="1">
      <p:cViewPr varScale="1">
        <p:scale>
          <a:sx n="57" d="100"/>
          <a:sy n="57" d="100"/>
        </p:scale>
        <p:origin x="94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353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hsan Moravveji" userId="21e7e8ea3c9f37f0" providerId="LiveId" clId="{9D9246A1-4CB0-4273-88C4-588A421CF131}"/>
    <pc:docChg chg="undo custSel addSld delSld modSld sldOrd addSection delSection modSection">
      <pc:chgData name="Ehsan Moravveji" userId="21e7e8ea3c9f37f0" providerId="LiveId" clId="{9D9246A1-4CB0-4273-88C4-588A421CF131}" dt="2025-10-09T14:38:52.868" v="827" actId="20577"/>
      <pc:docMkLst>
        <pc:docMk/>
      </pc:docMkLst>
      <pc:sldChg chg="modSp mod">
        <pc:chgData name="Ehsan Moravveji" userId="21e7e8ea3c9f37f0" providerId="LiveId" clId="{9D9246A1-4CB0-4273-88C4-588A421CF131}" dt="2025-09-22T10:42:40.224" v="116" actId="20577"/>
        <pc:sldMkLst>
          <pc:docMk/>
          <pc:sldMk cId="1980080033" sldId="258"/>
        </pc:sldMkLst>
        <pc:spChg chg="mod">
          <ac:chgData name="Ehsan Moravveji" userId="21e7e8ea3c9f37f0" providerId="LiveId" clId="{9D9246A1-4CB0-4273-88C4-588A421CF131}" dt="2025-09-22T10:42:40.224" v="116" actId="20577"/>
          <ac:spMkLst>
            <pc:docMk/>
            <pc:sldMk cId="1980080033" sldId="258"/>
            <ac:spMk id="2" creationId="{00000000-0000-0000-0000-000000000000}"/>
          </ac:spMkLst>
        </pc:spChg>
      </pc:sldChg>
      <pc:sldChg chg="modSp mod">
        <pc:chgData name="Ehsan Moravveji" userId="21e7e8ea3c9f37f0" providerId="LiveId" clId="{9D9246A1-4CB0-4273-88C4-588A421CF131}" dt="2025-10-08T12:36:02.143" v="515" actId="20577"/>
        <pc:sldMkLst>
          <pc:docMk/>
          <pc:sldMk cId="3778624420" sldId="259"/>
        </pc:sldMkLst>
        <pc:spChg chg="mod">
          <ac:chgData name="Ehsan Moravveji" userId="21e7e8ea3c9f37f0" providerId="LiveId" clId="{9D9246A1-4CB0-4273-88C4-588A421CF131}" dt="2025-10-08T12:36:02.143" v="515" actId="20577"/>
          <ac:spMkLst>
            <pc:docMk/>
            <pc:sldMk cId="3778624420" sldId="259"/>
            <ac:spMk id="2" creationId="{00000000-0000-0000-0000-000000000000}"/>
          </ac:spMkLst>
        </pc:spChg>
      </pc:sldChg>
      <pc:sldChg chg="modSp mod">
        <pc:chgData name="Ehsan Moravveji" userId="21e7e8ea3c9f37f0" providerId="LiveId" clId="{9D9246A1-4CB0-4273-88C4-588A421CF131}" dt="2025-10-09T14:38:52.868" v="827" actId="20577"/>
        <pc:sldMkLst>
          <pc:docMk/>
          <pc:sldMk cId="2042197764" sldId="260"/>
        </pc:sldMkLst>
        <pc:spChg chg="mod">
          <ac:chgData name="Ehsan Moravveji" userId="21e7e8ea3c9f37f0" providerId="LiveId" clId="{9D9246A1-4CB0-4273-88C4-588A421CF131}" dt="2025-10-09T14:38:52.868" v="827" actId="20577"/>
          <ac:spMkLst>
            <pc:docMk/>
            <pc:sldMk cId="2042197764" sldId="260"/>
            <ac:spMk id="2" creationId="{00000000-0000-0000-0000-000000000000}"/>
          </ac:spMkLst>
        </pc:spChg>
      </pc:sldChg>
      <pc:sldChg chg="modSp mod">
        <pc:chgData name="Ehsan Moravveji" userId="21e7e8ea3c9f37f0" providerId="LiveId" clId="{9D9246A1-4CB0-4273-88C4-588A421CF131}" dt="2025-10-09T12:49:37.307" v="812" actId="20577"/>
        <pc:sldMkLst>
          <pc:docMk/>
          <pc:sldMk cId="3958037627" sldId="261"/>
        </pc:sldMkLst>
        <pc:spChg chg="mod">
          <ac:chgData name="Ehsan Moravveji" userId="21e7e8ea3c9f37f0" providerId="LiveId" clId="{9D9246A1-4CB0-4273-88C4-588A421CF131}" dt="2025-10-09T12:49:37.307" v="812" actId="20577"/>
          <ac:spMkLst>
            <pc:docMk/>
            <pc:sldMk cId="3958037627" sldId="261"/>
            <ac:spMk id="2" creationId="{00000000-0000-0000-0000-000000000000}"/>
          </ac:spMkLst>
        </pc:spChg>
      </pc:sldChg>
      <pc:sldChg chg="add del">
        <pc:chgData name="Ehsan Moravveji" userId="21e7e8ea3c9f37f0" providerId="LiveId" clId="{9D9246A1-4CB0-4273-88C4-588A421CF131}" dt="2025-10-09T12:14:35.641" v="737"/>
        <pc:sldMkLst>
          <pc:docMk/>
          <pc:sldMk cId="3262896015" sldId="279"/>
        </pc:sldMkLst>
      </pc:sldChg>
      <pc:sldChg chg="add del">
        <pc:chgData name="Ehsan Moravveji" userId="21e7e8ea3c9f37f0" providerId="LiveId" clId="{9D9246A1-4CB0-4273-88C4-588A421CF131}" dt="2025-10-09T12:14:35.641" v="737"/>
        <pc:sldMkLst>
          <pc:docMk/>
          <pc:sldMk cId="809848559" sldId="299"/>
        </pc:sldMkLst>
      </pc:sldChg>
      <pc:sldChg chg="add del ord">
        <pc:chgData name="Ehsan Moravveji" userId="21e7e8ea3c9f37f0" providerId="LiveId" clId="{9D9246A1-4CB0-4273-88C4-588A421CF131}" dt="2025-10-09T12:14:08.008" v="732"/>
        <pc:sldMkLst>
          <pc:docMk/>
          <pc:sldMk cId="68602542" sldId="327"/>
        </pc:sldMkLst>
      </pc:sldChg>
      <pc:sldChg chg="add del ord">
        <pc:chgData name="Ehsan Moravveji" userId="21e7e8ea3c9f37f0" providerId="LiveId" clId="{9D9246A1-4CB0-4273-88C4-588A421CF131}" dt="2025-10-09T12:14:08.008" v="732"/>
        <pc:sldMkLst>
          <pc:docMk/>
          <pc:sldMk cId="1475826061" sldId="330"/>
        </pc:sldMkLst>
      </pc:sldChg>
      <pc:sldChg chg="add del">
        <pc:chgData name="Ehsan Moravveji" userId="21e7e8ea3c9f37f0" providerId="LiveId" clId="{9D9246A1-4CB0-4273-88C4-588A421CF131}" dt="2025-10-09T12:14:35.641" v="737"/>
        <pc:sldMkLst>
          <pc:docMk/>
          <pc:sldMk cId="3462768729" sldId="338"/>
        </pc:sldMkLst>
      </pc:sldChg>
      <pc:sldChg chg="add del">
        <pc:chgData name="Ehsan Moravveji" userId="21e7e8ea3c9f37f0" providerId="LiveId" clId="{9D9246A1-4CB0-4273-88C4-588A421CF131}" dt="2025-10-09T12:13:17.400" v="718"/>
        <pc:sldMkLst>
          <pc:docMk/>
          <pc:sldMk cId="2849695021" sldId="357"/>
        </pc:sldMkLst>
      </pc:sldChg>
      <pc:sldChg chg="add del">
        <pc:chgData name="Ehsan Moravveji" userId="21e7e8ea3c9f37f0" providerId="LiveId" clId="{9D9246A1-4CB0-4273-88C4-588A421CF131}" dt="2025-10-09T12:14:35.641" v="737"/>
        <pc:sldMkLst>
          <pc:docMk/>
          <pc:sldMk cId="55472293" sldId="422"/>
        </pc:sldMkLst>
      </pc:sldChg>
      <pc:sldChg chg="add del">
        <pc:chgData name="Ehsan Moravveji" userId="21e7e8ea3c9f37f0" providerId="LiveId" clId="{9D9246A1-4CB0-4273-88C4-588A421CF131}" dt="2025-10-09T12:14:35.641" v="737"/>
        <pc:sldMkLst>
          <pc:docMk/>
          <pc:sldMk cId="1912470027" sldId="437"/>
        </pc:sldMkLst>
      </pc:sldChg>
      <pc:sldChg chg="add del">
        <pc:chgData name="Ehsan Moravveji" userId="21e7e8ea3c9f37f0" providerId="LiveId" clId="{9D9246A1-4CB0-4273-88C4-588A421CF131}" dt="2025-10-09T12:14:35.641" v="737"/>
        <pc:sldMkLst>
          <pc:docMk/>
          <pc:sldMk cId="3887120031" sldId="438"/>
        </pc:sldMkLst>
      </pc:sldChg>
      <pc:sldChg chg="add del">
        <pc:chgData name="Ehsan Moravveji" userId="21e7e8ea3c9f37f0" providerId="LiveId" clId="{9D9246A1-4CB0-4273-88C4-588A421CF131}" dt="2025-10-09T12:13:17.400" v="718"/>
        <pc:sldMkLst>
          <pc:docMk/>
          <pc:sldMk cId="1175185110" sldId="440"/>
        </pc:sldMkLst>
      </pc:sldChg>
      <pc:sldChg chg="add del">
        <pc:chgData name="Ehsan Moravveji" userId="21e7e8ea3c9f37f0" providerId="LiveId" clId="{9D9246A1-4CB0-4273-88C4-588A421CF131}" dt="2025-10-09T12:14:35.641" v="737"/>
        <pc:sldMkLst>
          <pc:docMk/>
          <pc:sldMk cId="3893391864" sldId="453"/>
        </pc:sldMkLst>
      </pc:sldChg>
      <pc:sldChg chg="add del">
        <pc:chgData name="Ehsan Moravveji" userId="21e7e8ea3c9f37f0" providerId="LiveId" clId="{9D9246A1-4CB0-4273-88C4-588A421CF131}" dt="2025-10-09T12:14:35.641" v="737"/>
        <pc:sldMkLst>
          <pc:docMk/>
          <pc:sldMk cId="2336708305" sldId="457"/>
        </pc:sldMkLst>
      </pc:sldChg>
      <pc:sldChg chg="add del">
        <pc:chgData name="Ehsan Moravveji" userId="21e7e8ea3c9f37f0" providerId="LiveId" clId="{9D9246A1-4CB0-4273-88C4-588A421CF131}" dt="2025-10-09T12:14:35.641" v="737"/>
        <pc:sldMkLst>
          <pc:docMk/>
          <pc:sldMk cId="563494216" sldId="460"/>
        </pc:sldMkLst>
      </pc:sldChg>
      <pc:sldChg chg="add del">
        <pc:chgData name="Ehsan Moravveji" userId="21e7e8ea3c9f37f0" providerId="LiveId" clId="{9D9246A1-4CB0-4273-88C4-588A421CF131}" dt="2025-10-09T12:14:35.641" v="737"/>
        <pc:sldMkLst>
          <pc:docMk/>
          <pc:sldMk cId="855690163" sldId="465"/>
        </pc:sldMkLst>
      </pc:sldChg>
      <pc:sldChg chg="add del">
        <pc:chgData name="Ehsan Moravveji" userId="21e7e8ea3c9f37f0" providerId="LiveId" clId="{9D9246A1-4CB0-4273-88C4-588A421CF131}" dt="2025-10-09T12:13:17.400" v="718"/>
        <pc:sldMkLst>
          <pc:docMk/>
          <pc:sldMk cId="2636467070" sldId="466"/>
        </pc:sldMkLst>
      </pc:sldChg>
      <pc:sldChg chg="add del ord">
        <pc:chgData name="Ehsan Moravveji" userId="21e7e8ea3c9f37f0" providerId="LiveId" clId="{9D9246A1-4CB0-4273-88C4-588A421CF131}" dt="2025-10-09T12:14:08.008" v="732"/>
        <pc:sldMkLst>
          <pc:docMk/>
          <pc:sldMk cId="1995108590" sldId="470"/>
        </pc:sldMkLst>
      </pc:sldChg>
      <pc:sldChg chg="add del ord">
        <pc:chgData name="Ehsan Moravveji" userId="21e7e8ea3c9f37f0" providerId="LiveId" clId="{9D9246A1-4CB0-4273-88C4-588A421CF131}" dt="2025-10-09T12:14:08.008" v="732"/>
        <pc:sldMkLst>
          <pc:docMk/>
          <pc:sldMk cId="418755341" sldId="471"/>
        </pc:sldMkLst>
      </pc:sldChg>
      <pc:sldChg chg="add del ord">
        <pc:chgData name="Ehsan Moravveji" userId="21e7e8ea3c9f37f0" providerId="LiveId" clId="{9D9246A1-4CB0-4273-88C4-588A421CF131}" dt="2025-10-09T12:14:08.008" v="732"/>
        <pc:sldMkLst>
          <pc:docMk/>
          <pc:sldMk cId="2322621052" sldId="472"/>
        </pc:sldMkLst>
      </pc:sldChg>
      <pc:sldChg chg="add del ord">
        <pc:chgData name="Ehsan Moravveji" userId="21e7e8ea3c9f37f0" providerId="LiveId" clId="{9D9246A1-4CB0-4273-88C4-588A421CF131}" dt="2025-10-09T12:14:08.008" v="732"/>
        <pc:sldMkLst>
          <pc:docMk/>
          <pc:sldMk cId="3904414973" sldId="473"/>
        </pc:sldMkLst>
      </pc:sldChg>
      <pc:sldChg chg="add del ord">
        <pc:chgData name="Ehsan Moravveji" userId="21e7e8ea3c9f37f0" providerId="LiveId" clId="{9D9246A1-4CB0-4273-88C4-588A421CF131}" dt="2025-10-09T12:14:08.008" v="732"/>
        <pc:sldMkLst>
          <pc:docMk/>
          <pc:sldMk cId="2899287060" sldId="474"/>
        </pc:sldMkLst>
      </pc:sldChg>
      <pc:sldChg chg="add del">
        <pc:chgData name="Ehsan Moravveji" userId="21e7e8ea3c9f37f0" providerId="LiveId" clId="{9D9246A1-4CB0-4273-88C4-588A421CF131}" dt="2025-10-09T12:14:35.641" v="737"/>
        <pc:sldMkLst>
          <pc:docMk/>
          <pc:sldMk cId="3221007457" sldId="512"/>
        </pc:sldMkLst>
      </pc:sldChg>
      <pc:sldChg chg="add del ord">
        <pc:chgData name="Ehsan Moravveji" userId="21e7e8ea3c9f37f0" providerId="LiveId" clId="{9D9246A1-4CB0-4273-88C4-588A421CF131}" dt="2025-10-09T12:14:08.008" v="732"/>
        <pc:sldMkLst>
          <pc:docMk/>
          <pc:sldMk cId="1376338057" sldId="513"/>
        </pc:sldMkLst>
      </pc:sldChg>
      <pc:sldChg chg="modSp mod">
        <pc:chgData name="Ehsan Moravveji" userId="21e7e8ea3c9f37f0" providerId="LiveId" clId="{9D9246A1-4CB0-4273-88C4-588A421CF131}" dt="2025-09-22T10:42:59.095" v="124" actId="20577"/>
        <pc:sldMkLst>
          <pc:docMk/>
          <pc:sldMk cId="2134752470" sldId="822"/>
        </pc:sldMkLst>
        <pc:spChg chg="mod">
          <ac:chgData name="Ehsan Moravveji" userId="21e7e8ea3c9f37f0" providerId="LiveId" clId="{9D9246A1-4CB0-4273-88C4-588A421CF131}" dt="2025-09-22T10:42:59.095" v="124" actId="20577"/>
          <ac:spMkLst>
            <pc:docMk/>
            <pc:sldMk cId="2134752470" sldId="822"/>
            <ac:spMk id="2" creationId="{00000000-0000-0000-0000-000000000000}"/>
          </ac:spMkLst>
        </pc:spChg>
      </pc:sldChg>
      <pc:sldChg chg="modSp mod">
        <pc:chgData name="Ehsan Moravveji" userId="21e7e8ea3c9f37f0" providerId="LiveId" clId="{9D9246A1-4CB0-4273-88C4-588A421CF131}" dt="2025-09-22T10:44:12.705" v="125" actId="20577"/>
        <pc:sldMkLst>
          <pc:docMk/>
          <pc:sldMk cId="2137659803" sldId="824"/>
        </pc:sldMkLst>
        <pc:spChg chg="mod">
          <ac:chgData name="Ehsan Moravveji" userId="21e7e8ea3c9f37f0" providerId="LiveId" clId="{9D9246A1-4CB0-4273-88C4-588A421CF131}" dt="2025-09-22T10:44:12.705" v="125" actId="20577"/>
          <ac:spMkLst>
            <pc:docMk/>
            <pc:sldMk cId="2137659803" sldId="824"/>
            <ac:spMk id="5" creationId="{28B150F4-5E45-EA56-B2C4-FAFE80B08060}"/>
          </ac:spMkLst>
        </pc:spChg>
      </pc:sldChg>
      <pc:sldChg chg="modSp new mod">
        <pc:chgData name="Ehsan Moravveji" userId="21e7e8ea3c9f37f0" providerId="LiveId" clId="{9D9246A1-4CB0-4273-88C4-588A421CF131}" dt="2025-09-22T10:45:57.095" v="252" actId="20577"/>
        <pc:sldMkLst>
          <pc:docMk/>
          <pc:sldMk cId="665008192" sldId="825"/>
        </pc:sldMkLst>
        <pc:spChg chg="mod">
          <ac:chgData name="Ehsan Moravveji" userId="21e7e8ea3c9f37f0" providerId="LiveId" clId="{9D9246A1-4CB0-4273-88C4-588A421CF131}" dt="2025-09-22T10:44:52.359" v="154" actId="20577"/>
          <ac:spMkLst>
            <pc:docMk/>
            <pc:sldMk cId="665008192" sldId="825"/>
            <ac:spMk id="2" creationId="{6FC04B4F-65DC-DF66-33B4-2942871831E9}"/>
          </ac:spMkLst>
        </pc:spChg>
        <pc:spChg chg="mod">
          <ac:chgData name="Ehsan Moravveji" userId="21e7e8ea3c9f37f0" providerId="LiveId" clId="{9D9246A1-4CB0-4273-88C4-588A421CF131}" dt="2025-09-22T10:45:57.095" v="252" actId="20577"/>
          <ac:spMkLst>
            <pc:docMk/>
            <pc:sldMk cId="665008192" sldId="825"/>
            <ac:spMk id="3" creationId="{14A4E6D6-7D69-D5E8-0F61-FB789217ED86}"/>
          </ac:spMkLst>
        </pc:spChg>
      </pc:sldChg>
      <pc:sldChg chg="add del">
        <pc:chgData name="Ehsan Moravveji" userId="21e7e8ea3c9f37f0" providerId="LiveId" clId="{9D9246A1-4CB0-4273-88C4-588A421CF131}" dt="2025-10-09T12:12:34.986" v="714"/>
        <pc:sldMkLst>
          <pc:docMk/>
          <pc:sldMk cId="158258528" sldId="826"/>
        </pc:sldMkLst>
      </pc:sldChg>
      <pc:sldChg chg="addSp delSp modSp add del mod">
        <pc:chgData name="Ehsan Moravveji" userId="21e7e8ea3c9f37f0" providerId="LiveId" clId="{9D9246A1-4CB0-4273-88C4-588A421CF131}" dt="2025-10-09T12:12:44.506" v="715" actId="2696"/>
        <pc:sldMkLst>
          <pc:docMk/>
          <pc:sldMk cId="3567066526" sldId="826"/>
        </pc:sldMkLst>
      </pc:sldChg>
      <pc:sldChg chg="add">
        <pc:chgData name="Ehsan Moravveji" userId="21e7e8ea3c9f37f0" providerId="LiveId" clId="{9D9246A1-4CB0-4273-88C4-588A421CF131}" dt="2025-10-09T12:13:17.400" v="718"/>
        <pc:sldMkLst>
          <pc:docMk/>
          <pc:sldMk cId="158258528" sldId="827"/>
        </pc:sldMkLst>
      </pc:sldChg>
      <pc:sldChg chg="add del">
        <pc:chgData name="Ehsan Moravveji" userId="21e7e8ea3c9f37f0" providerId="LiveId" clId="{9D9246A1-4CB0-4273-88C4-588A421CF131}" dt="2025-10-09T12:11:36.487" v="705"/>
        <pc:sldMkLst>
          <pc:docMk/>
          <pc:sldMk cId="3567066526" sldId="827"/>
        </pc:sldMkLst>
      </pc:sldChg>
      <pc:sldChg chg="new del">
        <pc:chgData name="Ehsan Moravveji" userId="21e7e8ea3c9f37f0" providerId="LiveId" clId="{9D9246A1-4CB0-4273-88C4-588A421CF131}" dt="2025-10-09T12:12:23.475" v="709" actId="680"/>
        <pc:sldMkLst>
          <pc:docMk/>
          <pc:sldMk cId="3742351608" sldId="827"/>
        </pc:sldMkLst>
      </pc:sldChg>
      <pc:sldChg chg="new del">
        <pc:chgData name="Ehsan Moravveji" userId="21e7e8ea3c9f37f0" providerId="LiveId" clId="{9D9246A1-4CB0-4273-88C4-588A421CF131}" dt="2025-10-09T12:12:23.109" v="708" actId="680"/>
        <pc:sldMkLst>
          <pc:docMk/>
          <pc:sldMk cId="84106206" sldId="828"/>
        </pc:sldMkLst>
      </pc:sldChg>
      <pc:sldChg chg="add del">
        <pc:chgData name="Ehsan Moravveji" userId="21e7e8ea3c9f37f0" providerId="LiveId" clId="{9D9246A1-4CB0-4273-88C4-588A421CF131}" dt="2025-10-09T12:14:28.666" v="734"/>
        <pc:sldMkLst>
          <pc:docMk/>
          <pc:sldMk cId="1739620194" sldId="828"/>
        </pc:sldMkLst>
      </pc:sldChg>
      <pc:sldChg chg="add">
        <pc:chgData name="Ehsan Moravveji" userId="21e7e8ea3c9f37f0" providerId="LiveId" clId="{9D9246A1-4CB0-4273-88C4-588A421CF131}" dt="2025-10-09T12:14:35.641" v="737"/>
        <pc:sldMkLst>
          <pc:docMk/>
          <pc:sldMk cId="3260243130" sldId="828"/>
        </pc:sldMkLst>
      </pc:sldChg>
      <pc:sldChg chg="new del">
        <pc:chgData name="Ehsan Moravveji" userId="21e7e8ea3c9f37f0" providerId="LiveId" clId="{9D9246A1-4CB0-4273-88C4-588A421CF131}" dt="2025-10-09T12:13:49.085" v="728" actId="47"/>
        <pc:sldMkLst>
          <pc:docMk/>
          <pc:sldMk cId="3645180080" sldId="828"/>
        </pc:sldMkLst>
      </pc:sldChg>
      <pc:sldChg chg="add del">
        <pc:chgData name="Ehsan Moravveji" userId="21e7e8ea3c9f37f0" providerId="LiveId" clId="{9D9246A1-4CB0-4273-88C4-588A421CF131}" dt="2025-10-09T12:11:36.487" v="705"/>
        <pc:sldMkLst>
          <pc:docMk/>
          <pc:sldMk cId="3705964690" sldId="828"/>
        </pc:sldMkLst>
      </pc:sldChg>
      <pc:sldChg chg="add del">
        <pc:chgData name="Ehsan Moravveji" userId="21e7e8ea3c9f37f0" providerId="LiveId" clId="{9D9246A1-4CB0-4273-88C4-588A421CF131}" dt="2025-10-09T12:14:35.641" v="737"/>
        <pc:sldMkLst>
          <pc:docMk/>
          <pc:sldMk cId="3705964690" sldId="829"/>
        </pc:sldMkLst>
      </pc:sldChg>
      <pc:sldChg chg="new del">
        <pc:chgData name="Ehsan Moravveji" userId="21e7e8ea3c9f37f0" providerId="LiveId" clId="{9D9246A1-4CB0-4273-88C4-588A421CF131}" dt="2025-10-09T12:13:48.296" v="727" actId="47"/>
        <pc:sldMkLst>
          <pc:docMk/>
          <pc:sldMk cId="4238890449" sldId="829"/>
        </pc:sldMkLst>
      </pc:sldChg>
      <pc:sldChg chg="new del">
        <pc:chgData name="Ehsan Moravveji" userId="21e7e8ea3c9f37f0" providerId="LiveId" clId="{9D9246A1-4CB0-4273-88C4-588A421CF131}" dt="2025-10-09T12:13:47.566" v="726" actId="47"/>
        <pc:sldMkLst>
          <pc:docMk/>
          <pc:sldMk cId="3969166388" sldId="830"/>
        </pc:sldMkLst>
      </pc:sldChg>
      <pc:sldChg chg="new del">
        <pc:chgData name="Ehsan Moravveji" userId="21e7e8ea3c9f37f0" providerId="LiveId" clId="{9D9246A1-4CB0-4273-88C4-588A421CF131}" dt="2025-10-09T12:13:46.760" v="725" actId="47"/>
        <pc:sldMkLst>
          <pc:docMk/>
          <pc:sldMk cId="3770258193" sldId="831"/>
        </pc:sldMkLst>
      </pc:sldChg>
    </pc:docChg>
  </pc:docChgLst>
  <pc:docChgLst>
    <pc:chgData name="Frank Van Puyvelde" userId="ba4190df-4674-45fe-be59-1502c3515486" providerId="ADAL" clId="{7F80BC0D-5411-433C-A6D2-DD5325DF1403}"/>
    <pc:docChg chg="undo custSel modSld">
      <pc:chgData name="Frank Van Puyvelde" userId="ba4190df-4674-45fe-be59-1502c3515486" providerId="ADAL" clId="{7F80BC0D-5411-433C-A6D2-DD5325DF1403}" dt="2024-06-25T09:22:05.349" v="283" actId="20577"/>
      <pc:docMkLst>
        <pc:docMk/>
      </pc:docMkLst>
      <pc:sldChg chg="modSp mod">
        <pc:chgData name="Frank Van Puyvelde" userId="ba4190df-4674-45fe-be59-1502c3515486" providerId="ADAL" clId="{7F80BC0D-5411-433C-A6D2-DD5325DF1403}" dt="2024-06-25T09:22:05.349" v="283" actId="20577"/>
        <pc:sldMkLst>
          <pc:docMk/>
          <pc:sldMk cId="1510136275" sldId="263"/>
        </pc:sldMkLst>
      </pc:sldChg>
      <pc:sldChg chg="modSp mod">
        <pc:chgData name="Frank Van Puyvelde" userId="ba4190df-4674-45fe-be59-1502c3515486" providerId="ADAL" clId="{7F80BC0D-5411-433C-A6D2-DD5325DF1403}" dt="2024-06-25T09:20:49.251" v="274" actId="20577"/>
        <pc:sldMkLst>
          <pc:docMk/>
          <pc:sldMk cId="2137659803" sldId="824"/>
        </pc:sldMkLst>
      </pc:sldChg>
    </pc:docChg>
  </pc:docChgLst>
  <pc:docChgLst>
    <pc:chgData name="Frank Van Puyvelde" userId="ba4190df-4674-45fe-be59-1502c3515486" providerId="ADAL" clId="{46A49013-7A0F-4944-916D-823DEEF8AD41}"/>
    <pc:docChg chg="custSel modSld">
      <pc:chgData name="Frank Van Puyvelde" userId="ba4190df-4674-45fe-be59-1502c3515486" providerId="ADAL" clId="{46A49013-7A0F-4944-916D-823DEEF8AD41}" dt="2023-02-07T10:51:36.518" v="6" actId="15"/>
      <pc:docMkLst>
        <pc:docMk/>
      </pc:docMkLst>
      <pc:sldChg chg="modSp mod">
        <pc:chgData name="Frank Van Puyvelde" userId="ba4190df-4674-45fe-be59-1502c3515486" providerId="ADAL" clId="{46A49013-7A0F-4944-916D-823DEEF8AD41}" dt="2023-02-07T10:51:36.518" v="6" actId="15"/>
        <pc:sldMkLst>
          <pc:docMk/>
          <pc:sldMk cId="3778624420" sldId="259"/>
        </pc:sldMkLst>
      </pc:sldChg>
      <pc:sldChg chg="modSp mod modAnim">
        <pc:chgData name="Frank Van Puyvelde" userId="ba4190df-4674-45fe-be59-1502c3515486" providerId="ADAL" clId="{46A49013-7A0F-4944-916D-823DEEF8AD41}" dt="2023-02-07T10:50:41.762" v="5" actId="27636"/>
        <pc:sldMkLst>
          <pc:docMk/>
          <pc:sldMk cId="1360806744" sldId="497"/>
        </pc:sldMkLst>
      </pc:sldChg>
    </pc:docChg>
  </pc:docChgLst>
  <pc:docChgLst>
    <pc:chgData name="Frank Van Puyvelde" userId="ba4190df-4674-45fe-be59-1502c3515486" providerId="ADAL" clId="{8EA549DE-3D6C-4087-A488-36AC6A99C61B}"/>
    <pc:docChg chg="custSel modSld">
      <pc:chgData name="Frank Van Puyvelde" userId="ba4190df-4674-45fe-be59-1502c3515486" providerId="ADAL" clId="{8EA549DE-3D6C-4087-A488-36AC6A99C61B}" dt="2023-09-01T08:43:04.671" v="347" actId="6549"/>
      <pc:docMkLst>
        <pc:docMk/>
      </pc:docMkLst>
      <pc:sldChg chg="modSp mod">
        <pc:chgData name="Frank Van Puyvelde" userId="ba4190df-4674-45fe-be59-1502c3515486" providerId="ADAL" clId="{8EA549DE-3D6C-4087-A488-36AC6A99C61B}" dt="2023-09-01T08:43:04.671" v="347" actId="6549"/>
        <pc:sldMkLst>
          <pc:docMk/>
          <pc:sldMk cId="3778624420" sldId="259"/>
        </pc:sldMkLst>
      </pc:sldChg>
      <pc:sldChg chg="modSp mod modAnim">
        <pc:chgData name="Frank Van Puyvelde" userId="ba4190df-4674-45fe-be59-1502c3515486" providerId="ADAL" clId="{8EA549DE-3D6C-4087-A488-36AC6A99C61B}" dt="2023-09-01T08:39:56.715" v="316" actId="20577"/>
        <pc:sldMkLst>
          <pc:docMk/>
          <pc:sldMk cId="1360806744" sldId="497"/>
        </pc:sldMkLst>
      </pc:sldChg>
    </pc:docChg>
  </pc:docChgLst>
  <pc:docChgLst>
    <pc:chgData name="Frank Van Puyvelde" userId="ba4190df-4674-45fe-be59-1502c3515486" providerId="ADAL" clId="{C342FED7-D337-4180-AAC0-386296E1AD67}"/>
    <pc:docChg chg="custSel modSld">
      <pc:chgData name="Frank Van Puyvelde" userId="ba4190df-4674-45fe-be59-1502c3515486" providerId="ADAL" clId="{C342FED7-D337-4180-AAC0-386296E1AD67}" dt="2022-10-21T08:33:41.237" v="28" actId="729"/>
      <pc:docMkLst>
        <pc:docMk/>
      </pc:docMkLst>
      <pc:sldChg chg="delSp modSp mod modAnim">
        <pc:chgData name="Frank Van Puyvelde" userId="ba4190df-4674-45fe-be59-1502c3515486" providerId="ADAL" clId="{C342FED7-D337-4180-AAC0-386296E1AD67}" dt="2022-10-21T08:27:06.447" v="23" actId="404"/>
        <pc:sldMkLst>
          <pc:docMk/>
          <pc:sldMk cId="1360806744" sldId="497"/>
        </pc:sldMkLst>
      </pc:sldChg>
      <pc:sldChg chg="mod modShow">
        <pc:chgData name="Frank Van Puyvelde" userId="ba4190df-4674-45fe-be59-1502c3515486" providerId="ADAL" clId="{C342FED7-D337-4180-AAC0-386296E1AD67}" dt="2022-10-21T08:33:31.834" v="25" actId="729"/>
        <pc:sldMkLst>
          <pc:docMk/>
          <pc:sldMk cId="2523486073" sldId="641"/>
        </pc:sldMkLst>
      </pc:sldChg>
      <pc:sldChg chg="mod modShow">
        <pc:chgData name="Frank Van Puyvelde" userId="ba4190df-4674-45fe-be59-1502c3515486" providerId="ADAL" clId="{C342FED7-D337-4180-AAC0-386296E1AD67}" dt="2022-10-21T08:33:38.207" v="27" actId="729"/>
        <pc:sldMkLst>
          <pc:docMk/>
          <pc:sldMk cId="3883408371" sldId="645"/>
        </pc:sldMkLst>
      </pc:sldChg>
      <pc:sldChg chg="mod modShow">
        <pc:chgData name="Frank Van Puyvelde" userId="ba4190df-4674-45fe-be59-1502c3515486" providerId="ADAL" clId="{C342FED7-D337-4180-AAC0-386296E1AD67}" dt="2022-10-21T08:33:41.237" v="28" actId="729"/>
        <pc:sldMkLst>
          <pc:docMk/>
          <pc:sldMk cId="1301390248" sldId="646"/>
        </pc:sldMkLst>
      </pc:sldChg>
      <pc:sldChg chg="mod modShow">
        <pc:chgData name="Frank Van Puyvelde" userId="ba4190df-4674-45fe-be59-1502c3515486" providerId="ADAL" clId="{C342FED7-D337-4180-AAC0-386296E1AD67}" dt="2022-10-21T08:27:25.062" v="24" actId="729"/>
        <pc:sldMkLst>
          <pc:docMk/>
          <pc:sldMk cId="1468160513" sldId="648"/>
        </pc:sldMkLst>
      </pc:sldChg>
      <pc:sldChg chg="mod modShow">
        <pc:chgData name="Frank Van Puyvelde" userId="ba4190df-4674-45fe-be59-1502c3515486" providerId="ADAL" clId="{C342FED7-D337-4180-AAC0-386296E1AD67}" dt="2022-10-21T08:33:35.668" v="26" actId="729"/>
        <pc:sldMkLst>
          <pc:docMk/>
          <pc:sldMk cId="766940309" sldId="821"/>
        </pc:sldMkLst>
      </pc:sldChg>
    </pc:docChg>
  </pc:docChgLst>
  <pc:docChgLst>
    <pc:chgData name="Frank Van Puyvelde" userId="ba4190df-4674-45fe-be59-1502c3515486" providerId="ADAL" clId="{C650EDCE-629E-4C52-868E-EFBC5D8EFBCE}"/>
    <pc:docChg chg="custSel addSld modSld modSection">
      <pc:chgData name="Frank Van Puyvelde" userId="ba4190df-4674-45fe-be59-1502c3515486" providerId="ADAL" clId="{C650EDCE-629E-4C52-868E-EFBC5D8EFBCE}" dt="2024-05-24T13:57:34.865" v="465" actId="113"/>
      <pc:docMkLst>
        <pc:docMk/>
      </pc:docMkLst>
      <pc:sldChg chg="addSp delSp modSp new mod modClrScheme chgLayout">
        <pc:chgData name="Frank Van Puyvelde" userId="ba4190df-4674-45fe-be59-1502c3515486" providerId="ADAL" clId="{C650EDCE-629E-4C52-868E-EFBC5D8EFBCE}" dt="2024-05-24T13:57:34.865" v="465" actId="113"/>
        <pc:sldMkLst>
          <pc:docMk/>
          <pc:sldMk cId="2137659803" sldId="824"/>
        </pc:sldMkLst>
      </pc:sldChg>
    </pc:docChg>
  </pc:docChgLst>
  <pc:docChgLst>
    <pc:chgData name="Frank Van Puyvelde" userId="ba4190df-4674-45fe-be59-1502c3515486" providerId="ADAL" clId="{6F65F12E-AA89-40A4-9666-EBF914E60322}"/>
    <pc:docChg chg="custSel addSld delSld modSld modSection">
      <pc:chgData name="Frank Van Puyvelde" userId="ba4190df-4674-45fe-be59-1502c3515486" providerId="ADAL" clId="{6F65F12E-AA89-40A4-9666-EBF914E60322}" dt="2024-01-22T14:46:20.625" v="348" actId="20577"/>
      <pc:docMkLst>
        <pc:docMk/>
      </pc:docMkLst>
      <pc:sldChg chg="modSp mod">
        <pc:chgData name="Frank Van Puyvelde" userId="ba4190df-4674-45fe-be59-1502c3515486" providerId="ADAL" clId="{6F65F12E-AA89-40A4-9666-EBF914E60322}" dt="2024-01-15T09:04:06.625" v="326" actId="20577"/>
        <pc:sldMkLst>
          <pc:docMk/>
          <pc:sldMk cId="3778624420" sldId="259"/>
        </pc:sldMkLst>
      </pc:sldChg>
      <pc:sldChg chg="modSp mod">
        <pc:chgData name="Frank Van Puyvelde" userId="ba4190df-4674-45fe-be59-1502c3515486" providerId="ADAL" clId="{6F65F12E-AA89-40A4-9666-EBF914E60322}" dt="2024-01-22T14:46:20.625" v="348" actId="20577"/>
        <pc:sldMkLst>
          <pc:docMk/>
          <pc:sldMk cId="2042197764" sldId="260"/>
        </pc:sldMkLst>
      </pc:sldChg>
      <pc:sldChg chg="modSp mod">
        <pc:chgData name="Frank Van Puyvelde" userId="ba4190df-4674-45fe-be59-1502c3515486" providerId="ADAL" clId="{6F65F12E-AA89-40A4-9666-EBF914E60322}" dt="2024-01-15T09:01:54.221" v="276" actId="20577"/>
        <pc:sldMkLst>
          <pc:docMk/>
          <pc:sldMk cId="3958037627" sldId="261"/>
        </pc:sldMkLst>
      </pc:sldChg>
      <pc:sldChg chg="addSp delSp modSp new del mod">
        <pc:chgData name="Frank Van Puyvelde" userId="ba4190df-4674-45fe-be59-1502c3515486" providerId="ADAL" clId="{6F65F12E-AA89-40A4-9666-EBF914E60322}" dt="2024-01-15T08:55:22.342" v="30" actId="47"/>
        <pc:sldMkLst>
          <pc:docMk/>
          <pc:sldMk cId="516007937" sldId="823"/>
        </pc:sldMkLst>
      </pc:sldChg>
      <pc:sldChg chg="addSp delSp modSp new mod modClrScheme chgLayout">
        <pc:chgData name="Frank Van Puyvelde" userId="ba4190df-4674-45fe-be59-1502c3515486" providerId="ADAL" clId="{6F65F12E-AA89-40A4-9666-EBF914E60322}" dt="2024-01-15T09:03:47.001" v="325" actId="20577"/>
        <pc:sldMkLst>
          <pc:docMk/>
          <pc:sldMk cId="2928174840" sldId="82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C4A2B8-D259-48AD-A41F-D692C8CC6558}" type="doc">
      <dgm:prSet loTypeId="urn:microsoft.com/office/officeart/2008/layout/HorizontalMultiLevelHierarchy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nl-BE"/>
        </a:p>
      </dgm:t>
    </dgm:pt>
    <dgm:pt modelId="{D9F950A1-E304-43B3-8189-2E9B8FAC6298}">
      <dgm:prSet phldrT="[Tekst]"/>
      <dgm:spPr/>
      <dgm:t>
        <a:bodyPr/>
        <a:lstStyle/>
        <a:p>
          <a:r>
            <a:rPr lang="nl-BE" dirty="0"/>
            <a:t>Python basics</a:t>
          </a:r>
        </a:p>
      </dgm:t>
    </dgm:pt>
    <dgm:pt modelId="{E7DD0281-EC8E-40E3-9C1C-7D9E3CEB09BD}" type="parTrans" cxnId="{01D1F5F7-FAD7-4713-8B40-CC05F84E9278}">
      <dgm:prSet/>
      <dgm:spPr/>
      <dgm:t>
        <a:bodyPr/>
        <a:lstStyle/>
        <a:p>
          <a:endParaRPr lang="nl-BE"/>
        </a:p>
      </dgm:t>
    </dgm:pt>
    <dgm:pt modelId="{FDC81D06-5280-45C0-9723-A895152D6C41}" type="sibTrans" cxnId="{01D1F5F7-FAD7-4713-8B40-CC05F84E9278}">
      <dgm:prSet/>
      <dgm:spPr/>
      <dgm:t>
        <a:bodyPr/>
        <a:lstStyle/>
        <a:p>
          <a:endParaRPr lang="nl-BE"/>
        </a:p>
      </dgm:t>
    </dgm:pt>
    <dgm:pt modelId="{CC262CE2-7642-4FFC-BE7C-E7EB3C2D5D87}">
      <dgm:prSet phldrT="[Tekst]"/>
      <dgm:spPr/>
      <dgm:t>
        <a:bodyPr/>
        <a:lstStyle/>
        <a:p>
          <a:r>
            <a:rPr lang="nl-BE" dirty="0"/>
            <a:t>Computing environment</a:t>
          </a:r>
        </a:p>
      </dgm:t>
    </dgm:pt>
    <dgm:pt modelId="{B37F338C-BE74-44BB-8091-662749ABBD33}" type="parTrans" cxnId="{22049380-A18E-458B-BF21-E2020209071E}">
      <dgm:prSet/>
      <dgm:spPr/>
      <dgm:t>
        <a:bodyPr/>
        <a:lstStyle/>
        <a:p>
          <a:endParaRPr lang="nl-BE"/>
        </a:p>
      </dgm:t>
    </dgm:pt>
    <dgm:pt modelId="{BF6DF312-752D-488D-9F4E-9CC7ACB6CC77}" type="sibTrans" cxnId="{22049380-A18E-458B-BF21-E2020209071E}">
      <dgm:prSet/>
      <dgm:spPr/>
      <dgm:t>
        <a:bodyPr/>
        <a:lstStyle/>
        <a:p>
          <a:endParaRPr lang="nl-BE"/>
        </a:p>
      </dgm:t>
    </dgm:pt>
    <dgm:pt modelId="{844A62CB-ACB2-4ED1-B62B-30459F626F4A}">
      <dgm:prSet phldrT="[Tekst]"/>
      <dgm:spPr/>
      <dgm:t>
        <a:bodyPr/>
        <a:lstStyle/>
        <a:p>
          <a:r>
            <a:rPr lang="nl-BE" dirty="0"/>
            <a:t>Basic syntax</a:t>
          </a:r>
        </a:p>
      </dgm:t>
    </dgm:pt>
    <dgm:pt modelId="{5E4C9312-238E-4F35-979C-FB0B22D8FBE8}" type="parTrans" cxnId="{B549F9DC-5AE6-4839-BD1C-3D4552268729}">
      <dgm:prSet/>
      <dgm:spPr/>
      <dgm:t>
        <a:bodyPr/>
        <a:lstStyle/>
        <a:p>
          <a:endParaRPr lang="nl-BE"/>
        </a:p>
      </dgm:t>
    </dgm:pt>
    <dgm:pt modelId="{5E8D5AB6-8A59-4465-9779-7A1124E94C7B}" type="sibTrans" cxnId="{B549F9DC-5AE6-4839-BD1C-3D4552268729}">
      <dgm:prSet/>
      <dgm:spPr/>
      <dgm:t>
        <a:bodyPr/>
        <a:lstStyle/>
        <a:p>
          <a:endParaRPr lang="nl-BE"/>
        </a:p>
      </dgm:t>
    </dgm:pt>
    <dgm:pt modelId="{85E9BFFF-527F-494B-8CFB-9FC81C6D0798}">
      <dgm:prSet phldrT="[Tekst]"/>
      <dgm:spPr/>
      <dgm:t>
        <a:bodyPr/>
        <a:lstStyle/>
        <a:p>
          <a:r>
            <a:rPr lang="nl-BE" dirty="0"/>
            <a:t>Variables, operators</a:t>
          </a:r>
        </a:p>
      </dgm:t>
    </dgm:pt>
    <dgm:pt modelId="{F34718B8-340B-406B-847A-B80918E18FF8}" type="parTrans" cxnId="{9047D255-825E-4FFF-A132-A2BC49F5C324}">
      <dgm:prSet/>
      <dgm:spPr/>
      <dgm:t>
        <a:bodyPr/>
        <a:lstStyle/>
        <a:p>
          <a:endParaRPr lang="nl-BE"/>
        </a:p>
      </dgm:t>
    </dgm:pt>
    <dgm:pt modelId="{23B60257-8FBC-4FEC-AB3E-97DCEB8E86F6}" type="sibTrans" cxnId="{9047D255-825E-4FFF-A132-A2BC49F5C324}">
      <dgm:prSet/>
      <dgm:spPr/>
      <dgm:t>
        <a:bodyPr/>
        <a:lstStyle/>
        <a:p>
          <a:endParaRPr lang="nl-BE"/>
        </a:p>
      </dgm:t>
    </dgm:pt>
    <dgm:pt modelId="{EA90BD5F-2862-4949-AF9E-A3AFA6283383}">
      <dgm:prSet phldrT="[Tekst]"/>
      <dgm:spPr/>
      <dgm:t>
        <a:bodyPr/>
        <a:lstStyle/>
        <a:p>
          <a:r>
            <a:rPr lang="nl-BE" dirty="0"/>
            <a:t>Data Types</a:t>
          </a:r>
        </a:p>
      </dgm:t>
    </dgm:pt>
    <dgm:pt modelId="{F9C1C439-15DC-4687-BC0F-F4928AE60C02}" type="parTrans" cxnId="{F8F69FF6-E2E6-42E9-9744-12BC645D0012}">
      <dgm:prSet/>
      <dgm:spPr/>
      <dgm:t>
        <a:bodyPr/>
        <a:lstStyle/>
        <a:p>
          <a:endParaRPr lang="nl-BE"/>
        </a:p>
      </dgm:t>
    </dgm:pt>
    <dgm:pt modelId="{6F6E3CBF-0DDC-46D6-A2BD-14ABFECA70E3}" type="sibTrans" cxnId="{F8F69FF6-E2E6-42E9-9744-12BC645D0012}">
      <dgm:prSet/>
      <dgm:spPr/>
      <dgm:t>
        <a:bodyPr/>
        <a:lstStyle/>
        <a:p>
          <a:endParaRPr lang="nl-BE"/>
        </a:p>
      </dgm:t>
    </dgm:pt>
    <dgm:pt modelId="{652BC2CE-44FE-43DD-8746-00DCAE34977B}">
      <dgm:prSet phldrT="[Tekst]"/>
      <dgm:spPr/>
      <dgm:t>
        <a:bodyPr/>
        <a:lstStyle/>
        <a:p>
          <a:r>
            <a:rPr lang="nl-BE" dirty="0"/>
            <a:t>Data </a:t>
          </a:r>
          <a:r>
            <a:rPr lang="nl-BE" dirty="0" err="1"/>
            <a:t>structures</a:t>
          </a:r>
          <a:endParaRPr lang="nl-BE" dirty="0"/>
        </a:p>
      </dgm:t>
    </dgm:pt>
    <dgm:pt modelId="{FE6D1952-29AB-4259-BC3C-F87EE9593A60}" type="parTrans" cxnId="{1854BBDC-EBE5-4C4E-B56E-F53CBADBD6BB}">
      <dgm:prSet/>
      <dgm:spPr/>
      <dgm:t>
        <a:bodyPr/>
        <a:lstStyle/>
        <a:p>
          <a:endParaRPr lang="nl-BE"/>
        </a:p>
      </dgm:t>
    </dgm:pt>
    <dgm:pt modelId="{D03E493D-B82A-4106-9725-BEE2FC7586C5}" type="sibTrans" cxnId="{1854BBDC-EBE5-4C4E-B56E-F53CBADBD6BB}">
      <dgm:prSet/>
      <dgm:spPr/>
      <dgm:t>
        <a:bodyPr/>
        <a:lstStyle/>
        <a:p>
          <a:endParaRPr lang="nl-BE"/>
        </a:p>
      </dgm:t>
    </dgm:pt>
    <dgm:pt modelId="{3EC59580-C661-44D3-9872-418356064443}">
      <dgm:prSet phldrT="[Tekst]"/>
      <dgm:spPr/>
      <dgm:t>
        <a:bodyPr/>
        <a:lstStyle/>
        <a:p>
          <a:r>
            <a:rPr lang="nl-BE" dirty="0"/>
            <a:t>Flow control</a:t>
          </a:r>
        </a:p>
      </dgm:t>
    </dgm:pt>
    <dgm:pt modelId="{D654FEFC-3252-4D20-866A-A816FAC79228}" type="parTrans" cxnId="{8B550D28-2FAF-4522-9D07-2EBAFAF9CE45}">
      <dgm:prSet/>
      <dgm:spPr/>
      <dgm:t>
        <a:bodyPr/>
        <a:lstStyle/>
        <a:p>
          <a:endParaRPr lang="nl-BE"/>
        </a:p>
      </dgm:t>
    </dgm:pt>
    <dgm:pt modelId="{457ED12D-04E3-4082-9AA3-74B91FCAE761}" type="sibTrans" cxnId="{8B550D28-2FAF-4522-9D07-2EBAFAF9CE45}">
      <dgm:prSet/>
      <dgm:spPr/>
      <dgm:t>
        <a:bodyPr/>
        <a:lstStyle/>
        <a:p>
          <a:endParaRPr lang="nl-BE"/>
        </a:p>
      </dgm:t>
    </dgm:pt>
    <dgm:pt modelId="{8EDCD8C5-F9C4-418D-828D-3DF5445E306C}">
      <dgm:prSet phldrT="[Tekst]"/>
      <dgm:spPr/>
      <dgm:t>
        <a:bodyPr/>
        <a:lstStyle/>
        <a:p>
          <a:r>
            <a:rPr lang="nl-BE" dirty="0" err="1"/>
            <a:t>Conditionals</a:t>
          </a:r>
          <a:endParaRPr lang="nl-BE" dirty="0"/>
        </a:p>
      </dgm:t>
    </dgm:pt>
    <dgm:pt modelId="{DCDACBAD-EDA2-41D3-9EE7-1EF45E2D74D1}" type="parTrans" cxnId="{4DE00727-237E-4968-8F0A-1E89C9141465}">
      <dgm:prSet/>
      <dgm:spPr/>
      <dgm:t>
        <a:bodyPr/>
        <a:lstStyle/>
        <a:p>
          <a:endParaRPr lang="nl-BE"/>
        </a:p>
      </dgm:t>
    </dgm:pt>
    <dgm:pt modelId="{F03F11F5-2004-4552-8595-EC876EEEF5B7}" type="sibTrans" cxnId="{4DE00727-237E-4968-8F0A-1E89C9141465}">
      <dgm:prSet/>
      <dgm:spPr/>
      <dgm:t>
        <a:bodyPr/>
        <a:lstStyle/>
        <a:p>
          <a:endParaRPr lang="nl-BE"/>
        </a:p>
      </dgm:t>
    </dgm:pt>
    <dgm:pt modelId="{F87A2A9F-F248-4A2F-A019-2211B286030D}">
      <dgm:prSet phldrT="[Tekst]"/>
      <dgm:spPr/>
      <dgm:t>
        <a:bodyPr/>
        <a:lstStyle/>
        <a:p>
          <a:r>
            <a:rPr lang="nl-BE" dirty="0"/>
            <a:t>Loops</a:t>
          </a:r>
        </a:p>
      </dgm:t>
    </dgm:pt>
    <dgm:pt modelId="{C18EC5B8-FC44-4810-8DF5-C09BD7D35427}" type="parTrans" cxnId="{82006A6E-6F84-4942-B85C-4EAD2D5FC789}">
      <dgm:prSet/>
      <dgm:spPr/>
      <dgm:t>
        <a:bodyPr/>
        <a:lstStyle/>
        <a:p>
          <a:endParaRPr lang="nl-BE"/>
        </a:p>
      </dgm:t>
    </dgm:pt>
    <dgm:pt modelId="{3A382249-F809-4DDE-8D26-185504B9CFF2}" type="sibTrans" cxnId="{82006A6E-6F84-4942-B85C-4EAD2D5FC789}">
      <dgm:prSet/>
      <dgm:spPr/>
      <dgm:t>
        <a:bodyPr/>
        <a:lstStyle/>
        <a:p>
          <a:endParaRPr lang="nl-BE"/>
        </a:p>
      </dgm:t>
    </dgm:pt>
    <dgm:pt modelId="{95A54356-9020-43D6-A8EF-995C58DF5900}">
      <dgm:prSet phldrT="[Tekst]"/>
      <dgm:spPr/>
      <dgm:t>
        <a:bodyPr/>
        <a:lstStyle/>
        <a:p>
          <a:r>
            <a:rPr lang="nl-BE" dirty="0" err="1"/>
            <a:t>Functions</a:t>
          </a:r>
          <a:endParaRPr lang="nl-BE" dirty="0"/>
        </a:p>
      </dgm:t>
    </dgm:pt>
    <dgm:pt modelId="{4BA74F5D-D7E9-4462-A69A-106B18A59879}" type="parTrans" cxnId="{254C86EF-88AE-4F29-AB6D-6B1ABD1D348A}">
      <dgm:prSet/>
      <dgm:spPr/>
      <dgm:t>
        <a:bodyPr/>
        <a:lstStyle/>
        <a:p>
          <a:endParaRPr lang="nl-BE"/>
        </a:p>
      </dgm:t>
    </dgm:pt>
    <dgm:pt modelId="{E5F045A9-BB02-480A-85E9-DB81B2F242DD}" type="sibTrans" cxnId="{254C86EF-88AE-4F29-AB6D-6B1ABD1D348A}">
      <dgm:prSet/>
      <dgm:spPr/>
      <dgm:t>
        <a:bodyPr/>
        <a:lstStyle/>
        <a:p>
          <a:endParaRPr lang="nl-BE"/>
        </a:p>
      </dgm:t>
    </dgm:pt>
    <dgm:pt modelId="{B4E77B33-E35A-4DF0-8054-97CF8D93F1DD}">
      <dgm:prSet phldrT="[Tekst]"/>
      <dgm:spPr/>
      <dgm:t>
        <a:bodyPr/>
        <a:lstStyle/>
        <a:p>
          <a:r>
            <a:rPr lang="nl-BE"/>
            <a:t>IO</a:t>
          </a:r>
          <a:endParaRPr lang="nl-BE" dirty="0"/>
        </a:p>
      </dgm:t>
    </dgm:pt>
    <dgm:pt modelId="{9ACECF6D-94F6-4388-9478-7E8D079063B5}" type="parTrans" cxnId="{DF125091-B527-417D-8675-C0D3B3AC6F84}">
      <dgm:prSet/>
      <dgm:spPr/>
      <dgm:t>
        <a:bodyPr/>
        <a:lstStyle/>
        <a:p>
          <a:endParaRPr lang="nl-BE"/>
        </a:p>
      </dgm:t>
    </dgm:pt>
    <dgm:pt modelId="{6EFBEEBE-578A-4CCD-B5CE-7C0F58A14589}" type="sibTrans" cxnId="{DF125091-B527-417D-8675-C0D3B3AC6F84}">
      <dgm:prSet/>
      <dgm:spPr/>
      <dgm:t>
        <a:bodyPr/>
        <a:lstStyle/>
        <a:p>
          <a:endParaRPr lang="nl-BE"/>
        </a:p>
      </dgm:t>
    </dgm:pt>
    <dgm:pt modelId="{21336A75-1F06-4F6C-890D-D4AFEE82C87B}">
      <dgm:prSet phldrT="[Tekst]"/>
      <dgm:spPr/>
      <dgm:t>
        <a:bodyPr/>
        <a:lstStyle/>
        <a:p>
          <a:r>
            <a:rPr lang="nl-BE" dirty="0" err="1"/>
            <a:t>Lists</a:t>
          </a:r>
          <a:endParaRPr lang="nl-BE" dirty="0"/>
        </a:p>
      </dgm:t>
    </dgm:pt>
    <dgm:pt modelId="{CB91CEAF-0797-4BC5-92F8-7A3CBAF22DF3}" type="parTrans" cxnId="{4BD7952E-425E-4585-93C4-D6C453F8A6DD}">
      <dgm:prSet/>
      <dgm:spPr/>
      <dgm:t>
        <a:bodyPr/>
        <a:lstStyle/>
        <a:p>
          <a:endParaRPr lang="nl-BE"/>
        </a:p>
      </dgm:t>
    </dgm:pt>
    <dgm:pt modelId="{872C82C6-0914-4A59-AE79-34572AA98029}" type="sibTrans" cxnId="{4BD7952E-425E-4585-93C4-D6C453F8A6DD}">
      <dgm:prSet/>
      <dgm:spPr/>
      <dgm:t>
        <a:bodyPr/>
        <a:lstStyle/>
        <a:p>
          <a:endParaRPr lang="nl-BE"/>
        </a:p>
      </dgm:t>
    </dgm:pt>
    <dgm:pt modelId="{607AA930-4AD4-4BF8-AEAF-B185FD305770}">
      <dgm:prSet phldrT="[Tekst]"/>
      <dgm:spPr/>
      <dgm:t>
        <a:bodyPr/>
        <a:lstStyle/>
        <a:p>
          <a:r>
            <a:rPr lang="nl-BE" dirty="0" err="1"/>
            <a:t>Tuples</a:t>
          </a:r>
          <a:endParaRPr lang="nl-BE" dirty="0"/>
        </a:p>
      </dgm:t>
    </dgm:pt>
    <dgm:pt modelId="{07F0C998-2D87-4201-959E-3C00FC78D852}" type="parTrans" cxnId="{B679A77F-F99A-4DD0-A02D-6592F51CE82C}">
      <dgm:prSet/>
      <dgm:spPr/>
      <dgm:t>
        <a:bodyPr/>
        <a:lstStyle/>
        <a:p>
          <a:endParaRPr lang="nl-BE"/>
        </a:p>
      </dgm:t>
    </dgm:pt>
    <dgm:pt modelId="{5C05D222-2FF0-4662-8DBA-70A6655D9A42}" type="sibTrans" cxnId="{B679A77F-F99A-4DD0-A02D-6592F51CE82C}">
      <dgm:prSet/>
      <dgm:spPr/>
      <dgm:t>
        <a:bodyPr/>
        <a:lstStyle/>
        <a:p>
          <a:endParaRPr lang="nl-BE"/>
        </a:p>
      </dgm:t>
    </dgm:pt>
    <dgm:pt modelId="{A42D6427-31C5-4C75-8018-096E1E18E730}">
      <dgm:prSet phldrT="[Tekst]"/>
      <dgm:spPr/>
      <dgm:t>
        <a:bodyPr/>
        <a:lstStyle/>
        <a:p>
          <a:r>
            <a:rPr lang="nl-BE" dirty="0"/>
            <a:t>Sets</a:t>
          </a:r>
        </a:p>
      </dgm:t>
    </dgm:pt>
    <dgm:pt modelId="{6916CAA9-C312-4CAC-B91A-6634426D7827}" type="parTrans" cxnId="{7C53B839-5241-4CA6-9202-A9647308D1D6}">
      <dgm:prSet/>
      <dgm:spPr/>
      <dgm:t>
        <a:bodyPr/>
        <a:lstStyle/>
        <a:p>
          <a:endParaRPr lang="nl-BE"/>
        </a:p>
      </dgm:t>
    </dgm:pt>
    <dgm:pt modelId="{D2B24D23-F2CF-437E-9216-4D4308A87C54}" type="sibTrans" cxnId="{7C53B839-5241-4CA6-9202-A9647308D1D6}">
      <dgm:prSet/>
      <dgm:spPr/>
      <dgm:t>
        <a:bodyPr/>
        <a:lstStyle/>
        <a:p>
          <a:endParaRPr lang="nl-BE"/>
        </a:p>
      </dgm:t>
    </dgm:pt>
    <dgm:pt modelId="{0AF37610-A7D4-4F5B-B37E-4E254082F75C}">
      <dgm:prSet phldrT="[Tekst]"/>
      <dgm:spPr/>
      <dgm:t>
        <a:bodyPr/>
        <a:lstStyle/>
        <a:p>
          <a:r>
            <a:rPr lang="nl-BE"/>
            <a:t>Dictionaries</a:t>
          </a:r>
          <a:endParaRPr lang="nl-BE" dirty="0"/>
        </a:p>
      </dgm:t>
    </dgm:pt>
    <dgm:pt modelId="{79B70CBD-5D7C-49C9-A330-1A078A67D9D7}" type="parTrans" cxnId="{65ABC959-E6B6-4AA5-B061-8C312E0004DC}">
      <dgm:prSet/>
      <dgm:spPr/>
      <dgm:t>
        <a:bodyPr/>
        <a:lstStyle/>
        <a:p>
          <a:endParaRPr lang="nl-BE"/>
        </a:p>
      </dgm:t>
    </dgm:pt>
    <dgm:pt modelId="{84164343-2CC5-4D93-BF0B-601A550B3008}" type="sibTrans" cxnId="{65ABC959-E6B6-4AA5-B061-8C312E0004DC}">
      <dgm:prSet/>
      <dgm:spPr/>
      <dgm:t>
        <a:bodyPr/>
        <a:lstStyle/>
        <a:p>
          <a:endParaRPr lang="nl-BE"/>
        </a:p>
      </dgm:t>
    </dgm:pt>
    <dgm:pt modelId="{8BA60CB2-335C-4CB8-BBDB-B23CEA960BB5}" type="pres">
      <dgm:prSet presAssocID="{DFC4A2B8-D259-48AD-A41F-D692C8CC6558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983411E-C0FB-45E4-9686-327DB7777501}" type="pres">
      <dgm:prSet presAssocID="{D9F950A1-E304-43B3-8189-2E9B8FAC6298}" presName="root1" presStyleCnt="0"/>
      <dgm:spPr/>
    </dgm:pt>
    <dgm:pt modelId="{27A177D9-9D8A-4401-A248-4D8ACAA7BCF8}" type="pres">
      <dgm:prSet presAssocID="{D9F950A1-E304-43B3-8189-2E9B8FAC6298}" presName="LevelOneTextNode" presStyleLbl="node0" presStyleIdx="0" presStyleCnt="1">
        <dgm:presLayoutVars>
          <dgm:chPref val="3"/>
        </dgm:presLayoutVars>
      </dgm:prSet>
      <dgm:spPr/>
    </dgm:pt>
    <dgm:pt modelId="{9D8A2416-3022-4094-B918-FA50AF9951D3}" type="pres">
      <dgm:prSet presAssocID="{D9F950A1-E304-43B3-8189-2E9B8FAC6298}" presName="level2hierChild" presStyleCnt="0"/>
      <dgm:spPr/>
    </dgm:pt>
    <dgm:pt modelId="{88C6915A-277C-4614-9F29-9C58C9C0F4A2}" type="pres">
      <dgm:prSet presAssocID="{B37F338C-BE74-44BB-8091-662749ABBD33}" presName="conn2-1" presStyleLbl="parChTrans1D2" presStyleIdx="0" presStyleCnt="7"/>
      <dgm:spPr/>
    </dgm:pt>
    <dgm:pt modelId="{291C23F1-4BD1-48A1-8DB6-C815842DD24C}" type="pres">
      <dgm:prSet presAssocID="{B37F338C-BE74-44BB-8091-662749ABBD33}" presName="connTx" presStyleLbl="parChTrans1D2" presStyleIdx="0" presStyleCnt="7"/>
      <dgm:spPr/>
    </dgm:pt>
    <dgm:pt modelId="{DC444878-F70D-4483-8712-66819601E677}" type="pres">
      <dgm:prSet presAssocID="{CC262CE2-7642-4FFC-BE7C-E7EB3C2D5D87}" presName="root2" presStyleCnt="0"/>
      <dgm:spPr/>
    </dgm:pt>
    <dgm:pt modelId="{8389B06F-3B2C-427C-A7BD-703E686E18A9}" type="pres">
      <dgm:prSet presAssocID="{CC262CE2-7642-4FFC-BE7C-E7EB3C2D5D87}" presName="LevelTwoTextNode" presStyleLbl="node2" presStyleIdx="0" presStyleCnt="7">
        <dgm:presLayoutVars>
          <dgm:chPref val="3"/>
        </dgm:presLayoutVars>
      </dgm:prSet>
      <dgm:spPr/>
    </dgm:pt>
    <dgm:pt modelId="{9320F440-78A2-44A4-80CB-81DC48FD97A8}" type="pres">
      <dgm:prSet presAssocID="{CC262CE2-7642-4FFC-BE7C-E7EB3C2D5D87}" presName="level3hierChild" presStyleCnt="0"/>
      <dgm:spPr/>
    </dgm:pt>
    <dgm:pt modelId="{A2F768A9-5B8A-44B9-BDF1-27F968913AD8}" type="pres">
      <dgm:prSet presAssocID="{5E4C9312-238E-4F35-979C-FB0B22D8FBE8}" presName="conn2-1" presStyleLbl="parChTrans1D2" presStyleIdx="1" presStyleCnt="7"/>
      <dgm:spPr/>
    </dgm:pt>
    <dgm:pt modelId="{93FEA192-B262-493D-84F3-9F0C8D0E261F}" type="pres">
      <dgm:prSet presAssocID="{5E4C9312-238E-4F35-979C-FB0B22D8FBE8}" presName="connTx" presStyleLbl="parChTrans1D2" presStyleIdx="1" presStyleCnt="7"/>
      <dgm:spPr/>
    </dgm:pt>
    <dgm:pt modelId="{E0954F1C-A417-467A-9935-B69A2D1223A2}" type="pres">
      <dgm:prSet presAssocID="{844A62CB-ACB2-4ED1-B62B-30459F626F4A}" presName="root2" presStyleCnt="0"/>
      <dgm:spPr/>
    </dgm:pt>
    <dgm:pt modelId="{86C8C4A7-BBA0-44AD-AA93-C7C171635358}" type="pres">
      <dgm:prSet presAssocID="{844A62CB-ACB2-4ED1-B62B-30459F626F4A}" presName="LevelTwoTextNode" presStyleLbl="node2" presStyleIdx="1" presStyleCnt="7">
        <dgm:presLayoutVars>
          <dgm:chPref val="3"/>
        </dgm:presLayoutVars>
      </dgm:prSet>
      <dgm:spPr/>
    </dgm:pt>
    <dgm:pt modelId="{35CC3B5B-448C-4F31-953C-4318B44062B6}" type="pres">
      <dgm:prSet presAssocID="{844A62CB-ACB2-4ED1-B62B-30459F626F4A}" presName="level3hierChild" presStyleCnt="0"/>
      <dgm:spPr/>
    </dgm:pt>
    <dgm:pt modelId="{5F8847CA-CC15-4321-9E50-40A5CC3B75D4}" type="pres">
      <dgm:prSet presAssocID="{F34718B8-340B-406B-847A-B80918E18FF8}" presName="conn2-1" presStyleLbl="parChTrans1D2" presStyleIdx="2" presStyleCnt="7"/>
      <dgm:spPr/>
    </dgm:pt>
    <dgm:pt modelId="{9D302478-63A0-4E05-A98C-BD5EA5329F42}" type="pres">
      <dgm:prSet presAssocID="{F34718B8-340B-406B-847A-B80918E18FF8}" presName="connTx" presStyleLbl="parChTrans1D2" presStyleIdx="2" presStyleCnt="7"/>
      <dgm:spPr/>
    </dgm:pt>
    <dgm:pt modelId="{F1D019EB-581D-48FD-8F8A-EF965E04B24D}" type="pres">
      <dgm:prSet presAssocID="{85E9BFFF-527F-494B-8CFB-9FC81C6D0798}" presName="root2" presStyleCnt="0"/>
      <dgm:spPr/>
    </dgm:pt>
    <dgm:pt modelId="{8B04F116-671B-49C8-8B82-257917CC2A23}" type="pres">
      <dgm:prSet presAssocID="{85E9BFFF-527F-494B-8CFB-9FC81C6D0798}" presName="LevelTwoTextNode" presStyleLbl="node2" presStyleIdx="2" presStyleCnt="7">
        <dgm:presLayoutVars>
          <dgm:chPref val="3"/>
        </dgm:presLayoutVars>
      </dgm:prSet>
      <dgm:spPr/>
    </dgm:pt>
    <dgm:pt modelId="{F22D36B4-58FE-4DC6-A3E0-93849F6659DC}" type="pres">
      <dgm:prSet presAssocID="{85E9BFFF-527F-494B-8CFB-9FC81C6D0798}" presName="level3hierChild" presStyleCnt="0"/>
      <dgm:spPr/>
    </dgm:pt>
    <dgm:pt modelId="{1158F903-781E-463B-A59B-653797B6E439}" type="pres">
      <dgm:prSet presAssocID="{F9C1C439-15DC-4687-BC0F-F4928AE60C02}" presName="conn2-1" presStyleLbl="parChTrans1D2" presStyleIdx="3" presStyleCnt="7"/>
      <dgm:spPr/>
    </dgm:pt>
    <dgm:pt modelId="{7B6E7996-2307-42E2-9B8E-699DB2AC8D78}" type="pres">
      <dgm:prSet presAssocID="{F9C1C439-15DC-4687-BC0F-F4928AE60C02}" presName="connTx" presStyleLbl="parChTrans1D2" presStyleIdx="3" presStyleCnt="7"/>
      <dgm:spPr/>
    </dgm:pt>
    <dgm:pt modelId="{608F96FD-B49D-4BB6-9DCF-E1F3AF716E36}" type="pres">
      <dgm:prSet presAssocID="{EA90BD5F-2862-4949-AF9E-A3AFA6283383}" presName="root2" presStyleCnt="0"/>
      <dgm:spPr/>
    </dgm:pt>
    <dgm:pt modelId="{A73C0882-9D9A-43EE-96DE-9261CB036610}" type="pres">
      <dgm:prSet presAssocID="{EA90BD5F-2862-4949-AF9E-A3AFA6283383}" presName="LevelTwoTextNode" presStyleLbl="node2" presStyleIdx="3" presStyleCnt="7">
        <dgm:presLayoutVars>
          <dgm:chPref val="3"/>
        </dgm:presLayoutVars>
      </dgm:prSet>
      <dgm:spPr/>
    </dgm:pt>
    <dgm:pt modelId="{B4E74AD4-BB04-4321-896B-1E60F9DD601D}" type="pres">
      <dgm:prSet presAssocID="{EA90BD5F-2862-4949-AF9E-A3AFA6283383}" presName="level3hierChild" presStyleCnt="0"/>
      <dgm:spPr/>
    </dgm:pt>
    <dgm:pt modelId="{3AD8ACC7-4DCB-4E87-A7B8-6EC68252A9FC}" type="pres">
      <dgm:prSet presAssocID="{FE6D1952-29AB-4259-BC3C-F87EE9593A60}" presName="conn2-1" presStyleLbl="parChTrans1D2" presStyleIdx="4" presStyleCnt="7"/>
      <dgm:spPr/>
    </dgm:pt>
    <dgm:pt modelId="{AD4DA4B5-1FC2-4551-BD93-F2E17DB87246}" type="pres">
      <dgm:prSet presAssocID="{FE6D1952-29AB-4259-BC3C-F87EE9593A60}" presName="connTx" presStyleLbl="parChTrans1D2" presStyleIdx="4" presStyleCnt="7"/>
      <dgm:spPr/>
    </dgm:pt>
    <dgm:pt modelId="{20708923-7A6B-4458-8F85-A1B196238EE7}" type="pres">
      <dgm:prSet presAssocID="{652BC2CE-44FE-43DD-8746-00DCAE34977B}" presName="root2" presStyleCnt="0"/>
      <dgm:spPr/>
    </dgm:pt>
    <dgm:pt modelId="{C41F32DC-AE1C-4E0F-A7ED-E9D59B11CF94}" type="pres">
      <dgm:prSet presAssocID="{652BC2CE-44FE-43DD-8746-00DCAE34977B}" presName="LevelTwoTextNode" presStyleLbl="node2" presStyleIdx="4" presStyleCnt="7">
        <dgm:presLayoutVars>
          <dgm:chPref val="3"/>
        </dgm:presLayoutVars>
      </dgm:prSet>
      <dgm:spPr/>
    </dgm:pt>
    <dgm:pt modelId="{96A851F6-F678-4879-83A5-D0BCB6F012BE}" type="pres">
      <dgm:prSet presAssocID="{652BC2CE-44FE-43DD-8746-00DCAE34977B}" presName="level3hierChild" presStyleCnt="0"/>
      <dgm:spPr/>
    </dgm:pt>
    <dgm:pt modelId="{8DB294B2-C8A1-43EF-9112-D3692832EDE1}" type="pres">
      <dgm:prSet presAssocID="{CB91CEAF-0797-4BC5-92F8-7A3CBAF22DF3}" presName="conn2-1" presStyleLbl="parChTrans1D3" presStyleIdx="0" presStyleCnt="7"/>
      <dgm:spPr/>
    </dgm:pt>
    <dgm:pt modelId="{96F81FC6-1B08-49AF-9F4F-D5FCB0AED245}" type="pres">
      <dgm:prSet presAssocID="{CB91CEAF-0797-4BC5-92F8-7A3CBAF22DF3}" presName="connTx" presStyleLbl="parChTrans1D3" presStyleIdx="0" presStyleCnt="7"/>
      <dgm:spPr/>
    </dgm:pt>
    <dgm:pt modelId="{65FD3DC8-2B50-4308-8656-1090DA49920F}" type="pres">
      <dgm:prSet presAssocID="{21336A75-1F06-4F6C-890D-D4AFEE82C87B}" presName="root2" presStyleCnt="0"/>
      <dgm:spPr/>
    </dgm:pt>
    <dgm:pt modelId="{F63361E1-441F-4823-A330-6C41CD702F5B}" type="pres">
      <dgm:prSet presAssocID="{21336A75-1F06-4F6C-890D-D4AFEE82C87B}" presName="LevelTwoTextNode" presStyleLbl="node3" presStyleIdx="0" presStyleCnt="7">
        <dgm:presLayoutVars>
          <dgm:chPref val="3"/>
        </dgm:presLayoutVars>
      </dgm:prSet>
      <dgm:spPr/>
    </dgm:pt>
    <dgm:pt modelId="{F2903DF2-E82D-4D68-8833-37AD976B97B2}" type="pres">
      <dgm:prSet presAssocID="{21336A75-1F06-4F6C-890D-D4AFEE82C87B}" presName="level3hierChild" presStyleCnt="0"/>
      <dgm:spPr/>
    </dgm:pt>
    <dgm:pt modelId="{86B1ED2F-B0FD-4C91-80A4-70ED68DA60F6}" type="pres">
      <dgm:prSet presAssocID="{07F0C998-2D87-4201-959E-3C00FC78D852}" presName="conn2-1" presStyleLbl="parChTrans1D3" presStyleIdx="1" presStyleCnt="7"/>
      <dgm:spPr/>
    </dgm:pt>
    <dgm:pt modelId="{99D03412-7BF2-407D-B583-71DF916EEB95}" type="pres">
      <dgm:prSet presAssocID="{07F0C998-2D87-4201-959E-3C00FC78D852}" presName="connTx" presStyleLbl="parChTrans1D3" presStyleIdx="1" presStyleCnt="7"/>
      <dgm:spPr/>
    </dgm:pt>
    <dgm:pt modelId="{D5B71530-0B15-48A1-8A38-C9E0BC1E686E}" type="pres">
      <dgm:prSet presAssocID="{607AA930-4AD4-4BF8-AEAF-B185FD305770}" presName="root2" presStyleCnt="0"/>
      <dgm:spPr/>
    </dgm:pt>
    <dgm:pt modelId="{60193B2B-A979-4BA0-B977-AA78C66E4E1C}" type="pres">
      <dgm:prSet presAssocID="{607AA930-4AD4-4BF8-AEAF-B185FD305770}" presName="LevelTwoTextNode" presStyleLbl="node3" presStyleIdx="1" presStyleCnt="7">
        <dgm:presLayoutVars>
          <dgm:chPref val="3"/>
        </dgm:presLayoutVars>
      </dgm:prSet>
      <dgm:spPr/>
    </dgm:pt>
    <dgm:pt modelId="{3151EA92-6ACF-44EB-9E04-EBE466A7629F}" type="pres">
      <dgm:prSet presAssocID="{607AA930-4AD4-4BF8-AEAF-B185FD305770}" presName="level3hierChild" presStyleCnt="0"/>
      <dgm:spPr/>
    </dgm:pt>
    <dgm:pt modelId="{F31E5725-6D1B-4F93-9301-2CC03A14BBCF}" type="pres">
      <dgm:prSet presAssocID="{6916CAA9-C312-4CAC-B91A-6634426D7827}" presName="conn2-1" presStyleLbl="parChTrans1D3" presStyleIdx="2" presStyleCnt="7"/>
      <dgm:spPr/>
    </dgm:pt>
    <dgm:pt modelId="{D44CF83E-2454-4A3B-BBF0-811BC9CC6484}" type="pres">
      <dgm:prSet presAssocID="{6916CAA9-C312-4CAC-B91A-6634426D7827}" presName="connTx" presStyleLbl="parChTrans1D3" presStyleIdx="2" presStyleCnt="7"/>
      <dgm:spPr/>
    </dgm:pt>
    <dgm:pt modelId="{786155F9-7502-40F7-8A5A-D79112C959D2}" type="pres">
      <dgm:prSet presAssocID="{A42D6427-31C5-4C75-8018-096E1E18E730}" presName="root2" presStyleCnt="0"/>
      <dgm:spPr/>
    </dgm:pt>
    <dgm:pt modelId="{A2220A4C-F4DB-43CC-A3A2-6637A26D51E5}" type="pres">
      <dgm:prSet presAssocID="{A42D6427-31C5-4C75-8018-096E1E18E730}" presName="LevelTwoTextNode" presStyleLbl="node3" presStyleIdx="2" presStyleCnt="7">
        <dgm:presLayoutVars>
          <dgm:chPref val="3"/>
        </dgm:presLayoutVars>
      </dgm:prSet>
      <dgm:spPr/>
    </dgm:pt>
    <dgm:pt modelId="{C6116180-C275-4E74-8507-7319A31C32E4}" type="pres">
      <dgm:prSet presAssocID="{A42D6427-31C5-4C75-8018-096E1E18E730}" presName="level3hierChild" presStyleCnt="0"/>
      <dgm:spPr/>
    </dgm:pt>
    <dgm:pt modelId="{A2FA5C98-9232-4EB0-A137-1C830A3A7C9D}" type="pres">
      <dgm:prSet presAssocID="{79B70CBD-5D7C-49C9-A330-1A078A67D9D7}" presName="conn2-1" presStyleLbl="parChTrans1D3" presStyleIdx="3" presStyleCnt="7"/>
      <dgm:spPr/>
    </dgm:pt>
    <dgm:pt modelId="{9D51DE67-3131-49FE-8585-12D25380482B}" type="pres">
      <dgm:prSet presAssocID="{79B70CBD-5D7C-49C9-A330-1A078A67D9D7}" presName="connTx" presStyleLbl="parChTrans1D3" presStyleIdx="3" presStyleCnt="7"/>
      <dgm:spPr/>
    </dgm:pt>
    <dgm:pt modelId="{B06FB5F7-9696-4126-88C2-B406B00AFB7D}" type="pres">
      <dgm:prSet presAssocID="{0AF37610-A7D4-4F5B-B37E-4E254082F75C}" presName="root2" presStyleCnt="0"/>
      <dgm:spPr/>
    </dgm:pt>
    <dgm:pt modelId="{C49F367D-79C4-4964-AF68-2FC4586487C1}" type="pres">
      <dgm:prSet presAssocID="{0AF37610-A7D4-4F5B-B37E-4E254082F75C}" presName="LevelTwoTextNode" presStyleLbl="node3" presStyleIdx="3" presStyleCnt="7">
        <dgm:presLayoutVars>
          <dgm:chPref val="3"/>
        </dgm:presLayoutVars>
      </dgm:prSet>
      <dgm:spPr/>
    </dgm:pt>
    <dgm:pt modelId="{9A5D9457-6837-4C19-B273-E7AD42C6FECF}" type="pres">
      <dgm:prSet presAssocID="{0AF37610-A7D4-4F5B-B37E-4E254082F75C}" presName="level3hierChild" presStyleCnt="0"/>
      <dgm:spPr/>
    </dgm:pt>
    <dgm:pt modelId="{E4686463-3569-44F9-9D08-EA49DE7236B0}" type="pres">
      <dgm:prSet presAssocID="{D654FEFC-3252-4D20-866A-A816FAC79228}" presName="conn2-1" presStyleLbl="parChTrans1D2" presStyleIdx="5" presStyleCnt="7"/>
      <dgm:spPr/>
    </dgm:pt>
    <dgm:pt modelId="{3543843C-19CD-48FF-8471-30B620A85390}" type="pres">
      <dgm:prSet presAssocID="{D654FEFC-3252-4D20-866A-A816FAC79228}" presName="connTx" presStyleLbl="parChTrans1D2" presStyleIdx="5" presStyleCnt="7"/>
      <dgm:spPr/>
    </dgm:pt>
    <dgm:pt modelId="{8138431D-9591-41F7-A7B1-0B351CBF62EB}" type="pres">
      <dgm:prSet presAssocID="{3EC59580-C661-44D3-9872-418356064443}" presName="root2" presStyleCnt="0"/>
      <dgm:spPr/>
    </dgm:pt>
    <dgm:pt modelId="{AC4972A5-D7B5-41A1-ABB9-1ADC663D6386}" type="pres">
      <dgm:prSet presAssocID="{3EC59580-C661-44D3-9872-418356064443}" presName="LevelTwoTextNode" presStyleLbl="node2" presStyleIdx="5" presStyleCnt="7">
        <dgm:presLayoutVars>
          <dgm:chPref val="3"/>
        </dgm:presLayoutVars>
      </dgm:prSet>
      <dgm:spPr/>
    </dgm:pt>
    <dgm:pt modelId="{5E4F0F0B-E74A-43FA-981E-6E058790AECF}" type="pres">
      <dgm:prSet presAssocID="{3EC59580-C661-44D3-9872-418356064443}" presName="level3hierChild" presStyleCnt="0"/>
      <dgm:spPr/>
    </dgm:pt>
    <dgm:pt modelId="{7708FDDD-1A28-4DFF-8ACF-41B9F5F64FC7}" type="pres">
      <dgm:prSet presAssocID="{DCDACBAD-EDA2-41D3-9EE7-1EF45E2D74D1}" presName="conn2-1" presStyleLbl="parChTrans1D3" presStyleIdx="4" presStyleCnt="7"/>
      <dgm:spPr/>
    </dgm:pt>
    <dgm:pt modelId="{F28058AB-7B7E-4C19-9001-12C8A1EB09EE}" type="pres">
      <dgm:prSet presAssocID="{DCDACBAD-EDA2-41D3-9EE7-1EF45E2D74D1}" presName="connTx" presStyleLbl="parChTrans1D3" presStyleIdx="4" presStyleCnt="7"/>
      <dgm:spPr/>
    </dgm:pt>
    <dgm:pt modelId="{3FF289A4-904E-44AD-BE2F-4CA4CB6C8C9B}" type="pres">
      <dgm:prSet presAssocID="{8EDCD8C5-F9C4-418D-828D-3DF5445E306C}" presName="root2" presStyleCnt="0"/>
      <dgm:spPr/>
    </dgm:pt>
    <dgm:pt modelId="{962D467E-3CB3-4537-BCDE-0EDF6A332DE1}" type="pres">
      <dgm:prSet presAssocID="{8EDCD8C5-F9C4-418D-828D-3DF5445E306C}" presName="LevelTwoTextNode" presStyleLbl="node3" presStyleIdx="4" presStyleCnt="7">
        <dgm:presLayoutVars>
          <dgm:chPref val="3"/>
        </dgm:presLayoutVars>
      </dgm:prSet>
      <dgm:spPr/>
    </dgm:pt>
    <dgm:pt modelId="{9EB3050C-AD92-49AA-AF8F-AF50BC2465B3}" type="pres">
      <dgm:prSet presAssocID="{8EDCD8C5-F9C4-418D-828D-3DF5445E306C}" presName="level3hierChild" presStyleCnt="0"/>
      <dgm:spPr/>
    </dgm:pt>
    <dgm:pt modelId="{AC690972-10E1-40AD-9E88-431FDF0F0ED3}" type="pres">
      <dgm:prSet presAssocID="{C18EC5B8-FC44-4810-8DF5-C09BD7D35427}" presName="conn2-1" presStyleLbl="parChTrans1D3" presStyleIdx="5" presStyleCnt="7"/>
      <dgm:spPr/>
    </dgm:pt>
    <dgm:pt modelId="{E01AC0DB-A75B-4072-8B99-CE05614733EF}" type="pres">
      <dgm:prSet presAssocID="{C18EC5B8-FC44-4810-8DF5-C09BD7D35427}" presName="connTx" presStyleLbl="parChTrans1D3" presStyleIdx="5" presStyleCnt="7"/>
      <dgm:spPr/>
    </dgm:pt>
    <dgm:pt modelId="{5F87A9D8-D1D2-4C8E-8699-521EB567AEC3}" type="pres">
      <dgm:prSet presAssocID="{F87A2A9F-F248-4A2F-A019-2211B286030D}" presName="root2" presStyleCnt="0"/>
      <dgm:spPr/>
    </dgm:pt>
    <dgm:pt modelId="{2451D548-B9F1-4917-AD7D-FC4AE321EDDB}" type="pres">
      <dgm:prSet presAssocID="{F87A2A9F-F248-4A2F-A019-2211B286030D}" presName="LevelTwoTextNode" presStyleLbl="node3" presStyleIdx="5" presStyleCnt="7">
        <dgm:presLayoutVars>
          <dgm:chPref val="3"/>
        </dgm:presLayoutVars>
      </dgm:prSet>
      <dgm:spPr/>
    </dgm:pt>
    <dgm:pt modelId="{7FE7BBC7-D119-4CE9-9060-69D0E72BF9B0}" type="pres">
      <dgm:prSet presAssocID="{F87A2A9F-F248-4A2F-A019-2211B286030D}" presName="level3hierChild" presStyleCnt="0"/>
      <dgm:spPr/>
    </dgm:pt>
    <dgm:pt modelId="{E2376C9D-40DF-43E9-96ED-3D555BD1A82E}" type="pres">
      <dgm:prSet presAssocID="{4BA74F5D-D7E9-4462-A69A-106B18A59879}" presName="conn2-1" presStyleLbl="parChTrans1D3" presStyleIdx="6" presStyleCnt="7"/>
      <dgm:spPr/>
    </dgm:pt>
    <dgm:pt modelId="{139EA1BC-B220-4B80-8487-99FBC0A4137B}" type="pres">
      <dgm:prSet presAssocID="{4BA74F5D-D7E9-4462-A69A-106B18A59879}" presName="connTx" presStyleLbl="parChTrans1D3" presStyleIdx="6" presStyleCnt="7"/>
      <dgm:spPr/>
    </dgm:pt>
    <dgm:pt modelId="{1AB683A6-CE64-4EC2-8C1B-B1105E6311EA}" type="pres">
      <dgm:prSet presAssocID="{95A54356-9020-43D6-A8EF-995C58DF5900}" presName="root2" presStyleCnt="0"/>
      <dgm:spPr/>
    </dgm:pt>
    <dgm:pt modelId="{DD12E0A9-3461-4C52-AC23-02D0C71CFA51}" type="pres">
      <dgm:prSet presAssocID="{95A54356-9020-43D6-A8EF-995C58DF5900}" presName="LevelTwoTextNode" presStyleLbl="node3" presStyleIdx="6" presStyleCnt="7">
        <dgm:presLayoutVars>
          <dgm:chPref val="3"/>
        </dgm:presLayoutVars>
      </dgm:prSet>
      <dgm:spPr/>
    </dgm:pt>
    <dgm:pt modelId="{33FA3758-934A-4B59-902F-081A95284242}" type="pres">
      <dgm:prSet presAssocID="{95A54356-9020-43D6-A8EF-995C58DF5900}" presName="level3hierChild" presStyleCnt="0"/>
      <dgm:spPr/>
    </dgm:pt>
    <dgm:pt modelId="{CE9CBCF6-760C-4A10-B99C-CDA28DA3FF20}" type="pres">
      <dgm:prSet presAssocID="{9ACECF6D-94F6-4388-9478-7E8D079063B5}" presName="conn2-1" presStyleLbl="parChTrans1D2" presStyleIdx="6" presStyleCnt="7"/>
      <dgm:spPr/>
    </dgm:pt>
    <dgm:pt modelId="{FF52F3C3-FA45-43DF-9BCF-13B13889E605}" type="pres">
      <dgm:prSet presAssocID="{9ACECF6D-94F6-4388-9478-7E8D079063B5}" presName="connTx" presStyleLbl="parChTrans1D2" presStyleIdx="6" presStyleCnt="7"/>
      <dgm:spPr/>
    </dgm:pt>
    <dgm:pt modelId="{7F775548-E3CF-4450-92C2-2365EEDB75C8}" type="pres">
      <dgm:prSet presAssocID="{B4E77B33-E35A-4DF0-8054-97CF8D93F1DD}" presName="root2" presStyleCnt="0"/>
      <dgm:spPr/>
    </dgm:pt>
    <dgm:pt modelId="{1618E9D4-E0F9-41F0-A4E8-BCA2473ECBB3}" type="pres">
      <dgm:prSet presAssocID="{B4E77B33-E35A-4DF0-8054-97CF8D93F1DD}" presName="LevelTwoTextNode" presStyleLbl="node2" presStyleIdx="6" presStyleCnt="7">
        <dgm:presLayoutVars>
          <dgm:chPref val="3"/>
        </dgm:presLayoutVars>
      </dgm:prSet>
      <dgm:spPr/>
    </dgm:pt>
    <dgm:pt modelId="{E40EC7EE-9E37-4EC7-B52F-85EA25A41DF5}" type="pres">
      <dgm:prSet presAssocID="{B4E77B33-E35A-4DF0-8054-97CF8D93F1DD}" presName="level3hierChild" presStyleCnt="0"/>
      <dgm:spPr/>
    </dgm:pt>
  </dgm:ptLst>
  <dgm:cxnLst>
    <dgm:cxn modelId="{3625E505-0AC2-41B3-A53B-C65754A8866E}" type="presOf" srcId="{8EDCD8C5-F9C4-418D-828D-3DF5445E306C}" destId="{962D467E-3CB3-4537-BCDE-0EDF6A332DE1}" srcOrd="0" destOrd="0" presId="urn:microsoft.com/office/officeart/2008/layout/HorizontalMultiLevelHierarchy"/>
    <dgm:cxn modelId="{0C0D240A-C09A-40EC-832F-E58423BF7DC8}" type="presOf" srcId="{79B70CBD-5D7C-49C9-A330-1A078A67D9D7}" destId="{A2FA5C98-9232-4EB0-A137-1C830A3A7C9D}" srcOrd="0" destOrd="0" presId="urn:microsoft.com/office/officeart/2008/layout/HorizontalMultiLevelHierarchy"/>
    <dgm:cxn modelId="{D7776A0A-945B-4BAE-AB2E-15585E4C577E}" type="presOf" srcId="{F34718B8-340B-406B-847A-B80918E18FF8}" destId="{9D302478-63A0-4E05-A98C-BD5EA5329F42}" srcOrd="1" destOrd="0" presId="urn:microsoft.com/office/officeart/2008/layout/HorizontalMultiLevelHierarchy"/>
    <dgm:cxn modelId="{36299C14-1804-4B80-A9B7-A67C1D673FCD}" type="presOf" srcId="{07F0C998-2D87-4201-959E-3C00FC78D852}" destId="{86B1ED2F-B0FD-4C91-80A4-70ED68DA60F6}" srcOrd="0" destOrd="0" presId="urn:microsoft.com/office/officeart/2008/layout/HorizontalMultiLevelHierarchy"/>
    <dgm:cxn modelId="{39E62419-FFF1-4630-A2E7-A91B9F9D61FA}" type="presOf" srcId="{DFC4A2B8-D259-48AD-A41F-D692C8CC6558}" destId="{8BA60CB2-335C-4CB8-BBDB-B23CEA960BB5}" srcOrd="0" destOrd="0" presId="urn:microsoft.com/office/officeart/2008/layout/HorizontalMultiLevelHierarchy"/>
    <dgm:cxn modelId="{CD4BFB19-E72A-4BF0-BF2F-A023CDCAFD3E}" type="presOf" srcId="{B4E77B33-E35A-4DF0-8054-97CF8D93F1DD}" destId="{1618E9D4-E0F9-41F0-A4E8-BCA2473ECBB3}" srcOrd="0" destOrd="0" presId="urn:microsoft.com/office/officeart/2008/layout/HorizontalMultiLevelHierarchy"/>
    <dgm:cxn modelId="{4DE00727-237E-4968-8F0A-1E89C9141465}" srcId="{3EC59580-C661-44D3-9872-418356064443}" destId="{8EDCD8C5-F9C4-418D-828D-3DF5445E306C}" srcOrd="0" destOrd="0" parTransId="{DCDACBAD-EDA2-41D3-9EE7-1EF45E2D74D1}" sibTransId="{F03F11F5-2004-4552-8595-EC876EEEF5B7}"/>
    <dgm:cxn modelId="{8B550D28-2FAF-4522-9D07-2EBAFAF9CE45}" srcId="{D9F950A1-E304-43B3-8189-2E9B8FAC6298}" destId="{3EC59580-C661-44D3-9872-418356064443}" srcOrd="5" destOrd="0" parTransId="{D654FEFC-3252-4D20-866A-A816FAC79228}" sibTransId="{457ED12D-04E3-4082-9AA3-74B91FCAE761}"/>
    <dgm:cxn modelId="{4BD7952E-425E-4585-93C4-D6C453F8A6DD}" srcId="{652BC2CE-44FE-43DD-8746-00DCAE34977B}" destId="{21336A75-1F06-4F6C-890D-D4AFEE82C87B}" srcOrd="0" destOrd="0" parTransId="{CB91CEAF-0797-4BC5-92F8-7A3CBAF22DF3}" sibTransId="{872C82C6-0914-4A59-AE79-34572AA98029}"/>
    <dgm:cxn modelId="{92306D36-FA99-475F-A95C-F10248ED2767}" type="presOf" srcId="{C18EC5B8-FC44-4810-8DF5-C09BD7D35427}" destId="{AC690972-10E1-40AD-9E88-431FDF0F0ED3}" srcOrd="0" destOrd="0" presId="urn:microsoft.com/office/officeart/2008/layout/HorizontalMultiLevelHierarchy"/>
    <dgm:cxn modelId="{FC7EFB36-29A9-427E-9896-930AEA4DC584}" type="presOf" srcId="{9ACECF6D-94F6-4388-9478-7E8D079063B5}" destId="{FF52F3C3-FA45-43DF-9BCF-13B13889E605}" srcOrd="1" destOrd="0" presId="urn:microsoft.com/office/officeart/2008/layout/HorizontalMultiLevelHierarchy"/>
    <dgm:cxn modelId="{7C53B839-5241-4CA6-9202-A9647308D1D6}" srcId="{652BC2CE-44FE-43DD-8746-00DCAE34977B}" destId="{A42D6427-31C5-4C75-8018-096E1E18E730}" srcOrd="2" destOrd="0" parTransId="{6916CAA9-C312-4CAC-B91A-6634426D7827}" sibTransId="{D2B24D23-F2CF-437E-9216-4D4308A87C54}"/>
    <dgm:cxn modelId="{AFCFE33B-C4FF-43D6-8BDC-17302D1DE65A}" type="presOf" srcId="{FE6D1952-29AB-4259-BC3C-F87EE9593A60}" destId="{3AD8ACC7-4DCB-4E87-A7B8-6EC68252A9FC}" srcOrd="0" destOrd="0" presId="urn:microsoft.com/office/officeart/2008/layout/HorizontalMultiLevelHierarchy"/>
    <dgm:cxn modelId="{E92EEC3B-4BA2-477D-8293-4E402C9D48F1}" type="presOf" srcId="{5E4C9312-238E-4F35-979C-FB0B22D8FBE8}" destId="{93FEA192-B262-493D-84F3-9F0C8D0E261F}" srcOrd="1" destOrd="0" presId="urn:microsoft.com/office/officeart/2008/layout/HorizontalMultiLevelHierarchy"/>
    <dgm:cxn modelId="{2576913E-F057-46C0-8BC7-B24DCB6AE1E2}" type="presOf" srcId="{3EC59580-C661-44D3-9872-418356064443}" destId="{AC4972A5-D7B5-41A1-ABB9-1ADC663D6386}" srcOrd="0" destOrd="0" presId="urn:microsoft.com/office/officeart/2008/layout/HorizontalMultiLevelHierarchy"/>
    <dgm:cxn modelId="{ED4EC15E-5704-471C-A19F-9006BB99256A}" type="presOf" srcId="{0AF37610-A7D4-4F5B-B37E-4E254082F75C}" destId="{C49F367D-79C4-4964-AF68-2FC4586487C1}" srcOrd="0" destOrd="0" presId="urn:microsoft.com/office/officeart/2008/layout/HorizontalMultiLevelHierarchy"/>
    <dgm:cxn modelId="{25D65162-BD28-4929-BFF4-BCFD48BB4649}" type="presOf" srcId="{9ACECF6D-94F6-4388-9478-7E8D079063B5}" destId="{CE9CBCF6-760C-4A10-B99C-CDA28DA3FF20}" srcOrd="0" destOrd="0" presId="urn:microsoft.com/office/officeart/2008/layout/HorizontalMultiLevelHierarchy"/>
    <dgm:cxn modelId="{AA80E946-3172-4A88-A6DC-F5332C077E40}" type="presOf" srcId="{CB91CEAF-0797-4BC5-92F8-7A3CBAF22DF3}" destId="{8DB294B2-C8A1-43EF-9112-D3692832EDE1}" srcOrd="0" destOrd="0" presId="urn:microsoft.com/office/officeart/2008/layout/HorizontalMultiLevelHierarchy"/>
    <dgm:cxn modelId="{268A7E48-48BD-4373-8F82-8FAA90E4AA7D}" type="presOf" srcId="{DCDACBAD-EDA2-41D3-9EE7-1EF45E2D74D1}" destId="{7708FDDD-1A28-4DFF-8ACF-41B9F5F64FC7}" srcOrd="0" destOrd="0" presId="urn:microsoft.com/office/officeart/2008/layout/HorizontalMultiLevelHierarchy"/>
    <dgm:cxn modelId="{B654DA48-F6A0-4382-8FB6-6403F2ED2E8F}" type="presOf" srcId="{07F0C998-2D87-4201-959E-3C00FC78D852}" destId="{99D03412-7BF2-407D-B583-71DF916EEB95}" srcOrd="1" destOrd="0" presId="urn:microsoft.com/office/officeart/2008/layout/HorizontalMultiLevelHierarchy"/>
    <dgm:cxn modelId="{D604766A-560E-42D8-BCC5-828BE80E0373}" type="presOf" srcId="{CC262CE2-7642-4FFC-BE7C-E7EB3C2D5D87}" destId="{8389B06F-3B2C-427C-A7BD-703E686E18A9}" srcOrd="0" destOrd="0" presId="urn:microsoft.com/office/officeart/2008/layout/HorizontalMultiLevelHierarchy"/>
    <dgm:cxn modelId="{AA22D24B-2EC7-48DE-8F64-ED34E52C9F41}" type="presOf" srcId="{A42D6427-31C5-4C75-8018-096E1E18E730}" destId="{A2220A4C-F4DB-43CC-A3A2-6637A26D51E5}" srcOrd="0" destOrd="0" presId="urn:microsoft.com/office/officeart/2008/layout/HorizontalMultiLevelHierarchy"/>
    <dgm:cxn modelId="{82006A6E-6F84-4942-B85C-4EAD2D5FC789}" srcId="{3EC59580-C661-44D3-9872-418356064443}" destId="{F87A2A9F-F248-4A2F-A019-2211B286030D}" srcOrd="1" destOrd="0" parTransId="{C18EC5B8-FC44-4810-8DF5-C09BD7D35427}" sibTransId="{3A382249-F809-4DDE-8D26-185504B9CFF2}"/>
    <dgm:cxn modelId="{FE40156F-A71D-42A4-B931-4BD48208DFE4}" type="presOf" srcId="{CB91CEAF-0797-4BC5-92F8-7A3CBAF22DF3}" destId="{96F81FC6-1B08-49AF-9F4F-D5FCB0AED245}" srcOrd="1" destOrd="0" presId="urn:microsoft.com/office/officeart/2008/layout/HorizontalMultiLevelHierarchy"/>
    <dgm:cxn modelId="{FF838571-FF68-49E7-854D-73279ABE7F1A}" type="presOf" srcId="{4BA74F5D-D7E9-4462-A69A-106B18A59879}" destId="{139EA1BC-B220-4B80-8487-99FBC0A4137B}" srcOrd="1" destOrd="0" presId="urn:microsoft.com/office/officeart/2008/layout/HorizontalMultiLevelHierarchy"/>
    <dgm:cxn modelId="{637BB671-D52B-4E73-A75C-E666D72D8699}" type="presOf" srcId="{6916CAA9-C312-4CAC-B91A-6634426D7827}" destId="{D44CF83E-2454-4A3B-BBF0-811BC9CC6484}" srcOrd="1" destOrd="0" presId="urn:microsoft.com/office/officeart/2008/layout/HorizontalMultiLevelHierarchy"/>
    <dgm:cxn modelId="{9047D255-825E-4FFF-A132-A2BC49F5C324}" srcId="{D9F950A1-E304-43B3-8189-2E9B8FAC6298}" destId="{85E9BFFF-527F-494B-8CFB-9FC81C6D0798}" srcOrd="2" destOrd="0" parTransId="{F34718B8-340B-406B-847A-B80918E18FF8}" sibTransId="{23B60257-8FBC-4FEC-AB3E-97DCEB8E86F6}"/>
    <dgm:cxn modelId="{65ABC959-E6B6-4AA5-B061-8C312E0004DC}" srcId="{652BC2CE-44FE-43DD-8746-00DCAE34977B}" destId="{0AF37610-A7D4-4F5B-B37E-4E254082F75C}" srcOrd="3" destOrd="0" parTransId="{79B70CBD-5D7C-49C9-A330-1A078A67D9D7}" sibTransId="{84164343-2CC5-4D93-BF0B-601A550B3008}"/>
    <dgm:cxn modelId="{AAA86E7C-C9BD-421F-82D9-5647AE6A9F1B}" type="presOf" srcId="{607AA930-4AD4-4BF8-AEAF-B185FD305770}" destId="{60193B2B-A979-4BA0-B977-AA78C66E4E1C}" srcOrd="0" destOrd="0" presId="urn:microsoft.com/office/officeart/2008/layout/HorizontalMultiLevelHierarchy"/>
    <dgm:cxn modelId="{248B6A7F-26EB-48BA-BE9C-A362CF7F565A}" type="presOf" srcId="{F34718B8-340B-406B-847A-B80918E18FF8}" destId="{5F8847CA-CC15-4321-9E50-40A5CC3B75D4}" srcOrd="0" destOrd="0" presId="urn:microsoft.com/office/officeart/2008/layout/HorizontalMultiLevelHierarchy"/>
    <dgm:cxn modelId="{B679A77F-F99A-4DD0-A02D-6592F51CE82C}" srcId="{652BC2CE-44FE-43DD-8746-00DCAE34977B}" destId="{607AA930-4AD4-4BF8-AEAF-B185FD305770}" srcOrd="1" destOrd="0" parTransId="{07F0C998-2D87-4201-959E-3C00FC78D852}" sibTransId="{5C05D222-2FF0-4662-8DBA-70A6655D9A42}"/>
    <dgm:cxn modelId="{22049380-A18E-458B-BF21-E2020209071E}" srcId="{D9F950A1-E304-43B3-8189-2E9B8FAC6298}" destId="{CC262CE2-7642-4FFC-BE7C-E7EB3C2D5D87}" srcOrd="0" destOrd="0" parTransId="{B37F338C-BE74-44BB-8091-662749ABBD33}" sibTransId="{BF6DF312-752D-488D-9F4E-9CC7ACB6CC77}"/>
    <dgm:cxn modelId="{85420E84-7F37-4D3D-A4DD-112368D4FCA9}" type="presOf" srcId="{85E9BFFF-527F-494B-8CFB-9FC81C6D0798}" destId="{8B04F116-671B-49C8-8B82-257917CC2A23}" srcOrd="0" destOrd="0" presId="urn:microsoft.com/office/officeart/2008/layout/HorizontalMultiLevelHierarchy"/>
    <dgm:cxn modelId="{7F0A2087-F047-42AC-89E9-2324D89FD1EE}" type="presOf" srcId="{21336A75-1F06-4F6C-890D-D4AFEE82C87B}" destId="{F63361E1-441F-4823-A330-6C41CD702F5B}" srcOrd="0" destOrd="0" presId="urn:microsoft.com/office/officeart/2008/layout/HorizontalMultiLevelHierarchy"/>
    <dgm:cxn modelId="{8C955D89-CAA0-4A90-8031-038502E1A72C}" type="presOf" srcId="{B37F338C-BE74-44BB-8091-662749ABBD33}" destId="{291C23F1-4BD1-48A1-8DB6-C815842DD24C}" srcOrd="1" destOrd="0" presId="urn:microsoft.com/office/officeart/2008/layout/HorizontalMultiLevelHierarchy"/>
    <dgm:cxn modelId="{41CA5F89-DE26-43F8-AC5C-7307DA0F2845}" type="presOf" srcId="{652BC2CE-44FE-43DD-8746-00DCAE34977B}" destId="{C41F32DC-AE1C-4E0F-A7ED-E9D59B11CF94}" srcOrd="0" destOrd="0" presId="urn:microsoft.com/office/officeart/2008/layout/HorizontalMultiLevelHierarchy"/>
    <dgm:cxn modelId="{CD29628C-C31B-4A64-8BB9-568C48D01AEF}" type="presOf" srcId="{C18EC5B8-FC44-4810-8DF5-C09BD7D35427}" destId="{E01AC0DB-A75B-4072-8B99-CE05614733EF}" srcOrd="1" destOrd="0" presId="urn:microsoft.com/office/officeart/2008/layout/HorizontalMultiLevelHierarchy"/>
    <dgm:cxn modelId="{516CCA8E-02DD-4AE7-B93A-D7CD33A14542}" type="presOf" srcId="{D9F950A1-E304-43B3-8189-2E9B8FAC6298}" destId="{27A177D9-9D8A-4401-A248-4D8ACAA7BCF8}" srcOrd="0" destOrd="0" presId="urn:microsoft.com/office/officeart/2008/layout/HorizontalMultiLevelHierarchy"/>
    <dgm:cxn modelId="{DF125091-B527-417D-8675-C0D3B3AC6F84}" srcId="{D9F950A1-E304-43B3-8189-2E9B8FAC6298}" destId="{B4E77B33-E35A-4DF0-8054-97CF8D93F1DD}" srcOrd="6" destOrd="0" parTransId="{9ACECF6D-94F6-4388-9478-7E8D079063B5}" sibTransId="{6EFBEEBE-578A-4CCD-B5CE-7C0F58A14589}"/>
    <dgm:cxn modelId="{7163E694-34C4-44D4-A41E-8CDDF8237F69}" type="presOf" srcId="{D654FEFC-3252-4D20-866A-A816FAC79228}" destId="{3543843C-19CD-48FF-8471-30B620A85390}" srcOrd="1" destOrd="0" presId="urn:microsoft.com/office/officeart/2008/layout/HorizontalMultiLevelHierarchy"/>
    <dgm:cxn modelId="{48DFAE9B-F98E-4675-845E-D4217C91C0E8}" type="presOf" srcId="{6916CAA9-C312-4CAC-B91A-6634426D7827}" destId="{F31E5725-6D1B-4F93-9301-2CC03A14BBCF}" srcOrd="0" destOrd="0" presId="urn:microsoft.com/office/officeart/2008/layout/HorizontalMultiLevelHierarchy"/>
    <dgm:cxn modelId="{B5F34DA5-E964-422D-A875-1D408D9DEA12}" type="presOf" srcId="{F9C1C439-15DC-4687-BC0F-F4928AE60C02}" destId="{1158F903-781E-463B-A59B-653797B6E439}" srcOrd="0" destOrd="0" presId="urn:microsoft.com/office/officeart/2008/layout/HorizontalMultiLevelHierarchy"/>
    <dgm:cxn modelId="{27ECF4AC-8D96-4E34-A149-62F2BDA2DC99}" type="presOf" srcId="{844A62CB-ACB2-4ED1-B62B-30459F626F4A}" destId="{86C8C4A7-BBA0-44AD-AA93-C7C171635358}" srcOrd="0" destOrd="0" presId="urn:microsoft.com/office/officeart/2008/layout/HorizontalMultiLevelHierarchy"/>
    <dgm:cxn modelId="{F60AEEB4-7FB3-4ED1-9F80-A49F5A920786}" type="presOf" srcId="{4BA74F5D-D7E9-4462-A69A-106B18A59879}" destId="{E2376C9D-40DF-43E9-96ED-3D555BD1A82E}" srcOrd="0" destOrd="0" presId="urn:microsoft.com/office/officeart/2008/layout/HorizontalMultiLevelHierarchy"/>
    <dgm:cxn modelId="{6C0AFCC5-79CD-4983-A6D9-1E055448958E}" type="presOf" srcId="{DCDACBAD-EDA2-41D3-9EE7-1EF45E2D74D1}" destId="{F28058AB-7B7E-4C19-9001-12C8A1EB09EE}" srcOrd="1" destOrd="0" presId="urn:microsoft.com/office/officeart/2008/layout/HorizontalMultiLevelHierarchy"/>
    <dgm:cxn modelId="{F77260C9-06BD-4DA4-AA0C-FC39B76489AC}" type="presOf" srcId="{B37F338C-BE74-44BB-8091-662749ABBD33}" destId="{88C6915A-277C-4614-9F29-9C58C9C0F4A2}" srcOrd="0" destOrd="0" presId="urn:microsoft.com/office/officeart/2008/layout/HorizontalMultiLevelHierarchy"/>
    <dgm:cxn modelId="{6A54E6D3-D101-4A43-975B-58B8A5EC000B}" type="presOf" srcId="{5E4C9312-238E-4F35-979C-FB0B22D8FBE8}" destId="{A2F768A9-5B8A-44B9-BDF1-27F968913AD8}" srcOrd="0" destOrd="0" presId="urn:microsoft.com/office/officeart/2008/layout/HorizontalMultiLevelHierarchy"/>
    <dgm:cxn modelId="{0FFE86D8-CAD6-4B8E-8F47-2ED9312A45D5}" type="presOf" srcId="{D654FEFC-3252-4D20-866A-A816FAC79228}" destId="{E4686463-3569-44F9-9D08-EA49DE7236B0}" srcOrd="0" destOrd="0" presId="urn:microsoft.com/office/officeart/2008/layout/HorizontalMultiLevelHierarchy"/>
    <dgm:cxn modelId="{21F5A2D8-B2F9-48BF-8D17-0A12772B3767}" type="presOf" srcId="{F9C1C439-15DC-4687-BC0F-F4928AE60C02}" destId="{7B6E7996-2307-42E2-9B8E-699DB2AC8D78}" srcOrd="1" destOrd="0" presId="urn:microsoft.com/office/officeart/2008/layout/HorizontalMultiLevelHierarchy"/>
    <dgm:cxn modelId="{AE31DCDB-F0F6-470E-80C7-6FA32686C202}" type="presOf" srcId="{79B70CBD-5D7C-49C9-A330-1A078A67D9D7}" destId="{9D51DE67-3131-49FE-8585-12D25380482B}" srcOrd="1" destOrd="0" presId="urn:microsoft.com/office/officeart/2008/layout/HorizontalMultiLevelHierarchy"/>
    <dgm:cxn modelId="{1854BBDC-EBE5-4C4E-B56E-F53CBADBD6BB}" srcId="{D9F950A1-E304-43B3-8189-2E9B8FAC6298}" destId="{652BC2CE-44FE-43DD-8746-00DCAE34977B}" srcOrd="4" destOrd="0" parTransId="{FE6D1952-29AB-4259-BC3C-F87EE9593A60}" sibTransId="{D03E493D-B82A-4106-9725-BEE2FC7586C5}"/>
    <dgm:cxn modelId="{B549F9DC-5AE6-4839-BD1C-3D4552268729}" srcId="{D9F950A1-E304-43B3-8189-2E9B8FAC6298}" destId="{844A62CB-ACB2-4ED1-B62B-30459F626F4A}" srcOrd="1" destOrd="0" parTransId="{5E4C9312-238E-4F35-979C-FB0B22D8FBE8}" sibTransId="{5E8D5AB6-8A59-4465-9779-7A1124E94C7B}"/>
    <dgm:cxn modelId="{254C86EF-88AE-4F29-AB6D-6B1ABD1D348A}" srcId="{3EC59580-C661-44D3-9872-418356064443}" destId="{95A54356-9020-43D6-A8EF-995C58DF5900}" srcOrd="2" destOrd="0" parTransId="{4BA74F5D-D7E9-4462-A69A-106B18A59879}" sibTransId="{E5F045A9-BB02-480A-85E9-DB81B2F242DD}"/>
    <dgm:cxn modelId="{F8F69FF6-E2E6-42E9-9744-12BC645D0012}" srcId="{D9F950A1-E304-43B3-8189-2E9B8FAC6298}" destId="{EA90BD5F-2862-4949-AF9E-A3AFA6283383}" srcOrd="3" destOrd="0" parTransId="{F9C1C439-15DC-4687-BC0F-F4928AE60C02}" sibTransId="{6F6E3CBF-0DDC-46D6-A2BD-14ABFECA70E3}"/>
    <dgm:cxn modelId="{01D1F5F7-FAD7-4713-8B40-CC05F84E9278}" srcId="{DFC4A2B8-D259-48AD-A41F-D692C8CC6558}" destId="{D9F950A1-E304-43B3-8189-2E9B8FAC6298}" srcOrd="0" destOrd="0" parTransId="{E7DD0281-EC8E-40E3-9C1C-7D9E3CEB09BD}" sibTransId="{FDC81D06-5280-45C0-9723-A895152D6C41}"/>
    <dgm:cxn modelId="{22E502F9-AF4B-441C-B642-868004082239}" type="presOf" srcId="{F87A2A9F-F248-4A2F-A019-2211B286030D}" destId="{2451D548-B9F1-4917-AD7D-FC4AE321EDDB}" srcOrd="0" destOrd="0" presId="urn:microsoft.com/office/officeart/2008/layout/HorizontalMultiLevelHierarchy"/>
    <dgm:cxn modelId="{400545FA-3564-4BC4-8F3A-CC0B91E50FF5}" type="presOf" srcId="{FE6D1952-29AB-4259-BC3C-F87EE9593A60}" destId="{AD4DA4B5-1FC2-4551-BD93-F2E17DB87246}" srcOrd="1" destOrd="0" presId="urn:microsoft.com/office/officeart/2008/layout/HorizontalMultiLevelHierarchy"/>
    <dgm:cxn modelId="{555523FC-34C5-4212-936C-5DFAAF55729A}" type="presOf" srcId="{95A54356-9020-43D6-A8EF-995C58DF5900}" destId="{DD12E0A9-3461-4C52-AC23-02D0C71CFA51}" srcOrd="0" destOrd="0" presId="urn:microsoft.com/office/officeart/2008/layout/HorizontalMultiLevelHierarchy"/>
    <dgm:cxn modelId="{CEB823FF-76BC-46E0-B0B8-340F42FD49B1}" type="presOf" srcId="{EA90BD5F-2862-4949-AF9E-A3AFA6283383}" destId="{A73C0882-9D9A-43EE-96DE-9261CB036610}" srcOrd="0" destOrd="0" presId="urn:microsoft.com/office/officeart/2008/layout/HorizontalMultiLevelHierarchy"/>
    <dgm:cxn modelId="{6A7A0104-3EE3-4E17-A00C-E7EDB397DA99}" type="presParOf" srcId="{8BA60CB2-335C-4CB8-BBDB-B23CEA960BB5}" destId="{3983411E-C0FB-45E4-9686-327DB7777501}" srcOrd="0" destOrd="0" presId="urn:microsoft.com/office/officeart/2008/layout/HorizontalMultiLevelHierarchy"/>
    <dgm:cxn modelId="{998B4708-AB8F-45B9-9EE4-D0BAA15C897A}" type="presParOf" srcId="{3983411E-C0FB-45E4-9686-327DB7777501}" destId="{27A177D9-9D8A-4401-A248-4D8ACAA7BCF8}" srcOrd="0" destOrd="0" presId="urn:microsoft.com/office/officeart/2008/layout/HorizontalMultiLevelHierarchy"/>
    <dgm:cxn modelId="{F58D53E6-9CCE-4EAD-A07B-91E2FDD9A0DB}" type="presParOf" srcId="{3983411E-C0FB-45E4-9686-327DB7777501}" destId="{9D8A2416-3022-4094-B918-FA50AF9951D3}" srcOrd="1" destOrd="0" presId="urn:microsoft.com/office/officeart/2008/layout/HorizontalMultiLevelHierarchy"/>
    <dgm:cxn modelId="{7DF8E5F2-6922-4FDD-B54A-1BC59B130A5F}" type="presParOf" srcId="{9D8A2416-3022-4094-B918-FA50AF9951D3}" destId="{88C6915A-277C-4614-9F29-9C58C9C0F4A2}" srcOrd="0" destOrd="0" presId="urn:microsoft.com/office/officeart/2008/layout/HorizontalMultiLevelHierarchy"/>
    <dgm:cxn modelId="{C0792342-F91D-46CF-9E19-5EF9C47BCCD7}" type="presParOf" srcId="{88C6915A-277C-4614-9F29-9C58C9C0F4A2}" destId="{291C23F1-4BD1-48A1-8DB6-C815842DD24C}" srcOrd="0" destOrd="0" presId="urn:microsoft.com/office/officeart/2008/layout/HorizontalMultiLevelHierarchy"/>
    <dgm:cxn modelId="{E7928A8B-87B3-4829-BBB5-B75BB46145E3}" type="presParOf" srcId="{9D8A2416-3022-4094-B918-FA50AF9951D3}" destId="{DC444878-F70D-4483-8712-66819601E677}" srcOrd="1" destOrd="0" presId="urn:microsoft.com/office/officeart/2008/layout/HorizontalMultiLevelHierarchy"/>
    <dgm:cxn modelId="{BE8F4E1B-605F-4EB0-8EB6-E34DD40A1C22}" type="presParOf" srcId="{DC444878-F70D-4483-8712-66819601E677}" destId="{8389B06F-3B2C-427C-A7BD-703E686E18A9}" srcOrd="0" destOrd="0" presId="urn:microsoft.com/office/officeart/2008/layout/HorizontalMultiLevelHierarchy"/>
    <dgm:cxn modelId="{F385EA4F-1D8E-4C0F-A7EF-BC9112DCDEA6}" type="presParOf" srcId="{DC444878-F70D-4483-8712-66819601E677}" destId="{9320F440-78A2-44A4-80CB-81DC48FD97A8}" srcOrd="1" destOrd="0" presId="urn:microsoft.com/office/officeart/2008/layout/HorizontalMultiLevelHierarchy"/>
    <dgm:cxn modelId="{51E417BA-EC5F-477A-B793-3587F10CE86C}" type="presParOf" srcId="{9D8A2416-3022-4094-B918-FA50AF9951D3}" destId="{A2F768A9-5B8A-44B9-BDF1-27F968913AD8}" srcOrd="2" destOrd="0" presId="urn:microsoft.com/office/officeart/2008/layout/HorizontalMultiLevelHierarchy"/>
    <dgm:cxn modelId="{46E69E7C-73C4-4326-97B7-BD8494E3201F}" type="presParOf" srcId="{A2F768A9-5B8A-44B9-BDF1-27F968913AD8}" destId="{93FEA192-B262-493D-84F3-9F0C8D0E261F}" srcOrd="0" destOrd="0" presId="urn:microsoft.com/office/officeart/2008/layout/HorizontalMultiLevelHierarchy"/>
    <dgm:cxn modelId="{4026A122-CD81-40C2-B7A8-81A2A79278D4}" type="presParOf" srcId="{9D8A2416-3022-4094-B918-FA50AF9951D3}" destId="{E0954F1C-A417-467A-9935-B69A2D1223A2}" srcOrd="3" destOrd="0" presId="urn:microsoft.com/office/officeart/2008/layout/HorizontalMultiLevelHierarchy"/>
    <dgm:cxn modelId="{27FDB0FE-2F4F-439E-B5AC-0BD6667A9AEB}" type="presParOf" srcId="{E0954F1C-A417-467A-9935-B69A2D1223A2}" destId="{86C8C4A7-BBA0-44AD-AA93-C7C171635358}" srcOrd="0" destOrd="0" presId="urn:microsoft.com/office/officeart/2008/layout/HorizontalMultiLevelHierarchy"/>
    <dgm:cxn modelId="{846637DE-1FF3-48A1-8BC6-26C5E960B356}" type="presParOf" srcId="{E0954F1C-A417-467A-9935-B69A2D1223A2}" destId="{35CC3B5B-448C-4F31-953C-4318B44062B6}" srcOrd="1" destOrd="0" presId="urn:microsoft.com/office/officeart/2008/layout/HorizontalMultiLevelHierarchy"/>
    <dgm:cxn modelId="{2057E7FF-04B2-42AE-9B99-4ABEA9B65D0A}" type="presParOf" srcId="{9D8A2416-3022-4094-B918-FA50AF9951D3}" destId="{5F8847CA-CC15-4321-9E50-40A5CC3B75D4}" srcOrd="4" destOrd="0" presId="urn:microsoft.com/office/officeart/2008/layout/HorizontalMultiLevelHierarchy"/>
    <dgm:cxn modelId="{38789271-6AC9-47E2-ADF8-50334DB9BC01}" type="presParOf" srcId="{5F8847CA-CC15-4321-9E50-40A5CC3B75D4}" destId="{9D302478-63A0-4E05-A98C-BD5EA5329F42}" srcOrd="0" destOrd="0" presId="urn:microsoft.com/office/officeart/2008/layout/HorizontalMultiLevelHierarchy"/>
    <dgm:cxn modelId="{81590235-EE5C-4571-8977-19625FA4B91F}" type="presParOf" srcId="{9D8A2416-3022-4094-B918-FA50AF9951D3}" destId="{F1D019EB-581D-48FD-8F8A-EF965E04B24D}" srcOrd="5" destOrd="0" presId="urn:microsoft.com/office/officeart/2008/layout/HorizontalMultiLevelHierarchy"/>
    <dgm:cxn modelId="{9E87B963-81DE-49B2-A0FF-708897B176E7}" type="presParOf" srcId="{F1D019EB-581D-48FD-8F8A-EF965E04B24D}" destId="{8B04F116-671B-49C8-8B82-257917CC2A23}" srcOrd="0" destOrd="0" presId="urn:microsoft.com/office/officeart/2008/layout/HorizontalMultiLevelHierarchy"/>
    <dgm:cxn modelId="{4A85C0B2-5CDA-48FF-8E8B-D4DF1B72508D}" type="presParOf" srcId="{F1D019EB-581D-48FD-8F8A-EF965E04B24D}" destId="{F22D36B4-58FE-4DC6-A3E0-93849F6659DC}" srcOrd="1" destOrd="0" presId="urn:microsoft.com/office/officeart/2008/layout/HorizontalMultiLevelHierarchy"/>
    <dgm:cxn modelId="{113289B3-B77D-40E7-AEE4-48120139E2DB}" type="presParOf" srcId="{9D8A2416-3022-4094-B918-FA50AF9951D3}" destId="{1158F903-781E-463B-A59B-653797B6E439}" srcOrd="6" destOrd="0" presId="urn:microsoft.com/office/officeart/2008/layout/HorizontalMultiLevelHierarchy"/>
    <dgm:cxn modelId="{42CE7D26-2C0B-4A2B-9B9C-33C79E691DCE}" type="presParOf" srcId="{1158F903-781E-463B-A59B-653797B6E439}" destId="{7B6E7996-2307-42E2-9B8E-699DB2AC8D78}" srcOrd="0" destOrd="0" presId="urn:microsoft.com/office/officeart/2008/layout/HorizontalMultiLevelHierarchy"/>
    <dgm:cxn modelId="{A1678E45-5394-40C4-AE49-B0D4BD362BA1}" type="presParOf" srcId="{9D8A2416-3022-4094-B918-FA50AF9951D3}" destId="{608F96FD-B49D-4BB6-9DCF-E1F3AF716E36}" srcOrd="7" destOrd="0" presId="urn:microsoft.com/office/officeart/2008/layout/HorizontalMultiLevelHierarchy"/>
    <dgm:cxn modelId="{6DD8E6DC-81C1-4BF3-A43F-8EC076CDAE4A}" type="presParOf" srcId="{608F96FD-B49D-4BB6-9DCF-E1F3AF716E36}" destId="{A73C0882-9D9A-43EE-96DE-9261CB036610}" srcOrd="0" destOrd="0" presId="urn:microsoft.com/office/officeart/2008/layout/HorizontalMultiLevelHierarchy"/>
    <dgm:cxn modelId="{5B83EB75-65D2-4F74-8B5C-85D154B99A79}" type="presParOf" srcId="{608F96FD-B49D-4BB6-9DCF-E1F3AF716E36}" destId="{B4E74AD4-BB04-4321-896B-1E60F9DD601D}" srcOrd="1" destOrd="0" presId="urn:microsoft.com/office/officeart/2008/layout/HorizontalMultiLevelHierarchy"/>
    <dgm:cxn modelId="{841F4255-5E5F-4CDB-9D19-2F75DAB94E4F}" type="presParOf" srcId="{9D8A2416-3022-4094-B918-FA50AF9951D3}" destId="{3AD8ACC7-4DCB-4E87-A7B8-6EC68252A9FC}" srcOrd="8" destOrd="0" presId="urn:microsoft.com/office/officeart/2008/layout/HorizontalMultiLevelHierarchy"/>
    <dgm:cxn modelId="{F80F389C-C7FD-4330-B16A-1E3DB48B9B2C}" type="presParOf" srcId="{3AD8ACC7-4DCB-4E87-A7B8-6EC68252A9FC}" destId="{AD4DA4B5-1FC2-4551-BD93-F2E17DB87246}" srcOrd="0" destOrd="0" presId="urn:microsoft.com/office/officeart/2008/layout/HorizontalMultiLevelHierarchy"/>
    <dgm:cxn modelId="{C67B042F-19AC-4263-9ED7-13EA23C4F563}" type="presParOf" srcId="{9D8A2416-3022-4094-B918-FA50AF9951D3}" destId="{20708923-7A6B-4458-8F85-A1B196238EE7}" srcOrd="9" destOrd="0" presId="urn:microsoft.com/office/officeart/2008/layout/HorizontalMultiLevelHierarchy"/>
    <dgm:cxn modelId="{76A99548-178F-45BC-B40B-B632149E01DD}" type="presParOf" srcId="{20708923-7A6B-4458-8F85-A1B196238EE7}" destId="{C41F32DC-AE1C-4E0F-A7ED-E9D59B11CF94}" srcOrd="0" destOrd="0" presId="urn:microsoft.com/office/officeart/2008/layout/HorizontalMultiLevelHierarchy"/>
    <dgm:cxn modelId="{C1135662-2104-48B0-97C3-2A4311FA261B}" type="presParOf" srcId="{20708923-7A6B-4458-8F85-A1B196238EE7}" destId="{96A851F6-F678-4879-83A5-D0BCB6F012BE}" srcOrd="1" destOrd="0" presId="urn:microsoft.com/office/officeart/2008/layout/HorizontalMultiLevelHierarchy"/>
    <dgm:cxn modelId="{5F00E918-BE76-44DC-AC82-5C780412F937}" type="presParOf" srcId="{96A851F6-F678-4879-83A5-D0BCB6F012BE}" destId="{8DB294B2-C8A1-43EF-9112-D3692832EDE1}" srcOrd="0" destOrd="0" presId="urn:microsoft.com/office/officeart/2008/layout/HorizontalMultiLevelHierarchy"/>
    <dgm:cxn modelId="{8728F7EF-8F88-41F6-AD18-F890A52B0523}" type="presParOf" srcId="{8DB294B2-C8A1-43EF-9112-D3692832EDE1}" destId="{96F81FC6-1B08-49AF-9F4F-D5FCB0AED245}" srcOrd="0" destOrd="0" presId="urn:microsoft.com/office/officeart/2008/layout/HorizontalMultiLevelHierarchy"/>
    <dgm:cxn modelId="{619CAE57-85CA-4C45-8FD7-AA3D41EE358D}" type="presParOf" srcId="{96A851F6-F678-4879-83A5-D0BCB6F012BE}" destId="{65FD3DC8-2B50-4308-8656-1090DA49920F}" srcOrd="1" destOrd="0" presId="urn:microsoft.com/office/officeart/2008/layout/HorizontalMultiLevelHierarchy"/>
    <dgm:cxn modelId="{E45FE069-E10C-4BA7-8EC8-25EBB3F3AE85}" type="presParOf" srcId="{65FD3DC8-2B50-4308-8656-1090DA49920F}" destId="{F63361E1-441F-4823-A330-6C41CD702F5B}" srcOrd="0" destOrd="0" presId="urn:microsoft.com/office/officeart/2008/layout/HorizontalMultiLevelHierarchy"/>
    <dgm:cxn modelId="{A19CD0CD-2DAB-46BC-939F-08B8713D5831}" type="presParOf" srcId="{65FD3DC8-2B50-4308-8656-1090DA49920F}" destId="{F2903DF2-E82D-4D68-8833-37AD976B97B2}" srcOrd="1" destOrd="0" presId="urn:microsoft.com/office/officeart/2008/layout/HorizontalMultiLevelHierarchy"/>
    <dgm:cxn modelId="{BE0A4B16-5256-49E0-B6EF-1D8F130B8D0A}" type="presParOf" srcId="{96A851F6-F678-4879-83A5-D0BCB6F012BE}" destId="{86B1ED2F-B0FD-4C91-80A4-70ED68DA60F6}" srcOrd="2" destOrd="0" presId="urn:microsoft.com/office/officeart/2008/layout/HorizontalMultiLevelHierarchy"/>
    <dgm:cxn modelId="{DE032C35-8028-4A7A-B202-B00EA8A32FB9}" type="presParOf" srcId="{86B1ED2F-B0FD-4C91-80A4-70ED68DA60F6}" destId="{99D03412-7BF2-407D-B583-71DF916EEB95}" srcOrd="0" destOrd="0" presId="urn:microsoft.com/office/officeart/2008/layout/HorizontalMultiLevelHierarchy"/>
    <dgm:cxn modelId="{22D7B52E-E489-4CCA-9091-CD8879809AA4}" type="presParOf" srcId="{96A851F6-F678-4879-83A5-D0BCB6F012BE}" destId="{D5B71530-0B15-48A1-8A38-C9E0BC1E686E}" srcOrd="3" destOrd="0" presId="urn:microsoft.com/office/officeart/2008/layout/HorizontalMultiLevelHierarchy"/>
    <dgm:cxn modelId="{E0C10001-42CC-4ED2-A6EF-18440B24345F}" type="presParOf" srcId="{D5B71530-0B15-48A1-8A38-C9E0BC1E686E}" destId="{60193B2B-A979-4BA0-B977-AA78C66E4E1C}" srcOrd="0" destOrd="0" presId="urn:microsoft.com/office/officeart/2008/layout/HorizontalMultiLevelHierarchy"/>
    <dgm:cxn modelId="{D68A8BC0-9A2E-4777-AA9D-A6994EE03582}" type="presParOf" srcId="{D5B71530-0B15-48A1-8A38-C9E0BC1E686E}" destId="{3151EA92-6ACF-44EB-9E04-EBE466A7629F}" srcOrd="1" destOrd="0" presId="urn:microsoft.com/office/officeart/2008/layout/HorizontalMultiLevelHierarchy"/>
    <dgm:cxn modelId="{1B057FB0-01C9-4F5F-954F-4D43B51E026B}" type="presParOf" srcId="{96A851F6-F678-4879-83A5-D0BCB6F012BE}" destId="{F31E5725-6D1B-4F93-9301-2CC03A14BBCF}" srcOrd="4" destOrd="0" presId="urn:microsoft.com/office/officeart/2008/layout/HorizontalMultiLevelHierarchy"/>
    <dgm:cxn modelId="{B5F0E055-A521-49AD-AD28-A8CCE47CDEEA}" type="presParOf" srcId="{F31E5725-6D1B-4F93-9301-2CC03A14BBCF}" destId="{D44CF83E-2454-4A3B-BBF0-811BC9CC6484}" srcOrd="0" destOrd="0" presId="urn:microsoft.com/office/officeart/2008/layout/HorizontalMultiLevelHierarchy"/>
    <dgm:cxn modelId="{7B53E6AC-A568-4A96-A887-930D6DA6390C}" type="presParOf" srcId="{96A851F6-F678-4879-83A5-D0BCB6F012BE}" destId="{786155F9-7502-40F7-8A5A-D79112C959D2}" srcOrd="5" destOrd="0" presId="urn:microsoft.com/office/officeart/2008/layout/HorizontalMultiLevelHierarchy"/>
    <dgm:cxn modelId="{B616D50F-F72B-4463-80DF-9A4A01FFB3B6}" type="presParOf" srcId="{786155F9-7502-40F7-8A5A-D79112C959D2}" destId="{A2220A4C-F4DB-43CC-A3A2-6637A26D51E5}" srcOrd="0" destOrd="0" presId="urn:microsoft.com/office/officeart/2008/layout/HorizontalMultiLevelHierarchy"/>
    <dgm:cxn modelId="{D57EE53D-19ED-49D3-8788-5F25EB748B37}" type="presParOf" srcId="{786155F9-7502-40F7-8A5A-D79112C959D2}" destId="{C6116180-C275-4E74-8507-7319A31C32E4}" srcOrd="1" destOrd="0" presId="urn:microsoft.com/office/officeart/2008/layout/HorizontalMultiLevelHierarchy"/>
    <dgm:cxn modelId="{03471DD7-73A3-447A-A28B-438A5704D711}" type="presParOf" srcId="{96A851F6-F678-4879-83A5-D0BCB6F012BE}" destId="{A2FA5C98-9232-4EB0-A137-1C830A3A7C9D}" srcOrd="6" destOrd="0" presId="urn:microsoft.com/office/officeart/2008/layout/HorizontalMultiLevelHierarchy"/>
    <dgm:cxn modelId="{EA09A792-57F4-4A87-B434-AB278AFC3489}" type="presParOf" srcId="{A2FA5C98-9232-4EB0-A137-1C830A3A7C9D}" destId="{9D51DE67-3131-49FE-8585-12D25380482B}" srcOrd="0" destOrd="0" presId="urn:microsoft.com/office/officeart/2008/layout/HorizontalMultiLevelHierarchy"/>
    <dgm:cxn modelId="{AEB5F582-A5F2-473A-9E63-484E42D42EDA}" type="presParOf" srcId="{96A851F6-F678-4879-83A5-D0BCB6F012BE}" destId="{B06FB5F7-9696-4126-88C2-B406B00AFB7D}" srcOrd="7" destOrd="0" presId="urn:microsoft.com/office/officeart/2008/layout/HorizontalMultiLevelHierarchy"/>
    <dgm:cxn modelId="{C7EAC8C2-B401-49FF-97D1-B03A2BD23185}" type="presParOf" srcId="{B06FB5F7-9696-4126-88C2-B406B00AFB7D}" destId="{C49F367D-79C4-4964-AF68-2FC4586487C1}" srcOrd="0" destOrd="0" presId="urn:microsoft.com/office/officeart/2008/layout/HorizontalMultiLevelHierarchy"/>
    <dgm:cxn modelId="{C74DC512-4802-4F6C-B3A8-D1DE7EFC8D8A}" type="presParOf" srcId="{B06FB5F7-9696-4126-88C2-B406B00AFB7D}" destId="{9A5D9457-6837-4C19-B273-E7AD42C6FECF}" srcOrd="1" destOrd="0" presId="urn:microsoft.com/office/officeart/2008/layout/HorizontalMultiLevelHierarchy"/>
    <dgm:cxn modelId="{3F67EFBF-5B00-42F7-A665-9BEC5114C64E}" type="presParOf" srcId="{9D8A2416-3022-4094-B918-FA50AF9951D3}" destId="{E4686463-3569-44F9-9D08-EA49DE7236B0}" srcOrd="10" destOrd="0" presId="urn:microsoft.com/office/officeart/2008/layout/HorizontalMultiLevelHierarchy"/>
    <dgm:cxn modelId="{D9855EC5-7707-444A-A394-518F831DA05A}" type="presParOf" srcId="{E4686463-3569-44F9-9D08-EA49DE7236B0}" destId="{3543843C-19CD-48FF-8471-30B620A85390}" srcOrd="0" destOrd="0" presId="urn:microsoft.com/office/officeart/2008/layout/HorizontalMultiLevelHierarchy"/>
    <dgm:cxn modelId="{C26F7C48-834C-4D73-82D6-0344A69072FF}" type="presParOf" srcId="{9D8A2416-3022-4094-B918-FA50AF9951D3}" destId="{8138431D-9591-41F7-A7B1-0B351CBF62EB}" srcOrd="11" destOrd="0" presId="urn:microsoft.com/office/officeart/2008/layout/HorizontalMultiLevelHierarchy"/>
    <dgm:cxn modelId="{E31BF7A0-3C52-4C58-A9A1-4297CF159CF7}" type="presParOf" srcId="{8138431D-9591-41F7-A7B1-0B351CBF62EB}" destId="{AC4972A5-D7B5-41A1-ABB9-1ADC663D6386}" srcOrd="0" destOrd="0" presId="urn:microsoft.com/office/officeart/2008/layout/HorizontalMultiLevelHierarchy"/>
    <dgm:cxn modelId="{64E88CCC-7FDA-41C1-9991-4B54C973C3E1}" type="presParOf" srcId="{8138431D-9591-41F7-A7B1-0B351CBF62EB}" destId="{5E4F0F0B-E74A-43FA-981E-6E058790AECF}" srcOrd="1" destOrd="0" presId="urn:microsoft.com/office/officeart/2008/layout/HorizontalMultiLevelHierarchy"/>
    <dgm:cxn modelId="{AC6DE86F-CA38-405F-9552-23E0FE37C5FA}" type="presParOf" srcId="{5E4F0F0B-E74A-43FA-981E-6E058790AECF}" destId="{7708FDDD-1A28-4DFF-8ACF-41B9F5F64FC7}" srcOrd="0" destOrd="0" presId="urn:microsoft.com/office/officeart/2008/layout/HorizontalMultiLevelHierarchy"/>
    <dgm:cxn modelId="{3FAB1C5A-1EBC-4AC2-A9C6-E8C4913410E8}" type="presParOf" srcId="{7708FDDD-1A28-4DFF-8ACF-41B9F5F64FC7}" destId="{F28058AB-7B7E-4C19-9001-12C8A1EB09EE}" srcOrd="0" destOrd="0" presId="urn:microsoft.com/office/officeart/2008/layout/HorizontalMultiLevelHierarchy"/>
    <dgm:cxn modelId="{16F1754A-044B-4A3E-9C63-2BB5BD3FB47C}" type="presParOf" srcId="{5E4F0F0B-E74A-43FA-981E-6E058790AECF}" destId="{3FF289A4-904E-44AD-BE2F-4CA4CB6C8C9B}" srcOrd="1" destOrd="0" presId="urn:microsoft.com/office/officeart/2008/layout/HorizontalMultiLevelHierarchy"/>
    <dgm:cxn modelId="{CAFBDF4B-B233-4544-961C-4291180DE996}" type="presParOf" srcId="{3FF289A4-904E-44AD-BE2F-4CA4CB6C8C9B}" destId="{962D467E-3CB3-4537-BCDE-0EDF6A332DE1}" srcOrd="0" destOrd="0" presId="urn:microsoft.com/office/officeart/2008/layout/HorizontalMultiLevelHierarchy"/>
    <dgm:cxn modelId="{2772FDC9-C517-4F4B-B02C-F57FF9248FA8}" type="presParOf" srcId="{3FF289A4-904E-44AD-BE2F-4CA4CB6C8C9B}" destId="{9EB3050C-AD92-49AA-AF8F-AF50BC2465B3}" srcOrd="1" destOrd="0" presId="urn:microsoft.com/office/officeart/2008/layout/HorizontalMultiLevelHierarchy"/>
    <dgm:cxn modelId="{DFD18B52-820D-487D-8AB7-C1952CEC2DBB}" type="presParOf" srcId="{5E4F0F0B-E74A-43FA-981E-6E058790AECF}" destId="{AC690972-10E1-40AD-9E88-431FDF0F0ED3}" srcOrd="2" destOrd="0" presId="urn:microsoft.com/office/officeart/2008/layout/HorizontalMultiLevelHierarchy"/>
    <dgm:cxn modelId="{7D254A93-2EA1-4C95-8FF7-A69BA1A6A0FB}" type="presParOf" srcId="{AC690972-10E1-40AD-9E88-431FDF0F0ED3}" destId="{E01AC0DB-A75B-4072-8B99-CE05614733EF}" srcOrd="0" destOrd="0" presId="urn:microsoft.com/office/officeart/2008/layout/HorizontalMultiLevelHierarchy"/>
    <dgm:cxn modelId="{AA2DA78F-7BC1-43FC-8EAB-2FAF760A3727}" type="presParOf" srcId="{5E4F0F0B-E74A-43FA-981E-6E058790AECF}" destId="{5F87A9D8-D1D2-4C8E-8699-521EB567AEC3}" srcOrd="3" destOrd="0" presId="urn:microsoft.com/office/officeart/2008/layout/HorizontalMultiLevelHierarchy"/>
    <dgm:cxn modelId="{06EC720F-B8A9-4590-B3F9-F5A9CA4FBE08}" type="presParOf" srcId="{5F87A9D8-D1D2-4C8E-8699-521EB567AEC3}" destId="{2451D548-B9F1-4917-AD7D-FC4AE321EDDB}" srcOrd="0" destOrd="0" presId="urn:microsoft.com/office/officeart/2008/layout/HorizontalMultiLevelHierarchy"/>
    <dgm:cxn modelId="{B3FB183C-9531-4960-B0D9-A4948280BFA9}" type="presParOf" srcId="{5F87A9D8-D1D2-4C8E-8699-521EB567AEC3}" destId="{7FE7BBC7-D119-4CE9-9060-69D0E72BF9B0}" srcOrd="1" destOrd="0" presId="urn:microsoft.com/office/officeart/2008/layout/HorizontalMultiLevelHierarchy"/>
    <dgm:cxn modelId="{717FC4CE-7DDA-4AD9-8425-21A2AEF1039F}" type="presParOf" srcId="{5E4F0F0B-E74A-43FA-981E-6E058790AECF}" destId="{E2376C9D-40DF-43E9-96ED-3D555BD1A82E}" srcOrd="4" destOrd="0" presId="urn:microsoft.com/office/officeart/2008/layout/HorizontalMultiLevelHierarchy"/>
    <dgm:cxn modelId="{B7242218-423B-418D-8DDE-6549D024007E}" type="presParOf" srcId="{E2376C9D-40DF-43E9-96ED-3D555BD1A82E}" destId="{139EA1BC-B220-4B80-8487-99FBC0A4137B}" srcOrd="0" destOrd="0" presId="urn:microsoft.com/office/officeart/2008/layout/HorizontalMultiLevelHierarchy"/>
    <dgm:cxn modelId="{2125C42C-FA25-44DB-8C36-FF076A32FB20}" type="presParOf" srcId="{5E4F0F0B-E74A-43FA-981E-6E058790AECF}" destId="{1AB683A6-CE64-4EC2-8C1B-B1105E6311EA}" srcOrd="5" destOrd="0" presId="urn:microsoft.com/office/officeart/2008/layout/HorizontalMultiLevelHierarchy"/>
    <dgm:cxn modelId="{5A177CAE-CD86-4828-864E-791EF2F44F31}" type="presParOf" srcId="{1AB683A6-CE64-4EC2-8C1B-B1105E6311EA}" destId="{DD12E0A9-3461-4C52-AC23-02D0C71CFA51}" srcOrd="0" destOrd="0" presId="urn:microsoft.com/office/officeart/2008/layout/HorizontalMultiLevelHierarchy"/>
    <dgm:cxn modelId="{9E04D523-21B9-4CDC-8C54-61D5BABD87C6}" type="presParOf" srcId="{1AB683A6-CE64-4EC2-8C1B-B1105E6311EA}" destId="{33FA3758-934A-4B59-902F-081A95284242}" srcOrd="1" destOrd="0" presId="urn:microsoft.com/office/officeart/2008/layout/HorizontalMultiLevelHierarchy"/>
    <dgm:cxn modelId="{41DF08DE-2565-4EEC-ACA6-ED0E7094AFF5}" type="presParOf" srcId="{9D8A2416-3022-4094-B918-FA50AF9951D3}" destId="{CE9CBCF6-760C-4A10-B99C-CDA28DA3FF20}" srcOrd="12" destOrd="0" presId="urn:microsoft.com/office/officeart/2008/layout/HorizontalMultiLevelHierarchy"/>
    <dgm:cxn modelId="{D5C0A3DA-CF2A-4850-B2C9-7CA44EEB9CE0}" type="presParOf" srcId="{CE9CBCF6-760C-4A10-B99C-CDA28DA3FF20}" destId="{FF52F3C3-FA45-43DF-9BCF-13B13889E605}" srcOrd="0" destOrd="0" presId="urn:microsoft.com/office/officeart/2008/layout/HorizontalMultiLevelHierarchy"/>
    <dgm:cxn modelId="{F3B406C9-3A6C-47B9-AD5A-E9F4DC499C16}" type="presParOf" srcId="{9D8A2416-3022-4094-B918-FA50AF9951D3}" destId="{7F775548-E3CF-4450-92C2-2365EEDB75C8}" srcOrd="13" destOrd="0" presId="urn:microsoft.com/office/officeart/2008/layout/HorizontalMultiLevelHierarchy"/>
    <dgm:cxn modelId="{81EF8561-A2E8-491E-A8B7-B09D6C88CE62}" type="presParOf" srcId="{7F775548-E3CF-4450-92C2-2365EEDB75C8}" destId="{1618E9D4-E0F9-41F0-A4E8-BCA2473ECBB3}" srcOrd="0" destOrd="0" presId="urn:microsoft.com/office/officeart/2008/layout/HorizontalMultiLevelHierarchy"/>
    <dgm:cxn modelId="{BD1EAC3F-84F3-4798-9071-809FFF3A261A}" type="presParOf" srcId="{7F775548-E3CF-4450-92C2-2365EEDB75C8}" destId="{E40EC7EE-9E37-4EC7-B52F-85EA25A41DF5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930E86-0C85-408D-BE48-E51E217ED040}" type="doc">
      <dgm:prSet loTypeId="urn:microsoft.com/office/officeart/2005/8/layout/chevron2" loCatId="process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F3882616-DD9F-42DE-BBA6-3CB8687626EB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D09214DF-C895-430D-B7A4-0D0D75A4AD2B}" type="parTrans" cxnId="{E3DDBC76-6A6F-4B1D-B19E-6C176237FC20}">
      <dgm:prSet/>
      <dgm:spPr/>
      <dgm:t>
        <a:bodyPr/>
        <a:lstStyle/>
        <a:p>
          <a:endParaRPr lang="en-US"/>
        </a:p>
      </dgm:t>
    </dgm:pt>
    <dgm:pt modelId="{D453EFA7-ED68-4440-8B3C-1D2761ACF8CE}" type="sibTrans" cxnId="{E3DDBC76-6A6F-4B1D-B19E-6C176237FC20}">
      <dgm:prSet/>
      <dgm:spPr/>
      <dgm:t>
        <a:bodyPr/>
        <a:lstStyle/>
        <a:p>
          <a:endParaRPr lang="en-US"/>
        </a:p>
      </dgm:t>
    </dgm:pt>
    <dgm:pt modelId="{1C769579-AC67-4461-89A2-6F72FAF2E3DD}">
      <dgm:prSet phldrT="[Text]"/>
      <dgm:spPr/>
      <dgm:t>
        <a:bodyPr/>
        <a:lstStyle/>
        <a:p>
          <a:r>
            <a:rPr lang="en-US" dirty="0"/>
            <a:t>Get data (simulation, experiment, etc.)</a:t>
          </a:r>
        </a:p>
      </dgm:t>
    </dgm:pt>
    <dgm:pt modelId="{FD19155D-9CE5-4415-B69E-E2AD1B730939}" type="parTrans" cxnId="{B7DBF73D-2000-4C77-A70A-622FCC1E00B7}">
      <dgm:prSet/>
      <dgm:spPr/>
      <dgm:t>
        <a:bodyPr/>
        <a:lstStyle/>
        <a:p>
          <a:endParaRPr lang="en-US"/>
        </a:p>
      </dgm:t>
    </dgm:pt>
    <dgm:pt modelId="{751C54A6-FF7B-4132-8258-EB4B9F5B5225}" type="sibTrans" cxnId="{B7DBF73D-2000-4C77-A70A-622FCC1E00B7}">
      <dgm:prSet/>
      <dgm:spPr/>
      <dgm:t>
        <a:bodyPr/>
        <a:lstStyle/>
        <a:p>
          <a:endParaRPr lang="en-US"/>
        </a:p>
      </dgm:t>
    </dgm:pt>
    <dgm:pt modelId="{79344DD0-B903-4DF4-BC41-312944793C4C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2AE06312-0C83-4B39-9AA8-7D2E53AAE586}" type="parTrans" cxnId="{A5143BEA-F9AD-4635-BECE-2CDC47E030ED}">
      <dgm:prSet/>
      <dgm:spPr/>
      <dgm:t>
        <a:bodyPr/>
        <a:lstStyle/>
        <a:p>
          <a:endParaRPr lang="en-US"/>
        </a:p>
      </dgm:t>
    </dgm:pt>
    <dgm:pt modelId="{5D73EB17-2BD0-4E3B-B131-9AEA92384948}" type="sibTrans" cxnId="{A5143BEA-F9AD-4635-BECE-2CDC47E030ED}">
      <dgm:prSet/>
      <dgm:spPr/>
      <dgm:t>
        <a:bodyPr/>
        <a:lstStyle/>
        <a:p>
          <a:endParaRPr lang="en-US"/>
        </a:p>
      </dgm:t>
    </dgm:pt>
    <dgm:pt modelId="{8A5A887F-E189-43E5-BA3E-9F43232963F2}">
      <dgm:prSet phldrT="[Text]"/>
      <dgm:spPr/>
      <dgm:t>
        <a:bodyPr/>
        <a:lstStyle/>
        <a:p>
          <a:r>
            <a:rPr lang="en-US" dirty="0"/>
            <a:t>Manipulate and process data</a:t>
          </a:r>
        </a:p>
      </dgm:t>
    </dgm:pt>
    <dgm:pt modelId="{A7DA52F5-9852-49E9-B34A-8DE4C06DF4BB}" type="parTrans" cxnId="{02FE9B15-0973-4CF9-8A6F-245910F41D22}">
      <dgm:prSet/>
      <dgm:spPr/>
      <dgm:t>
        <a:bodyPr/>
        <a:lstStyle/>
        <a:p>
          <a:endParaRPr lang="en-US"/>
        </a:p>
      </dgm:t>
    </dgm:pt>
    <dgm:pt modelId="{6ACF6948-423E-4016-A617-D2027C8B26DA}" type="sibTrans" cxnId="{02FE9B15-0973-4CF9-8A6F-245910F41D22}">
      <dgm:prSet/>
      <dgm:spPr/>
      <dgm:t>
        <a:bodyPr/>
        <a:lstStyle/>
        <a:p>
          <a:endParaRPr lang="en-US"/>
        </a:p>
      </dgm:t>
    </dgm:pt>
    <dgm:pt modelId="{6D8FA909-DBDF-4C79-9EE7-4A14AF388CCD}">
      <dgm:prSet phldrT="[Text]"/>
      <dgm:spPr/>
      <dgm:t>
        <a:bodyPr/>
        <a:lstStyle/>
        <a:p>
          <a:r>
            <a:rPr lang="en-US" dirty="0"/>
            <a:t>3</a:t>
          </a:r>
        </a:p>
      </dgm:t>
    </dgm:pt>
    <dgm:pt modelId="{2D3FABD5-93A5-42B0-80FC-50586DB0567D}" type="parTrans" cxnId="{91A8230A-8172-42C8-BC5F-D1C28BC72075}">
      <dgm:prSet/>
      <dgm:spPr/>
      <dgm:t>
        <a:bodyPr/>
        <a:lstStyle/>
        <a:p>
          <a:endParaRPr lang="en-US"/>
        </a:p>
      </dgm:t>
    </dgm:pt>
    <dgm:pt modelId="{5D1650AF-C1C5-4326-A08B-A3C19B0C4580}" type="sibTrans" cxnId="{91A8230A-8172-42C8-BC5F-D1C28BC72075}">
      <dgm:prSet/>
      <dgm:spPr/>
      <dgm:t>
        <a:bodyPr/>
        <a:lstStyle/>
        <a:p>
          <a:endParaRPr lang="en-US"/>
        </a:p>
      </dgm:t>
    </dgm:pt>
    <dgm:pt modelId="{C3B8E001-AEAB-403A-A83E-E4028349D300}">
      <dgm:prSet phldrT="[Text]"/>
      <dgm:spPr/>
      <dgm:t>
        <a:bodyPr/>
        <a:lstStyle/>
        <a:p>
          <a:r>
            <a:rPr lang="en-US" dirty="0"/>
            <a:t>Visualize results</a:t>
          </a:r>
        </a:p>
      </dgm:t>
    </dgm:pt>
    <dgm:pt modelId="{F4B1B35A-FB83-493E-86C8-D0DE1119F761}" type="parTrans" cxnId="{B020AD75-9913-4C07-AD34-416359717708}">
      <dgm:prSet/>
      <dgm:spPr/>
      <dgm:t>
        <a:bodyPr/>
        <a:lstStyle/>
        <a:p>
          <a:endParaRPr lang="en-US"/>
        </a:p>
      </dgm:t>
    </dgm:pt>
    <dgm:pt modelId="{1018B3FB-ECCE-4A2C-90F2-3F13E8CD5728}" type="sibTrans" cxnId="{B020AD75-9913-4C07-AD34-416359717708}">
      <dgm:prSet/>
      <dgm:spPr/>
      <dgm:t>
        <a:bodyPr/>
        <a:lstStyle/>
        <a:p>
          <a:endParaRPr lang="en-US"/>
        </a:p>
      </dgm:t>
    </dgm:pt>
    <dgm:pt modelId="{30B8C350-CA8C-4C40-BAE8-9B380F4289DE}">
      <dgm:prSet phldrT="[Text]"/>
      <dgm:spPr/>
      <dgm:t>
        <a:bodyPr/>
        <a:lstStyle/>
        <a:p>
          <a:r>
            <a:rPr lang="en-US" dirty="0"/>
            <a:t>quickly to understand, </a:t>
          </a:r>
        </a:p>
      </dgm:t>
    </dgm:pt>
    <dgm:pt modelId="{20C82C93-2737-4045-B252-EAD101E6A9F6}" type="parTrans" cxnId="{82432B6F-CD75-43EE-BAF2-1E3E571652B2}">
      <dgm:prSet/>
      <dgm:spPr/>
      <dgm:t>
        <a:bodyPr/>
        <a:lstStyle/>
        <a:p>
          <a:endParaRPr lang="en-US"/>
        </a:p>
      </dgm:t>
    </dgm:pt>
    <dgm:pt modelId="{78D72586-52E8-49B5-98B9-2593149B96F3}" type="sibTrans" cxnId="{82432B6F-CD75-43EE-BAF2-1E3E571652B2}">
      <dgm:prSet/>
      <dgm:spPr/>
      <dgm:t>
        <a:bodyPr/>
        <a:lstStyle/>
        <a:p>
          <a:endParaRPr lang="en-US"/>
        </a:p>
      </dgm:t>
    </dgm:pt>
    <dgm:pt modelId="{0A05D8AB-7288-46D6-BF38-20DFC8080026}">
      <dgm:prSet phldrT="[Text]"/>
      <dgm:spPr/>
      <dgm:t>
        <a:bodyPr/>
        <a:lstStyle/>
        <a:p>
          <a:r>
            <a:rPr lang="en-US" dirty="0"/>
            <a:t>high quality figures, for reports or publications</a:t>
          </a:r>
        </a:p>
      </dgm:t>
    </dgm:pt>
    <dgm:pt modelId="{2BEDA335-FC14-4960-868B-0FE02BD529E1}" type="parTrans" cxnId="{B82B43C2-032E-470D-A802-F0C9803C0736}">
      <dgm:prSet/>
      <dgm:spPr/>
      <dgm:t>
        <a:bodyPr/>
        <a:lstStyle/>
        <a:p>
          <a:endParaRPr lang="en-US"/>
        </a:p>
      </dgm:t>
    </dgm:pt>
    <dgm:pt modelId="{B787E8B0-B45B-425F-8F12-CC40CC27FCD4}" type="sibTrans" cxnId="{B82B43C2-032E-470D-A802-F0C9803C0736}">
      <dgm:prSet/>
      <dgm:spPr/>
      <dgm:t>
        <a:bodyPr/>
        <a:lstStyle/>
        <a:p>
          <a:endParaRPr lang="en-US"/>
        </a:p>
      </dgm:t>
    </dgm:pt>
    <dgm:pt modelId="{4B1A8029-D8C3-426D-B35D-0DF1FF68C62F}" type="pres">
      <dgm:prSet presAssocID="{7C930E86-0C85-408D-BE48-E51E217ED040}" presName="linearFlow" presStyleCnt="0">
        <dgm:presLayoutVars>
          <dgm:dir/>
          <dgm:animLvl val="lvl"/>
          <dgm:resizeHandles val="exact"/>
        </dgm:presLayoutVars>
      </dgm:prSet>
      <dgm:spPr/>
    </dgm:pt>
    <dgm:pt modelId="{7BE2176A-F2AC-4A50-9ABF-AEC3802E618D}" type="pres">
      <dgm:prSet presAssocID="{F3882616-DD9F-42DE-BBA6-3CB8687626EB}" presName="composite" presStyleCnt="0"/>
      <dgm:spPr/>
    </dgm:pt>
    <dgm:pt modelId="{50B54988-6315-43F7-A691-BF288970BAA1}" type="pres">
      <dgm:prSet presAssocID="{F3882616-DD9F-42DE-BBA6-3CB8687626EB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49A86A4C-96E7-4772-BC8A-7A338726D2EA}" type="pres">
      <dgm:prSet presAssocID="{F3882616-DD9F-42DE-BBA6-3CB8687626EB}" presName="descendantText" presStyleLbl="alignAcc1" presStyleIdx="0" presStyleCnt="3" custLinFactNeighborX="1018">
        <dgm:presLayoutVars>
          <dgm:bulletEnabled val="1"/>
        </dgm:presLayoutVars>
      </dgm:prSet>
      <dgm:spPr/>
    </dgm:pt>
    <dgm:pt modelId="{2741EBC8-00FC-439B-96A3-4A9AFED06361}" type="pres">
      <dgm:prSet presAssocID="{D453EFA7-ED68-4440-8B3C-1D2761ACF8CE}" presName="sp" presStyleCnt="0"/>
      <dgm:spPr/>
    </dgm:pt>
    <dgm:pt modelId="{9793B598-9002-42B1-BEAC-D775E96548E5}" type="pres">
      <dgm:prSet presAssocID="{79344DD0-B903-4DF4-BC41-312944793C4C}" presName="composite" presStyleCnt="0"/>
      <dgm:spPr/>
    </dgm:pt>
    <dgm:pt modelId="{DF53C8A9-4BAD-404E-8BA8-2B9C37C5D1C4}" type="pres">
      <dgm:prSet presAssocID="{79344DD0-B903-4DF4-BC41-312944793C4C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5AE8656C-6C50-440E-9AFD-E7F25BA79DA9}" type="pres">
      <dgm:prSet presAssocID="{79344DD0-B903-4DF4-BC41-312944793C4C}" presName="descendantText" presStyleLbl="alignAcc1" presStyleIdx="1" presStyleCnt="3">
        <dgm:presLayoutVars>
          <dgm:bulletEnabled val="1"/>
        </dgm:presLayoutVars>
      </dgm:prSet>
      <dgm:spPr/>
    </dgm:pt>
    <dgm:pt modelId="{BC88FC57-FF66-4025-BD00-89F9A9DE9B4E}" type="pres">
      <dgm:prSet presAssocID="{5D73EB17-2BD0-4E3B-B131-9AEA92384948}" presName="sp" presStyleCnt="0"/>
      <dgm:spPr/>
    </dgm:pt>
    <dgm:pt modelId="{64E273CF-CC5D-4E03-B9E0-A3BA643F543F}" type="pres">
      <dgm:prSet presAssocID="{6D8FA909-DBDF-4C79-9EE7-4A14AF388CCD}" presName="composite" presStyleCnt="0"/>
      <dgm:spPr/>
    </dgm:pt>
    <dgm:pt modelId="{FEF320E4-9EFA-4CBC-8B50-2A8382C95EB0}" type="pres">
      <dgm:prSet presAssocID="{6D8FA909-DBDF-4C79-9EE7-4A14AF388CCD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DFB7A4B-8ADE-46AC-8D9D-3A27029CF004}" type="pres">
      <dgm:prSet presAssocID="{6D8FA909-DBDF-4C79-9EE7-4A14AF388CCD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91A8230A-8172-42C8-BC5F-D1C28BC72075}" srcId="{7C930E86-0C85-408D-BE48-E51E217ED040}" destId="{6D8FA909-DBDF-4C79-9EE7-4A14AF388CCD}" srcOrd="2" destOrd="0" parTransId="{2D3FABD5-93A5-42B0-80FC-50586DB0567D}" sibTransId="{5D1650AF-C1C5-4326-A08B-A3C19B0C4580}"/>
    <dgm:cxn modelId="{02FE9B15-0973-4CF9-8A6F-245910F41D22}" srcId="{79344DD0-B903-4DF4-BC41-312944793C4C}" destId="{8A5A887F-E189-43E5-BA3E-9F43232963F2}" srcOrd="0" destOrd="0" parTransId="{A7DA52F5-9852-49E9-B34A-8DE4C06DF4BB}" sibTransId="{6ACF6948-423E-4016-A617-D2027C8B26DA}"/>
    <dgm:cxn modelId="{B7DBF73D-2000-4C77-A70A-622FCC1E00B7}" srcId="{F3882616-DD9F-42DE-BBA6-3CB8687626EB}" destId="{1C769579-AC67-4461-89A2-6F72FAF2E3DD}" srcOrd="0" destOrd="0" parTransId="{FD19155D-9CE5-4415-B69E-E2AD1B730939}" sibTransId="{751C54A6-FF7B-4132-8258-EB4B9F5B5225}"/>
    <dgm:cxn modelId="{F36BB548-02E8-420B-BF6B-D104CFCB5338}" type="presOf" srcId="{0A05D8AB-7288-46D6-BF38-20DFC8080026}" destId="{3DFB7A4B-8ADE-46AC-8D9D-3A27029CF004}" srcOrd="0" destOrd="2" presId="urn:microsoft.com/office/officeart/2005/8/layout/chevron2"/>
    <dgm:cxn modelId="{82432B6F-CD75-43EE-BAF2-1E3E571652B2}" srcId="{C3B8E001-AEAB-403A-A83E-E4028349D300}" destId="{30B8C350-CA8C-4C40-BAE8-9B380F4289DE}" srcOrd="0" destOrd="0" parTransId="{20C82C93-2737-4045-B252-EAD101E6A9F6}" sibTransId="{78D72586-52E8-49B5-98B9-2593149B96F3}"/>
    <dgm:cxn modelId="{C6195E52-5E35-434C-81BE-47424676D71A}" type="presOf" srcId="{30B8C350-CA8C-4C40-BAE8-9B380F4289DE}" destId="{3DFB7A4B-8ADE-46AC-8D9D-3A27029CF004}" srcOrd="0" destOrd="1" presId="urn:microsoft.com/office/officeart/2005/8/layout/chevron2"/>
    <dgm:cxn modelId="{B020AD75-9913-4C07-AD34-416359717708}" srcId="{6D8FA909-DBDF-4C79-9EE7-4A14AF388CCD}" destId="{C3B8E001-AEAB-403A-A83E-E4028349D300}" srcOrd="0" destOrd="0" parTransId="{F4B1B35A-FB83-493E-86C8-D0DE1119F761}" sibTransId="{1018B3FB-ECCE-4A2C-90F2-3F13E8CD5728}"/>
    <dgm:cxn modelId="{E3DDBC76-6A6F-4B1D-B19E-6C176237FC20}" srcId="{7C930E86-0C85-408D-BE48-E51E217ED040}" destId="{F3882616-DD9F-42DE-BBA6-3CB8687626EB}" srcOrd="0" destOrd="0" parTransId="{D09214DF-C895-430D-B7A4-0D0D75A4AD2B}" sibTransId="{D453EFA7-ED68-4440-8B3C-1D2761ACF8CE}"/>
    <dgm:cxn modelId="{6BFEB280-26CC-4F81-A8A5-6094F780C869}" type="presOf" srcId="{6D8FA909-DBDF-4C79-9EE7-4A14AF388CCD}" destId="{FEF320E4-9EFA-4CBC-8B50-2A8382C95EB0}" srcOrd="0" destOrd="0" presId="urn:microsoft.com/office/officeart/2005/8/layout/chevron2"/>
    <dgm:cxn modelId="{B83BA8A1-6DE0-4D5D-9F65-D269AD4D6BAB}" type="presOf" srcId="{F3882616-DD9F-42DE-BBA6-3CB8687626EB}" destId="{50B54988-6315-43F7-A691-BF288970BAA1}" srcOrd="0" destOrd="0" presId="urn:microsoft.com/office/officeart/2005/8/layout/chevron2"/>
    <dgm:cxn modelId="{D2F4E2AB-9EB6-4472-ABEC-882A322D28D6}" type="presOf" srcId="{8A5A887F-E189-43E5-BA3E-9F43232963F2}" destId="{5AE8656C-6C50-440E-9AFD-E7F25BA79DA9}" srcOrd="0" destOrd="0" presId="urn:microsoft.com/office/officeart/2005/8/layout/chevron2"/>
    <dgm:cxn modelId="{FB6C29B3-9929-4E7E-839D-5CA8F20EDDCC}" type="presOf" srcId="{C3B8E001-AEAB-403A-A83E-E4028349D300}" destId="{3DFB7A4B-8ADE-46AC-8D9D-3A27029CF004}" srcOrd="0" destOrd="0" presId="urn:microsoft.com/office/officeart/2005/8/layout/chevron2"/>
    <dgm:cxn modelId="{B3E401B5-4418-4624-83D6-CD81F3242619}" type="presOf" srcId="{7C930E86-0C85-408D-BE48-E51E217ED040}" destId="{4B1A8029-D8C3-426D-B35D-0DF1FF68C62F}" srcOrd="0" destOrd="0" presId="urn:microsoft.com/office/officeart/2005/8/layout/chevron2"/>
    <dgm:cxn modelId="{B82B43C2-032E-470D-A802-F0C9803C0736}" srcId="{C3B8E001-AEAB-403A-A83E-E4028349D300}" destId="{0A05D8AB-7288-46D6-BF38-20DFC8080026}" srcOrd="1" destOrd="0" parTransId="{2BEDA335-FC14-4960-868B-0FE02BD529E1}" sibTransId="{B787E8B0-B45B-425F-8F12-CC40CC27FCD4}"/>
    <dgm:cxn modelId="{9DDDEBDC-C554-4C51-8453-8A0E7849F71E}" type="presOf" srcId="{1C769579-AC67-4461-89A2-6F72FAF2E3DD}" destId="{49A86A4C-96E7-4772-BC8A-7A338726D2EA}" srcOrd="0" destOrd="0" presId="urn:microsoft.com/office/officeart/2005/8/layout/chevron2"/>
    <dgm:cxn modelId="{E799E6DD-54EA-4EC8-96BB-B80B7DE8265F}" type="presOf" srcId="{79344DD0-B903-4DF4-BC41-312944793C4C}" destId="{DF53C8A9-4BAD-404E-8BA8-2B9C37C5D1C4}" srcOrd="0" destOrd="0" presId="urn:microsoft.com/office/officeart/2005/8/layout/chevron2"/>
    <dgm:cxn modelId="{A5143BEA-F9AD-4635-BECE-2CDC47E030ED}" srcId="{7C930E86-0C85-408D-BE48-E51E217ED040}" destId="{79344DD0-B903-4DF4-BC41-312944793C4C}" srcOrd="1" destOrd="0" parTransId="{2AE06312-0C83-4B39-9AA8-7D2E53AAE586}" sibTransId="{5D73EB17-2BD0-4E3B-B131-9AEA92384948}"/>
    <dgm:cxn modelId="{4C3F8A9B-6E02-48C1-B76C-6CEE3EAB02B3}" type="presParOf" srcId="{4B1A8029-D8C3-426D-B35D-0DF1FF68C62F}" destId="{7BE2176A-F2AC-4A50-9ABF-AEC3802E618D}" srcOrd="0" destOrd="0" presId="urn:microsoft.com/office/officeart/2005/8/layout/chevron2"/>
    <dgm:cxn modelId="{0BAA5FDE-3531-4F98-AA85-D9EC7192FF4E}" type="presParOf" srcId="{7BE2176A-F2AC-4A50-9ABF-AEC3802E618D}" destId="{50B54988-6315-43F7-A691-BF288970BAA1}" srcOrd="0" destOrd="0" presId="urn:microsoft.com/office/officeart/2005/8/layout/chevron2"/>
    <dgm:cxn modelId="{13D20212-1396-4523-A90B-3A236EA3E193}" type="presParOf" srcId="{7BE2176A-F2AC-4A50-9ABF-AEC3802E618D}" destId="{49A86A4C-96E7-4772-BC8A-7A338726D2EA}" srcOrd="1" destOrd="0" presId="urn:microsoft.com/office/officeart/2005/8/layout/chevron2"/>
    <dgm:cxn modelId="{9DE6267F-C1F4-4714-AC67-638B7B9CC463}" type="presParOf" srcId="{4B1A8029-D8C3-426D-B35D-0DF1FF68C62F}" destId="{2741EBC8-00FC-439B-96A3-4A9AFED06361}" srcOrd="1" destOrd="0" presId="urn:microsoft.com/office/officeart/2005/8/layout/chevron2"/>
    <dgm:cxn modelId="{5E3F6EA6-D207-46EE-93B0-E8629F747393}" type="presParOf" srcId="{4B1A8029-D8C3-426D-B35D-0DF1FF68C62F}" destId="{9793B598-9002-42B1-BEAC-D775E96548E5}" srcOrd="2" destOrd="0" presId="urn:microsoft.com/office/officeart/2005/8/layout/chevron2"/>
    <dgm:cxn modelId="{ACEB4505-C773-4875-BAD1-2385D8170948}" type="presParOf" srcId="{9793B598-9002-42B1-BEAC-D775E96548E5}" destId="{DF53C8A9-4BAD-404E-8BA8-2B9C37C5D1C4}" srcOrd="0" destOrd="0" presId="urn:microsoft.com/office/officeart/2005/8/layout/chevron2"/>
    <dgm:cxn modelId="{BF5F8038-C9B7-4725-9718-9849887C8729}" type="presParOf" srcId="{9793B598-9002-42B1-BEAC-D775E96548E5}" destId="{5AE8656C-6C50-440E-9AFD-E7F25BA79DA9}" srcOrd="1" destOrd="0" presId="urn:microsoft.com/office/officeart/2005/8/layout/chevron2"/>
    <dgm:cxn modelId="{DDC4F8E3-456C-4168-89DF-C5F00254A330}" type="presParOf" srcId="{4B1A8029-D8C3-426D-B35D-0DF1FF68C62F}" destId="{BC88FC57-FF66-4025-BD00-89F9A9DE9B4E}" srcOrd="3" destOrd="0" presId="urn:microsoft.com/office/officeart/2005/8/layout/chevron2"/>
    <dgm:cxn modelId="{5633D7F7-D030-45E4-BC45-D6730D1987D9}" type="presParOf" srcId="{4B1A8029-D8C3-426D-B35D-0DF1FF68C62F}" destId="{64E273CF-CC5D-4E03-B9E0-A3BA643F543F}" srcOrd="4" destOrd="0" presId="urn:microsoft.com/office/officeart/2005/8/layout/chevron2"/>
    <dgm:cxn modelId="{F5F3BDB7-D718-4001-A384-99AD33CD9FA9}" type="presParOf" srcId="{64E273CF-CC5D-4E03-B9E0-A3BA643F543F}" destId="{FEF320E4-9EFA-4CBC-8B50-2A8382C95EB0}" srcOrd="0" destOrd="0" presId="urn:microsoft.com/office/officeart/2005/8/layout/chevron2"/>
    <dgm:cxn modelId="{9D5B7B03-845A-48D2-94EE-1399D344FA64}" type="presParOf" srcId="{64E273CF-CC5D-4E03-B9E0-A3BA643F543F}" destId="{3DFB7A4B-8ADE-46AC-8D9D-3A27029CF00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9CBCF6-760C-4A10-B99C-CDA28DA3FF20}">
      <dsp:nvSpPr>
        <dsp:cNvPr id="0" name=""/>
        <dsp:cNvSpPr/>
      </dsp:nvSpPr>
      <dsp:spPr>
        <a:xfrm>
          <a:off x="3971982" y="2175669"/>
          <a:ext cx="245487" cy="19880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2743" y="0"/>
              </a:lnTo>
              <a:lnTo>
                <a:pt x="122743" y="1988040"/>
              </a:lnTo>
              <a:lnTo>
                <a:pt x="245487" y="19880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700" kern="1200"/>
        </a:p>
      </dsp:txBody>
      <dsp:txXfrm>
        <a:off x="4044647" y="3119610"/>
        <a:ext cx="100156" cy="100156"/>
      </dsp:txXfrm>
    </dsp:sp>
    <dsp:sp modelId="{E2376C9D-40DF-43E9-96ED-3D555BD1A82E}">
      <dsp:nvSpPr>
        <dsp:cNvPr id="0" name=""/>
        <dsp:cNvSpPr/>
      </dsp:nvSpPr>
      <dsp:spPr>
        <a:xfrm>
          <a:off x="5444909" y="3695934"/>
          <a:ext cx="245487" cy="4677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2743" y="0"/>
              </a:lnTo>
              <a:lnTo>
                <a:pt x="122743" y="467774"/>
              </a:lnTo>
              <a:lnTo>
                <a:pt x="245487" y="4677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500" kern="1200"/>
        </a:p>
      </dsp:txBody>
      <dsp:txXfrm>
        <a:off x="5554446" y="3916615"/>
        <a:ext cx="26413" cy="26413"/>
      </dsp:txXfrm>
    </dsp:sp>
    <dsp:sp modelId="{AC690972-10E1-40AD-9E88-431FDF0F0ED3}">
      <dsp:nvSpPr>
        <dsp:cNvPr id="0" name=""/>
        <dsp:cNvSpPr/>
      </dsp:nvSpPr>
      <dsp:spPr>
        <a:xfrm>
          <a:off x="5444909" y="3650214"/>
          <a:ext cx="2454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5487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500" kern="1200"/>
        </a:p>
      </dsp:txBody>
      <dsp:txXfrm>
        <a:off x="5561516" y="3689797"/>
        <a:ext cx="12274" cy="12274"/>
      </dsp:txXfrm>
    </dsp:sp>
    <dsp:sp modelId="{7708FDDD-1A28-4DFF-8ACF-41B9F5F64FC7}">
      <dsp:nvSpPr>
        <dsp:cNvPr id="0" name=""/>
        <dsp:cNvSpPr/>
      </dsp:nvSpPr>
      <dsp:spPr>
        <a:xfrm>
          <a:off x="5444909" y="3228160"/>
          <a:ext cx="245487" cy="467774"/>
        </a:xfrm>
        <a:custGeom>
          <a:avLst/>
          <a:gdLst/>
          <a:ahLst/>
          <a:cxnLst/>
          <a:rect l="0" t="0" r="0" b="0"/>
          <a:pathLst>
            <a:path>
              <a:moveTo>
                <a:pt x="0" y="467774"/>
              </a:moveTo>
              <a:lnTo>
                <a:pt x="122743" y="467774"/>
              </a:lnTo>
              <a:lnTo>
                <a:pt x="122743" y="0"/>
              </a:lnTo>
              <a:lnTo>
                <a:pt x="245487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500" kern="1200"/>
        </a:p>
      </dsp:txBody>
      <dsp:txXfrm>
        <a:off x="5554446" y="3448840"/>
        <a:ext cx="26413" cy="26413"/>
      </dsp:txXfrm>
    </dsp:sp>
    <dsp:sp modelId="{E4686463-3569-44F9-9D08-EA49DE7236B0}">
      <dsp:nvSpPr>
        <dsp:cNvPr id="0" name=""/>
        <dsp:cNvSpPr/>
      </dsp:nvSpPr>
      <dsp:spPr>
        <a:xfrm>
          <a:off x="3971982" y="2175669"/>
          <a:ext cx="245487" cy="1520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2743" y="0"/>
              </a:lnTo>
              <a:lnTo>
                <a:pt x="122743" y="1520265"/>
              </a:lnTo>
              <a:lnTo>
                <a:pt x="245487" y="15202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500" kern="1200"/>
        </a:p>
      </dsp:txBody>
      <dsp:txXfrm>
        <a:off x="4056227" y="2897303"/>
        <a:ext cx="76997" cy="76997"/>
      </dsp:txXfrm>
    </dsp:sp>
    <dsp:sp modelId="{A2FA5C98-9232-4EB0-A137-1C830A3A7C9D}">
      <dsp:nvSpPr>
        <dsp:cNvPr id="0" name=""/>
        <dsp:cNvSpPr/>
      </dsp:nvSpPr>
      <dsp:spPr>
        <a:xfrm>
          <a:off x="5444909" y="2058725"/>
          <a:ext cx="245487" cy="701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2743" y="0"/>
              </a:lnTo>
              <a:lnTo>
                <a:pt x="122743" y="701661"/>
              </a:lnTo>
              <a:lnTo>
                <a:pt x="245487" y="701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500" kern="1200"/>
        </a:p>
      </dsp:txBody>
      <dsp:txXfrm>
        <a:off x="5549069" y="2390971"/>
        <a:ext cx="37168" cy="37168"/>
      </dsp:txXfrm>
    </dsp:sp>
    <dsp:sp modelId="{F31E5725-6D1B-4F93-9301-2CC03A14BBCF}">
      <dsp:nvSpPr>
        <dsp:cNvPr id="0" name=""/>
        <dsp:cNvSpPr/>
      </dsp:nvSpPr>
      <dsp:spPr>
        <a:xfrm>
          <a:off x="5444909" y="2058725"/>
          <a:ext cx="245487" cy="2338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2743" y="0"/>
              </a:lnTo>
              <a:lnTo>
                <a:pt x="122743" y="233887"/>
              </a:lnTo>
              <a:lnTo>
                <a:pt x="245487" y="23388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500" kern="1200"/>
        </a:p>
      </dsp:txBody>
      <dsp:txXfrm>
        <a:off x="5559176" y="2167192"/>
        <a:ext cx="16953" cy="16953"/>
      </dsp:txXfrm>
    </dsp:sp>
    <dsp:sp modelId="{86B1ED2F-B0FD-4C91-80A4-70ED68DA60F6}">
      <dsp:nvSpPr>
        <dsp:cNvPr id="0" name=""/>
        <dsp:cNvSpPr/>
      </dsp:nvSpPr>
      <dsp:spPr>
        <a:xfrm>
          <a:off x="5444909" y="1824838"/>
          <a:ext cx="245487" cy="233887"/>
        </a:xfrm>
        <a:custGeom>
          <a:avLst/>
          <a:gdLst/>
          <a:ahLst/>
          <a:cxnLst/>
          <a:rect l="0" t="0" r="0" b="0"/>
          <a:pathLst>
            <a:path>
              <a:moveTo>
                <a:pt x="0" y="233887"/>
              </a:moveTo>
              <a:lnTo>
                <a:pt x="122743" y="233887"/>
              </a:lnTo>
              <a:lnTo>
                <a:pt x="122743" y="0"/>
              </a:lnTo>
              <a:lnTo>
                <a:pt x="245487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500" kern="1200"/>
        </a:p>
      </dsp:txBody>
      <dsp:txXfrm>
        <a:off x="5559176" y="1933305"/>
        <a:ext cx="16953" cy="16953"/>
      </dsp:txXfrm>
    </dsp:sp>
    <dsp:sp modelId="{8DB294B2-C8A1-43EF-9112-D3692832EDE1}">
      <dsp:nvSpPr>
        <dsp:cNvPr id="0" name=""/>
        <dsp:cNvSpPr/>
      </dsp:nvSpPr>
      <dsp:spPr>
        <a:xfrm>
          <a:off x="5444909" y="1357064"/>
          <a:ext cx="245487" cy="701661"/>
        </a:xfrm>
        <a:custGeom>
          <a:avLst/>
          <a:gdLst/>
          <a:ahLst/>
          <a:cxnLst/>
          <a:rect l="0" t="0" r="0" b="0"/>
          <a:pathLst>
            <a:path>
              <a:moveTo>
                <a:pt x="0" y="701661"/>
              </a:moveTo>
              <a:lnTo>
                <a:pt x="122743" y="701661"/>
              </a:lnTo>
              <a:lnTo>
                <a:pt x="122743" y="0"/>
              </a:lnTo>
              <a:lnTo>
                <a:pt x="245487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500" kern="1200"/>
        </a:p>
      </dsp:txBody>
      <dsp:txXfrm>
        <a:off x="5549069" y="1689310"/>
        <a:ext cx="37168" cy="37168"/>
      </dsp:txXfrm>
    </dsp:sp>
    <dsp:sp modelId="{3AD8ACC7-4DCB-4E87-A7B8-6EC68252A9FC}">
      <dsp:nvSpPr>
        <dsp:cNvPr id="0" name=""/>
        <dsp:cNvSpPr/>
      </dsp:nvSpPr>
      <dsp:spPr>
        <a:xfrm>
          <a:off x="3971982" y="2058725"/>
          <a:ext cx="245487" cy="116943"/>
        </a:xfrm>
        <a:custGeom>
          <a:avLst/>
          <a:gdLst/>
          <a:ahLst/>
          <a:cxnLst/>
          <a:rect l="0" t="0" r="0" b="0"/>
          <a:pathLst>
            <a:path>
              <a:moveTo>
                <a:pt x="0" y="116943"/>
              </a:moveTo>
              <a:lnTo>
                <a:pt x="122743" y="116943"/>
              </a:lnTo>
              <a:lnTo>
                <a:pt x="122743" y="0"/>
              </a:lnTo>
              <a:lnTo>
                <a:pt x="24548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500" kern="1200"/>
        </a:p>
      </dsp:txBody>
      <dsp:txXfrm>
        <a:off x="4087928" y="2110399"/>
        <a:ext cx="13595" cy="13595"/>
      </dsp:txXfrm>
    </dsp:sp>
    <dsp:sp modelId="{1158F903-781E-463B-A59B-653797B6E439}">
      <dsp:nvSpPr>
        <dsp:cNvPr id="0" name=""/>
        <dsp:cNvSpPr/>
      </dsp:nvSpPr>
      <dsp:spPr>
        <a:xfrm>
          <a:off x="3971982" y="1590951"/>
          <a:ext cx="245487" cy="584717"/>
        </a:xfrm>
        <a:custGeom>
          <a:avLst/>
          <a:gdLst/>
          <a:ahLst/>
          <a:cxnLst/>
          <a:rect l="0" t="0" r="0" b="0"/>
          <a:pathLst>
            <a:path>
              <a:moveTo>
                <a:pt x="0" y="584717"/>
              </a:moveTo>
              <a:lnTo>
                <a:pt x="122743" y="584717"/>
              </a:lnTo>
              <a:lnTo>
                <a:pt x="122743" y="0"/>
              </a:lnTo>
              <a:lnTo>
                <a:pt x="24548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500" kern="1200"/>
        </a:p>
      </dsp:txBody>
      <dsp:txXfrm>
        <a:off x="4078872" y="1867456"/>
        <a:ext cx="31708" cy="31708"/>
      </dsp:txXfrm>
    </dsp:sp>
    <dsp:sp modelId="{5F8847CA-CC15-4321-9E50-40A5CC3B75D4}">
      <dsp:nvSpPr>
        <dsp:cNvPr id="0" name=""/>
        <dsp:cNvSpPr/>
      </dsp:nvSpPr>
      <dsp:spPr>
        <a:xfrm>
          <a:off x="3971982" y="1123177"/>
          <a:ext cx="245487" cy="1052491"/>
        </a:xfrm>
        <a:custGeom>
          <a:avLst/>
          <a:gdLst/>
          <a:ahLst/>
          <a:cxnLst/>
          <a:rect l="0" t="0" r="0" b="0"/>
          <a:pathLst>
            <a:path>
              <a:moveTo>
                <a:pt x="0" y="1052491"/>
              </a:moveTo>
              <a:lnTo>
                <a:pt x="122743" y="1052491"/>
              </a:lnTo>
              <a:lnTo>
                <a:pt x="122743" y="0"/>
              </a:lnTo>
              <a:lnTo>
                <a:pt x="24548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500" kern="1200"/>
        </a:p>
      </dsp:txBody>
      <dsp:txXfrm>
        <a:off x="4067707" y="1622404"/>
        <a:ext cx="54037" cy="54037"/>
      </dsp:txXfrm>
    </dsp:sp>
    <dsp:sp modelId="{A2F768A9-5B8A-44B9-BDF1-27F968913AD8}">
      <dsp:nvSpPr>
        <dsp:cNvPr id="0" name=""/>
        <dsp:cNvSpPr/>
      </dsp:nvSpPr>
      <dsp:spPr>
        <a:xfrm>
          <a:off x="3971982" y="655403"/>
          <a:ext cx="245487" cy="1520265"/>
        </a:xfrm>
        <a:custGeom>
          <a:avLst/>
          <a:gdLst/>
          <a:ahLst/>
          <a:cxnLst/>
          <a:rect l="0" t="0" r="0" b="0"/>
          <a:pathLst>
            <a:path>
              <a:moveTo>
                <a:pt x="0" y="1520265"/>
              </a:moveTo>
              <a:lnTo>
                <a:pt x="122743" y="1520265"/>
              </a:lnTo>
              <a:lnTo>
                <a:pt x="122743" y="0"/>
              </a:lnTo>
              <a:lnTo>
                <a:pt x="24548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500" kern="1200"/>
        </a:p>
      </dsp:txBody>
      <dsp:txXfrm>
        <a:off x="4056227" y="1377037"/>
        <a:ext cx="76997" cy="76997"/>
      </dsp:txXfrm>
    </dsp:sp>
    <dsp:sp modelId="{88C6915A-277C-4614-9F29-9C58C9C0F4A2}">
      <dsp:nvSpPr>
        <dsp:cNvPr id="0" name=""/>
        <dsp:cNvSpPr/>
      </dsp:nvSpPr>
      <dsp:spPr>
        <a:xfrm>
          <a:off x="3971982" y="187628"/>
          <a:ext cx="245487" cy="1988040"/>
        </a:xfrm>
        <a:custGeom>
          <a:avLst/>
          <a:gdLst/>
          <a:ahLst/>
          <a:cxnLst/>
          <a:rect l="0" t="0" r="0" b="0"/>
          <a:pathLst>
            <a:path>
              <a:moveTo>
                <a:pt x="0" y="1988040"/>
              </a:moveTo>
              <a:lnTo>
                <a:pt x="122743" y="1988040"/>
              </a:lnTo>
              <a:lnTo>
                <a:pt x="122743" y="0"/>
              </a:lnTo>
              <a:lnTo>
                <a:pt x="24548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700" kern="1200"/>
        </a:p>
      </dsp:txBody>
      <dsp:txXfrm>
        <a:off x="4044647" y="1131570"/>
        <a:ext cx="100156" cy="100156"/>
      </dsp:txXfrm>
    </dsp:sp>
    <dsp:sp modelId="{27A177D9-9D8A-4401-A248-4D8ACAA7BCF8}">
      <dsp:nvSpPr>
        <dsp:cNvPr id="0" name=""/>
        <dsp:cNvSpPr/>
      </dsp:nvSpPr>
      <dsp:spPr>
        <a:xfrm rot="16200000">
          <a:off x="2800085" y="1988559"/>
          <a:ext cx="1969575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2400" kern="1200" dirty="0"/>
            <a:t>Python basics</a:t>
          </a:r>
        </a:p>
      </dsp:txBody>
      <dsp:txXfrm>
        <a:off x="2800085" y="1988559"/>
        <a:ext cx="1969575" cy="374219"/>
      </dsp:txXfrm>
    </dsp:sp>
    <dsp:sp modelId="{8389B06F-3B2C-427C-A7BD-703E686E18A9}">
      <dsp:nvSpPr>
        <dsp:cNvPr id="0" name=""/>
        <dsp:cNvSpPr/>
      </dsp:nvSpPr>
      <dsp:spPr>
        <a:xfrm>
          <a:off x="4217470" y="519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 dirty="0"/>
            <a:t>Computing environment</a:t>
          </a:r>
        </a:p>
      </dsp:txBody>
      <dsp:txXfrm>
        <a:off x="4217470" y="519"/>
        <a:ext cx="1227439" cy="374219"/>
      </dsp:txXfrm>
    </dsp:sp>
    <dsp:sp modelId="{86C8C4A7-BBA0-44AD-AA93-C7C171635358}">
      <dsp:nvSpPr>
        <dsp:cNvPr id="0" name=""/>
        <dsp:cNvSpPr/>
      </dsp:nvSpPr>
      <dsp:spPr>
        <a:xfrm>
          <a:off x="4217470" y="468293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 dirty="0"/>
            <a:t>Basic syntax</a:t>
          </a:r>
        </a:p>
      </dsp:txBody>
      <dsp:txXfrm>
        <a:off x="4217470" y="468293"/>
        <a:ext cx="1227439" cy="374219"/>
      </dsp:txXfrm>
    </dsp:sp>
    <dsp:sp modelId="{8B04F116-671B-49C8-8B82-257917CC2A23}">
      <dsp:nvSpPr>
        <dsp:cNvPr id="0" name=""/>
        <dsp:cNvSpPr/>
      </dsp:nvSpPr>
      <dsp:spPr>
        <a:xfrm>
          <a:off x="4217470" y="936067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 dirty="0"/>
            <a:t>Variables, operators</a:t>
          </a:r>
        </a:p>
      </dsp:txBody>
      <dsp:txXfrm>
        <a:off x="4217470" y="936067"/>
        <a:ext cx="1227439" cy="374219"/>
      </dsp:txXfrm>
    </dsp:sp>
    <dsp:sp modelId="{A73C0882-9D9A-43EE-96DE-9261CB036610}">
      <dsp:nvSpPr>
        <dsp:cNvPr id="0" name=""/>
        <dsp:cNvSpPr/>
      </dsp:nvSpPr>
      <dsp:spPr>
        <a:xfrm>
          <a:off x="4217470" y="1403841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 dirty="0"/>
            <a:t>Data Types</a:t>
          </a:r>
        </a:p>
      </dsp:txBody>
      <dsp:txXfrm>
        <a:off x="4217470" y="1403841"/>
        <a:ext cx="1227439" cy="374219"/>
      </dsp:txXfrm>
    </dsp:sp>
    <dsp:sp modelId="{C41F32DC-AE1C-4E0F-A7ED-E9D59B11CF94}">
      <dsp:nvSpPr>
        <dsp:cNvPr id="0" name=""/>
        <dsp:cNvSpPr/>
      </dsp:nvSpPr>
      <dsp:spPr>
        <a:xfrm>
          <a:off x="4217470" y="1871615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 dirty="0"/>
            <a:t>Data </a:t>
          </a:r>
          <a:r>
            <a:rPr lang="nl-BE" sz="1200" kern="1200" dirty="0" err="1"/>
            <a:t>structures</a:t>
          </a:r>
          <a:endParaRPr lang="nl-BE" sz="1200" kern="1200" dirty="0"/>
        </a:p>
      </dsp:txBody>
      <dsp:txXfrm>
        <a:off x="4217470" y="1871615"/>
        <a:ext cx="1227439" cy="374219"/>
      </dsp:txXfrm>
    </dsp:sp>
    <dsp:sp modelId="{F63361E1-441F-4823-A330-6C41CD702F5B}">
      <dsp:nvSpPr>
        <dsp:cNvPr id="0" name=""/>
        <dsp:cNvSpPr/>
      </dsp:nvSpPr>
      <dsp:spPr>
        <a:xfrm>
          <a:off x="5690397" y="1169954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 dirty="0" err="1"/>
            <a:t>Lists</a:t>
          </a:r>
          <a:endParaRPr lang="nl-BE" sz="1200" kern="1200" dirty="0"/>
        </a:p>
      </dsp:txBody>
      <dsp:txXfrm>
        <a:off x="5690397" y="1169954"/>
        <a:ext cx="1227439" cy="374219"/>
      </dsp:txXfrm>
    </dsp:sp>
    <dsp:sp modelId="{60193B2B-A979-4BA0-B977-AA78C66E4E1C}">
      <dsp:nvSpPr>
        <dsp:cNvPr id="0" name=""/>
        <dsp:cNvSpPr/>
      </dsp:nvSpPr>
      <dsp:spPr>
        <a:xfrm>
          <a:off x="5690397" y="1637728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 dirty="0" err="1"/>
            <a:t>Tuples</a:t>
          </a:r>
          <a:endParaRPr lang="nl-BE" sz="1200" kern="1200" dirty="0"/>
        </a:p>
      </dsp:txBody>
      <dsp:txXfrm>
        <a:off x="5690397" y="1637728"/>
        <a:ext cx="1227439" cy="374219"/>
      </dsp:txXfrm>
    </dsp:sp>
    <dsp:sp modelId="{A2220A4C-F4DB-43CC-A3A2-6637A26D51E5}">
      <dsp:nvSpPr>
        <dsp:cNvPr id="0" name=""/>
        <dsp:cNvSpPr/>
      </dsp:nvSpPr>
      <dsp:spPr>
        <a:xfrm>
          <a:off x="5690397" y="2105502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 dirty="0"/>
            <a:t>Sets</a:t>
          </a:r>
        </a:p>
      </dsp:txBody>
      <dsp:txXfrm>
        <a:off x="5690397" y="2105502"/>
        <a:ext cx="1227439" cy="374219"/>
      </dsp:txXfrm>
    </dsp:sp>
    <dsp:sp modelId="{C49F367D-79C4-4964-AF68-2FC4586487C1}">
      <dsp:nvSpPr>
        <dsp:cNvPr id="0" name=""/>
        <dsp:cNvSpPr/>
      </dsp:nvSpPr>
      <dsp:spPr>
        <a:xfrm>
          <a:off x="5690397" y="2573277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/>
            <a:t>Dictionaries</a:t>
          </a:r>
          <a:endParaRPr lang="nl-BE" sz="1200" kern="1200" dirty="0"/>
        </a:p>
      </dsp:txBody>
      <dsp:txXfrm>
        <a:off x="5690397" y="2573277"/>
        <a:ext cx="1227439" cy="374219"/>
      </dsp:txXfrm>
    </dsp:sp>
    <dsp:sp modelId="{AC4972A5-D7B5-41A1-ABB9-1ADC663D6386}">
      <dsp:nvSpPr>
        <dsp:cNvPr id="0" name=""/>
        <dsp:cNvSpPr/>
      </dsp:nvSpPr>
      <dsp:spPr>
        <a:xfrm>
          <a:off x="4217470" y="3508825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 dirty="0"/>
            <a:t>Flow control</a:t>
          </a:r>
        </a:p>
      </dsp:txBody>
      <dsp:txXfrm>
        <a:off x="4217470" y="3508825"/>
        <a:ext cx="1227439" cy="374219"/>
      </dsp:txXfrm>
    </dsp:sp>
    <dsp:sp modelId="{962D467E-3CB3-4537-BCDE-0EDF6A332DE1}">
      <dsp:nvSpPr>
        <dsp:cNvPr id="0" name=""/>
        <dsp:cNvSpPr/>
      </dsp:nvSpPr>
      <dsp:spPr>
        <a:xfrm>
          <a:off x="5690397" y="3041051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 dirty="0" err="1"/>
            <a:t>Conditionals</a:t>
          </a:r>
          <a:endParaRPr lang="nl-BE" sz="1200" kern="1200" dirty="0"/>
        </a:p>
      </dsp:txBody>
      <dsp:txXfrm>
        <a:off x="5690397" y="3041051"/>
        <a:ext cx="1227439" cy="374219"/>
      </dsp:txXfrm>
    </dsp:sp>
    <dsp:sp modelId="{2451D548-B9F1-4917-AD7D-FC4AE321EDDB}">
      <dsp:nvSpPr>
        <dsp:cNvPr id="0" name=""/>
        <dsp:cNvSpPr/>
      </dsp:nvSpPr>
      <dsp:spPr>
        <a:xfrm>
          <a:off x="5690397" y="3508825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 dirty="0"/>
            <a:t>Loops</a:t>
          </a:r>
        </a:p>
      </dsp:txBody>
      <dsp:txXfrm>
        <a:off x="5690397" y="3508825"/>
        <a:ext cx="1227439" cy="374219"/>
      </dsp:txXfrm>
    </dsp:sp>
    <dsp:sp modelId="{DD12E0A9-3461-4C52-AC23-02D0C71CFA51}">
      <dsp:nvSpPr>
        <dsp:cNvPr id="0" name=""/>
        <dsp:cNvSpPr/>
      </dsp:nvSpPr>
      <dsp:spPr>
        <a:xfrm>
          <a:off x="5690397" y="3976599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 dirty="0" err="1"/>
            <a:t>Functions</a:t>
          </a:r>
          <a:endParaRPr lang="nl-BE" sz="1200" kern="1200" dirty="0"/>
        </a:p>
      </dsp:txBody>
      <dsp:txXfrm>
        <a:off x="5690397" y="3976599"/>
        <a:ext cx="1227439" cy="374219"/>
      </dsp:txXfrm>
    </dsp:sp>
    <dsp:sp modelId="{1618E9D4-E0F9-41F0-A4E8-BCA2473ECBB3}">
      <dsp:nvSpPr>
        <dsp:cNvPr id="0" name=""/>
        <dsp:cNvSpPr/>
      </dsp:nvSpPr>
      <dsp:spPr>
        <a:xfrm>
          <a:off x="4217470" y="3976599"/>
          <a:ext cx="1227439" cy="3742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1200" kern="1200"/>
            <a:t>IO</a:t>
          </a:r>
          <a:endParaRPr lang="nl-BE" sz="1200" kern="1200" dirty="0"/>
        </a:p>
      </dsp:txBody>
      <dsp:txXfrm>
        <a:off x="4217470" y="3976599"/>
        <a:ext cx="1227439" cy="3742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B54988-6315-43F7-A691-BF288970BAA1}">
      <dsp:nvSpPr>
        <dsp:cNvPr id="0" name=""/>
        <dsp:cNvSpPr/>
      </dsp:nvSpPr>
      <dsp:spPr>
        <a:xfrm rot="5400000">
          <a:off x="-289718" y="292805"/>
          <a:ext cx="1931458" cy="13520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1</a:t>
          </a:r>
        </a:p>
      </dsp:txBody>
      <dsp:txXfrm rot="-5400000">
        <a:off x="1" y="679096"/>
        <a:ext cx="1352020" cy="579438"/>
      </dsp:txXfrm>
    </dsp:sp>
    <dsp:sp modelId="{49A86A4C-96E7-4772-BC8A-7A338726D2EA}">
      <dsp:nvSpPr>
        <dsp:cNvPr id="0" name=""/>
        <dsp:cNvSpPr/>
      </dsp:nvSpPr>
      <dsp:spPr>
        <a:xfrm rot="5400000">
          <a:off x="3864084" y="-2508977"/>
          <a:ext cx="1255447" cy="62795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Get data (simulation, experiment, etc.)</a:t>
          </a:r>
        </a:p>
      </dsp:txBody>
      <dsp:txXfrm rot="-5400000">
        <a:off x="1352020" y="64373"/>
        <a:ext cx="6218289" cy="1132875"/>
      </dsp:txXfrm>
    </dsp:sp>
    <dsp:sp modelId="{DF53C8A9-4BAD-404E-8BA8-2B9C37C5D1C4}">
      <dsp:nvSpPr>
        <dsp:cNvPr id="0" name=""/>
        <dsp:cNvSpPr/>
      </dsp:nvSpPr>
      <dsp:spPr>
        <a:xfrm rot="5400000">
          <a:off x="-289718" y="2033323"/>
          <a:ext cx="1931458" cy="13520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2</a:t>
          </a:r>
        </a:p>
      </dsp:txBody>
      <dsp:txXfrm rot="-5400000">
        <a:off x="1" y="2419614"/>
        <a:ext cx="1352020" cy="579438"/>
      </dsp:txXfrm>
    </dsp:sp>
    <dsp:sp modelId="{5AE8656C-6C50-440E-9AFD-E7F25BA79DA9}">
      <dsp:nvSpPr>
        <dsp:cNvPr id="0" name=""/>
        <dsp:cNvSpPr/>
      </dsp:nvSpPr>
      <dsp:spPr>
        <a:xfrm rot="5400000">
          <a:off x="3864084" y="-768459"/>
          <a:ext cx="1255447" cy="62795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Manipulate and process data</a:t>
          </a:r>
        </a:p>
      </dsp:txBody>
      <dsp:txXfrm rot="-5400000">
        <a:off x="1352020" y="1804891"/>
        <a:ext cx="6218289" cy="1132875"/>
      </dsp:txXfrm>
    </dsp:sp>
    <dsp:sp modelId="{FEF320E4-9EFA-4CBC-8B50-2A8382C95EB0}">
      <dsp:nvSpPr>
        <dsp:cNvPr id="0" name=""/>
        <dsp:cNvSpPr/>
      </dsp:nvSpPr>
      <dsp:spPr>
        <a:xfrm rot="5400000">
          <a:off x="-289718" y="3773840"/>
          <a:ext cx="1931458" cy="135202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3</a:t>
          </a:r>
        </a:p>
      </dsp:txBody>
      <dsp:txXfrm rot="-5400000">
        <a:off x="1" y="4160131"/>
        <a:ext cx="1352020" cy="579438"/>
      </dsp:txXfrm>
    </dsp:sp>
    <dsp:sp modelId="{3DFB7A4B-8ADE-46AC-8D9D-3A27029CF004}">
      <dsp:nvSpPr>
        <dsp:cNvPr id="0" name=""/>
        <dsp:cNvSpPr/>
      </dsp:nvSpPr>
      <dsp:spPr>
        <a:xfrm rot="5400000">
          <a:off x="3864084" y="972058"/>
          <a:ext cx="1255447" cy="62795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Visualize results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quickly to understand, </a:t>
          </a:r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high quality figures, for reports or publications</a:t>
          </a:r>
        </a:p>
      </dsp:txBody>
      <dsp:txXfrm rot="-5400000">
        <a:off x="1352020" y="3545408"/>
        <a:ext cx="6218289" cy="1132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957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2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C32E9-7654-402D-8E29-870B0AFB287F}" type="datetimeFigureOut">
              <a:rPr lang="nl-BE" smtClean="0"/>
              <a:t>5/10/2026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39838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30092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24A52-08C0-451B-93C1-5D19497E966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44625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0900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8391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424A52-08C0-451B-93C1-5D19497E9661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64582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Opstarten</a:t>
            </a:r>
            <a:r>
              <a:rPr lang="en-US" dirty="0"/>
              <a:t> </a:t>
            </a:r>
            <a:r>
              <a:rPr lang="en-US" dirty="0" err="1"/>
              <a:t>Omgeving</a:t>
            </a:r>
            <a:endParaRPr lang="en-US" dirty="0"/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Anaconda</a:t>
            </a:r>
          </a:p>
          <a:p>
            <a:pPr marL="685800" lvl="1" indent="-228600">
              <a:buAutoNum type="arabicPeriod"/>
            </a:pPr>
            <a:r>
              <a:rPr lang="en-US" dirty="0" err="1"/>
              <a:t>Spyder</a:t>
            </a:r>
            <a:endParaRPr lang="en-US" dirty="0"/>
          </a:p>
          <a:p>
            <a:pPr marL="228600" lvl="0" indent="-228600">
              <a:buAutoNum type="arabicPeriod"/>
            </a:pPr>
            <a:r>
              <a:rPr lang="en-US" dirty="0"/>
              <a:t>Anaconda</a:t>
            </a:r>
            <a:r>
              <a:rPr lang="en-US" baseline="0" dirty="0"/>
              <a:t> </a:t>
            </a:r>
            <a:r>
              <a:rPr lang="en-US" baseline="0" dirty="0" err="1"/>
              <a:t>Powershell</a:t>
            </a:r>
            <a:endParaRPr lang="en-US" baseline="0" dirty="0"/>
          </a:p>
          <a:p>
            <a:pPr marL="685800" lvl="1" indent="-228600">
              <a:buAutoNum type="arabicPeriod"/>
            </a:pPr>
            <a:r>
              <a:rPr lang="en-US" baseline="0" dirty="0" err="1"/>
              <a:t>Naar</a:t>
            </a:r>
            <a:r>
              <a:rPr lang="en-US" baseline="0" dirty="0"/>
              <a:t> folder met </a:t>
            </a:r>
            <a:r>
              <a:rPr lang="en-US" baseline="0" dirty="0" err="1"/>
              <a:t>vbn</a:t>
            </a:r>
            <a:endParaRPr lang="en-US" baseline="0" dirty="0"/>
          </a:p>
          <a:p>
            <a:pPr marL="685800" lvl="1" indent="-228600">
              <a:buAutoNum type="arabicPeriod"/>
            </a:pPr>
            <a:r>
              <a:rPr lang="en-US" baseline="0" dirty="0" err="1"/>
              <a:t>Opstarten</a:t>
            </a:r>
            <a:r>
              <a:rPr lang="en-US" baseline="0" dirty="0"/>
              <a:t> </a:t>
            </a:r>
            <a:r>
              <a:rPr lang="en-US" baseline="0" dirty="0" err="1"/>
              <a:t>Jupyter</a:t>
            </a:r>
            <a:r>
              <a:rPr lang="en-US" baseline="0" dirty="0"/>
              <a:t> notebook</a:t>
            </a:r>
          </a:p>
          <a:p>
            <a:pPr marL="685800" lvl="1" indent="-228600">
              <a:buAutoNum type="arabicPeriod"/>
            </a:pPr>
            <a:r>
              <a:rPr lang="en-US" baseline="0" dirty="0" err="1"/>
              <a:t>Jupyter</a:t>
            </a:r>
            <a:r>
              <a:rPr lang="en-US" baseline="0" dirty="0"/>
              <a:t> notebook</a:t>
            </a:r>
            <a:endParaRPr lang="nl-BE" dirty="0"/>
          </a:p>
          <a:p>
            <a:endParaRPr lang="nl-BE" dirty="0"/>
          </a:p>
          <a:p>
            <a:r>
              <a:rPr lang="nl-BE" dirty="0"/>
              <a:t>Voorbeeld C:\Temp\Develop\PythonDev\infosession\PythonIntro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424A52-08C0-451B-93C1-5D19497E9661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27988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CA445-0EC9-A20F-E3B7-34D47977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E6F1B-7C76-AC38-3D67-C0FBA447D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0A40D-0F41-C9DE-6C0C-B0E6C0B6C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Opstarten</a:t>
            </a:r>
            <a:r>
              <a:rPr lang="en-US" dirty="0"/>
              <a:t> </a:t>
            </a:r>
            <a:r>
              <a:rPr lang="en-US" dirty="0" err="1"/>
              <a:t>Omgeving</a:t>
            </a:r>
            <a:endParaRPr lang="en-US" dirty="0"/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Anaconda</a:t>
            </a:r>
          </a:p>
          <a:p>
            <a:pPr marL="685800" lvl="1" indent="-228600">
              <a:buAutoNum type="arabicPeriod"/>
            </a:pPr>
            <a:r>
              <a:rPr lang="en-US" dirty="0" err="1"/>
              <a:t>Spyder</a:t>
            </a:r>
            <a:endParaRPr lang="en-US" dirty="0"/>
          </a:p>
          <a:p>
            <a:pPr marL="228600" lvl="0" indent="-228600">
              <a:buAutoNum type="arabicPeriod"/>
            </a:pPr>
            <a:r>
              <a:rPr lang="en-US" dirty="0"/>
              <a:t>Anaconda</a:t>
            </a:r>
            <a:r>
              <a:rPr lang="en-US" baseline="0" dirty="0"/>
              <a:t> </a:t>
            </a:r>
            <a:r>
              <a:rPr lang="en-US" baseline="0" dirty="0" err="1"/>
              <a:t>Powershell</a:t>
            </a:r>
            <a:endParaRPr lang="en-US" baseline="0" dirty="0"/>
          </a:p>
          <a:p>
            <a:pPr marL="685800" lvl="1" indent="-228600">
              <a:buAutoNum type="arabicPeriod"/>
            </a:pPr>
            <a:r>
              <a:rPr lang="en-US" baseline="0" dirty="0" err="1"/>
              <a:t>Naar</a:t>
            </a:r>
            <a:r>
              <a:rPr lang="en-US" baseline="0" dirty="0"/>
              <a:t> folder met </a:t>
            </a:r>
            <a:r>
              <a:rPr lang="en-US" baseline="0" dirty="0" err="1"/>
              <a:t>vbn</a:t>
            </a:r>
            <a:endParaRPr lang="en-US" baseline="0" dirty="0"/>
          </a:p>
          <a:p>
            <a:pPr marL="685800" lvl="1" indent="-228600">
              <a:buAutoNum type="arabicPeriod"/>
            </a:pPr>
            <a:r>
              <a:rPr lang="en-US" baseline="0" dirty="0" err="1"/>
              <a:t>Opstarten</a:t>
            </a:r>
            <a:r>
              <a:rPr lang="en-US" baseline="0" dirty="0"/>
              <a:t> </a:t>
            </a:r>
            <a:r>
              <a:rPr lang="en-US" baseline="0" dirty="0" err="1"/>
              <a:t>Jupyter</a:t>
            </a:r>
            <a:r>
              <a:rPr lang="en-US" baseline="0" dirty="0"/>
              <a:t> notebook</a:t>
            </a:r>
          </a:p>
          <a:p>
            <a:pPr marL="685800" lvl="1" indent="-228600">
              <a:buAutoNum type="arabicPeriod"/>
            </a:pPr>
            <a:r>
              <a:rPr lang="en-US" baseline="0" dirty="0" err="1"/>
              <a:t>Jupyter</a:t>
            </a:r>
            <a:r>
              <a:rPr lang="en-US" baseline="0" dirty="0"/>
              <a:t> notebook</a:t>
            </a:r>
            <a:endParaRPr lang="nl-BE" dirty="0"/>
          </a:p>
          <a:p>
            <a:endParaRPr lang="nl-BE" dirty="0"/>
          </a:p>
          <a:p>
            <a:r>
              <a:rPr lang="nl-BE" dirty="0"/>
              <a:t>Voorbeeld C:\Temp\Develop\PythonDev\infosession\PythonIntro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09C33-D8ED-8A5C-EDB3-8EE3F034C6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424A52-08C0-451B-93C1-5D19497E9661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36206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3E956-3D9F-ACA1-B276-2021F9680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03B97F-8ABE-7BCF-D494-8E64418DF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37649-F21F-ECAA-ECE7-7379A7E33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Opstarten</a:t>
            </a:r>
            <a:r>
              <a:rPr lang="en-US" dirty="0"/>
              <a:t> </a:t>
            </a:r>
            <a:r>
              <a:rPr lang="en-US" dirty="0" err="1"/>
              <a:t>Omgeving</a:t>
            </a:r>
            <a:endParaRPr lang="en-US" dirty="0"/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Anaconda</a:t>
            </a:r>
          </a:p>
          <a:p>
            <a:pPr marL="685800" lvl="1" indent="-228600">
              <a:buAutoNum type="arabicPeriod"/>
            </a:pPr>
            <a:r>
              <a:rPr lang="en-US" dirty="0" err="1"/>
              <a:t>Spyder</a:t>
            </a:r>
            <a:endParaRPr lang="en-US" dirty="0"/>
          </a:p>
          <a:p>
            <a:pPr marL="228600" lvl="0" indent="-228600">
              <a:buAutoNum type="arabicPeriod"/>
            </a:pPr>
            <a:r>
              <a:rPr lang="en-US" dirty="0"/>
              <a:t>Anaconda</a:t>
            </a:r>
            <a:r>
              <a:rPr lang="en-US" baseline="0" dirty="0"/>
              <a:t> </a:t>
            </a:r>
            <a:r>
              <a:rPr lang="en-US" baseline="0" dirty="0" err="1"/>
              <a:t>Powershell</a:t>
            </a:r>
            <a:endParaRPr lang="en-US" baseline="0" dirty="0"/>
          </a:p>
          <a:p>
            <a:pPr marL="685800" lvl="1" indent="-228600">
              <a:buAutoNum type="arabicPeriod"/>
            </a:pPr>
            <a:r>
              <a:rPr lang="en-US" baseline="0" dirty="0" err="1"/>
              <a:t>Naar</a:t>
            </a:r>
            <a:r>
              <a:rPr lang="en-US" baseline="0" dirty="0"/>
              <a:t> folder met </a:t>
            </a:r>
            <a:r>
              <a:rPr lang="en-US" baseline="0" dirty="0" err="1"/>
              <a:t>vbn</a:t>
            </a:r>
            <a:endParaRPr lang="en-US" baseline="0" dirty="0"/>
          </a:p>
          <a:p>
            <a:pPr marL="685800" lvl="1" indent="-228600">
              <a:buAutoNum type="arabicPeriod"/>
            </a:pPr>
            <a:r>
              <a:rPr lang="en-US" baseline="0" dirty="0" err="1"/>
              <a:t>Opstarten</a:t>
            </a:r>
            <a:r>
              <a:rPr lang="en-US" baseline="0" dirty="0"/>
              <a:t> </a:t>
            </a:r>
            <a:r>
              <a:rPr lang="en-US" baseline="0" dirty="0" err="1"/>
              <a:t>Jupyter</a:t>
            </a:r>
            <a:r>
              <a:rPr lang="en-US" baseline="0" dirty="0"/>
              <a:t> notebook</a:t>
            </a:r>
          </a:p>
          <a:p>
            <a:pPr marL="685800" lvl="1" indent="-228600">
              <a:buAutoNum type="arabicPeriod"/>
            </a:pPr>
            <a:r>
              <a:rPr lang="en-US" baseline="0" dirty="0" err="1"/>
              <a:t>Jupyter</a:t>
            </a:r>
            <a:r>
              <a:rPr lang="en-US" baseline="0" dirty="0"/>
              <a:t> notebook</a:t>
            </a:r>
            <a:endParaRPr lang="nl-BE" dirty="0"/>
          </a:p>
          <a:p>
            <a:endParaRPr lang="nl-BE" dirty="0"/>
          </a:p>
          <a:p>
            <a:r>
              <a:rPr lang="nl-BE" dirty="0"/>
              <a:t>Voorbeeld C:\Temp\Develop\PythonDev\infosession\PythonIntro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229B7-FA50-8AD8-1772-8FF45B6419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424A52-08C0-451B-93C1-5D19497E9661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22269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0F272-7F92-4FF0-959A-28E623229BE1}" type="slidenum">
              <a:rPr lang="nl-BE" smtClean="0"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38787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Almost all programs consist of the same basic 'building blocks', assembled in different ways to achieve a particular goal.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Variables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types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sequence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selection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iteration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are examples of these basic concepts, which all new programmers need to learn. In order to compare and manipulate data, and to make decisions in a program, programmers use a variety of different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logical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relational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arithmetic operators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It is also useful to be able to generate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randomness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in a program, for example selecting a random number or a random item from a list.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nl-BE" dirty="0"/>
              <a:t>https://isaaccomputerscience.org/topics/programming_concepts?examBoard=all&amp;stage=all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029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Almost all programs consist of the same basic 'building blocks', assembled in different ways to achieve a particular goal.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Variables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types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sequence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selection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iteration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are examples of these basic concepts, which all new programmers need to learn. In order to compare and manipulate data, and to make decisions in a program, programmers use a variety of different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logical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relational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and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arithmetic operators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It is also useful to be able to generate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randomness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in a program, for example selecting a random number or a random item from a list.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nl-BE" dirty="0"/>
              <a:t>https://isaaccomputerscience.org/topics/programming_concepts?examBoard=all&amp;stage=all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4E32A-327F-AF4B-8E1F-209FBF93D26D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6927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0F272-7F92-4FF0-959A-28E623229BE1}" type="slidenum">
              <a:rPr lang="nl-BE" smtClean="0"/>
              <a:t>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98757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0F272-7F92-4FF0-959A-28E623229BE1}" type="slidenum">
              <a:rPr lang="nl-BE" smtClean="0"/>
              <a:t>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1675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https://alan-turing-institute.github.io/rsd-engineeringcourse/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0F272-7F92-4FF0-959A-28E623229BE1}" type="slidenum">
              <a:rPr lang="nl-BE" smtClean="0"/>
              <a:t>34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15456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CA445-0EC9-A20F-E3B7-34D47977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E6F1B-7C76-AC38-3D67-C0FBA447D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0A40D-0F41-C9DE-6C0C-B0E6C0B6C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Opstarten</a:t>
            </a:r>
            <a:r>
              <a:rPr lang="en-US" dirty="0"/>
              <a:t> </a:t>
            </a:r>
            <a:r>
              <a:rPr lang="en-US" dirty="0" err="1"/>
              <a:t>Omgeving</a:t>
            </a:r>
            <a:endParaRPr lang="en-US" dirty="0"/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Anaconda</a:t>
            </a:r>
          </a:p>
          <a:p>
            <a:pPr marL="685800" lvl="1" indent="-228600">
              <a:buAutoNum type="arabicPeriod"/>
            </a:pPr>
            <a:r>
              <a:rPr lang="en-US" dirty="0" err="1"/>
              <a:t>Spyder</a:t>
            </a:r>
            <a:endParaRPr lang="en-US" dirty="0"/>
          </a:p>
          <a:p>
            <a:pPr marL="228600" lvl="0" indent="-228600">
              <a:buAutoNum type="arabicPeriod"/>
            </a:pPr>
            <a:r>
              <a:rPr lang="en-US" dirty="0"/>
              <a:t>Anaconda</a:t>
            </a:r>
            <a:r>
              <a:rPr lang="en-US" baseline="0" dirty="0"/>
              <a:t> </a:t>
            </a:r>
            <a:r>
              <a:rPr lang="en-US" baseline="0" dirty="0" err="1"/>
              <a:t>Powershell</a:t>
            </a:r>
            <a:endParaRPr lang="en-US" baseline="0" dirty="0"/>
          </a:p>
          <a:p>
            <a:pPr marL="685800" lvl="1" indent="-228600">
              <a:buAutoNum type="arabicPeriod"/>
            </a:pPr>
            <a:r>
              <a:rPr lang="en-US" baseline="0" dirty="0" err="1"/>
              <a:t>Naar</a:t>
            </a:r>
            <a:r>
              <a:rPr lang="en-US" baseline="0" dirty="0"/>
              <a:t> folder met </a:t>
            </a:r>
            <a:r>
              <a:rPr lang="en-US" baseline="0" dirty="0" err="1"/>
              <a:t>vbn</a:t>
            </a:r>
            <a:endParaRPr lang="en-US" baseline="0" dirty="0"/>
          </a:p>
          <a:p>
            <a:pPr marL="685800" lvl="1" indent="-228600">
              <a:buAutoNum type="arabicPeriod"/>
            </a:pPr>
            <a:r>
              <a:rPr lang="en-US" baseline="0" dirty="0" err="1"/>
              <a:t>Opstarten</a:t>
            </a:r>
            <a:r>
              <a:rPr lang="en-US" baseline="0" dirty="0"/>
              <a:t> </a:t>
            </a:r>
            <a:r>
              <a:rPr lang="en-US" baseline="0" dirty="0" err="1"/>
              <a:t>Jupyter</a:t>
            </a:r>
            <a:r>
              <a:rPr lang="en-US" baseline="0" dirty="0"/>
              <a:t> notebook</a:t>
            </a:r>
          </a:p>
          <a:p>
            <a:pPr marL="685800" lvl="1" indent="-228600">
              <a:buAutoNum type="arabicPeriod"/>
            </a:pPr>
            <a:r>
              <a:rPr lang="en-US" baseline="0" dirty="0" err="1"/>
              <a:t>Jupyter</a:t>
            </a:r>
            <a:r>
              <a:rPr lang="en-US" baseline="0" dirty="0"/>
              <a:t> notebook</a:t>
            </a:r>
            <a:endParaRPr lang="nl-BE" dirty="0"/>
          </a:p>
          <a:p>
            <a:endParaRPr lang="nl-BE" dirty="0"/>
          </a:p>
          <a:p>
            <a:r>
              <a:rPr lang="nl-BE" dirty="0"/>
              <a:t>Voorbeeld C:\Temp\Develop\PythonDev\infosession\PythonIntro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09C33-D8ED-8A5C-EDB3-8EE3F034C6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424A52-08C0-451B-93C1-5D19497E9661}" type="slidenum">
              <a:rPr lang="nl-BE" smtClean="0"/>
              <a:t>40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36206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45266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9F2A-C2D7-4941-A36E-1F6A2F4B862D}" type="datetimeFigureOut">
              <a:rPr lang="nl-BE" smtClean="0"/>
              <a:t>5/10/2026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A875-6C8C-4467-A720-3C43022BA2C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003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9F2A-C2D7-4941-A36E-1F6A2F4B862D}" type="datetimeFigureOut">
              <a:rPr lang="nl-BE" smtClean="0"/>
              <a:t>5/10/2026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A875-6C8C-4467-A720-3C43022BA2C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3000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9F2A-C2D7-4941-A36E-1F6A2F4B862D}" type="datetimeFigureOut">
              <a:rPr lang="nl-BE" smtClean="0"/>
              <a:t>5/10/2026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A875-6C8C-4467-A720-3C43022BA2C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741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9F2A-C2D7-4941-A36E-1F6A2F4B862D}" type="datetimeFigureOut">
              <a:rPr lang="nl-BE" smtClean="0"/>
              <a:t>5/10/2026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A875-6C8C-4467-A720-3C43022BA2C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0066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9F2A-C2D7-4941-A36E-1F6A2F4B862D}" type="datetimeFigureOut">
              <a:rPr lang="nl-BE" smtClean="0"/>
              <a:t>5/10/2026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A875-6C8C-4467-A720-3C43022BA2C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245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9F2A-C2D7-4941-A36E-1F6A2F4B862D}" type="datetimeFigureOut">
              <a:rPr lang="nl-BE" smtClean="0"/>
              <a:t>5/10/2026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A875-6C8C-4467-A720-3C43022BA2C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57115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9F2A-C2D7-4941-A36E-1F6A2F4B862D}" type="datetimeFigureOut">
              <a:rPr lang="nl-BE" smtClean="0"/>
              <a:t>5/10/2026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A875-6C8C-4467-A720-3C43022BA2C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16068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9F2A-C2D7-4941-A36E-1F6A2F4B862D}" type="datetimeFigureOut">
              <a:rPr lang="nl-BE" smtClean="0"/>
              <a:t>5/10/2026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A875-6C8C-4467-A720-3C43022BA2C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0100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9F2A-C2D7-4941-A36E-1F6A2F4B862D}" type="datetimeFigureOut">
              <a:rPr lang="nl-BE" smtClean="0"/>
              <a:t>5/10/2026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A875-6C8C-4467-A720-3C43022BA2C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5979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79F2A-C2D7-4941-A36E-1F6A2F4B862D}" type="datetimeFigureOut">
              <a:rPr lang="nl-BE" smtClean="0"/>
              <a:t>5/10/2026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A875-6C8C-4467-A720-3C43022BA2C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42614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1092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987820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79F2A-C2D7-4941-A36E-1F6A2F4B862D}" type="datetimeFigureOut">
              <a:rPr lang="nl-BE" smtClean="0"/>
              <a:t>5/10/2026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8A875-6C8C-4467-A720-3C43022BA2C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5241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anklbvp/python_intr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github.com/moravveji/python_intro_training" TargetMode="External"/><Relationship Id="rId5" Type="http://schemas.openxmlformats.org/officeDocument/2006/relationships/hyperlink" Target="https://creativecommons.org/licenses/by/4.0/deed.ast" TargetMode="External"/><Relationship Id="rId4" Type="http://schemas.openxmlformats.org/officeDocument/2006/relationships/hyperlink" Target="https://github.com/gjbex/training-material/tree/master/Python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python.org/" TargetMode="External"/><Relationship Id="rId2" Type="http://schemas.openxmlformats.org/officeDocument/2006/relationships/hyperlink" Target="https://www.codecademy.com/catalog/language/pytho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ython.org/about/apps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survey.stackoverflow.co/2025/technolog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madnight.github.io/githut/#/pull_requests/2024/1" TargetMode="External"/><Relationship Id="rId5" Type="http://schemas.openxmlformats.org/officeDocument/2006/relationships/hyperlink" Target="https://spectrum.ieee.org/top-programming-languages-2025" TargetMode="External"/><Relationship Id="rId4" Type="http://schemas.openxmlformats.org/officeDocument/2006/relationships/hyperlink" Target="https://www.tiobe.com/tiobe-index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tiobe.com/tiobe-index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jbex/training-material/tree/master/Python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isaaccomputerscience.org/topics/programming_concepts?examBoard=all&amp;stage=al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training-material/tree/master/Python" TargetMode="External"/><Relationship Id="rId7" Type="http://schemas.openxmlformats.org/officeDocument/2006/relationships/hyperlink" Target="https://justinbois.github.io/bootcamp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abienmaussion.info/scientific_programming/welcome.html" TargetMode="External"/><Relationship Id="rId5" Type="http://schemas.openxmlformats.org/officeDocument/2006/relationships/hyperlink" Target="https://www.cs.cornell.edu/courses/cs1110/2023fa/materials/python/" TargetMode="External"/><Relationship Id="rId4" Type="http://schemas.openxmlformats.org/officeDocument/2006/relationships/hyperlink" Target="https://jakevdp.github.io/WhirlwindTourOfPython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atrickwalls.github.io/mathematicalpython/" TargetMode="External"/><Relationship Id="rId2" Type="http://schemas.openxmlformats.org/officeDocument/2006/relationships/hyperlink" Target="https://fangohr.github.io/teaching/python/book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hon-guide.org/intro/learning/" TargetMode="External"/><Relationship Id="rId5" Type="http://schemas.openxmlformats.org/officeDocument/2006/relationships/hyperlink" Target="https://github.com/parrt/msan501" TargetMode="External"/><Relationship Id="rId4" Type="http://schemas.openxmlformats.org/officeDocument/2006/relationships/hyperlink" Target="https://sites.duke.edu/compsci_101l_001_sp24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exercism.org/tracks/python" TargetMode="External"/><Relationship Id="rId7" Type="http://schemas.openxmlformats.org/officeDocument/2006/relationships/hyperlink" Target="https://www.datacamp.com/community/data-science-cheatsheets" TargetMode="External"/><Relationship Id="rId2" Type="http://schemas.openxmlformats.org/officeDocument/2006/relationships/hyperlink" Target="https://www.python.org/about/gettingstarted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earnpython.org/" TargetMode="External"/><Relationship Id="rId5" Type="http://schemas.openxmlformats.org/officeDocument/2006/relationships/hyperlink" Target="https://realpython.com/matlab-vs-python/" TargetMode="External"/><Relationship Id="rId4" Type="http://schemas.openxmlformats.org/officeDocument/2006/relationships/hyperlink" Target="https://realpython.com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python.org/about/apps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madnight.github.io/githut/#/pull_requests/2024/1" TargetMode="External"/><Relationship Id="rId5" Type="http://schemas.openxmlformats.org/officeDocument/2006/relationships/hyperlink" Target="https://spectrum.ieee.org/top-programming-languages-2025" TargetMode="External"/><Relationship Id="rId4" Type="http://schemas.openxmlformats.org/officeDocument/2006/relationships/hyperlink" Target="https://www.tiobe.com/tiobe-index/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about/apps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thought.com/white-paper-matlab-to-python-a-migration-guide/" TargetMode="External"/><Relationship Id="rId2" Type="http://schemas.openxmlformats.org/officeDocument/2006/relationships/hyperlink" Target="https://realpython.com/matlab-vs-python/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Introduction</a:t>
            </a:r>
            <a:endParaRPr lang="nl-BE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19442"/>
          </a:xfrm>
        </p:spPr>
        <p:txBody>
          <a:bodyPr/>
          <a:lstStyle/>
          <a:p>
            <a:r>
              <a:rPr lang="en-US" dirty="0"/>
              <a:t>For those who can already code!</a:t>
            </a:r>
            <a:endParaRPr lang="nl-B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41C5F3-0780-470F-6D23-D08B4EB5FC33}"/>
              </a:ext>
            </a:extLst>
          </p:cNvPr>
          <p:cNvSpPr txBox="1"/>
          <p:nvPr/>
        </p:nvSpPr>
        <p:spPr>
          <a:xfrm>
            <a:off x="3108960" y="4693920"/>
            <a:ext cx="612648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Ehsan Moravveji (VSC, KU Leuven)</a:t>
            </a:r>
            <a:br>
              <a:rPr lang="en-US" sz="2800" dirty="0"/>
            </a:br>
            <a:r>
              <a:rPr lang="en-US" sz="2400" dirty="0"/>
              <a:t>6</a:t>
            </a:r>
            <a:r>
              <a:rPr lang="en-US" sz="2400" baseline="30000" dirty="0"/>
              <a:t>th</a:t>
            </a:r>
            <a:r>
              <a:rPr lang="en-US" sz="2400" dirty="0"/>
              <a:t> and 7</a:t>
            </a:r>
            <a:r>
              <a:rPr lang="en-US" sz="2400" baseline="30000" dirty="0"/>
              <a:t>th</a:t>
            </a:r>
            <a:r>
              <a:rPr lang="en-US" sz="2400" dirty="0"/>
              <a:t> October 2026</a:t>
            </a:r>
            <a:endParaRPr lang="nl-BE" sz="2400" dirty="0"/>
          </a:p>
        </p:txBody>
      </p:sp>
    </p:spTree>
    <p:extLst>
      <p:ext uri="{BB962C8B-B14F-4D97-AF65-F5344CB8AC3E}">
        <p14:creationId xmlns:p14="http://schemas.microsoft.com/office/powerpoint/2010/main" val="4036673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Credits: Frank Van Puyvelde</a:t>
            </a:r>
            <a:br>
              <a:rPr lang="en-US" dirty="0"/>
            </a:br>
            <a:r>
              <a:rPr lang="en-US" dirty="0"/>
              <a:t>Original repo: </a:t>
            </a:r>
            <a:r>
              <a:rPr lang="en-US" dirty="0">
                <a:hlinkClick r:id="rId3"/>
              </a:rPr>
              <a:t>https://github.com/franklbvp/python_intro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This repo is forked in September 2025 for some updates</a:t>
            </a:r>
          </a:p>
          <a:p>
            <a:r>
              <a:rPr lang="en-US" dirty="0"/>
              <a:t>Geert Jan Bex</a:t>
            </a:r>
          </a:p>
          <a:p>
            <a:pPr lvl="1"/>
            <a:r>
              <a:rPr lang="en-US" dirty="0">
                <a:hlinkClick r:id="rId4"/>
              </a:rPr>
              <a:t>https://github.com/gjbex/training-material/tree/master/Python</a:t>
            </a:r>
            <a:r>
              <a:rPr lang="en-US" dirty="0"/>
              <a:t> </a:t>
            </a:r>
          </a:p>
          <a:p>
            <a:pPr lvl="1"/>
            <a:r>
              <a:rPr lang="nl-BE" dirty="0">
                <a:hlinkClick r:id="rId5"/>
              </a:rPr>
              <a:t>https://creativecommons.org/licenses/by/4.0/deed.ast#</a:t>
            </a:r>
            <a:endParaRPr lang="nl-BE" dirty="0"/>
          </a:p>
          <a:p>
            <a:r>
              <a:rPr lang="en-US" dirty="0"/>
              <a:t>New repo for (updated) Slides + demo-files</a:t>
            </a:r>
          </a:p>
          <a:p>
            <a:pPr lvl="1"/>
            <a:r>
              <a:rPr lang="en-US" dirty="0">
                <a:hlinkClick r:id="rId6"/>
              </a:rPr>
              <a:t>https://github.com/moravveji/python_intro_training</a:t>
            </a:r>
            <a:r>
              <a:rPr lang="en-US" dirty="0"/>
              <a:t> </a:t>
            </a:r>
            <a:endParaRPr lang="nl-B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8008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covered in this training?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34752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105F68-6AC2-A9AC-5992-A71353D93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Programming </a:t>
            </a:r>
            <a:r>
              <a:rPr lang="nl-BE" dirty="0" err="1"/>
              <a:t>with</a:t>
            </a:r>
            <a:r>
              <a:rPr lang="nl-BE" dirty="0"/>
              <a:t> Python: </a:t>
            </a:r>
            <a:r>
              <a:rPr lang="nl-BE" dirty="0" err="1"/>
              <a:t>ingredients</a:t>
            </a:r>
            <a:endParaRPr lang="nl-B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B150F4-5E45-EA56-B2C4-FAFE80B08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Python Interpreter</a:t>
            </a:r>
            <a:r>
              <a:rPr lang="en-US" dirty="0"/>
              <a:t>:  the actual program that reads and executes the Python code you write. </a:t>
            </a:r>
          </a:p>
          <a:p>
            <a:r>
              <a:rPr lang="en-US" b="1" dirty="0"/>
              <a:t>Text Editor or Integrated Development Environment </a:t>
            </a:r>
            <a:r>
              <a:rPr lang="en-US" dirty="0"/>
              <a:t>(IDE): where you write Python code. </a:t>
            </a:r>
          </a:p>
          <a:p>
            <a:r>
              <a:rPr lang="en-US" dirty="0"/>
              <a:t>Basic Understanding of </a:t>
            </a:r>
            <a:r>
              <a:rPr lang="en-US" b="1" dirty="0"/>
              <a:t>Python Syntax</a:t>
            </a:r>
            <a:r>
              <a:rPr lang="en-US" dirty="0"/>
              <a:t>: includes knowledge of Python's data types, control flow structures, and functions.</a:t>
            </a:r>
          </a:p>
          <a:p>
            <a:r>
              <a:rPr lang="en-US" b="1" dirty="0"/>
              <a:t>Knowledge of Python Libraries</a:t>
            </a:r>
            <a:r>
              <a:rPr lang="en-US" dirty="0"/>
              <a:t>:  Python libraries are collections of functions and methods that allow to perform many actions without writing your own code. </a:t>
            </a:r>
          </a:p>
          <a:p>
            <a:r>
              <a:rPr lang="en-US" b="1" dirty="0"/>
              <a:t>Problem Solving Skills</a:t>
            </a:r>
            <a:r>
              <a:rPr lang="en-US" dirty="0"/>
              <a:t>: Programming is all about solving problems. Break down complex problems into smaller, more manageable parts.</a:t>
            </a:r>
          </a:p>
          <a:p>
            <a:r>
              <a:rPr lang="en-US" b="1" dirty="0"/>
              <a:t>Patience and Persistence</a:t>
            </a:r>
            <a:r>
              <a:rPr lang="en-US" dirty="0"/>
              <a:t>: you will encounter errors and bugs, and things won't work as expected. Debug your code and keep trying until you get it right.</a:t>
            </a:r>
          </a:p>
          <a:p>
            <a:r>
              <a:rPr lang="en-US" b="1" dirty="0"/>
              <a:t>Just do it</a:t>
            </a:r>
            <a:r>
              <a:rPr lang="en-US" dirty="0"/>
              <a:t>: the best way to learn Python programming is by doing. 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37659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04B4F-65DC-DF66-33B4-294287183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topics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4E6D6-7D69-D5E8-0F61-FB789217E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Hands </a:t>
            </a:r>
            <a:r>
              <a:rPr lang="en-US"/>
              <a:t>on exercises</a:t>
            </a:r>
          </a:p>
          <a:p>
            <a:r>
              <a:rPr lang="en-US" dirty="0"/>
              <a:t>Python programming using AI</a:t>
            </a:r>
          </a:p>
          <a:p>
            <a:r>
              <a:rPr lang="en-US" dirty="0"/>
              <a:t>Advanced VSC Python trainings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65008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2BCA731-F9D4-6CC7-69B3-AC9744F75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Python basics </a:t>
            </a:r>
            <a:r>
              <a:rPr lang="nl-BE" dirty="0" err="1"/>
              <a:t>roadmap</a:t>
            </a:r>
            <a:endParaRPr lang="nl-BE" dirty="0"/>
          </a:p>
        </p:txBody>
      </p:sp>
      <p:graphicFrame>
        <p:nvGraphicFramePr>
          <p:cNvPr id="6" name="Tijdelijke aanduiding voor inhoud 5">
            <a:extLst>
              <a:ext uri="{FF2B5EF4-FFF2-40B4-BE49-F238E27FC236}">
                <a16:creationId xmlns:a16="http://schemas.microsoft.com/office/drawing/2014/main" id="{CBD6C521-9DFB-8972-9663-32A772F8E6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28330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817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5576"/>
            <a:ext cx="10515600" cy="45864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Using bare-metal Python standard library</a:t>
            </a:r>
          </a:p>
          <a:p>
            <a:r>
              <a:rPr lang="en-US" dirty="0"/>
              <a:t>Getting to know the very basics:</a:t>
            </a:r>
          </a:p>
          <a:p>
            <a:pPr lvl="1"/>
            <a:r>
              <a:rPr lang="en-US" dirty="0"/>
              <a:t>How to run basic code in Python.</a:t>
            </a:r>
          </a:p>
          <a:p>
            <a:pPr lvl="1"/>
            <a:r>
              <a:rPr lang="en-US" dirty="0"/>
              <a:t>What are the basic programming blocks in Python?</a:t>
            </a:r>
          </a:p>
          <a:p>
            <a:r>
              <a:rPr lang="en-US" dirty="0"/>
              <a:t>These sessions won't teach you how to program, how to find algorithms, … that's beyond the scope</a:t>
            </a:r>
          </a:p>
          <a:p>
            <a:pPr lvl="1"/>
            <a:r>
              <a:rPr lang="nl-BE" dirty="0"/>
              <a:t>No </a:t>
            </a:r>
            <a:r>
              <a:rPr lang="nl-BE" dirty="0" err="1"/>
              <a:t>idea</a:t>
            </a:r>
            <a:r>
              <a:rPr lang="nl-BE" dirty="0"/>
              <a:t> </a:t>
            </a:r>
            <a:r>
              <a:rPr lang="nl-BE" dirty="0" err="1"/>
              <a:t>about</a:t>
            </a:r>
            <a:r>
              <a:rPr lang="nl-BE" dirty="0"/>
              <a:t> </a:t>
            </a:r>
            <a:r>
              <a:rPr lang="nl-BE" dirty="0" err="1"/>
              <a:t>programming</a:t>
            </a:r>
            <a:r>
              <a:rPr lang="nl-BE" dirty="0"/>
              <a:t>? </a:t>
            </a:r>
            <a:r>
              <a:rPr lang="nl-BE" dirty="0" err="1"/>
              <a:t>consider</a:t>
            </a:r>
            <a:r>
              <a:rPr lang="nl-BE" dirty="0"/>
              <a:t> </a:t>
            </a:r>
            <a:r>
              <a:rPr lang="nl-BE" dirty="0" err="1"/>
              <a:t>completing</a:t>
            </a:r>
            <a:endParaRPr lang="nl-BE" dirty="0"/>
          </a:p>
          <a:p>
            <a:pPr lvl="2"/>
            <a:r>
              <a:rPr lang="en-US" dirty="0" err="1"/>
              <a:t>CodeAcademy</a:t>
            </a:r>
            <a:br>
              <a:rPr lang="en-US" dirty="0"/>
            </a:br>
            <a:r>
              <a:rPr lang="en-US" dirty="0">
                <a:hlinkClick r:id="rId2"/>
              </a:rPr>
              <a:t>https://www.codecademy.com/catalog/language/python</a:t>
            </a:r>
            <a:endParaRPr lang="en-US" dirty="0"/>
          </a:p>
          <a:p>
            <a:pPr lvl="2"/>
            <a:r>
              <a:rPr lang="en-US" dirty="0" err="1"/>
              <a:t>LearnPython</a:t>
            </a:r>
            <a:br>
              <a:rPr lang="en-US" dirty="0"/>
            </a:br>
            <a:r>
              <a:rPr lang="en-US" dirty="0">
                <a:hlinkClick r:id="rId3"/>
              </a:rPr>
              <a:t>https://www.learnpython.org/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sz="1400" i="1" dirty="0"/>
              <a:t>Taken from GJ Bex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lvl="2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6080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Python / Basic Python programming</a:t>
            </a:r>
            <a:endParaRPr lang="nl-BE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Running Python from the command line</a:t>
            </a:r>
          </a:p>
          <a:p>
            <a:pPr lvl="1"/>
            <a:r>
              <a:rPr lang="en-US" dirty="0"/>
              <a:t>goals: run Python scripts in a shell</a:t>
            </a:r>
          </a:p>
          <a:p>
            <a:pPr lvl="1"/>
            <a:r>
              <a:rPr lang="en-US" dirty="0"/>
              <a:t>prerequisites: IDE (e.g. PyCharm, Spyder, </a:t>
            </a:r>
            <a:r>
              <a:rPr lang="en-US" dirty="0" err="1"/>
              <a:t>VSCode</a:t>
            </a:r>
            <a:r>
              <a:rPr lang="en-US" dirty="0"/>
              <a:t>)</a:t>
            </a:r>
          </a:p>
          <a:p>
            <a:r>
              <a:rPr lang="en-US" dirty="0"/>
              <a:t>Interactive Python</a:t>
            </a:r>
          </a:p>
          <a:p>
            <a:pPr lvl="1"/>
            <a:r>
              <a:rPr lang="en-US" dirty="0"/>
              <a:t>goals: using Python for explorative programming using </a:t>
            </a:r>
            <a:r>
              <a:rPr lang="en-US" dirty="0" err="1"/>
              <a:t>iPython</a:t>
            </a:r>
            <a:r>
              <a:rPr lang="en-US" dirty="0"/>
              <a:t> &amp;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lvl="1"/>
            <a:r>
              <a:rPr lang="en-US" dirty="0"/>
              <a:t>prerequisites: IDE (e.g. PyCharm, Spyder, </a:t>
            </a:r>
            <a:r>
              <a:rPr lang="en-US" dirty="0" err="1"/>
              <a:t>VSCode</a:t>
            </a:r>
            <a:r>
              <a:rPr lang="en-US" dirty="0"/>
              <a:t>)</a:t>
            </a:r>
          </a:p>
          <a:p>
            <a:r>
              <a:rPr lang="en-US" dirty="0"/>
              <a:t>Core Python programming</a:t>
            </a:r>
          </a:p>
          <a:p>
            <a:pPr lvl="1"/>
            <a:r>
              <a:rPr lang="en-US" dirty="0"/>
              <a:t>goals: Python syntax &amp; semantics, control flow, data types, functions</a:t>
            </a:r>
          </a:p>
          <a:p>
            <a:pPr lvl="1"/>
            <a:r>
              <a:rPr lang="en-US" dirty="0"/>
              <a:t>prerequisites: experience in some programming language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68160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Computing Environment</a:t>
            </a:r>
          </a:p>
          <a:p>
            <a:pPr lvl="1"/>
            <a:r>
              <a:rPr lang="en-US" dirty="0"/>
              <a:t>Command line</a:t>
            </a:r>
          </a:p>
          <a:p>
            <a:pPr lvl="1"/>
            <a:r>
              <a:rPr lang="en-US" dirty="0"/>
              <a:t>Visual Studio Code (preferred)</a:t>
            </a:r>
          </a:p>
          <a:p>
            <a:pPr lvl="1"/>
            <a:r>
              <a:rPr lang="en-US" dirty="0"/>
              <a:t>Notebook</a:t>
            </a:r>
          </a:p>
          <a:p>
            <a:pPr lvl="1"/>
            <a:r>
              <a:rPr lang="en-US" i="1" dirty="0"/>
              <a:t>Slides: </a:t>
            </a:r>
            <a:r>
              <a:rPr lang="en-US" i="1" dirty="0" err="1"/>
              <a:t>Python_intro-userEnvironments</a:t>
            </a:r>
            <a:endParaRPr lang="en-US" i="1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78624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406013"/>
            <a:ext cx="10515600" cy="47709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Installing Python</a:t>
            </a:r>
          </a:p>
          <a:p>
            <a:pPr lvl="1"/>
            <a:r>
              <a:rPr lang="en-US" dirty="0"/>
              <a:t>Slides: </a:t>
            </a:r>
            <a:r>
              <a:rPr lang="en-US" i="1" dirty="0"/>
              <a:t>02-Python</a:t>
            </a:r>
            <a:r>
              <a:rPr lang="en-US" i="1"/>
              <a:t>_intro-Setup</a:t>
            </a:r>
            <a:endParaRPr lang="en-US" i="1" dirty="0"/>
          </a:p>
          <a:p>
            <a:r>
              <a:rPr lang="en-US" dirty="0"/>
              <a:t>Basic syntax </a:t>
            </a:r>
          </a:p>
          <a:p>
            <a:pPr lvl="1"/>
            <a:r>
              <a:rPr lang="en-US" i="1" dirty="0"/>
              <a:t>Slides: 03-Python_intro-syntax</a:t>
            </a:r>
          </a:p>
          <a:p>
            <a:r>
              <a:rPr lang="en-US" dirty="0"/>
              <a:t>Variables and Operators </a:t>
            </a:r>
          </a:p>
          <a:p>
            <a:pPr lvl="1"/>
            <a:r>
              <a:rPr lang="en-US" i="1" dirty="0"/>
              <a:t>Slides: 04-Python_intro-variables_operators</a:t>
            </a:r>
          </a:p>
          <a:p>
            <a:r>
              <a:rPr lang="en-US" dirty="0"/>
              <a:t>Built-in atomic Data types</a:t>
            </a:r>
          </a:p>
          <a:p>
            <a:pPr lvl="1"/>
            <a:r>
              <a:rPr lang="en-US" i="1" dirty="0"/>
              <a:t>Slides: 05-Python_intro-builtin_datatypes</a:t>
            </a:r>
          </a:p>
          <a:p>
            <a:r>
              <a:rPr lang="en-US" dirty="0"/>
              <a:t>Data structures (compound data types)</a:t>
            </a:r>
          </a:p>
          <a:p>
            <a:pPr lvl="1"/>
            <a:r>
              <a:rPr lang="en-US" dirty="0"/>
              <a:t>Lists </a:t>
            </a:r>
          </a:p>
          <a:p>
            <a:pPr lvl="1"/>
            <a:r>
              <a:rPr lang="en-US" dirty="0"/>
              <a:t>Tuples </a:t>
            </a:r>
          </a:p>
          <a:p>
            <a:pPr lvl="1"/>
            <a:r>
              <a:rPr lang="en-US" dirty="0"/>
              <a:t>Sets </a:t>
            </a:r>
          </a:p>
          <a:p>
            <a:pPr lvl="1"/>
            <a:r>
              <a:rPr lang="en-US" dirty="0"/>
              <a:t>Dictionaries</a:t>
            </a:r>
          </a:p>
          <a:p>
            <a:pPr lvl="1"/>
            <a:r>
              <a:rPr lang="en-US" i="1" dirty="0"/>
              <a:t>Slides: 06-Python_intro-datastructures</a:t>
            </a:r>
          </a:p>
          <a:p>
            <a:endParaRPr lang="nl-BE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42197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Flow control</a:t>
            </a:r>
          </a:p>
          <a:p>
            <a:pPr lvl="1"/>
            <a:r>
              <a:rPr lang="en-US" dirty="0"/>
              <a:t>Basic flow control commands</a:t>
            </a:r>
          </a:p>
          <a:p>
            <a:pPr lvl="2"/>
            <a:r>
              <a:rPr lang="en-US" i="1" dirty="0"/>
              <a:t>Slides: 07-Python_intro-control_flow</a:t>
            </a:r>
          </a:p>
          <a:p>
            <a:pPr lvl="1"/>
            <a:r>
              <a:rPr lang="en-US" dirty="0"/>
              <a:t>Functions</a:t>
            </a:r>
          </a:p>
          <a:p>
            <a:pPr lvl="2"/>
            <a:r>
              <a:rPr lang="en-US" i="1" dirty="0"/>
              <a:t>Slides: 08-Python_intro-functions</a:t>
            </a:r>
          </a:p>
          <a:p>
            <a:r>
              <a:rPr lang="en-US" dirty="0"/>
              <a:t>IO</a:t>
            </a:r>
          </a:p>
          <a:p>
            <a:pPr lvl="1"/>
            <a:r>
              <a:rPr lang="en-US" sz="2000" i="1" dirty="0"/>
              <a:t>Slides: 09-Python_intro-io</a:t>
            </a:r>
          </a:p>
          <a:p>
            <a:r>
              <a:rPr lang="en-US" sz="2400" dirty="0"/>
              <a:t>[Bonus] Programming with AI</a:t>
            </a:r>
          </a:p>
          <a:p>
            <a:pPr lvl="1"/>
            <a:r>
              <a:rPr lang="en-US" sz="2000" i="1" dirty="0"/>
              <a:t>Slides: 10-Python_intro-programming-with-AI</a:t>
            </a:r>
          </a:p>
          <a:p>
            <a:r>
              <a:rPr lang="en-US" sz="2400" dirty="0"/>
              <a:t>[Bonus] Python on the HPC platform</a:t>
            </a:r>
          </a:p>
          <a:p>
            <a:r>
              <a:rPr lang="en-US" sz="2400" dirty="0"/>
              <a:t>[Bonus] Python learning tracks</a:t>
            </a:r>
          </a:p>
          <a:p>
            <a:pPr lvl="1"/>
            <a:endParaRPr lang="en-US" sz="2000" i="1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58037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the demo notebooks</a:t>
            </a:r>
          </a:p>
          <a:p>
            <a:r>
              <a:rPr lang="en-US" dirty="0"/>
              <a:t>Download the zip file</a:t>
            </a:r>
          </a:p>
          <a:p>
            <a:r>
              <a:rPr lang="en-US" dirty="0"/>
              <a:t>Unzip the file on a local disk</a:t>
            </a:r>
          </a:p>
          <a:p>
            <a:r>
              <a:rPr lang="en-US" dirty="0"/>
              <a:t>Run notebook</a:t>
            </a:r>
          </a:p>
          <a:p>
            <a:pPr lvl="1"/>
            <a:r>
              <a:rPr lang="en-US" dirty="0"/>
              <a:t>Directly in </a:t>
            </a:r>
            <a:r>
              <a:rPr lang="en-US" dirty="0" err="1"/>
              <a:t>VSCode</a:t>
            </a:r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source files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VSCode</a:t>
            </a:r>
            <a:r>
              <a:rPr lang="en-US" dirty="0"/>
              <a:t> open a terminal</a:t>
            </a:r>
          </a:p>
          <a:p>
            <a:pPr lvl="1"/>
            <a:r>
              <a:rPr lang="en-US" dirty="0"/>
              <a:t>‘cd’ to the folder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dirty="0"/>
              <a:t> files</a:t>
            </a:r>
          </a:p>
          <a:p>
            <a:pPr lvl="1"/>
            <a:r>
              <a:rPr lang="en-US" dirty="0"/>
              <a:t>Run from command line, e.g. python 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nl-BE" dirty="0">
              <a:cs typeface="Courier New" panose="020703090202050204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demo files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10136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5DF8D-528C-77AD-7069-F55F6223A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B162B4-A45A-A66F-A841-960A06285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popular is Python (late 2025)?</a:t>
            </a:r>
            <a:endParaRPr lang="nl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4B3C14-D232-56B5-3474-27184A1F5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861" y="1825624"/>
            <a:ext cx="8197700" cy="42119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0E4864-7444-D7AA-3498-FCC2FFC4FAC4}"/>
              </a:ext>
            </a:extLst>
          </p:cNvPr>
          <p:cNvSpPr txBox="1"/>
          <p:nvPr/>
        </p:nvSpPr>
        <p:spPr>
          <a:xfrm>
            <a:off x="481781" y="1825625"/>
            <a:ext cx="33330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 err="1">
                <a:hlinkClick r:id="rId4"/>
              </a:rPr>
              <a:t>Tiobe</a:t>
            </a:r>
            <a:r>
              <a:rPr lang="en-US" sz="2600" dirty="0">
                <a:hlinkClick r:id="rId4"/>
              </a:rPr>
              <a:t> index</a:t>
            </a:r>
            <a:endParaRPr lang="en-US" sz="2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/>
              <a:t>September 2025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/>
              <a:t>General trend (not HPC languages)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/>
              <a:t>Also </a:t>
            </a:r>
            <a:r>
              <a:rPr lang="en-US" sz="2600" dirty="0" err="1">
                <a:hlinkClick r:id="rId5"/>
              </a:rPr>
              <a:t>IEEESpectrum</a:t>
            </a:r>
            <a:endParaRPr lang="en-US" sz="2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/>
              <a:t>Also </a:t>
            </a:r>
            <a:r>
              <a:rPr lang="en-US" sz="2600" dirty="0" err="1">
                <a:hlinkClick r:id="rId6"/>
              </a:rPr>
              <a:t>GitHut</a:t>
            </a:r>
            <a:r>
              <a:rPr lang="en-US" sz="2600" dirty="0">
                <a:hlinkClick r:id="rId6"/>
              </a:rPr>
              <a:t> 2.0</a:t>
            </a:r>
            <a:endParaRPr lang="en-US" sz="2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 err="1">
                <a:hlinkClick r:id="rId7"/>
              </a:rPr>
              <a:t>StackOverflow</a:t>
            </a:r>
            <a:r>
              <a:rPr lang="en-US" sz="2600" dirty="0">
                <a:hlinkClick r:id="rId7"/>
              </a:rPr>
              <a:t> 2025 technologies</a:t>
            </a:r>
            <a:endParaRPr lang="en-US" sz="2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>
                <a:hlinkClick r:id="rId8"/>
              </a:rPr>
              <a:t>Python applications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567066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54C83-02A4-02B3-A24B-4D475F072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88EFFD-3D12-D589-46B0-3FC38DF3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popular is Python (late 2026)?</a:t>
            </a:r>
            <a:endParaRPr lang="nl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62B0A7-8608-D683-8BCC-7A23911EE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4861" y="2133186"/>
            <a:ext cx="8197700" cy="35968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1C0DE2-BF97-3B53-8025-90E6BB2C1E2D}"/>
              </a:ext>
            </a:extLst>
          </p:cNvPr>
          <p:cNvSpPr txBox="1"/>
          <p:nvPr/>
        </p:nvSpPr>
        <p:spPr>
          <a:xfrm>
            <a:off x="481781" y="1825625"/>
            <a:ext cx="318565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 err="1">
                <a:hlinkClick r:id="rId4"/>
              </a:rPr>
              <a:t>Tiobe</a:t>
            </a:r>
            <a:r>
              <a:rPr lang="en-US" sz="2600" dirty="0">
                <a:hlinkClick r:id="rId4"/>
              </a:rPr>
              <a:t> index</a:t>
            </a:r>
            <a:endParaRPr lang="en-US" sz="2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/>
              <a:t>September 2026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/>
              <a:t>Top 10 have stayed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/>
              <a:t>Top 7 kept position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/>
              <a:t>Ratings changed</a:t>
            </a:r>
          </a:p>
        </p:txBody>
      </p:sp>
    </p:spTree>
    <p:extLst>
      <p:ext uri="{BB962C8B-B14F-4D97-AF65-F5344CB8AC3E}">
        <p14:creationId xmlns:p14="http://schemas.microsoft.com/office/powerpoint/2010/main" val="1367998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 will be covered?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23486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7216-C2FF-4E19-89C0-E9CF6F00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More in </a:t>
            </a:r>
            <a:r>
              <a:rPr lang="nl-BE" dirty="0" err="1"/>
              <a:t>other</a:t>
            </a:r>
            <a:r>
              <a:rPr lang="nl-BE" dirty="0"/>
              <a:t> courses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C90DB-2295-41B3-8FF7-991CA94C3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Check </a:t>
            </a:r>
            <a:r>
              <a:rPr lang="nl-BE" dirty="0">
                <a:hlinkClick r:id="rId2"/>
              </a:rPr>
              <a:t>https://github.com/gjbex/training-material/tree/master/Python</a:t>
            </a:r>
            <a:endParaRPr lang="en-US" dirty="0"/>
          </a:p>
          <a:p>
            <a:r>
              <a:rPr lang="en-US" dirty="0"/>
              <a:t>Object oriented programming</a:t>
            </a:r>
          </a:p>
          <a:p>
            <a:pPr lvl="1"/>
            <a:r>
              <a:rPr lang="en-US" dirty="0"/>
              <a:t>goals: creating Python classes, inheritance</a:t>
            </a:r>
          </a:p>
          <a:p>
            <a:r>
              <a:rPr lang="en-US" dirty="0"/>
              <a:t>Functional programming</a:t>
            </a:r>
          </a:p>
          <a:p>
            <a:pPr lvl="1"/>
            <a:r>
              <a:rPr lang="en-US" dirty="0"/>
              <a:t>goals: creating Python classes, inheritance</a:t>
            </a:r>
          </a:p>
          <a:p>
            <a:r>
              <a:rPr lang="en-US" dirty="0"/>
              <a:t>Code organization</a:t>
            </a:r>
          </a:p>
          <a:p>
            <a:pPr lvl="1"/>
            <a:r>
              <a:rPr lang="en-US" dirty="0"/>
              <a:t>goals: organizing code of a non-trivial software project</a:t>
            </a:r>
          </a:p>
          <a:p>
            <a:r>
              <a:rPr lang="en-US" dirty="0"/>
              <a:t>Documentation</a:t>
            </a:r>
          </a:p>
          <a:p>
            <a:pPr lvl="1"/>
            <a:r>
              <a:rPr lang="en-US" dirty="0"/>
              <a:t>goals: how to document Python code?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940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More in </a:t>
            </a:r>
            <a:r>
              <a:rPr lang="nl-BE" dirty="0" err="1"/>
              <a:t>other</a:t>
            </a:r>
            <a:r>
              <a:rPr lang="nl-BE" dirty="0"/>
              <a:t> courses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</a:t>
            </a:r>
          </a:p>
          <a:p>
            <a:pPr lvl="1"/>
            <a:r>
              <a:rPr lang="en-US" dirty="0"/>
              <a:t>goals: tests are integral part of software development</a:t>
            </a:r>
          </a:p>
          <a:p>
            <a:r>
              <a:rPr lang="en-US" dirty="0"/>
              <a:t>Error handling</a:t>
            </a:r>
          </a:p>
          <a:p>
            <a:pPr lvl="1"/>
            <a:r>
              <a:rPr lang="en-US" dirty="0"/>
              <a:t>goals: catch &amp; handle runtime errors</a:t>
            </a:r>
          </a:p>
          <a:p>
            <a:r>
              <a:rPr lang="en-US" dirty="0"/>
              <a:t>Debugging</a:t>
            </a:r>
          </a:p>
          <a:p>
            <a:pPr lvl="1"/>
            <a:r>
              <a:rPr lang="en-US" dirty="0"/>
              <a:t>goals: using the Python debugger</a:t>
            </a:r>
          </a:p>
          <a:p>
            <a:r>
              <a:rPr lang="en-US" dirty="0"/>
              <a:t>Profiling</a:t>
            </a:r>
          </a:p>
          <a:p>
            <a:pPr lvl="1"/>
            <a:r>
              <a:rPr lang="en-US" dirty="0"/>
              <a:t>goals: using the Python profiler to identify optimization opportunities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83408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More in </a:t>
            </a:r>
            <a:r>
              <a:rPr lang="nl-BE" dirty="0" err="1"/>
              <a:t>other</a:t>
            </a:r>
            <a:r>
              <a:rPr lang="nl-BE" dirty="0"/>
              <a:t> courses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Command line arguments &amp; configuration files</a:t>
            </a:r>
          </a:p>
          <a:p>
            <a:pPr lvl="1"/>
            <a:r>
              <a:rPr lang="en-US" dirty="0"/>
              <a:t>goals: handling options, flags specified on command line, reading configuration files</a:t>
            </a:r>
          </a:p>
          <a:p>
            <a:r>
              <a:rPr lang="en-US" dirty="0"/>
              <a:t>Logging</a:t>
            </a:r>
          </a:p>
          <a:p>
            <a:pPr lvl="1"/>
            <a:r>
              <a:rPr lang="en-US" dirty="0"/>
              <a:t>goals: writing application events to log files, using log levels</a:t>
            </a:r>
          </a:p>
          <a:p>
            <a:r>
              <a:rPr lang="en-US" dirty="0"/>
              <a:t>Interacting with the operating system</a:t>
            </a:r>
          </a:p>
          <a:p>
            <a:pPr lvl="1"/>
            <a:r>
              <a:rPr lang="en-US" dirty="0"/>
              <a:t>goals: file system operations, executing external commands</a:t>
            </a:r>
          </a:p>
          <a:p>
            <a:r>
              <a:rPr lang="en-US" dirty="0"/>
              <a:t>Web applications</a:t>
            </a:r>
          </a:p>
          <a:p>
            <a:pPr lvl="1"/>
            <a:r>
              <a:rPr lang="en-US" dirty="0"/>
              <a:t>goals: basic concepts of web application development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01390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More in </a:t>
            </a:r>
            <a:r>
              <a:rPr lang="nl-BE" dirty="0" err="1"/>
              <a:t>other</a:t>
            </a:r>
            <a:r>
              <a:rPr lang="nl-BE" dirty="0"/>
              <a:t> courses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Text-based formats</a:t>
            </a:r>
          </a:p>
          <a:p>
            <a:pPr lvl="1"/>
            <a:r>
              <a:rPr lang="en-US" dirty="0"/>
              <a:t>goals: reading &amp; writing text-based file formats</a:t>
            </a:r>
          </a:p>
          <a:p>
            <a:r>
              <a:rPr lang="en-US" dirty="0"/>
              <a:t>Scientific file formats</a:t>
            </a:r>
          </a:p>
          <a:p>
            <a:pPr lvl="1"/>
            <a:r>
              <a:rPr lang="en-US" dirty="0"/>
              <a:t>goals: reading &amp; writing HDF5</a:t>
            </a:r>
          </a:p>
          <a:p>
            <a:r>
              <a:rPr lang="en-US" dirty="0"/>
              <a:t>Linear algebra, numerical analysis</a:t>
            </a:r>
          </a:p>
          <a:p>
            <a:pPr lvl="1"/>
            <a:r>
              <a:rPr lang="en-US" dirty="0"/>
              <a:t>goals: various numerical analysis algorithms</a:t>
            </a:r>
          </a:p>
          <a:p>
            <a:r>
              <a:rPr lang="en-US" dirty="0"/>
              <a:t>Scientific visualization</a:t>
            </a:r>
          </a:p>
          <a:p>
            <a:pPr lvl="1"/>
            <a:r>
              <a:rPr lang="en-US" dirty="0"/>
              <a:t>goals: creating 2D and 3D plots from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463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101</a:t>
            </a:r>
            <a:endParaRPr lang="nl-B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6C86468A-F756-52F9-0EE2-CD2022B7E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170" y="190500"/>
            <a:ext cx="5095875" cy="3238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4FA4FD2-14C2-B4EF-EED5-9F93DB5002F3}"/>
              </a:ext>
            </a:extLst>
          </p:cNvPr>
          <p:cNvSpPr/>
          <p:nvPr/>
        </p:nvSpPr>
        <p:spPr>
          <a:xfrm>
            <a:off x="6059488" y="3302099"/>
            <a:ext cx="62853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sz="1400" i="1" dirty="0"/>
              <a:t>https://fabienmaussion.info/scientific_programming/img/00_messing_python.png</a:t>
            </a:r>
          </a:p>
        </p:txBody>
      </p:sp>
    </p:spTree>
    <p:extLst>
      <p:ext uri="{BB962C8B-B14F-4D97-AF65-F5344CB8AC3E}">
        <p14:creationId xmlns:p14="http://schemas.microsoft.com/office/powerpoint/2010/main" val="289928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686"/>
    </mc:Choice>
    <mc:Fallback xmlns="">
      <p:transition spd="slow" advTm="2668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987F5-8AE4-4DCE-8FDB-5B8F4435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Why</a:t>
            </a:r>
            <a:r>
              <a:rPr lang="nl-BE" dirty="0"/>
              <a:t> </a:t>
            </a:r>
            <a:r>
              <a:rPr lang="nl-BE" dirty="0" err="1"/>
              <a:t>programming</a:t>
            </a:r>
            <a:r>
              <a:rPr lang="nl-BE" dirty="0"/>
              <a:t>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2C7CD-773E-43EE-8ED2-7B26D13D2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 is an integral part of research.</a:t>
            </a:r>
          </a:p>
          <a:p>
            <a:r>
              <a:rPr lang="en-US" dirty="0"/>
              <a:t>Programming occurs on different levels:</a:t>
            </a:r>
          </a:p>
          <a:p>
            <a:pPr lvl="1"/>
            <a:r>
              <a:rPr lang="en-US" dirty="0"/>
              <a:t>Write small scripts, </a:t>
            </a:r>
          </a:p>
          <a:p>
            <a:pPr lvl="1"/>
            <a:r>
              <a:rPr lang="en-US" dirty="0"/>
              <a:t>Write complete  projects, </a:t>
            </a:r>
          </a:p>
          <a:p>
            <a:pPr lvl="1"/>
            <a:r>
              <a:rPr lang="en-US" dirty="0"/>
              <a:t>Need a good understanding of what a software package does.</a:t>
            </a:r>
          </a:p>
          <a:p>
            <a:r>
              <a:rPr lang="en-US" dirty="0"/>
              <a:t>All programming languages offer to a certain extend the same building blocks.</a:t>
            </a:r>
          </a:p>
          <a:p>
            <a:pPr lvl="1"/>
            <a:r>
              <a:rPr lang="en-US" dirty="0"/>
              <a:t>Understand the basic building blocks.</a:t>
            </a:r>
          </a:p>
          <a:p>
            <a:pPr lvl="1"/>
            <a:r>
              <a:rPr lang="en-US" dirty="0"/>
              <a:t>Decompose your problem to fit those blocks.</a:t>
            </a:r>
            <a:endParaRPr lang="en-BE" dirty="0"/>
          </a:p>
        </p:txBody>
      </p:sp>
      <p:pic>
        <p:nvPicPr>
          <p:cNvPr id="2050" name="Picture 2" descr="xkcd 1319: Automation">
            <a:extLst>
              <a:ext uri="{FF2B5EF4-FFF2-40B4-BE49-F238E27FC236}">
                <a16:creationId xmlns:a16="http://schemas.microsoft.com/office/drawing/2014/main" id="{FE757F34-DA33-213E-6C4D-EA698219A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7906" y="115094"/>
            <a:ext cx="2892080" cy="2920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0CA744-CD8F-26DB-FD26-A2FCD74A2B44}"/>
              </a:ext>
            </a:extLst>
          </p:cNvPr>
          <p:cNvSpPr txBox="1"/>
          <p:nvPr/>
        </p:nvSpPr>
        <p:spPr>
          <a:xfrm>
            <a:off x="9187906" y="3107753"/>
            <a:ext cx="24834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i="0" dirty="0" err="1">
                <a:solidFill>
                  <a:srgbClr val="1F2328"/>
                </a:solidFill>
                <a:effectLst/>
              </a:rPr>
              <a:t>xkcd</a:t>
            </a:r>
            <a:r>
              <a:rPr lang="en-US" sz="1400" i="0" dirty="0">
                <a:solidFill>
                  <a:srgbClr val="1F2328"/>
                </a:solidFill>
                <a:effectLst/>
              </a:rPr>
              <a:t> 1319: Automation</a:t>
            </a:r>
          </a:p>
        </p:txBody>
      </p:sp>
    </p:spTree>
    <p:extLst>
      <p:ext uri="{BB962C8B-B14F-4D97-AF65-F5344CB8AC3E}">
        <p14:creationId xmlns:p14="http://schemas.microsoft.com/office/powerpoint/2010/main" val="1995108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9CFA3-5826-FCF7-1266-9E2989D6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407"/>
            <a:ext cx="10515600" cy="1325563"/>
          </a:xfrm>
        </p:spPr>
        <p:txBody>
          <a:bodyPr/>
          <a:lstStyle/>
          <a:p>
            <a:r>
              <a:rPr lang="en-US" dirty="0"/>
              <a:t>Why write programs for research?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BA83A-BA48-50B2-BAE0-5141380F8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Scripted research can be tested and reproduced</a:t>
            </a:r>
          </a:p>
          <a:p>
            <a:r>
              <a:rPr lang="en-US" dirty="0"/>
              <a:t>Programs are a rigorous way of describing data analysis for other researchers, as well as for computers. </a:t>
            </a:r>
          </a:p>
          <a:p>
            <a:r>
              <a:rPr lang="en-US" dirty="0"/>
              <a:t>Code can be shared</a:t>
            </a:r>
          </a:p>
          <a:p>
            <a:r>
              <a:rPr lang="en-US" dirty="0"/>
              <a:t>Code is much more easy to understand for a non-author than spreadsheets</a:t>
            </a: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0413A-11E8-B4D4-FA32-F4937D32CF14}"/>
              </a:ext>
            </a:extLst>
          </p:cNvPr>
          <p:cNvSpPr txBox="1"/>
          <p:nvPr/>
        </p:nvSpPr>
        <p:spPr>
          <a:xfrm>
            <a:off x="1050878" y="6291618"/>
            <a:ext cx="61735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i="1" dirty="0"/>
              <a:t>http://github-pages.ucl.ac.uk/rsd-engineeringcourse/ch00python/00pythons.html</a:t>
            </a:r>
          </a:p>
        </p:txBody>
      </p:sp>
    </p:spTree>
    <p:extLst>
      <p:ext uri="{BB962C8B-B14F-4D97-AF65-F5344CB8AC3E}">
        <p14:creationId xmlns:p14="http://schemas.microsoft.com/office/powerpoint/2010/main" val="1376338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Programming?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It may be (almost) impossible to solve a problem by executing commands at the command prompt.</a:t>
            </a:r>
          </a:p>
          <a:p>
            <a:r>
              <a:rPr lang="en-US" sz="2800" dirty="0"/>
              <a:t>What is needed? A </a:t>
            </a:r>
            <a:r>
              <a:rPr lang="en-US" sz="2800" b="1" dirty="0"/>
              <a:t>sequence</a:t>
            </a:r>
            <a:r>
              <a:rPr lang="en-US" sz="2800" dirty="0"/>
              <a:t> of </a:t>
            </a:r>
            <a:r>
              <a:rPr lang="en-US" sz="2800" b="1" dirty="0"/>
              <a:t>precise instructions</a:t>
            </a:r>
            <a:r>
              <a:rPr lang="en-US" sz="2800" dirty="0"/>
              <a:t> that, once performed, will complete a </a:t>
            </a:r>
            <a:r>
              <a:rPr lang="en-US" sz="2800" b="1" dirty="0"/>
              <a:t>specific task</a:t>
            </a:r>
            <a:r>
              <a:rPr lang="en-US" sz="2800" dirty="0"/>
              <a:t>.</a:t>
            </a:r>
          </a:p>
          <a:p>
            <a:r>
              <a:rPr lang="en-US" sz="2800" dirty="0"/>
              <a:t>Computer programs can’t do that many things, they can:</a:t>
            </a:r>
          </a:p>
          <a:p>
            <a:pPr lvl="1"/>
            <a:r>
              <a:rPr lang="en-US" sz="2800" dirty="0"/>
              <a:t>Assign values to variables (memory locations).</a:t>
            </a:r>
          </a:p>
          <a:p>
            <a:pPr lvl="1"/>
            <a:r>
              <a:rPr lang="en-US" sz="2800" dirty="0"/>
              <a:t>Make decisions based on comparisons.</a:t>
            </a:r>
          </a:p>
          <a:p>
            <a:pPr lvl="1"/>
            <a:r>
              <a:rPr lang="en-US" sz="2800" dirty="0"/>
              <a:t>Repeat a sequence of instructions over and over.</a:t>
            </a:r>
          </a:p>
          <a:p>
            <a:pPr lvl="1"/>
            <a:r>
              <a:rPr lang="nl-BE" sz="2800" dirty="0"/>
              <a:t>Call </a:t>
            </a:r>
            <a:r>
              <a:rPr lang="nl-BE" sz="2800" dirty="0" err="1"/>
              <a:t>subprograms</a:t>
            </a:r>
            <a:r>
              <a:rPr lang="nl-BE" sz="2800" dirty="0"/>
              <a:t>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2621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4F9A-A33C-40DE-BE56-FA2D7939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Choosing</a:t>
            </a:r>
            <a:r>
              <a:rPr lang="nl-BE" dirty="0"/>
              <a:t> a </a:t>
            </a:r>
            <a:r>
              <a:rPr lang="nl-BE" dirty="0" err="1"/>
              <a:t>programming</a:t>
            </a:r>
            <a:r>
              <a:rPr lang="nl-BE" dirty="0"/>
              <a:t> </a:t>
            </a:r>
            <a:r>
              <a:rPr lang="nl-BE" dirty="0" err="1"/>
              <a:t>language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C677D-7497-49C0-9673-E01634F04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65036"/>
          </a:xfrm>
        </p:spPr>
        <p:txBody>
          <a:bodyPr/>
          <a:lstStyle/>
          <a:p>
            <a:r>
              <a:rPr lang="en-US" dirty="0"/>
              <a:t>There are many programming languages, with changing popularity</a:t>
            </a:r>
          </a:p>
          <a:p>
            <a:r>
              <a:rPr lang="en-US" dirty="0"/>
              <a:t>Check the </a:t>
            </a:r>
            <a:r>
              <a:rPr lang="en-US" dirty="0" err="1"/>
              <a:t>Tiobe</a:t>
            </a:r>
            <a:r>
              <a:rPr lang="en-US" dirty="0"/>
              <a:t> Index: </a:t>
            </a:r>
            <a:r>
              <a:rPr lang="en-US" dirty="0">
                <a:hlinkClick r:id="rId2"/>
              </a:rPr>
              <a:t>https://www.tiobe.com/tiobe-index/</a:t>
            </a:r>
            <a:r>
              <a:rPr lang="en-US" dirty="0"/>
              <a:t>  </a:t>
            </a:r>
          </a:p>
          <a:p>
            <a:r>
              <a:rPr lang="en-US" dirty="0"/>
              <a:t>Consider:</a:t>
            </a:r>
          </a:p>
          <a:p>
            <a:pPr lvl="1"/>
            <a:r>
              <a:rPr lang="en-US" dirty="0"/>
              <a:t>If it is suited to the problem at hand?</a:t>
            </a:r>
          </a:p>
          <a:p>
            <a:pPr lvl="1"/>
            <a:r>
              <a:rPr lang="en-US" dirty="0"/>
              <a:t>There is an active user community?</a:t>
            </a:r>
          </a:p>
          <a:p>
            <a:pPr lvl="1"/>
            <a:r>
              <a:rPr lang="en-US" dirty="0"/>
              <a:t>Is it relevant for the job market?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18755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5A3A-6F68-4B94-B969-47ADA48A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in programming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E8799-851E-481B-9E3B-8593E5F6F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All programming languages use </a:t>
            </a:r>
            <a:r>
              <a:rPr lang="en-US"/>
              <a:t>the same basic concepts. </a:t>
            </a:r>
            <a:endParaRPr lang="en-US" dirty="0"/>
          </a:p>
          <a:p>
            <a:r>
              <a:rPr lang="en-US" dirty="0"/>
              <a:t>Check Isaac Computer Science: </a:t>
            </a:r>
            <a:r>
              <a:rPr lang="en-US" sz="2200" dirty="0">
                <a:hlinkClick r:id="rId3"/>
              </a:rPr>
              <a:t>https://isaaccomputerscience.org/topics/programming_concepts?examBoard=all&amp;stage=all</a:t>
            </a:r>
            <a:r>
              <a:rPr lang="en-US" sz="2200" dirty="0"/>
              <a:t> </a:t>
            </a:r>
          </a:p>
          <a:p>
            <a:r>
              <a:rPr lang="en-US" dirty="0"/>
              <a:t>Instructions / Basic Syntax</a:t>
            </a:r>
          </a:p>
          <a:p>
            <a:r>
              <a:rPr lang="en-US" dirty="0"/>
              <a:t>Data Types </a:t>
            </a:r>
          </a:p>
          <a:p>
            <a:pPr lvl="1"/>
            <a:r>
              <a:rPr lang="en-US" dirty="0"/>
              <a:t>Classification of the type of data being stored or manipulated within a program. </a:t>
            </a:r>
          </a:p>
          <a:p>
            <a:pPr lvl="1"/>
            <a:r>
              <a:rPr lang="en-US" dirty="0"/>
              <a:t>Data types are important because they determine the operations that can be performed on the data.</a:t>
            </a:r>
          </a:p>
          <a:p>
            <a:r>
              <a:rPr lang="en-US" dirty="0"/>
              <a:t>Variables</a:t>
            </a:r>
          </a:p>
          <a:p>
            <a:pPr lvl="1"/>
            <a:r>
              <a:rPr lang="en-US" dirty="0"/>
              <a:t>Named container, held by the computer in a memory location. </a:t>
            </a:r>
          </a:p>
          <a:p>
            <a:pPr lvl="1"/>
            <a:r>
              <a:rPr lang="en-US" dirty="0"/>
              <a:t>Has a unique identifier (name) that refers to a value.</a:t>
            </a:r>
          </a:p>
          <a:p>
            <a:r>
              <a:rPr lang="en-US" dirty="0"/>
              <a:t>Input / Output</a:t>
            </a:r>
          </a:p>
        </p:txBody>
      </p:sp>
    </p:spTree>
    <p:extLst>
      <p:ext uri="{BB962C8B-B14F-4D97-AF65-F5344CB8AC3E}">
        <p14:creationId xmlns:p14="http://schemas.microsoft.com/office/powerpoint/2010/main" val="68602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5A3A-6F68-4B94-B969-47ADA48A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in programming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E8799-851E-481B-9E3B-8593E5F6F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Operators</a:t>
            </a:r>
          </a:p>
          <a:p>
            <a:pPr lvl="1"/>
            <a:r>
              <a:rPr lang="en-US" dirty="0"/>
              <a:t>Arithmetic</a:t>
            </a:r>
          </a:p>
          <a:p>
            <a:pPr lvl="1"/>
            <a:r>
              <a:rPr lang="en-US" dirty="0"/>
              <a:t>Comparison</a:t>
            </a:r>
          </a:p>
          <a:p>
            <a:pPr lvl="1"/>
            <a:r>
              <a:rPr lang="en-US" dirty="0"/>
              <a:t>Logical</a:t>
            </a:r>
          </a:p>
          <a:p>
            <a:r>
              <a:rPr lang="en-US" dirty="0"/>
              <a:t>Sequence: </a:t>
            </a:r>
            <a:br>
              <a:rPr lang="en-US" dirty="0"/>
            </a:br>
            <a:r>
              <a:rPr lang="en-US" dirty="0"/>
              <a:t>statements are written one after another,  will be executed one statement at a time in the order that the statements are written in.</a:t>
            </a:r>
          </a:p>
          <a:p>
            <a:r>
              <a:rPr lang="en-US" dirty="0"/>
              <a:t>Selection:</a:t>
            </a:r>
            <a:br>
              <a:rPr lang="en-US" dirty="0"/>
            </a:br>
            <a:r>
              <a:rPr lang="en-US" dirty="0"/>
              <a:t>execute lines of code only if a certain condition is met.</a:t>
            </a:r>
          </a:p>
          <a:p>
            <a:r>
              <a:rPr lang="en-US" dirty="0"/>
              <a:t>Iteration (loop):</a:t>
            </a:r>
            <a:br>
              <a:rPr lang="en-US" dirty="0"/>
            </a:br>
            <a:r>
              <a:rPr lang="en-US" dirty="0"/>
              <a:t>repeat a group of statements .</a:t>
            </a:r>
          </a:p>
          <a:p>
            <a:r>
              <a:rPr lang="en-US" dirty="0"/>
              <a:t>Subprogram (function):</a:t>
            </a:r>
            <a:br>
              <a:rPr lang="en-US" dirty="0"/>
            </a:br>
            <a:r>
              <a:rPr lang="en-US" dirty="0"/>
              <a:t>is a named sequence of statements, can be repeatedly “called” from different places in the program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826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3C0AE-E5B3-4DC5-BD4F-C34FFA059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And </a:t>
            </a:r>
            <a:r>
              <a:rPr lang="nl-BE" dirty="0" err="1"/>
              <a:t>there</a:t>
            </a:r>
            <a:r>
              <a:rPr lang="nl-BE" dirty="0"/>
              <a:t> </a:t>
            </a:r>
            <a:r>
              <a:rPr lang="nl-BE" dirty="0" err="1"/>
              <a:t>will</a:t>
            </a:r>
            <a:r>
              <a:rPr lang="nl-BE" dirty="0"/>
              <a:t> </a:t>
            </a:r>
            <a:r>
              <a:rPr lang="nl-BE" dirty="0" err="1"/>
              <a:t>be</a:t>
            </a:r>
            <a:r>
              <a:rPr lang="nl-BE" dirty="0"/>
              <a:t> </a:t>
            </a:r>
            <a:r>
              <a:rPr lang="nl-BE" dirty="0" err="1"/>
              <a:t>errors</a:t>
            </a:r>
            <a:r>
              <a:rPr lang="nl-BE" dirty="0"/>
              <a:t>…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B418C-6585-44C5-A057-6E63B931C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 dirty="0"/>
              <a:t>Syntax error</a:t>
            </a:r>
          </a:p>
          <a:p>
            <a:pPr lvl="1"/>
            <a:r>
              <a:rPr lang="en-US" dirty="0"/>
              <a:t>A mistake against the language rules</a:t>
            </a:r>
          </a:p>
          <a:p>
            <a:pPr lvl="1"/>
            <a:r>
              <a:rPr lang="en-US" dirty="0"/>
              <a:t>Program will not run and will return an error message</a:t>
            </a:r>
          </a:p>
          <a:p>
            <a:pPr marL="457200" lvl="1" indent="0">
              <a:buNone/>
            </a:pPr>
            <a:r>
              <a:rPr lang="en-US" dirty="0"/>
              <a:t>-&gt; Easy to spot and fix</a:t>
            </a:r>
          </a:p>
          <a:p>
            <a:r>
              <a:rPr lang="en-US" dirty="0"/>
              <a:t>Runtime error</a:t>
            </a:r>
          </a:p>
          <a:p>
            <a:pPr lvl="1"/>
            <a:r>
              <a:rPr lang="en-US" dirty="0"/>
              <a:t>Usually due to some missing variables, modules, files, …</a:t>
            </a:r>
          </a:p>
          <a:p>
            <a:pPr marL="457200" lvl="1" indent="0">
              <a:buNone/>
            </a:pPr>
            <a:r>
              <a:rPr lang="en-US" dirty="0"/>
              <a:t>-&gt; Easy to spot and fix</a:t>
            </a:r>
          </a:p>
          <a:p>
            <a:r>
              <a:rPr lang="en-US" dirty="0"/>
              <a:t>Semantic error</a:t>
            </a:r>
          </a:p>
          <a:p>
            <a:pPr lvl="1"/>
            <a:r>
              <a:rPr lang="en-US" dirty="0"/>
              <a:t>A mistake in the reasoning</a:t>
            </a:r>
          </a:p>
          <a:p>
            <a:pPr lvl="1"/>
            <a:r>
              <a:rPr lang="nl-BE" dirty="0"/>
              <a:t>Program runs, but </a:t>
            </a:r>
            <a:r>
              <a:rPr lang="nl-BE" dirty="0" err="1"/>
              <a:t>produces</a:t>
            </a:r>
            <a:r>
              <a:rPr lang="nl-BE" dirty="0"/>
              <a:t> </a:t>
            </a:r>
            <a:r>
              <a:rPr lang="nl-BE" dirty="0" err="1"/>
              <a:t>undesireable</a:t>
            </a:r>
            <a:r>
              <a:rPr lang="nl-BE" dirty="0"/>
              <a:t>/wrong/</a:t>
            </a:r>
            <a:r>
              <a:rPr lang="nl-BE" dirty="0" err="1"/>
              <a:t>meaningless</a:t>
            </a:r>
            <a:r>
              <a:rPr lang="nl-BE" dirty="0"/>
              <a:t> </a:t>
            </a:r>
            <a:r>
              <a:rPr lang="nl-BE" dirty="0" err="1"/>
              <a:t>results</a:t>
            </a:r>
            <a:endParaRPr lang="nl-BE" dirty="0"/>
          </a:p>
          <a:p>
            <a:pPr marL="457200" lvl="1" indent="0">
              <a:buNone/>
            </a:pPr>
            <a:r>
              <a:rPr lang="nl-BE" dirty="0"/>
              <a:t>-&gt; </a:t>
            </a:r>
            <a:r>
              <a:rPr lang="nl-BE" dirty="0" err="1"/>
              <a:t>Difficult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spot </a:t>
            </a:r>
            <a:r>
              <a:rPr lang="nl-BE" dirty="0" err="1"/>
              <a:t>and</a:t>
            </a:r>
            <a:r>
              <a:rPr lang="nl-BE" dirty="0"/>
              <a:t> fix!</a:t>
            </a:r>
          </a:p>
          <a:p>
            <a:pPr lvl="1"/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904414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quickstart</a:t>
            </a:r>
            <a:r>
              <a:rPr lang="en-US" dirty="0"/>
              <a:t> into the very basics</a:t>
            </a:r>
          </a:p>
          <a:p>
            <a:r>
              <a:rPr lang="en-US" dirty="0"/>
              <a:t>Get to know your Python environment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3646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670"/>
    </mc:Choice>
    <mc:Fallback xmlns="">
      <p:transition spd="slow" advTm="3367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>
                <a:hlinkClick r:id="rId3"/>
              </a:rPr>
              <a:t>https://github.com/gjbex/training-material/tree/master/Python</a:t>
            </a:r>
            <a:endParaRPr lang="en-US" i="1" dirty="0"/>
          </a:p>
          <a:p>
            <a:r>
              <a:rPr lang="en-US" i="1" dirty="0"/>
              <a:t>Whirlwind Tour of Python </a:t>
            </a:r>
            <a:r>
              <a:rPr lang="en-US" dirty="0"/>
              <a:t>by Jake </a:t>
            </a:r>
            <a:r>
              <a:rPr lang="en-US" dirty="0" err="1"/>
              <a:t>VanderPlas</a:t>
            </a:r>
            <a:r>
              <a:rPr lang="en-US" dirty="0"/>
              <a:t> </a:t>
            </a:r>
            <a:r>
              <a:rPr lang="es-ES" dirty="0">
                <a:hlinkClick r:id="rId4"/>
              </a:rPr>
              <a:t>https://jakevdp.github.io/WhirlwindTourOfPython/</a:t>
            </a:r>
            <a:endParaRPr lang="es-ES" dirty="0"/>
          </a:p>
          <a:p>
            <a:r>
              <a:rPr lang="es-ES" dirty="0">
                <a:hlinkClick r:id="rId5"/>
              </a:rPr>
              <a:t>https://www.cs.cornell.edu/courses/cs1110/2023fa/materials/python/</a:t>
            </a:r>
            <a:r>
              <a:rPr lang="es-ES" dirty="0"/>
              <a:t> </a:t>
            </a:r>
          </a:p>
          <a:p>
            <a:r>
              <a:rPr lang="es-ES" dirty="0">
                <a:hlinkClick r:id="rId6"/>
              </a:rPr>
              <a:t>https://fabienmaussion.info/scientific_programming/welcome.html</a:t>
            </a:r>
            <a:r>
              <a:rPr lang="es-ES" dirty="0"/>
              <a:t>  </a:t>
            </a:r>
          </a:p>
          <a:p>
            <a:r>
              <a:rPr lang="es-ES" dirty="0">
                <a:hlinkClick r:id="rId7"/>
              </a:rPr>
              <a:t>https://justinbois.github.io/bootcamp/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25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30"/>
    </mc:Choice>
    <mc:Fallback xmlns="">
      <p:transition spd="slow" advTm="5763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also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https://fangohr.github.io/teaching/python/book.html</a:t>
            </a:r>
            <a:r>
              <a:rPr lang="en-US" dirty="0"/>
              <a:t> </a:t>
            </a:r>
          </a:p>
          <a:p>
            <a:r>
              <a:rPr lang="nl-BE" dirty="0">
                <a:hlinkClick r:id="rId3"/>
              </a:rPr>
              <a:t>https://patrickwalls.github.io/mathematicalpython/</a:t>
            </a:r>
            <a:endParaRPr lang="nl-BE" dirty="0"/>
          </a:p>
          <a:p>
            <a:r>
              <a:rPr lang="nl-BE" dirty="0">
                <a:hlinkClick r:id="rId4"/>
              </a:rPr>
              <a:t>https://sites.duke.edu/compsci_101l_001_sp24/</a:t>
            </a:r>
            <a:endParaRPr lang="nl-BE" dirty="0"/>
          </a:p>
          <a:p>
            <a:r>
              <a:rPr lang="nl-BE" dirty="0">
                <a:hlinkClick r:id="rId5"/>
              </a:rPr>
              <a:t>https://github.com/parrt/msan501</a:t>
            </a:r>
            <a:r>
              <a:rPr lang="nl-BE" dirty="0"/>
              <a:t> </a:t>
            </a:r>
          </a:p>
          <a:p>
            <a:r>
              <a:rPr lang="nl-BE" dirty="0">
                <a:hlinkClick r:id="rId6"/>
              </a:rPr>
              <a:t>https://docs.python-guide.org/intro/learning/</a:t>
            </a:r>
            <a:r>
              <a:rPr lang="nl-BE" dirty="0"/>
              <a:t> 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4969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794"/>
    </mc:Choice>
    <mc:Fallback xmlns="">
      <p:transition spd="slow" advTm="27794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hlinkClick r:id="rId2"/>
              </a:rPr>
              <a:t>https://www.python.org/about/gettingstarted/</a:t>
            </a:r>
            <a:endParaRPr lang="nl-BE" dirty="0"/>
          </a:p>
          <a:p>
            <a:r>
              <a:rPr lang="nl-BE" dirty="0">
                <a:hlinkClick r:id="rId3"/>
              </a:rPr>
              <a:t>https://exercism.org/tracks/python</a:t>
            </a:r>
            <a:endParaRPr lang="nl-BE" dirty="0"/>
          </a:p>
          <a:p>
            <a:r>
              <a:rPr lang="nl-BE" dirty="0">
                <a:hlinkClick r:id="rId4"/>
              </a:rPr>
              <a:t>https://realpython.com/</a:t>
            </a:r>
            <a:r>
              <a:rPr lang="nl-BE" dirty="0"/>
              <a:t> </a:t>
            </a:r>
          </a:p>
          <a:p>
            <a:r>
              <a:rPr lang="nl-BE" dirty="0">
                <a:hlinkClick r:id="rId5"/>
              </a:rPr>
              <a:t>https://realpython.com/matlab-vs-python/</a:t>
            </a:r>
            <a:r>
              <a:rPr lang="nl-BE" dirty="0"/>
              <a:t> </a:t>
            </a:r>
          </a:p>
          <a:p>
            <a:r>
              <a:rPr lang="nl-BE" dirty="0">
                <a:hlinkClick r:id="rId6"/>
              </a:rPr>
              <a:t>https://www.learnpython.org/</a:t>
            </a:r>
            <a:endParaRPr lang="nl-BE" dirty="0"/>
          </a:p>
          <a:p>
            <a:endParaRPr lang="en-US" dirty="0"/>
          </a:p>
          <a:p>
            <a:r>
              <a:rPr lang="en-US" dirty="0"/>
              <a:t>Cheat sheets</a:t>
            </a:r>
          </a:p>
          <a:p>
            <a:r>
              <a:rPr lang="nl-BE" dirty="0">
                <a:hlinkClick r:id="rId7"/>
              </a:rPr>
              <a:t>https://www.datacamp.com/community/data-science-cheatsheets</a:t>
            </a:r>
            <a:r>
              <a:rPr lang="nl-B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518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12"/>
    </mc:Choice>
    <mc:Fallback xmlns="">
      <p:transition spd="slow" advTm="57912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Python: setting the scene</a:t>
            </a:r>
            <a:endParaRPr lang="nl-B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comfortable within the Python universe</a:t>
            </a:r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0984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686"/>
    </mc:Choice>
    <mc:Fallback xmlns="">
      <p:transition spd="slow" advTm="2668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Why yet another programming language?</a:t>
            </a:r>
          </a:p>
          <a:p>
            <a:pPr lvl="1"/>
            <a:r>
              <a:rPr lang="en-US" dirty="0"/>
              <a:t>Programming languages have strong &amp; weak points</a:t>
            </a:r>
          </a:p>
          <a:p>
            <a:pPr lvl="1"/>
            <a:r>
              <a:rPr lang="en-US" dirty="0"/>
              <a:t>Pick language for task at hand</a:t>
            </a:r>
          </a:p>
          <a:p>
            <a:r>
              <a:rPr lang="en-US" dirty="0"/>
              <a:t>Why Python?</a:t>
            </a:r>
          </a:p>
          <a:p>
            <a:pPr lvl="1"/>
            <a:r>
              <a:rPr lang="en-US" dirty="0"/>
              <a:t>Useful for data processing</a:t>
            </a:r>
          </a:p>
          <a:p>
            <a:pPr lvl="1"/>
            <a:r>
              <a:rPr lang="en-US" dirty="0"/>
              <a:t>Terse language: express a lot in few lines of code</a:t>
            </a:r>
          </a:p>
          <a:p>
            <a:pPr lvl="1"/>
            <a:r>
              <a:rPr lang="en-US" dirty="0"/>
              <a:t>Short time to solution</a:t>
            </a:r>
          </a:p>
          <a:p>
            <a:pPr lvl="1"/>
            <a:r>
              <a:rPr lang="en-US" dirty="0"/>
              <a:t>Extensive standard library</a:t>
            </a:r>
          </a:p>
          <a:p>
            <a:pPr lvl="1"/>
            <a:r>
              <a:rPr lang="en-US" dirty="0"/>
              <a:t>Cross platform</a:t>
            </a:r>
          </a:p>
          <a:p>
            <a:pPr lvl="1"/>
            <a:endParaRPr lang="en-US" dirty="0"/>
          </a:p>
          <a:p>
            <a:r>
              <a:rPr lang="en-US" sz="1800" i="1" dirty="0"/>
              <a:t>Taken from GJ Bex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816080" y="4750229"/>
            <a:ext cx="3528392" cy="1404495"/>
            <a:chOff x="4821276" y="4447838"/>
            <a:chExt cx="3528392" cy="1404495"/>
          </a:xfrm>
        </p:grpSpPr>
        <p:sp>
          <p:nvSpPr>
            <p:cNvPr id="6" name="Rounded Rectangle 5"/>
            <p:cNvSpPr/>
            <p:nvPr/>
          </p:nvSpPr>
          <p:spPr>
            <a:xfrm>
              <a:off x="4821276" y="4447838"/>
              <a:ext cx="3528392" cy="14044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60032" y="4447838"/>
              <a:ext cx="324960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Anybody who comes to you and</a:t>
              </a:r>
            </a:p>
            <a:p>
              <a:r>
                <a:rPr lang="en-US" sz="2000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says he has a perfect language is</a:t>
              </a:r>
            </a:p>
            <a:p>
              <a:r>
                <a:rPr lang="en-US" sz="2000" dirty="0">
                  <a:solidFill>
                    <a:srgbClr val="0070C0"/>
                  </a:solidFill>
                  <a:latin typeface="Informal Roman" panose="030604020304060B0204" pitchFamily="66" charset="0"/>
                </a:rPr>
                <a:t>either naïve or a salesman.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20853" y="5408069"/>
              <a:ext cx="2097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— Bjarne </a:t>
              </a:r>
              <a:r>
                <a:rPr lang="en-US" dirty="0" err="1">
                  <a:solidFill>
                    <a:srgbClr val="0070C0"/>
                  </a:solidFill>
                </a:rPr>
                <a:t>Stroustrup</a:t>
              </a:r>
              <a:endParaRPr lang="en-US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569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playfield?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2198298" cy="4351338"/>
          </a:xfrm>
        </p:spPr>
        <p:txBody>
          <a:bodyPr>
            <a:normAutofit/>
          </a:bodyPr>
          <a:lstStyle/>
          <a:p>
            <a:r>
              <a:rPr lang="en-US" i="1" dirty="0"/>
              <a:t>The best way to learn a language is to "get your hands dirty"</a:t>
            </a:r>
            <a:endParaRPr lang="nl-BE" i="1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3945053" y="1404074"/>
          <a:ext cx="763159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47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693"/>
    </mc:Choice>
    <mc:Fallback xmlns="">
      <p:transition spd="slow" advTm="50693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Python?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From </a:t>
            </a:r>
            <a:r>
              <a:rPr lang="en-US" dirty="0">
                <a:hlinkClick r:id="rId2"/>
              </a:rPr>
              <a:t>www.python.org</a:t>
            </a:r>
            <a:r>
              <a:rPr lang="en-US" dirty="0"/>
              <a:t>: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"Python is an interpreted, object-oriented, high-level programming language with dynamic semantics. Its high-level built in data structures, combined with dynamic typing and dynamic binding, make it very attractive for Rapid Application Development, as well as for use as a scripting or glue language to connect existing components together. Python's simple, easy to learn syntax emphasizes readability and therefore reduces the cost of program maintenance."</a:t>
            </a:r>
          </a:p>
        </p:txBody>
      </p:sp>
    </p:spTree>
    <p:extLst>
      <p:ext uri="{BB962C8B-B14F-4D97-AF65-F5344CB8AC3E}">
        <p14:creationId xmlns:p14="http://schemas.microsoft.com/office/powerpoint/2010/main" val="56349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212"/>
    </mc:Choice>
    <mc:Fallback xmlns="">
      <p:transition spd="slow" advTm="60212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F4DC-5D3C-5229-EAE2-B7AFEABE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Milestones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F7C6-702C-769E-FA13-7DC354ADB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December 1989: Python’s implementation was started by Guido van Rossum at CWI in the Netherlands</a:t>
            </a:r>
          </a:p>
          <a:p>
            <a:r>
              <a:rPr lang="en-US" dirty="0"/>
              <a:t>February 1991: Van Rossum published the code (labeled version 0.9.0) to </a:t>
            </a:r>
            <a:r>
              <a:rPr lang="en-US" dirty="0" err="1"/>
              <a:t>alt.sources</a:t>
            </a:r>
            <a:r>
              <a:rPr lang="en-US" dirty="0"/>
              <a:t>. This version already had classes with inheritance, exception handling, functions, and the core datatypes of list, </a:t>
            </a:r>
            <a:r>
              <a:rPr lang="en-US" dirty="0" err="1"/>
              <a:t>dict</a:t>
            </a:r>
            <a:r>
              <a:rPr lang="en-US" dirty="0"/>
              <a:t>, str, etc.</a:t>
            </a:r>
          </a:p>
          <a:p>
            <a:r>
              <a:rPr lang="en-US" dirty="0"/>
              <a:t>1994: </a:t>
            </a:r>
            <a:r>
              <a:rPr lang="en-US" dirty="0" err="1"/>
              <a:t>comp.lang.python</a:t>
            </a:r>
            <a:r>
              <a:rPr lang="en-US" dirty="0"/>
              <a:t>, the primary discussion forum for Python, was formed1</a:t>
            </a:r>
          </a:p>
          <a:p>
            <a:r>
              <a:rPr lang="en-US" dirty="0"/>
              <a:t>January 1994: Python reached version 1.0. The major new features included in this release were the functional programming tools lambda, map, filter, and reduce.</a:t>
            </a:r>
          </a:p>
          <a:p>
            <a:r>
              <a:rPr lang="en-US" dirty="0"/>
              <a:t>October 16, 2000: Python 2.0 was released with many major new features, including a cycle-detecting garbage collector and support for Unicode.</a:t>
            </a:r>
          </a:p>
          <a:p>
            <a:r>
              <a:rPr lang="en-US" dirty="0"/>
              <a:t>December 3, 2008: Python 3.0, a major, backwards-incompatible release, was released.</a:t>
            </a:r>
          </a:p>
          <a:p>
            <a:r>
              <a:rPr lang="en-US" dirty="0"/>
              <a:t>Python was named after the BBC TV show Monty Python’s Flying Circus. </a:t>
            </a:r>
          </a:p>
          <a:p>
            <a:r>
              <a:rPr lang="en-US" dirty="0"/>
              <a:t>Guido van Rossum, Python’s principal author, was given the title “Benevolent Dictator for Life” (BDFL) by the Python community. However, Van Rossum stepped down as leader on July 12, 2018.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21007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965200" y="1981200"/>
            <a:ext cx="10566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Osaka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  <a:cs typeface="Osak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675B4"/>
              </a:buClr>
              <a:buFont typeface="Wingdings" pitchFamily="-64" charset="2"/>
              <a:buChar char="§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lvl="1">
              <a:buClrTx/>
              <a:buFont typeface="Arial" panose="020B0604020202020204" pitchFamily="34" charset="0"/>
              <a:buChar char="•"/>
            </a:pPr>
            <a:r>
              <a:rPr lang="en-US" sz="2800" kern="0" dirty="0"/>
              <a:t>a </a:t>
            </a:r>
            <a:r>
              <a:rPr lang="en-US" sz="2800" b="1" kern="0" dirty="0"/>
              <a:t>general purpose interpreted</a:t>
            </a:r>
            <a:r>
              <a:rPr lang="en-US" sz="2800" kern="0" dirty="0"/>
              <a:t> programming language.</a:t>
            </a:r>
          </a:p>
          <a:p>
            <a:pPr marL="285750" lvl="1">
              <a:buClrTx/>
              <a:buFont typeface="Arial" panose="020B0604020202020204" pitchFamily="34" charset="0"/>
              <a:buChar char="•"/>
            </a:pPr>
            <a:r>
              <a:rPr lang="en-US" sz="2800" kern="0" dirty="0"/>
              <a:t>a language that supports multiple approaches to software design, principally </a:t>
            </a:r>
            <a:r>
              <a:rPr lang="en-US" sz="2800" b="1" kern="0" dirty="0"/>
              <a:t>structured</a:t>
            </a:r>
            <a:r>
              <a:rPr lang="en-US" sz="2800" kern="0" dirty="0"/>
              <a:t> and </a:t>
            </a:r>
            <a:r>
              <a:rPr lang="en-US" sz="2800" b="1" kern="0" dirty="0"/>
              <a:t>object-oriented</a:t>
            </a:r>
            <a:r>
              <a:rPr lang="en-US" sz="2800" kern="0" dirty="0"/>
              <a:t> programming.</a:t>
            </a:r>
          </a:p>
          <a:p>
            <a:pPr marL="285750" lvl="1">
              <a:buClrTx/>
              <a:buFont typeface="Arial" panose="020B0604020202020204" pitchFamily="34" charset="0"/>
              <a:buChar char="•"/>
            </a:pPr>
            <a:r>
              <a:rPr lang="en-US" sz="2800" kern="0" dirty="0"/>
              <a:t>provides </a:t>
            </a:r>
            <a:r>
              <a:rPr lang="en-US" sz="2800" b="1" kern="0" dirty="0"/>
              <a:t>automatic memory management</a:t>
            </a:r>
            <a:r>
              <a:rPr lang="en-US" sz="2800" kern="0" dirty="0"/>
              <a:t> and </a:t>
            </a:r>
            <a:r>
              <a:rPr lang="en-US" sz="2800" b="1" kern="0" dirty="0"/>
              <a:t>garbage collection</a:t>
            </a:r>
          </a:p>
          <a:p>
            <a:pPr marL="285750" lvl="1">
              <a:buClrTx/>
              <a:buFont typeface="Arial" panose="020B0604020202020204" pitchFamily="34" charset="0"/>
              <a:buChar char="•"/>
            </a:pPr>
            <a:r>
              <a:rPr lang="en-US" sz="2800" b="1" kern="0" dirty="0"/>
              <a:t>dynamically</a:t>
            </a:r>
            <a:r>
              <a:rPr lang="en-US" sz="2800" kern="0" dirty="0"/>
              <a:t> typed.</a:t>
            </a:r>
          </a:p>
          <a:p>
            <a:pPr marL="285750" lvl="1">
              <a:buClrTx/>
              <a:buFont typeface="Arial" panose="020B0604020202020204" pitchFamily="34" charset="0"/>
              <a:buChar char="•"/>
            </a:pPr>
            <a:endParaRPr lang="en-US" sz="2800" kern="0" dirty="0"/>
          </a:p>
          <a:p>
            <a:pPr marL="285750" lvl="1">
              <a:buClrTx/>
              <a:buFont typeface="Arial" panose="020B0604020202020204" pitchFamily="34" charset="0"/>
              <a:buChar char="•"/>
            </a:pPr>
            <a:endParaRPr lang="en-US" sz="2800" kern="0" dirty="0"/>
          </a:p>
          <a:p>
            <a:pPr marL="0" lvl="1" indent="0">
              <a:buClrTx/>
              <a:buNone/>
            </a:pPr>
            <a:r>
              <a:rPr lang="en-US" sz="1400" i="1" dirty="0"/>
              <a:t>Brian </a:t>
            </a:r>
            <a:r>
              <a:rPr lang="en-US" sz="1400" i="1" dirty="0" err="1"/>
              <a:t>Gregor</a:t>
            </a:r>
            <a:r>
              <a:rPr lang="en-US" sz="1400" i="1" dirty="0"/>
              <a:t> (BU): A Brief Introduction to Using Python for Computational Neuroscience</a:t>
            </a:r>
          </a:p>
          <a:p>
            <a:pPr marL="0" lvl="1" indent="0">
              <a:buClrTx/>
              <a:buNone/>
            </a:pPr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1912470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898"/>
    </mc:Choice>
    <mc:Fallback xmlns="">
      <p:transition spd="slow" advTm="69898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Python?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Python is free</a:t>
            </a:r>
          </a:p>
          <a:p>
            <a:r>
              <a:rPr lang="en-US" dirty="0"/>
              <a:t>Cross-platform (Windows, Mac, Linux)</a:t>
            </a:r>
          </a:p>
          <a:p>
            <a:r>
              <a:rPr lang="en-US" dirty="0"/>
              <a:t>Has a vibrant user community (</a:t>
            </a:r>
            <a:r>
              <a:rPr lang="en-US" dirty="0" err="1"/>
              <a:t>StackOverflow</a:t>
            </a:r>
            <a:r>
              <a:rPr lang="en-US" dirty="0"/>
              <a:t>)</a:t>
            </a:r>
          </a:p>
          <a:p>
            <a:r>
              <a:rPr lang="en-US" dirty="0"/>
              <a:t>Rich 3</a:t>
            </a:r>
            <a:r>
              <a:rPr lang="en-US" baseline="30000" dirty="0"/>
              <a:t>rd</a:t>
            </a:r>
            <a:r>
              <a:rPr lang="en-US" dirty="0"/>
              <a:t> party packages, e.g. Conda, </a:t>
            </a:r>
            <a:r>
              <a:rPr lang="en-US" dirty="0" err="1"/>
              <a:t>PyPI</a:t>
            </a:r>
            <a:endParaRPr lang="en-US" dirty="0"/>
          </a:p>
          <a:p>
            <a:r>
              <a:rPr lang="en-US" dirty="0"/>
              <a:t>Python is quick to program in, easy exploration of modeling constructs, and fast analysis of data. (</a:t>
            </a:r>
            <a:r>
              <a:rPr lang="en-US" i="1" dirty="0"/>
              <a:t>explorative programming</a:t>
            </a:r>
            <a:r>
              <a:rPr lang="en-US" dirty="0"/>
              <a:t>)</a:t>
            </a:r>
          </a:p>
          <a:p>
            <a:r>
              <a:rPr lang="en-US" dirty="0"/>
              <a:t>Python is popular in research, and has lots of libraries for science</a:t>
            </a:r>
          </a:p>
          <a:p>
            <a:pPr lvl="1"/>
            <a:r>
              <a:rPr lang="en-US" dirty="0"/>
              <a:t>extensive capabilities, documentation, and support</a:t>
            </a:r>
          </a:p>
          <a:p>
            <a:pPr lvl="1"/>
            <a:r>
              <a:rPr lang="en-US" dirty="0"/>
              <a:t>Access to advanced math, statistics, and database functions</a:t>
            </a:r>
          </a:p>
          <a:p>
            <a:r>
              <a:rPr lang="en-US" dirty="0"/>
              <a:t>Python interfaces well with faster languages (C/C++, Fortran)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878" y="6291618"/>
            <a:ext cx="61735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i="1" dirty="0"/>
              <a:t>http://github-pages.ucl.ac.uk/rsd-engineeringcourse/ch00python/00pythons.html</a:t>
            </a:r>
          </a:p>
        </p:txBody>
      </p:sp>
    </p:spTree>
    <p:extLst>
      <p:ext uri="{BB962C8B-B14F-4D97-AF65-F5344CB8AC3E}">
        <p14:creationId xmlns:p14="http://schemas.microsoft.com/office/powerpoint/2010/main" val="346276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687"/>
    </mc:Choice>
    <mc:Fallback xmlns="">
      <p:transition spd="slow" advTm="68687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65652" y="1272223"/>
            <a:ext cx="5386917" cy="639762"/>
          </a:xfrm>
        </p:spPr>
        <p:txBody>
          <a:bodyPr/>
          <a:lstStyle/>
          <a:p>
            <a:r>
              <a:rPr lang="en-US" dirty="0"/>
              <a:t>Interpreted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265652" y="1911985"/>
            <a:ext cx="5386917" cy="39512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Faster development</a:t>
            </a:r>
          </a:p>
          <a:p>
            <a:r>
              <a:rPr lang="en-US" dirty="0"/>
              <a:t>Easier debugging</a:t>
            </a:r>
          </a:p>
          <a:p>
            <a:pPr lvl="1"/>
            <a:r>
              <a:rPr lang="en-US" dirty="0"/>
              <a:t>Debugging can stop anywhere, swap in new code, more control over state of program</a:t>
            </a:r>
          </a:p>
          <a:p>
            <a:r>
              <a:rPr lang="en-US" dirty="0"/>
              <a:t>(almost always) takes less code to get things done</a:t>
            </a:r>
          </a:p>
          <a:p>
            <a:r>
              <a:rPr lang="en-US" dirty="0"/>
              <a:t>Slower programs</a:t>
            </a:r>
          </a:p>
          <a:p>
            <a:pPr lvl="1"/>
            <a:r>
              <a:rPr lang="en-US" dirty="0"/>
              <a:t>Sometimes as fast as compiled, rarely faster</a:t>
            </a:r>
          </a:p>
          <a:p>
            <a:r>
              <a:rPr lang="en-US" dirty="0"/>
              <a:t>Less control over program behavior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6193368" y="1272223"/>
            <a:ext cx="5389033" cy="639762"/>
          </a:xfrm>
        </p:spPr>
        <p:txBody>
          <a:bodyPr/>
          <a:lstStyle/>
          <a:p>
            <a:r>
              <a:rPr lang="en-US" dirty="0"/>
              <a:t>Compiled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6193368" y="1911985"/>
            <a:ext cx="5389033" cy="39512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Longer development</a:t>
            </a:r>
          </a:p>
          <a:p>
            <a:pPr lvl="1"/>
            <a:r>
              <a:rPr lang="en-US" dirty="0"/>
              <a:t>Edit / compile / test cycle is longer!</a:t>
            </a:r>
          </a:p>
          <a:p>
            <a:r>
              <a:rPr lang="en-US" dirty="0"/>
              <a:t>Harder to debug</a:t>
            </a:r>
          </a:p>
          <a:p>
            <a:pPr lvl="1"/>
            <a:r>
              <a:rPr lang="en-US" dirty="0"/>
              <a:t>Usually requires a special compilation</a:t>
            </a:r>
          </a:p>
          <a:p>
            <a:r>
              <a:rPr lang="en-US" dirty="0"/>
              <a:t>(almost always) takes more code to get things done</a:t>
            </a:r>
          </a:p>
          <a:p>
            <a:r>
              <a:rPr lang="en-US" dirty="0"/>
              <a:t>Faster</a:t>
            </a:r>
          </a:p>
          <a:p>
            <a:pPr lvl="1"/>
            <a:r>
              <a:rPr lang="en-US" dirty="0"/>
              <a:t>Compiled code runs directly on CPU</a:t>
            </a:r>
          </a:p>
          <a:p>
            <a:pPr lvl="1"/>
            <a:r>
              <a:rPr lang="en-US" dirty="0"/>
              <a:t>Can communicate directly with hardware</a:t>
            </a:r>
          </a:p>
          <a:p>
            <a:r>
              <a:rPr lang="en-US" dirty="0"/>
              <a:t>More control over program behavior</a:t>
            </a:r>
          </a:p>
        </p:txBody>
      </p:sp>
      <p:sp>
        <p:nvSpPr>
          <p:cNvPr id="2" name="Rectangle 1"/>
          <p:cNvSpPr/>
          <p:nvPr/>
        </p:nvSpPr>
        <p:spPr>
          <a:xfrm>
            <a:off x="265652" y="6503035"/>
            <a:ext cx="75279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>
              <a:buClrTx/>
              <a:buNone/>
            </a:pPr>
            <a:r>
              <a:rPr lang="en-US" sz="1400" i="1" dirty="0"/>
              <a:t>Brian </a:t>
            </a:r>
            <a:r>
              <a:rPr lang="en-US" sz="1400" i="1" dirty="0" err="1"/>
              <a:t>Gregor</a:t>
            </a:r>
            <a:r>
              <a:rPr lang="en-US" sz="1400" i="1" dirty="0"/>
              <a:t> (BU): A Brief Introduction to Using Python for Computational Neuroscience</a:t>
            </a:r>
          </a:p>
        </p:txBody>
      </p:sp>
    </p:spTree>
    <p:extLst>
      <p:ext uri="{BB962C8B-B14F-4D97-AF65-F5344CB8AC3E}">
        <p14:creationId xmlns:p14="http://schemas.microsoft.com/office/powerpoint/2010/main" val="38871200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B75DF8D-528C-77AD-7069-F55F6223A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B162B4-A45A-A66F-A841-960A06285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popular is Python (late 2025)?</a:t>
            </a:r>
            <a:endParaRPr lang="nl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4B3C14-D232-56B5-3474-27184A1F5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861" y="1825624"/>
            <a:ext cx="8197700" cy="42119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0E4864-7444-D7AA-3498-FCC2FFC4FAC4}"/>
              </a:ext>
            </a:extLst>
          </p:cNvPr>
          <p:cNvSpPr txBox="1"/>
          <p:nvPr/>
        </p:nvSpPr>
        <p:spPr>
          <a:xfrm>
            <a:off x="481781" y="1825625"/>
            <a:ext cx="318565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 err="1">
                <a:hlinkClick r:id="rId4"/>
              </a:rPr>
              <a:t>Tiobe</a:t>
            </a:r>
            <a:r>
              <a:rPr lang="en-US" sz="2600" dirty="0">
                <a:hlinkClick r:id="rId4"/>
              </a:rPr>
              <a:t> index</a:t>
            </a:r>
            <a:endParaRPr lang="en-US" sz="2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/>
              <a:t>September 2025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/>
              <a:t>General trend (not HPC languages)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/>
              <a:t>Also </a:t>
            </a:r>
            <a:r>
              <a:rPr lang="en-US" sz="2600" dirty="0" err="1">
                <a:hlinkClick r:id="rId5"/>
              </a:rPr>
              <a:t>IEEESpectrum</a:t>
            </a:r>
            <a:endParaRPr lang="en-US" sz="26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600" dirty="0"/>
              <a:t>Also </a:t>
            </a:r>
            <a:r>
              <a:rPr lang="en-US" sz="2600" dirty="0" err="1">
                <a:hlinkClick r:id="rId6"/>
              </a:rPr>
              <a:t>GitHut</a:t>
            </a:r>
            <a:r>
              <a:rPr lang="en-US" sz="2600" dirty="0">
                <a:hlinkClick r:id="rId6"/>
              </a:rPr>
              <a:t> 2.0</a:t>
            </a:r>
            <a:endParaRPr lang="en-US" sz="2600" dirty="0">
              <a:hlinkClick r:id="rId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383726-7BA2-93F0-A3F3-4943C7A2AF5A}"/>
              </a:ext>
            </a:extLst>
          </p:cNvPr>
          <p:cNvSpPr txBox="1"/>
          <p:nvPr/>
        </p:nvSpPr>
        <p:spPr>
          <a:xfrm>
            <a:off x="467139" y="4631635"/>
            <a:ext cx="32103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is Python used for?</a:t>
            </a:r>
            <a:endParaRPr lang="nl-BE" sz="2800" dirty="0"/>
          </a:p>
          <a:p>
            <a:r>
              <a:rPr lang="nl-BE" sz="2800" dirty="0">
                <a:hlinkClick r:id="rId7"/>
              </a:rPr>
              <a:t>https://www.python.org/about/apps/</a:t>
            </a:r>
            <a:r>
              <a:rPr lang="nl-BE" sz="28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6024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ecosystem</a:t>
            </a:r>
            <a:endParaRPr lang="nl-BE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155997" y="1690688"/>
            <a:ext cx="4036004" cy="2024062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Large  and active ecosystem </a:t>
            </a:r>
          </a:p>
          <a:p>
            <a:r>
              <a:rPr lang="en-US" dirty="0"/>
              <a:t>Core Python</a:t>
            </a:r>
            <a:endParaRPr lang="nl-BE" dirty="0"/>
          </a:p>
          <a:p>
            <a:pPr lvl="1"/>
            <a:r>
              <a:rPr lang="en-US" dirty="0"/>
              <a:t>Standard libraries</a:t>
            </a:r>
          </a:p>
          <a:p>
            <a:pPr lvl="1"/>
            <a:r>
              <a:rPr lang="en-US" dirty="0"/>
              <a:t>third-party packages: </a:t>
            </a:r>
          </a:p>
          <a:p>
            <a:pPr lvl="2"/>
            <a:r>
              <a:rPr lang="en-US" i="1" dirty="0" err="1"/>
              <a:t>NumPy</a:t>
            </a:r>
            <a:r>
              <a:rPr lang="en-US" dirty="0"/>
              <a:t> for manipulation of homogeneous array-based data, </a:t>
            </a:r>
          </a:p>
          <a:p>
            <a:pPr lvl="2"/>
            <a:r>
              <a:rPr lang="en-US" i="1" dirty="0"/>
              <a:t>Pandas</a:t>
            </a:r>
            <a:r>
              <a:rPr lang="en-US" dirty="0"/>
              <a:t> for manipulation of heterogeneous and labeled data, </a:t>
            </a:r>
          </a:p>
          <a:p>
            <a:pPr lvl="2"/>
            <a:r>
              <a:rPr lang="en-US" i="1" dirty="0" err="1"/>
              <a:t>SciPy</a:t>
            </a:r>
            <a:r>
              <a:rPr lang="en-US" dirty="0"/>
              <a:t> for common scientific computing tasks, </a:t>
            </a:r>
          </a:p>
          <a:p>
            <a:pPr lvl="2"/>
            <a:r>
              <a:rPr lang="en-US" i="1" dirty="0" err="1"/>
              <a:t>Matplotlib</a:t>
            </a:r>
            <a:r>
              <a:rPr lang="en-US" dirty="0"/>
              <a:t> for publication-quality visualizations, </a:t>
            </a:r>
          </a:p>
          <a:p>
            <a:pPr lvl="2"/>
            <a:r>
              <a:rPr lang="en-US" i="1" dirty="0" err="1"/>
              <a:t>IPython</a:t>
            </a:r>
            <a:r>
              <a:rPr lang="en-US" dirty="0"/>
              <a:t> for interactive execution and sharing of code, etc.</a:t>
            </a:r>
            <a:r>
              <a:rPr lang="en-US" i="1" dirty="0"/>
              <a:t> Python versions</a:t>
            </a:r>
          </a:p>
        </p:txBody>
      </p:sp>
    </p:spTree>
    <p:extLst>
      <p:ext uri="{BB962C8B-B14F-4D97-AF65-F5344CB8AC3E}">
        <p14:creationId xmlns:p14="http://schemas.microsoft.com/office/powerpoint/2010/main" val="3705964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118"/>
    </mc:Choice>
    <mc:Fallback xmlns="">
      <p:transition spd="slow" advTm="106118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Current 3.x</a:t>
            </a:r>
          </a:p>
          <a:p>
            <a:pPr lvl="1"/>
            <a:r>
              <a:rPr lang="en-US" dirty="0"/>
              <a:t>More clean than 2.x</a:t>
            </a:r>
          </a:p>
          <a:p>
            <a:pPr lvl="1"/>
            <a:r>
              <a:rPr lang="en-US" dirty="0"/>
              <a:t>Python 3.x introduced some backwards-incompatible changes to the language, so code written for 2.7 may not work under 3.x and vice versa.</a:t>
            </a:r>
          </a:p>
          <a:p>
            <a:pPr lvl="1"/>
            <a:r>
              <a:rPr lang="en-US" dirty="0"/>
              <a:t>Almost all Python libraries supported</a:t>
            </a:r>
          </a:p>
          <a:p>
            <a:r>
              <a:rPr lang="en-US" dirty="0"/>
              <a:t>Version 2.7.x</a:t>
            </a:r>
          </a:p>
          <a:p>
            <a:pPr lvl="1"/>
            <a:r>
              <a:rPr lang="en-US" dirty="0"/>
              <a:t>Last of the 2.x releases</a:t>
            </a:r>
          </a:p>
          <a:p>
            <a:pPr lvl="1"/>
            <a:r>
              <a:rPr lang="en-US" dirty="0"/>
              <a:t>Many Python 3.x features have been retrofitted</a:t>
            </a:r>
          </a:p>
          <a:p>
            <a:pPr lvl="1"/>
            <a:r>
              <a:rPr lang="en-US" dirty="0"/>
              <a:t>All libraries support it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800" i="1" dirty="0"/>
              <a:t>Taken from GJ Bex</a:t>
            </a:r>
          </a:p>
          <a:p>
            <a:endParaRPr lang="en-BE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54801" y="3328676"/>
            <a:ext cx="2898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Note: in-application scripting</a:t>
            </a:r>
            <a:br>
              <a:rPr lang="en-US" dirty="0"/>
            </a:br>
            <a:r>
              <a:rPr lang="en-US" dirty="0"/>
              <a:t>may be stuck at Python 2.7!</a:t>
            </a:r>
            <a:endParaRPr lang="nl-BE" dirty="0"/>
          </a:p>
        </p:txBody>
      </p:sp>
      <p:sp>
        <p:nvSpPr>
          <p:cNvPr id="6" name="TextBox 5"/>
          <p:cNvSpPr txBox="1"/>
          <p:nvPr/>
        </p:nvSpPr>
        <p:spPr>
          <a:xfrm>
            <a:off x="8454801" y="4262986"/>
            <a:ext cx="2898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BE" dirty="0"/>
              <a:t>Python 2 </a:t>
            </a:r>
            <a:r>
              <a:rPr lang="en-US" dirty="0">
                <a:hlinkClick r:id="rId2"/>
              </a:rPr>
              <a:t>is not supported</a:t>
            </a:r>
            <a:r>
              <a:rPr lang="en-US" dirty="0"/>
              <a:t> as of 1</a:t>
            </a:r>
            <a:r>
              <a:rPr lang="en-US" baseline="30000" dirty="0"/>
              <a:t>st</a:t>
            </a:r>
            <a:r>
              <a:rPr lang="en-US" dirty="0"/>
              <a:t> January 2020.</a:t>
            </a:r>
          </a:p>
        </p:txBody>
      </p:sp>
    </p:spTree>
    <p:extLst>
      <p:ext uri="{BB962C8B-B14F-4D97-AF65-F5344CB8AC3E}">
        <p14:creationId xmlns:p14="http://schemas.microsoft.com/office/powerpoint/2010/main" val="326289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Matlab</a:t>
            </a:r>
            <a:r>
              <a:rPr lang="en-US" dirty="0"/>
              <a:t> vs Python</a:t>
            </a:r>
          </a:p>
          <a:p>
            <a:pPr lvl="1"/>
            <a:r>
              <a:rPr lang="nl-BE" dirty="0">
                <a:hlinkClick r:id="rId2"/>
              </a:rPr>
              <a:t>https://realpython.com/matlab-vs-python/</a:t>
            </a:r>
            <a:endParaRPr lang="nl-BE" dirty="0"/>
          </a:p>
          <a:p>
            <a:pPr lvl="1"/>
            <a:r>
              <a:rPr lang="nl-BE" dirty="0">
                <a:hlinkClick r:id="rId3"/>
              </a:rPr>
              <a:t>https://www.enthought.com/white-paper-matlab-to-python-a-migration-guide/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3367083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91000" y="1766887"/>
            <a:ext cx="3810000" cy="3324225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93391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2973</Words>
  <Application>Microsoft Office PowerPoint</Application>
  <PresentationFormat>Widescreen</PresentationFormat>
  <Paragraphs>426</Paragraphs>
  <Slides>44</Slides>
  <Notes>13</Notes>
  <HiddenSlides>13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Calibri Light</vt:lpstr>
      <vt:lpstr>Courier New</vt:lpstr>
      <vt:lpstr>Informal Roman</vt:lpstr>
      <vt:lpstr>Office Theme</vt:lpstr>
      <vt:lpstr>Python Introduction</vt:lpstr>
      <vt:lpstr>Thank You</vt:lpstr>
      <vt:lpstr>What will be covered in this training?</vt:lpstr>
      <vt:lpstr>Programming with Python: ingredients</vt:lpstr>
      <vt:lpstr>Bonus topics</vt:lpstr>
      <vt:lpstr>Python basics roadmap</vt:lpstr>
      <vt:lpstr>Scope</vt:lpstr>
      <vt:lpstr>Running Python / Basic Python programming</vt:lpstr>
      <vt:lpstr>Contents </vt:lpstr>
      <vt:lpstr>Contents</vt:lpstr>
      <vt:lpstr>Contents</vt:lpstr>
      <vt:lpstr>Using the demo files</vt:lpstr>
      <vt:lpstr>How popular is Python (late 2025)?</vt:lpstr>
      <vt:lpstr>How popular is Python (late 2026)?</vt:lpstr>
      <vt:lpstr>What else will be covered?</vt:lpstr>
      <vt:lpstr>More in other courses</vt:lpstr>
      <vt:lpstr>More in other courses</vt:lpstr>
      <vt:lpstr>More in other courses</vt:lpstr>
      <vt:lpstr>More in other courses</vt:lpstr>
      <vt:lpstr>Programming 101</vt:lpstr>
      <vt:lpstr>Why programming?</vt:lpstr>
      <vt:lpstr>Why write programs for research?</vt:lpstr>
      <vt:lpstr>Programming?</vt:lpstr>
      <vt:lpstr>Choosing a programming language</vt:lpstr>
      <vt:lpstr>Key concepts in programming</vt:lpstr>
      <vt:lpstr>Key concepts in programming</vt:lpstr>
      <vt:lpstr>And there will be errors…</vt:lpstr>
      <vt:lpstr>Python</vt:lpstr>
      <vt:lpstr>Thank You</vt:lpstr>
      <vt:lpstr>See also</vt:lpstr>
      <vt:lpstr>Tutorials</vt:lpstr>
      <vt:lpstr>Python: setting the scene</vt:lpstr>
      <vt:lpstr>Motivation</vt:lpstr>
      <vt:lpstr>What is the playfield?</vt:lpstr>
      <vt:lpstr>What is Python?</vt:lpstr>
      <vt:lpstr>Milestones</vt:lpstr>
      <vt:lpstr>What is Python?</vt:lpstr>
      <vt:lpstr>Why Python?</vt:lpstr>
      <vt:lpstr>Comparison</vt:lpstr>
      <vt:lpstr>How popular is Python (late 2025)?</vt:lpstr>
      <vt:lpstr>Python ecosystem</vt:lpstr>
      <vt:lpstr>Python versions</vt:lpstr>
      <vt:lpstr>PowerPoint Presentation</vt:lpstr>
      <vt:lpstr>PowerPoint Presentation</vt:lpstr>
    </vt:vector>
  </TitlesOfParts>
  <Company>KU Leuven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as a second language</dc:title>
  <dc:creator>Frank Van Puyvelde</dc:creator>
  <cp:lastModifiedBy>Ehsan Moravveji</cp:lastModifiedBy>
  <cp:revision>45</cp:revision>
  <cp:lastPrinted>2022-11-14T14:25:15Z</cp:lastPrinted>
  <dcterms:created xsi:type="dcterms:W3CDTF">2019-11-24T08:29:40Z</dcterms:created>
  <dcterms:modified xsi:type="dcterms:W3CDTF">2026-10-05T07:05:56Z</dcterms:modified>
</cp:coreProperties>
</file>