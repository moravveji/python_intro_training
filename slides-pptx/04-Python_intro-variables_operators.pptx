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422" r:id="rId3"/>
    <p:sldId id="302" r:id="rId4"/>
    <p:sldId id="305" r:id="rId5"/>
    <p:sldId id="423" r:id="rId6"/>
    <p:sldId id="278" r:id="rId7"/>
    <p:sldId id="279" r:id="rId8"/>
    <p:sldId id="280" r:id="rId9"/>
    <p:sldId id="460" r:id="rId10"/>
    <p:sldId id="339" r:id="rId11"/>
    <p:sldId id="451" r:id="rId12"/>
    <p:sldId id="281" r:id="rId13"/>
    <p:sldId id="283" r:id="rId14"/>
    <p:sldId id="448" r:id="rId15"/>
    <p:sldId id="284" r:id="rId16"/>
    <p:sldId id="285" r:id="rId17"/>
    <p:sldId id="332" r:id="rId18"/>
    <p:sldId id="431" r:id="rId19"/>
    <p:sldId id="282" r:id="rId2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166E9F-00A3-48C1-BDF5-E5144822804C}">
          <p14:sldIdLst>
            <p14:sldId id="256"/>
            <p14:sldId id="422"/>
          </p14:sldIdLst>
        </p14:section>
        <p14:section name="Variables" id="{BB33E61C-E442-4DB8-8BC1-A59DAC084760}">
          <p14:sldIdLst>
            <p14:sldId id="302"/>
            <p14:sldId id="305"/>
            <p14:sldId id="423"/>
            <p14:sldId id="278"/>
            <p14:sldId id="279"/>
            <p14:sldId id="280"/>
            <p14:sldId id="460"/>
            <p14:sldId id="339"/>
          </p14:sldIdLst>
        </p14:section>
        <p14:section name="Operators" id="{ADFC65ED-5220-4D16-8070-ACD2C796FBB6}">
          <p14:sldIdLst>
            <p14:sldId id="451"/>
            <p14:sldId id="281"/>
            <p14:sldId id="283"/>
            <p14:sldId id="448"/>
            <p14:sldId id="284"/>
            <p14:sldId id="285"/>
            <p14:sldId id="332"/>
            <p14:sldId id="431"/>
            <p14:sldId id="282"/>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66FD7F-38D8-469F-8982-DB9B06C3E5B0}" v="2" dt="2025-10-09T21:08:29.5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39" autoAdjust="0"/>
    <p:restoredTop sz="91767" autoAdjust="0"/>
  </p:normalViewPr>
  <p:slideViewPr>
    <p:cSldViewPr snapToGrid="0" showGuides="1">
      <p:cViewPr varScale="1">
        <p:scale>
          <a:sx n="87" d="100"/>
          <a:sy n="87" d="100"/>
        </p:scale>
        <p:origin x="346" y="77"/>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2618"/>
    </p:cViewPr>
  </p:sorter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Van Puyvelde" userId="ba4190df-4674-45fe-be59-1502c3515486" providerId="ADAL" clId="{D4E17B6D-144C-41AD-802B-50E633E8FA2E}"/>
    <pc:docChg chg="undo custSel modSld sldOrd">
      <pc:chgData name="Frank Van Puyvelde" userId="ba4190df-4674-45fe-be59-1502c3515486" providerId="ADAL" clId="{D4E17B6D-144C-41AD-802B-50E633E8FA2E}" dt="2022-11-03T15:33:48.341" v="61" actId="20577"/>
      <pc:docMkLst>
        <pc:docMk/>
      </pc:docMkLst>
      <pc:sldChg chg="modSp mod">
        <pc:chgData name="Frank Van Puyvelde" userId="ba4190df-4674-45fe-be59-1502c3515486" providerId="ADAL" clId="{D4E17B6D-144C-41AD-802B-50E633E8FA2E}" dt="2022-11-03T13:06:11.298" v="5" actId="27636"/>
        <pc:sldMkLst>
          <pc:docMk/>
          <pc:sldMk cId="1480004675" sldId="279"/>
        </pc:sldMkLst>
      </pc:sldChg>
      <pc:sldChg chg="ord">
        <pc:chgData name="Frank Van Puyvelde" userId="ba4190df-4674-45fe-be59-1502c3515486" providerId="ADAL" clId="{D4E17B6D-144C-41AD-802B-50E633E8FA2E}" dt="2022-11-03T12:27:04.206" v="3"/>
        <pc:sldMkLst>
          <pc:docMk/>
          <pc:sldMk cId="735079658" sldId="280"/>
        </pc:sldMkLst>
      </pc:sldChg>
      <pc:sldChg chg="addSp delSp mod">
        <pc:chgData name="Frank Van Puyvelde" userId="ba4190df-4674-45fe-be59-1502c3515486" providerId="ADAL" clId="{D4E17B6D-144C-41AD-802B-50E633E8FA2E}" dt="2022-11-03T14:21:55.945" v="7" actId="22"/>
        <pc:sldMkLst>
          <pc:docMk/>
          <pc:sldMk cId="1103246045" sldId="284"/>
        </pc:sldMkLst>
      </pc:sldChg>
      <pc:sldChg chg="addSp delSp modSp mod ord modShow">
        <pc:chgData name="Frank Van Puyvelde" userId="ba4190df-4674-45fe-be59-1502c3515486" providerId="ADAL" clId="{D4E17B6D-144C-41AD-802B-50E633E8FA2E}" dt="2022-11-03T14:26:25.022" v="29" actId="403"/>
        <pc:sldMkLst>
          <pc:docMk/>
          <pc:sldMk cId="2255290832" sldId="332"/>
        </pc:sldMkLst>
      </pc:sldChg>
      <pc:sldChg chg="modNotesTx">
        <pc:chgData name="Frank Van Puyvelde" userId="ba4190df-4674-45fe-be59-1502c3515486" providerId="ADAL" clId="{D4E17B6D-144C-41AD-802B-50E633E8FA2E}" dt="2022-11-03T12:25:20.814" v="1" actId="20577"/>
        <pc:sldMkLst>
          <pc:docMk/>
          <pc:sldMk cId="4056675560" sldId="423"/>
        </pc:sldMkLst>
      </pc:sldChg>
      <pc:sldChg chg="modSp mod">
        <pc:chgData name="Frank Van Puyvelde" userId="ba4190df-4674-45fe-be59-1502c3515486" providerId="ADAL" clId="{D4E17B6D-144C-41AD-802B-50E633E8FA2E}" dt="2022-11-03T15:33:48.341" v="61" actId="20577"/>
        <pc:sldMkLst>
          <pc:docMk/>
          <pc:sldMk cId="2475518922" sldId="460"/>
        </pc:sldMkLst>
      </pc:sldChg>
    </pc:docChg>
  </pc:docChgLst>
  <pc:docChgLst>
    <pc:chgData name="Frank Van Puyvelde" userId="ba4190df-4674-45fe-be59-1502c3515486" providerId="ADAL" clId="{86905440-00DA-4820-BDA3-B0E15E75CD83}"/>
    <pc:docChg chg="custSel addSld delSld modSld sldOrd modSection">
      <pc:chgData name="Frank Van Puyvelde" userId="ba4190df-4674-45fe-be59-1502c3515486" providerId="ADAL" clId="{86905440-00DA-4820-BDA3-B0E15E75CD83}" dt="2023-09-01T12:34:05.689" v="351" actId="20577"/>
      <pc:docMkLst>
        <pc:docMk/>
      </pc:docMkLst>
      <pc:sldChg chg="delSp mod delAnim">
        <pc:chgData name="Frank Van Puyvelde" userId="ba4190df-4674-45fe-be59-1502c3515486" providerId="ADAL" clId="{86905440-00DA-4820-BDA3-B0E15E75CD83}" dt="2023-09-01T09:06:10.758" v="99" actId="478"/>
        <pc:sldMkLst>
          <pc:docMk/>
          <pc:sldMk cId="3619848797" sldId="256"/>
        </pc:sldMkLst>
      </pc:sldChg>
      <pc:sldChg chg="delSp modSp mod delAnim">
        <pc:chgData name="Frank Van Puyvelde" userId="ba4190df-4674-45fe-be59-1502c3515486" providerId="ADAL" clId="{86905440-00DA-4820-BDA3-B0E15E75CD83}" dt="2023-09-01T12:10:36.494" v="199" actId="20577"/>
        <pc:sldMkLst>
          <pc:docMk/>
          <pc:sldMk cId="1336418659" sldId="278"/>
        </pc:sldMkLst>
      </pc:sldChg>
      <pc:sldChg chg="delSp modSp mod ord delAnim">
        <pc:chgData name="Frank Van Puyvelde" userId="ba4190df-4674-45fe-be59-1502c3515486" providerId="ADAL" clId="{86905440-00DA-4820-BDA3-B0E15E75CD83}" dt="2023-09-01T12:10:47.313" v="205" actId="20577"/>
        <pc:sldMkLst>
          <pc:docMk/>
          <pc:sldMk cId="1480004675" sldId="279"/>
        </pc:sldMkLst>
      </pc:sldChg>
      <pc:sldChg chg="delSp mod delAnim">
        <pc:chgData name="Frank Van Puyvelde" userId="ba4190df-4674-45fe-be59-1502c3515486" providerId="ADAL" clId="{86905440-00DA-4820-BDA3-B0E15E75CD83}" dt="2023-09-01T09:06:25.542" v="105" actId="478"/>
        <pc:sldMkLst>
          <pc:docMk/>
          <pc:sldMk cId="735079658" sldId="280"/>
        </pc:sldMkLst>
      </pc:sldChg>
      <pc:sldChg chg="delSp mod delAnim">
        <pc:chgData name="Frank Van Puyvelde" userId="ba4190df-4674-45fe-be59-1502c3515486" providerId="ADAL" clId="{86905440-00DA-4820-BDA3-B0E15E75CD83}" dt="2023-09-01T09:06:36.597" v="110" actId="478"/>
        <pc:sldMkLst>
          <pc:docMk/>
          <pc:sldMk cId="3674400531" sldId="281"/>
        </pc:sldMkLst>
      </pc:sldChg>
      <pc:sldChg chg="delSp mod delAnim">
        <pc:chgData name="Frank Van Puyvelde" userId="ba4190df-4674-45fe-be59-1502c3515486" providerId="ADAL" clId="{86905440-00DA-4820-BDA3-B0E15E75CD83}" dt="2023-09-01T09:06:43.104" v="115" actId="478"/>
        <pc:sldMkLst>
          <pc:docMk/>
          <pc:sldMk cId="512367378" sldId="282"/>
        </pc:sldMkLst>
      </pc:sldChg>
      <pc:sldChg chg="delSp mod delAnim">
        <pc:chgData name="Frank Van Puyvelde" userId="ba4190df-4674-45fe-be59-1502c3515486" providerId="ADAL" clId="{86905440-00DA-4820-BDA3-B0E15E75CD83}" dt="2023-09-01T09:06:37.869" v="111" actId="478"/>
        <pc:sldMkLst>
          <pc:docMk/>
          <pc:sldMk cId="2442840100" sldId="283"/>
        </pc:sldMkLst>
      </pc:sldChg>
      <pc:sldChg chg="delSp mod delAnim">
        <pc:chgData name="Frank Van Puyvelde" userId="ba4190df-4674-45fe-be59-1502c3515486" providerId="ADAL" clId="{86905440-00DA-4820-BDA3-B0E15E75CD83}" dt="2023-09-01T09:06:39.198" v="112" actId="478"/>
        <pc:sldMkLst>
          <pc:docMk/>
          <pc:sldMk cId="1103246045" sldId="284"/>
        </pc:sldMkLst>
      </pc:sldChg>
      <pc:sldChg chg="delSp mod delAnim">
        <pc:chgData name="Frank Van Puyvelde" userId="ba4190df-4674-45fe-be59-1502c3515486" providerId="ADAL" clId="{86905440-00DA-4820-BDA3-B0E15E75CD83}" dt="2023-09-01T09:06:40.628" v="113" actId="478"/>
        <pc:sldMkLst>
          <pc:docMk/>
          <pc:sldMk cId="3934276083" sldId="285"/>
        </pc:sldMkLst>
      </pc:sldChg>
      <pc:sldChg chg="delSp mod delAnim">
        <pc:chgData name="Frank Van Puyvelde" userId="ba4190df-4674-45fe-be59-1502c3515486" providerId="ADAL" clId="{86905440-00DA-4820-BDA3-B0E15E75CD83}" dt="2023-09-01T09:06:17.885" v="101" actId="478"/>
        <pc:sldMkLst>
          <pc:docMk/>
          <pc:sldMk cId="980106537" sldId="302"/>
        </pc:sldMkLst>
      </pc:sldChg>
      <pc:sldChg chg="delSp modSp mod delAnim">
        <pc:chgData name="Frank Van Puyvelde" userId="ba4190df-4674-45fe-be59-1502c3515486" providerId="ADAL" clId="{86905440-00DA-4820-BDA3-B0E15E75CD83}" dt="2023-09-01T11:04:19.752" v="175"/>
        <pc:sldMkLst>
          <pc:docMk/>
          <pc:sldMk cId="3986965831" sldId="305"/>
        </pc:sldMkLst>
      </pc:sldChg>
      <pc:sldChg chg="delSp modSp mod delAnim">
        <pc:chgData name="Frank Van Puyvelde" userId="ba4190df-4674-45fe-be59-1502c3515486" providerId="ADAL" clId="{86905440-00DA-4820-BDA3-B0E15E75CD83}" dt="2023-09-01T12:34:05.689" v="351" actId="20577"/>
        <pc:sldMkLst>
          <pc:docMk/>
          <pc:sldMk cId="2255290832" sldId="332"/>
        </pc:sldMkLst>
      </pc:sldChg>
      <pc:sldChg chg="delSp modSp mod delAnim">
        <pc:chgData name="Frank Van Puyvelde" userId="ba4190df-4674-45fe-be59-1502c3515486" providerId="ADAL" clId="{86905440-00DA-4820-BDA3-B0E15E75CD83}" dt="2023-09-01T12:23:56.666" v="210" actId="20577"/>
        <pc:sldMkLst>
          <pc:docMk/>
          <pc:sldMk cId="3481560359" sldId="339"/>
        </pc:sldMkLst>
      </pc:sldChg>
      <pc:sldChg chg="delSp mod delAnim modShow">
        <pc:chgData name="Frank Van Puyvelde" userId="ba4190df-4674-45fe-be59-1502c3515486" providerId="ADAL" clId="{86905440-00DA-4820-BDA3-B0E15E75CD83}" dt="2023-09-01T09:07:19.150" v="116" actId="729"/>
        <pc:sldMkLst>
          <pc:docMk/>
          <pc:sldMk cId="4024688066" sldId="422"/>
        </pc:sldMkLst>
      </pc:sldChg>
      <pc:sldChg chg="delSp modSp mod delAnim">
        <pc:chgData name="Frank Van Puyvelde" userId="ba4190df-4674-45fe-be59-1502c3515486" providerId="ADAL" clId="{86905440-00DA-4820-BDA3-B0E15E75CD83}" dt="2023-09-01T11:13:15.202" v="180" actId="1076"/>
        <pc:sldMkLst>
          <pc:docMk/>
          <pc:sldMk cId="4056675560" sldId="423"/>
        </pc:sldMkLst>
      </pc:sldChg>
      <pc:sldChg chg="delSp mod delAnim">
        <pc:chgData name="Frank Van Puyvelde" userId="ba4190df-4674-45fe-be59-1502c3515486" providerId="ADAL" clId="{86905440-00DA-4820-BDA3-B0E15E75CD83}" dt="2023-09-01T09:06:32.310" v="108" actId="478"/>
        <pc:sldMkLst>
          <pc:docMk/>
          <pc:sldMk cId="3895119084" sldId="448"/>
        </pc:sldMkLst>
      </pc:sldChg>
      <pc:sldChg chg="delSp mod delAnim">
        <pc:chgData name="Frank Van Puyvelde" userId="ba4190df-4674-45fe-be59-1502c3515486" providerId="ADAL" clId="{86905440-00DA-4820-BDA3-B0E15E75CD83}" dt="2023-09-01T09:06:35.269" v="109" actId="478"/>
        <pc:sldMkLst>
          <pc:docMk/>
          <pc:sldMk cId="1009129451" sldId="451"/>
        </pc:sldMkLst>
      </pc:sldChg>
      <pc:sldChg chg="modSp new del mod ord">
        <pc:chgData name="Frank Van Puyvelde" userId="ba4190df-4674-45fe-be59-1502c3515486" providerId="ADAL" clId="{86905440-00DA-4820-BDA3-B0E15E75CD83}" dt="2023-09-01T12:00:00.644" v="181" actId="47"/>
        <pc:sldMkLst>
          <pc:docMk/>
          <pc:sldMk cId="3657152308" sldId="461"/>
        </pc:sldMkLst>
      </pc:sldChg>
    </pc:docChg>
  </pc:docChgLst>
  <pc:docChgLst>
    <pc:chgData name="Frank Van Puyvelde" userId="ba4190df-4674-45fe-be59-1502c3515486" providerId="ADAL" clId="{FC8C9FBD-4FE6-4C94-87F3-AFF925E46192}"/>
    <pc:docChg chg="modSld sldOrd">
      <pc:chgData name="Frank Van Puyvelde" userId="ba4190df-4674-45fe-be59-1502c3515486" providerId="ADAL" clId="{FC8C9FBD-4FE6-4C94-87F3-AFF925E46192}" dt="2023-02-08T15:50:09.859" v="1"/>
      <pc:docMkLst>
        <pc:docMk/>
      </pc:docMkLst>
      <pc:sldChg chg="ord">
        <pc:chgData name="Frank Van Puyvelde" userId="ba4190df-4674-45fe-be59-1502c3515486" providerId="ADAL" clId="{FC8C9FBD-4FE6-4C94-87F3-AFF925E46192}" dt="2023-02-08T15:50:09.859" v="1"/>
        <pc:sldMkLst>
          <pc:docMk/>
          <pc:sldMk cId="2475518922" sldId="460"/>
        </pc:sldMkLst>
      </pc:sldChg>
    </pc:docChg>
  </pc:docChgLst>
  <pc:docChgLst>
    <pc:chgData name="Ehsan Moravveji" userId="21e7e8ea3c9f37f0" providerId="LiveId" clId="{B466FD7F-38D8-469F-8982-DB9B06C3E5B0}"/>
    <pc:docChg chg="custSel modSld">
      <pc:chgData name="Ehsan Moravveji" userId="21e7e8ea3c9f37f0" providerId="LiveId" clId="{B466FD7F-38D8-469F-8982-DB9B06C3E5B0}" dt="2025-10-09T21:10:00.684" v="18" actId="1076"/>
      <pc:docMkLst>
        <pc:docMk/>
      </pc:docMkLst>
      <pc:sldChg chg="addSp modSp mod">
        <pc:chgData name="Ehsan Moravveji" userId="21e7e8ea3c9f37f0" providerId="LiveId" clId="{B466FD7F-38D8-469F-8982-DB9B06C3E5B0}" dt="2025-10-09T21:10:00.684" v="18" actId="1076"/>
        <pc:sldMkLst>
          <pc:docMk/>
          <pc:sldMk cId="2255290832" sldId="332"/>
        </pc:sldMkLst>
        <pc:spChg chg="mod">
          <ac:chgData name="Ehsan Moravveji" userId="21e7e8ea3c9f37f0" providerId="LiveId" clId="{B466FD7F-38D8-469F-8982-DB9B06C3E5B0}" dt="2025-10-09T21:09:49.644" v="16" actId="1076"/>
          <ac:spMkLst>
            <pc:docMk/>
            <pc:sldMk cId="2255290832" sldId="332"/>
            <ac:spMk id="3" creationId="{00000000-0000-0000-0000-000000000000}"/>
          </ac:spMkLst>
        </pc:spChg>
        <pc:spChg chg="add mod">
          <ac:chgData name="Ehsan Moravveji" userId="21e7e8ea3c9f37f0" providerId="LiveId" clId="{B466FD7F-38D8-469F-8982-DB9B06C3E5B0}" dt="2025-10-09T21:10:00.684" v="18" actId="1076"/>
          <ac:spMkLst>
            <pc:docMk/>
            <pc:sldMk cId="2255290832" sldId="332"/>
            <ac:spMk id="4" creationId="{8668EDBE-E9AC-D505-6600-DCA36609E4DB}"/>
          </ac:spMkLst>
        </pc:spChg>
      </pc:sldChg>
      <pc:sldChg chg="modNotesTx">
        <pc:chgData name="Ehsan Moravveji" userId="21e7e8ea3c9f37f0" providerId="LiveId" clId="{B466FD7F-38D8-469F-8982-DB9B06C3E5B0}" dt="2025-10-09T20:41:06.695" v="3" actId="20577"/>
        <pc:sldMkLst>
          <pc:docMk/>
          <pc:sldMk cId="3481560359" sldId="339"/>
        </pc:sldMkLst>
      </pc:sldChg>
      <pc:sldChg chg="modSp mod">
        <pc:chgData name="Ehsan Moravveji" userId="21e7e8ea3c9f37f0" providerId="LiveId" clId="{B466FD7F-38D8-469F-8982-DB9B06C3E5B0}" dt="2025-10-09T20:30:15.123" v="1" actId="14100"/>
        <pc:sldMkLst>
          <pc:docMk/>
          <pc:sldMk cId="4056675560" sldId="423"/>
        </pc:sldMkLst>
        <pc:picChg chg="mod">
          <ac:chgData name="Ehsan Moravveji" userId="21e7e8ea3c9f37f0" providerId="LiveId" clId="{B466FD7F-38D8-469F-8982-DB9B06C3E5B0}" dt="2025-10-09T20:30:15.123" v="1" actId="14100"/>
          <ac:picMkLst>
            <pc:docMk/>
            <pc:sldMk cId="4056675560" sldId="423"/>
            <ac:picMk id="4" creationId="{00000000-0000-0000-0000-000000000000}"/>
          </ac:picMkLst>
        </pc:picChg>
      </pc:sldChg>
    </pc:docChg>
  </pc:docChgLst>
  <pc:docChgLst>
    <pc:chgData name="Frank Van Puyvelde" userId="ba4190df-4674-45fe-be59-1502c3515486" providerId="ADAL" clId="{3B0CDC06-6545-49B3-9F16-F90261A31A73}"/>
    <pc:docChg chg="modSld">
      <pc:chgData name="Frank Van Puyvelde" userId="ba4190df-4674-45fe-be59-1502c3515486" providerId="ADAL" clId="{3B0CDC06-6545-49B3-9F16-F90261A31A73}" dt="2025-01-03T10:26:46.959" v="6" actId="114"/>
      <pc:docMkLst>
        <pc:docMk/>
      </pc:docMkLst>
      <pc:sldChg chg="modSp mod">
        <pc:chgData name="Frank Van Puyvelde" userId="ba4190df-4674-45fe-be59-1502c3515486" providerId="ADAL" clId="{3B0CDC06-6545-49B3-9F16-F90261A31A73}" dt="2025-01-03T10:26:46.959" v="6" actId="114"/>
        <pc:sldMkLst>
          <pc:docMk/>
          <pc:sldMk cId="2442840100" sldId="283"/>
        </pc:sldMkLst>
      </pc:sldChg>
    </pc:docChg>
  </pc:docChgLst>
  <pc:docChgLst>
    <pc:chgData name="Frank Van Puyvelde" userId="ba4190df-4674-45fe-be59-1502c3515486" providerId="ADAL" clId="{F519E3A8-F8A1-4D37-BAD3-4D9CDEB1051A}"/>
    <pc:docChg chg="delSld modSection">
      <pc:chgData name="Frank Van Puyvelde" userId="ba4190df-4674-45fe-be59-1502c3515486" providerId="ADAL" clId="{F519E3A8-F8A1-4D37-BAD3-4D9CDEB1051A}" dt="2024-06-26T14:52:26.613" v="1" actId="47"/>
      <pc:docMkLst>
        <pc:docMk/>
      </pc:docMkLst>
      <pc:sldChg chg="del">
        <pc:chgData name="Frank Van Puyvelde" userId="ba4190df-4674-45fe-be59-1502c3515486" providerId="ADAL" clId="{F519E3A8-F8A1-4D37-BAD3-4D9CDEB1051A}" dt="2024-06-26T14:52:24.985" v="0" actId="47"/>
        <pc:sldMkLst>
          <pc:docMk/>
          <pc:sldMk cId="158258528" sldId="259"/>
        </pc:sldMkLst>
      </pc:sldChg>
      <pc:sldChg chg="del">
        <pc:chgData name="Frank Van Puyvelde" userId="ba4190df-4674-45fe-be59-1502c3515486" providerId="ADAL" clId="{F519E3A8-F8A1-4D37-BAD3-4D9CDEB1051A}" dt="2024-06-26T14:52:26.613" v="1" actId="47"/>
        <pc:sldMkLst>
          <pc:docMk/>
          <pc:sldMk cId="2849695021" sldId="35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635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375BC9-5AAE-4E1F-9FAE-BC04149B1DB3}" type="datetimeFigureOut">
              <a:rPr lang="nl-BE" smtClean="0"/>
              <a:t>2/10/2026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0F272-7F92-4FF0-959A-28E623229BE1}" type="slidenum">
              <a:rPr lang="nl-BE" smtClean="0"/>
              <a:t>‹#›</a:t>
            </a:fld>
            <a:endParaRPr lang="nl-BE"/>
          </a:p>
        </p:txBody>
      </p:sp>
    </p:spTree>
    <p:extLst>
      <p:ext uri="{BB962C8B-B14F-4D97-AF65-F5344CB8AC3E}">
        <p14:creationId xmlns:p14="http://schemas.microsoft.com/office/powerpoint/2010/main" val="361353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Cfr</a:t>
            </a:r>
            <a:r>
              <a:rPr lang="en-US" dirty="0"/>
              <a:t> label and box</a:t>
            </a:r>
          </a:p>
          <a:p>
            <a:r>
              <a:rPr lang="en-US" dirty="0"/>
              <a:t>Content is stored in box, the variable name is like the label.</a:t>
            </a:r>
            <a:r>
              <a:rPr lang="en-US" baseline="0" dirty="0"/>
              <a:t> Once the label is gone, the content cannot be accessed anymore</a:t>
            </a:r>
          </a:p>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4</a:t>
            </a:fld>
            <a:endParaRPr lang="nl-BE"/>
          </a:p>
        </p:txBody>
      </p:sp>
    </p:spTree>
    <p:extLst>
      <p:ext uri="{BB962C8B-B14F-4D97-AF65-F5344CB8AC3E}">
        <p14:creationId xmlns:p14="http://schemas.microsoft.com/office/powerpoint/2010/main" val="236579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https://stackoverflow.com/questions/36330860/pythonically-check-if-a-variable-name-is-valid</a:t>
            </a:r>
          </a:p>
          <a:p>
            <a:endParaRPr lang="en-BE" dirty="0"/>
          </a:p>
        </p:txBody>
      </p:sp>
      <p:sp>
        <p:nvSpPr>
          <p:cNvPr id="4" name="Slide Number Placeholder 3"/>
          <p:cNvSpPr>
            <a:spLocks noGrp="1"/>
          </p:cNvSpPr>
          <p:nvPr>
            <p:ph type="sldNum" sz="quarter" idx="5"/>
          </p:nvPr>
        </p:nvSpPr>
        <p:spPr/>
        <p:txBody>
          <a:bodyPr/>
          <a:lstStyle/>
          <a:p>
            <a:fld id="{4D40F272-7F92-4FF0-959A-28E623229BE1}" type="slidenum">
              <a:rPr lang="nl-BE" smtClean="0"/>
              <a:t>5</a:t>
            </a:fld>
            <a:endParaRPr lang="nl-BE"/>
          </a:p>
        </p:txBody>
      </p:sp>
    </p:spTree>
    <p:extLst>
      <p:ext uri="{BB962C8B-B14F-4D97-AF65-F5344CB8AC3E}">
        <p14:creationId xmlns:p14="http://schemas.microsoft.com/office/powerpoint/2010/main" val="3454641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address of a variable</a:t>
            </a:r>
          </a:p>
          <a:p>
            <a:endParaRPr lang="en-US" dirty="0"/>
          </a:p>
          <a:p>
            <a:r>
              <a:rPr lang="en-US" dirty="0"/>
              <a:t>A = 1</a:t>
            </a:r>
          </a:p>
          <a:p>
            <a:r>
              <a:rPr lang="en-US" dirty="0"/>
              <a:t>print(hex(id(</a:t>
            </a:r>
            <a:r>
              <a:rPr lang="en-US" dirty="0" err="1"/>
              <a:t>var</a:t>
            </a:r>
            <a:r>
              <a:rPr lang="en-US" dirty="0"/>
              <a:t>)))</a:t>
            </a:r>
          </a:p>
          <a:p>
            <a:r>
              <a:rPr lang="en-US" dirty="0"/>
              <a:t>A = 100</a:t>
            </a:r>
          </a:p>
          <a:p>
            <a:r>
              <a:rPr lang="en-US" dirty="0"/>
              <a:t>print(hex(id(</a:t>
            </a:r>
            <a:r>
              <a:rPr lang="en-US" dirty="0" err="1"/>
              <a:t>var</a:t>
            </a:r>
            <a:r>
              <a:rPr lang="en-US" dirty="0"/>
              <a:t>)))</a:t>
            </a:r>
            <a:endParaRPr lang="nl-BE" dirty="0"/>
          </a:p>
          <a:p>
            <a:endParaRPr lang="en-US" dirty="0"/>
          </a:p>
          <a:p>
            <a:r>
              <a:rPr lang="en-US" dirty="0"/>
              <a:t>Will give different addresses</a:t>
            </a:r>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6</a:t>
            </a:fld>
            <a:endParaRPr lang="nl-BE"/>
          </a:p>
        </p:txBody>
      </p:sp>
    </p:spTree>
    <p:extLst>
      <p:ext uri="{BB962C8B-B14F-4D97-AF65-F5344CB8AC3E}">
        <p14:creationId xmlns:p14="http://schemas.microsoft.com/office/powerpoint/2010/main" val="1936098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err="1"/>
              <a:t>Dunder</a:t>
            </a:r>
            <a:r>
              <a:rPr lang="nl-BE" dirty="0"/>
              <a:t> / </a:t>
            </a:r>
            <a:r>
              <a:rPr lang="nl-BE" dirty="0" err="1"/>
              <a:t>magic</a:t>
            </a:r>
            <a:r>
              <a:rPr lang="nl-BE" dirty="0"/>
              <a:t> </a:t>
            </a:r>
            <a:r>
              <a:rPr lang="nl-BE" dirty="0" err="1"/>
              <a:t>methods</a:t>
            </a:r>
            <a:endParaRPr lang="en-US" dirty="0"/>
          </a:p>
        </p:txBody>
      </p:sp>
      <p:sp>
        <p:nvSpPr>
          <p:cNvPr id="4" name="Slide Number Placeholder 3"/>
          <p:cNvSpPr>
            <a:spLocks noGrp="1"/>
          </p:cNvSpPr>
          <p:nvPr>
            <p:ph type="sldNum" sz="quarter" idx="5"/>
          </p:nvPr>
        </p:nvSpPr>
        <p:spPr/>
        <p:txBody>
          <a:bodyPr/>
          <a:lstStyle/>
          <a:p>
            <a:fld id="{4D40F272-7F92-4FF0-959A-28E623229BE1}" type="slidenum">
              <a:rPr lang="nl-BE" smtClean="0"/>
              <a:t>10</a:t>
            </a:fld>
            <a:endParaRPr lang="nl-BE"/>
          </a:p>
        </p:txBody>
      </p:sp>
    </p:spTree>
    <p:extLst>
      <p:ext uri="{BB962C8B-B14F-4D97-AF65-F5344CB8AC3E}">
        <p14:creationId xmlns:p14="http://schemas.microsoft.com/office/powerpoint/2010/main" val="2735453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051317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59457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12321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16542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25D4C14B-8B81-49E7-9BC7-8AE29B5E2ADB}" type="datetimeFigureOut">
              <a:rPr lang="nl-BE" smtClean="0"/>
              <a:t>2/10/2026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38836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25D4C14B-8B81-49E7-9BC7-8AE29B5E2ADB}" type="datetimeFigureOut">
              <a:rPr lang="nl-BE" smtClean="0"/>
              <a:t>2/10/2026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6371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4C14B-8B81-49E7-9BC7-8AE29B5E2ADB}" type="datetimeFigureOut">
              <a:rPr lang="nl-BE" smtClean="0"/>
              <a:t>2/10/2026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0003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181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2/10/2026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763940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044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2/10/2026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45651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4C14B-8B81-49E7-9BC7-8AE29B5E2ADB}" type="datetimeFigureOut">
              <a:rPr lang="nl-BE" smtClean="0"/>
              <a:t>2/10/2026</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0C1B6-92E4-4DE3-9E6A-1F6BB5BBD198}" type="slidenum">
              <a:rPr lang="nl-BE" smtClean="0"/>
              <a:t>‹#›</a:t>
            </a:fld>
            <a:endParaRPr lang="nl-BE"/>
          </a:p>
        </p:txBody>
      </p:sp>
    </p:spTree>
    <p:extLst>
      <p:ext uri="{BB962C8B-B14F-4D97-AF65-F5344CB8AC3E}">
        <p14:creationId xmlns:p14="http://schemas.microsoft.com/office/powerpoint/2010/main" val="54030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eps.python.org/pep-000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jakevdp.github.io/WhirlwindTourOfPython/03-semantics-variable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justinbois.github.io/bootcamp/2022/lessons/l05_lists_and_tuple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eng.libretexts.org/Bookshelves/Computer_Science/Book:_Python_for_Everybody_(Severanc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A </a:t>
            </a:r>
            <a:r>
              <a:rPr lang="en-US" dirty="0" err="1"/>
              <a:t>quickstart</a:t>
            </a:r>
            <a:r>
              <a:rPr lang="en-US" dirty="0"/>
              <a:t> into the key concepts of programming</a:t>
            </a:r>
          </a:p>
          <a:p>
            <a:r>
              <a:rPr lang="en-US" dirty="0"/>
              <a:t>Variables &amp; operators</a:t>
            </a:r>
            <a:endParaRPr lang="nl-BE" dirty="0"/>
          </a:p>
        </p:txBody>
      </p:sp>
    </p:spTree>
    <p:extLst>
      <p:ext uri="{BB962C8B-B14F-4D97-AF65-F5344CB8AC3E}">
        <p14:creationId xmlns:p14="http://schemas.microsoft.com/office/powerpoint/2010/main" val="3619848797"/>
      </p:ext>
    </p:extLst>
  </p:cSld>
  <p:clrMapOvr>
    <a:masterClrMapping/>
  </p:clrMapOvr>
  <mc:AlternateContent xmlns:mc="http://schemas.openxmlformats.org/markup-compatibility/2006" xmlns:p14="http://schemas.microsoft.com/office/powerpoint/2010/main">
    <mc:Choice Requires="p14">
      <p:transition spd="slow" p14:dur="2000" advTm="16121"/>
    </mc:Choice>
    <mc:Fallback xmlns="">
      <p:transition spd="slow" advTm="1612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0342" r="10940"/>
          <a:stretch/>
        </p:blipFill>
        <p:spPr>
          <a:xfrm>
            <a:off x="2469663" y="2000250"/>
            <a:ext cx="7197969" cy="2857500"/>
          </a:xfrm>
          <a:prstGeom prst="rect">
            <a:avLst/>
          </a:prstGeom>
        </p:spPr>
      </p:pic>
      <p:sp>
        <p:nvSpPr>
          <p:cNvPr id="2" name="Title 1"/>
          <p:cNvSpPr>
            <a:spLocks noGrp="1"/>
          </p:cNvSpPr>
          <p:nvPr>
            <p:ph type="title"/>
          </p:nvPr>
        </p:nvSpPr>
        <p:spPr/>
        <p:txBody>
          <a:bodyPr/>
          <a:lstStyle/>
          <a:p>
            <a:r>
              <a:rPr lang="en-US" dirty="0"/>
              <a:t>Key concepts in programming</a:t>
            </a:r>
          </a:p>
        </p:txBody>
      </p:sp>
      <p:sp>
        <p:nvSpPr>
          <p:cNvPr id="3" name="Content Placeholder 2"/>
          <p:cNvSpPr>
            <a:spLocks noGrp="1"/>
          </p:cNvSpPr>
          <p:nvPr>
            <p:ph idx="1"/>
          </p:nvPr>
        </p:nvSpPr>
        <p:spPr>
          <a:solidFill>
            <a:schemeClr val="bg1"/>
          </a:solidFill>
        </p:spPr>
        <p:txBody>
          <a:bodyPr>
            <a:normAutofit/>
          </a:bodyPr>
          <a:lstStyle/>
          <a:p>
            <a:r>
              <a:rPr lang="en-US" dirty="0"/>
              <a:t>Variables (</a:t>
            </a:r>
            <a:r>
              <a:rPr lang="en-US" i="1" dirty="0"/>
              <a:t>integers, strings, dates, etc.)</a:t>
            </a:r>
          </a:p>
          <a:p>
            <a:r>
              <a:rPr lang="en-US" dirty="0"/>
              <a:t>Flow control (</a:t>
            </a:r>
            <a:r>
              <a:rPr lang="en-US" i="1" dirty="0"/>
              <a:t>if then, loop, etc.</a:t>
            </a:r>
            <a:r>
              <a:rPr lang="en-US" dirty="0"/>
              <a:t>)</a:t>
            </a:r>
          </a:p>
          <a:p>
            <a:r>
              <a:rPr lang="en-US" dirty="0"/>
              <a:t>Functions (</a:t>
            </a:r>
            <a:r>
              <a:rPr lang="en-US" i="1" dirty="0"/>
              <a:t>list of steps the code will follow</a:t>
            </a:r>
            <a:r>
              <a:rPr lang="en-US" dirty="0"/>
              <a:t>)</a:t>
            </a:r>
          </a:p>
          <a:p>
            <a:endParaRPr lang="en-US" dirty="0"/>
          </a:p>
          <a:p>
            <a:pPr marL="0" indent="0">
              <a:buNone/>
            </a:pPr>
            <a:endParaRPr lang="en-US" dirty="0"/>
          </a:p>
        </p:txBody>
      </p:sp>
    </p:spTree>
    <p:extLst>
      <p:ext uri="{BB962C8B-B14F-4D97-AF65-F5344CB8AC3E}">
        <p14:creationId xmlns:p14="http://schemas.microsoft.com/office/powerpoint/2010/main" val="4024688066"/>
      </p:ext>
    </p:extLst>
  </p:cSld>
  <p:clrMapOvr>
    <a:masterClrMapping/>
  </p:clrMapOvr>
  <mc:AlternateContent xmlns:mc="http://schemas.openxmlformats.org/markup-compatibility/2006" xmlns:p14="http://schemas.microsoft.com/office/powerpoint/2010/main">
    <mc:Choice Requires="p14">
      <p:transition spd="slow" p14:dur="2000" advTm="24374"/>
    </mc:Choice>
    <mc:Fallback xmlns="">
      <p:transition spd="slow" advTm="24374"/>
    </mc:Fallback>
  </mc:AlternateContent>
  <p:extLst>
    <p:ext uri="{3A86A75C-4F4B-4683-9AE1-C65F6400EC91}">
      <p14:laserTraceLst xmlns:p14="http://schemas.microsoft.com/office/powerpoint/2010/main">
        <p14:tracePtLst>
          <p14:tracePt t="16221" x="2197100" y="1708150"/>
          <p14:tracePt t="16252" x="2051050" y="1739900"/>
          <p14:tracePt t="16262" x="2025650" y="1739900"/>
          <p14:tracePt t="16299" x="1879600" y="1758950"/>
          <p14:tracePt t="16329" x="1822450" y="1765300"/>
          <p14:tracePt t="16332" x="1790700" y="1771650"/>
          <p14:tracePt t="16339" x="1778000" y="1778000"/>
          <p14:tracePt t="16356" x="1752600" y="1790700"/>
          <p14:tracePt t="16373" x="1746250" y="1797050"/>
          <p14:tracePt t="16390" x="1733550" y="1803400"/>
          <p14:tracePt t="16407" x="1727200" y="1816100"/>
          <p14:tracePt t="16423" x="1714500" y="1828800"/>
          <p14:tracePt t="16440" x="1695450" y="1841500"/>
          <p14:tracePt t="16456" x="1676400" y="1866900"/>
          <p14:tracePt t="16462" x="1670050" y="1866900"/>
          <p14:tracePt t="16473" x="1657350" y="1885950"/>
          <p14:tracePt t="16490" x="1644650" y="1898650"/>
          <p14:tracePt t="16506" x="1638300" y="1917700"/>
          <p14:tracePt t="16510" x="1631950" y="1924050"/>
          <p14:tracePt t="16523" x="1631950" y="1930400"/>
          <p14:tracePt t="16527" x="1619250" y="1949450"/>
          <p14:tracePt t="16540" x="1619250" y="1962150"/>
          <p14:tracePt t="16556" x="1619250" y="1987550"/>
          <p14:tracePt t="16559" x="1612900" y="1993900"/>
          <p14:tracePt t="16574" x="1612900" y="2012950"/>
          <p14:tracePt t="16589" x="1612900" y="2019300"/>
          <p14:tracePt t="16606" x="1612900" y="2032000"/>
          <p14:tracePt t="16623" x="1612900" y="2051050"/>
          <p14:tracePt t="16640" x="1619250" y="2082800"/>
          <p14:tracePt t="16656" x="1631950" y="2108200"/>
          <p14:tracePt t="16673" x="1638300" y="2120900"/>
          <p14:tracePt t="16690" x="1657350" y="2139950"/>
          <p14:tracePt t="16706" x="1676400" y="2152650"/>
          <p14:tracePt t="16723" x="1695450" y="2171700"/>
          <p14:tracePt t="16740" x="1727200" y="2190750"/>
          <p14:tracePt t="16756" x="1758950" y="2216150"/>
          <p14:tracePt t="16761" x="1771650" y="2228850"/>
          <p14:tracePt t="16773" x="1784350" y="2241550"/>
          <p14:tracePt t="16790" x="1822450" y="2260600"/>
          <p14:tracePt t="16794" x="1835150" y="2279650"/>
          <p14:tracePt t="16806" x="1854200" y="2286000"/>
          <p14:tracePt t="16823" x="1905000" y="2317750"/>
          <p14:tracePt t="16840" x="1930400" y="2330450"/>
          <p14:tracePt t="16856" x="1968500" y="2349500"/>
          <p14:tracePt t="16876" x="2012950" y="2362200"/>
          <p14:tracePt t="16880" x="2032000" y="2368550"/>
          <p14:tracePt t="16890" x="2051050" y="2374900"/>
          <p14:tracePt t="16909" x="2101850" y="2393950"/>
          <p14:tracePt t="16926" x="2152650" y="2406650"/>
          <p14:tracePt t="16942" x="2209800" y="2419350"/>
          <p14:tracePt t="16956" x="2279650" y="2425700"/>
          <p14:tracePt t="16975" x="2317750" y="2425700"/>
          <p14:tracePt t="16978" x="2355850" y="2425700"/>
          <p14:tracePt t="16989" x="2362200" y="2425700"/>
          <p14:tracePt t="17007" x="2413000" y="2425700"/>
          <p14:tracePt t="17010" x="2425700" y="2425700"/>
          <p14:tracePt t="17023" x="2451100" y="2425700"/>
          <p14:tracePt t="17040" x="2501900" y="2425700"/>
          <p14:tracePt t="17043" x="2533650" y="2425700"/>
          <p14:tracePt t="17056" x="2546350" y="2425700"/>
          <p14:tracePt t="17062" x="2578100" y="2425700"/>
          <p14:tracePt t="17074" x="2616200" y="2425700"/>
          <p14:tracePt t="17089" x="2660650" y="2425700"/>
          <p14:tracePt t="17108" x="2692400" y="2425700"/>
          <p14:tracePt t="17123" x="2736850" y="2425700"/>
          <p14:tracePt t="17140" x="2781300" y="2419350"/>
          <p14:tracePt t="17156" x="2832100" y="2406650"/>
          <p14:tracePt t="17174" x="2851150" y="2400300"/>
          <p14:tracePt t="17190" x="2901950" y="2381250"/>
          <p14:tracePt t="17206" x="2921000" y="2368550"/>
          <p14:tracePt t="17223" x="2959100" y="2355850"/>
          <p14:tracePt t="17240" x="2997200" y="2330450"/>
          <p14:tracePt t="17245" x="3003550" y="2324100"/>
          <p14:tracePt t="17256" x="3009900" y="2317750"/>
          <p14:tracePt t="17273" x="3028950" y="2305050"/>
          <p14:tracePt t="17276" x="3048000" y="2286000"/>
          <p14:tracePt t="17290" x="3060700" y="2279650"/>
          <p14:tracePt t="17310" x="3079750" y="2247900"/>
          <p14:tracePt t="17324" x="3111500" y="2209800"/>
          <p14:tracePt t="17339" x="3130550" y="2184400"/>
          <p14:tracePt t="17356" x="3136900" y="2165350"/>
          <p14:tracePt t="17373" x="3143250" y="2133600"/>
          <p14:tracePt t="17389" x="3149600" y="2095500"/>
          <p14:tracePt t="17406" x="3149600" y="2082800"/>
          <p14:tracePt t="17423" x="3149600" y="2057400"/>
          <p14:tracePt t="17440" x="3155950" y="2038350"/>
          <p14:tracePt t="17456" x="3155950" y="2012950"/>
          <p14:tracePt t="17473" x="3155950" y="2000250"/>
          <p14:tracePt t="17480" x="3155950" y="1987550"/>
          <p14:tracePt t="17490" x="3155950" y="1974850"/>
          <p14:tracePt t="17506" x="3143250" y="1955800"/>
          <p14:tracePt t="17511" x="3136900" y="1943100"/>
          <p14:tracePt t="17523" x="3130550" y="1936750"/>
          <p14:tracePt t="17540" x="3117850" y="1911350"/>
          <p14:tracePt t="17543" x="3105150" y="1905000"/>
          <p14:tracePt t="17556" x="3092450" y="1892300"/>
          <p14:tracePt t="17574" x="3048000" y="1854200"/>
          <p14:tracePt t="17590" x="3016250" y="1828800"/>
          <p14:tracePt t="17606" x="2971800" y="1809750"/>
          <p14:tracePt t="17623" x="2933700" y="1790700"/>
          <p14:tracePt t="17640" x="2889250" y="1765300"/>
          <p14:tracePt t="17656" x="2838450" y="1752600"/>
          <p14:tracePt t="17673" x="2787650" y="1727200"/>
          <p14:tracePt t="17690" x="2749550" y="1720850"/>
          <p14:tracePt t="17706" x="2705100" y="1708150"/>
          <p14:tracePt t="17723" x="2647950" y="1701800"/>
          <p14:tracePt t="17739" x="2622550" y="1695450"/>
          <p14:tracePt t="17756" x="2552700" y="1695450"/>
          <p14:tracePt t="17773" x="2476500" y="1695450"/>
          <p14:tracePt t="17778" x="2444750" y="1695450"/>
          <p14:tracePt t="17790" x="2406650" y="1695450"/>
          <p14:tracePt t="17806" x="2374900" y="1695450"/>
          <p14:tracePt t="17810" x="2336800" y="1695450"/>
          <p14:tracePt t="17824" x="2266950" y="1695450"/>
          <p14:tracePt t="17839" x="2197100" y="1708150"/>
          <p14:tracePt t="17856" x="2120900" y="1714500"/>
          <p14:tracePt t="17873" x="2076450" y="1720850"/>
          <p14:tracePt t="17892" x="1993900" y="1739900"/>
          <p14:tracePt t="17906" x="1930400" y="1752600"/>
          <p14:tracePt t="17923" x="1905000" y="1758950"/>
          <p14:tracePt t="17940" x="1879600" y="1758950"/>
          <p14:tracePt t="17945" x="1873250" y="1765300"/>
          <p14:tracePt t="17957" x="1866900" y="1765300"/>
          <p14:tracePt t="17973" x="1847850" y="1771650"/>
          <p14:tracePt t="17976" x="1841500" y="1778000"/>
          <p14:tracePt t="17990" x="1835150" y="1778000"/>
          <p14:tracePt t="18007" x="1828800" y="1790700"/>
          <p14:tracePt t="18009" x="1822450" y="1790700"/>
          <p14:tracePt t="18027" x="1816100" y="1797050"/>
          <p14:tracePt t="18043" x="1816100" y="1803400"/>
          <p14:tracePt t="18056" x="1809750" y="1809750"/>
          <p14:tracePt t="18074" x="1797050" y="1828800"/>
          <p14:tracePt t="18090" x="1797050" y="1847850"/>
          <p14:tracePt t="18106" x="1790700" y="1860550"/>
          <p14:tracePt t="18123" x="1784350" y="1873250"/>
          <p14:tracePt t="18140" x="1784350" y="1879600"/>
          <p14:tracePt t="18156" x="1784350" y="1885950"/>
          <p14:tracePt t="18263" x="0" y="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Variables</a:t>
            </a:r>
            <a:endParaRPr lang="nl-BE" dirty="0"/>
          </a:p>
        </p:txBody>
      </p:sp>
      <p:sp>
        <p:nvSpPr>
          <p:cNvPr id="5" name="Text Placeholder 4"/>
          <p:cNvSpPr>
            <a:spLocks noGrp="1"/>
          </p:cNvSpPr>
          <p:nvPr>
            <p:ph type="body" idx="1"/>
          </p:nvPr>
        </p:nvSpPr>
        <p:spPr/>
        <p:txBody>
          <a:bodyPr/>
          <a:lstStyle/>
          <a:p>
            <a:r>
              <a:rPr lang="en-US" dirty="0" err="1"/>
              <a:t>variables.ipynb</a:t>
            </a:r>
            <a:endParaRPr lang="en-US" dirty="0"/>
          </a:p>
          <a:p>
            <a:r>
              <a:rPr lang="en-US" dirty="0"/>
              <a:t>Check</a:t>
            </a:r>
            <a:r>
              <a:rPr lang="en-US"/>
              <a:t>: https://realpython.com/python-variables/</a:t>
            </a:r>
            <a:endParaRPr lang="nl-BE" dirty="0"/>
          </a:p>
        </p:txBody>
      </p:sp>
    </p:spTree>
    <p:extLst>
      <p:ext uri="{BB962C8B-B14F-4D97-AF65-F5344CB8AC3E}">
        <p14:creationId xmlns:p14="http://schemas.microsoft.com/office/powerpoint/2010/main" val="980106537"/>
      </p:ext>
    </p:extLst>
  </p:cSld>
  <p:clrMapOvr>
    <a:masterClrMapping/>
  </p:clrMapOvr>
  <mc:AlternateContent xmlns:mc="http://schemas.openxmlformats.org/markup-compatibility/2006" xmlns:p14="http://schemas.microsoft.com/office/powerpoint/2010/main">
    <mc:Choice Requires="p14">
      <p:transition spd="slow" p14:dur="2000" advTm="16294"/>
    </mc:Choice>
    <mc:Fallback xmlns="">
      <p:transition spd="slow" advTm="1629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endParaRPr lang="nl-BE" dirty="0"/>
          </a:p>
        </p:txBody>
      </p:sp>
      <p:sp>
        <p:nvSpPr>
          <p:cNvPr id="3" name="Content Placeholder 2"/>
          <p:cNvSpPr>
            <a:spLocks noGrp="1"/>
          </p:cNvSpPr>
          <p:nvPr>
            <p:ph idx="1"/>
          </p:nvPr>
        </p:nvSpPr>
        <p:spPr/>
        <p:txBody>
          <a:bodyPr>
            <a:normAutofit/>
          </a:bodyPr>
          <a:lstStyle/>
          <a:p>
            <a:r>
              <a:rPr lang="en-US" dirty="0"/>
              <a:t>Variables are placeholders for </a:t>
            </a:r>
            <a:r>
              <a:rPr lang="en-US" i="1" dirty="0"/>
              <a:t>locations in memory.  </a:t>
            </a:r>
            <a:endParaRPr lang="en-US" dirty="0"/>
          </a:p>
          <a:p>
            <a:pPr lvl="1"/>
            <a:r>
              <a:rPr lang="en-US" dirty="0"/>
              <a:t>Variables are names for values</a:t>
            </a:r>
          </a:p>
          <a:p>
            <a:pPr lvl="1"/>
            <a:r>
              <a:rPr lang="en-US" dirty="0"/>
              <a:t>Created by use – no (typed) declaration necessary</a:t>
            </a:r>
          </a:p>
          <a:p>
            <a:r>
              <a:rPr lang="en-US" dirty="0"/>
              <a:t>Variables always have a </a:t>
            </a:r>
            <a:r>
              <a:rPr lang="en-US" i="1" dirty="0"/>
              <a:t>type </a:t>
            </a:r>
          </a:p>
          <a:p>
            <a:pPr lvl="1"/>
            <a:r>
              <a:rPr lang="en-US" dirty="0"/>
              <a:t>Variables only have data types after you use them</a:t>
            </a:r>
          </a:p>
          <a:p>
            <a:pPr lvl="1"/>
            <a:r>
              <a:rPr lang="en-US" dirty="0"/>
              <a:t>Python tracks what type of data is and adapts its behavior based on the type of the data</a:t>
            </a:r>
          </a:p>
          <a:p>
            <a:pPr lvl="1"/>
            <a:r>
              <a:rPr lang="en-US" dirty="0"/>
              <a:t>Use the </a:t>
            </a:r>
            <a:r>
              <a:rPr lang="en-US" dirty="0">
                <a:latin typeface="Courier New" panose="02070309020205020404" pitchFamily="49" charset="0"/>
                <a:cs typeface="Courier New" panose="02070309020205020404" pitchFamily="49" charset="0"/>
              </a:rPr>
              <a:t>type</a:t>
            </a:r>
            <a:r>
              <a:rPr lang="en-US" dirty="0"/>
              <a:t> function to determine variable type</a:t>
            </a:r>
          </a:p>
          <a:p>
            <a:r>
              <a:rPr lang="en-US" dirty="0"/>
              <a:t>Variables are created or updated using the = operator</a:t>
            </a:r>
            <a:endParaRPr lang="en-BE" dirty="0"/>
          </a:p>
          <a:p>
            <a:endParaRPr lang="en-US" i="1" dirty="0"/>
          </a:p>
          <a:p>
            <a:endParaRPr lang="en-US" dirty="0"/>
          </a:p>
          <a:p>
            <a:endParaRPr lang="en-US" dirty="0"/>
          </a:p>
          <a:p>
            <a:endParaRPr lang="nl-BE" dirty="0"/>
          </a:p>
        </p:txBody>
      </p:sp>
    </p:spTree>
    <p:extLst>
      <p:ext uri="{BB962C8B-B14F-4D97-AF65-F5344CB8AC3E}">
        <p14:creationId xmlns:p14="http://schemas.microsoft.com/office/powerpoint/2010/main" val="3986965831"/>
      </p:ext>
    </p:extLst>
  </p:cSld>
  <p:clrMapOvr>
    <a:masterClrMapping/>
  </p:clrMapOvr>
  <mc:AlternateContent xmlns:mc="http://schemas.openxmlformats.org/markup-compatibility/2006" xmlns:p14="http://schemas.microsoft.com/office/powerpoint/2010/main">
    <mc:Choice Requires="p14">
      <p:transition spd="slow" p14:dur="2000" advTm="76251"/>
    </mc:Choice>
    <mc:Fallback xmlns="">
      <p:transition spd="slow" advTm="7625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variable names are legal?</a:t>
            </a:r>
            <a:endParaRPr lang="nl-BE" dirty="0"/>
          </a:p>
        </p:txBody>
      </p:sp>
      <p:sp>
        <p:nvSpPr>
          <p:cNvPr id="3" name="Content Placeholder 2"/>
          <p:cNvSpPr>
            <a:spLocks noGrp="1"/>
          </p:cNvSpPr>
          <p:nvPr>
            <p:ph idx="1"/>
          </p:nvPr>
        </p:nvSpPr>
        <p:spPr/>
        <p:txBody>
          <a:bodyPr>
            <a:normAutofit lnSpcReduction="10000"/>
          </a:bodyPr>
          <a:lstStyle/>
          <a:p>
            <a:r>
              <a:rPr lang="en-US" dirty="0"/>
              <a:t>Variables have a</a:t>
            </a:r>
            <a:r>
              <a:rPr lang="en-US" i="1" dirty="0"/>
              <a:t> name</a:t>
            </a:r>
          </a:p>
          <a:p>
            <a:pPr lvl="1"/>
            <a:r>
              <a:rPr lang="nl-BE" dirty="0"/>
              <a:t>Python is case </a:t>
            </a:r>
            <a:r>
              <a:rPr lang="nl-BE" dirty="0" err="1"/>
              <a:t>sensitive</a:t>
            </a:r>
            <a:r>
              <a:rPr lang="nl-BE" dirty="0"/>
              <a:t>.  </a:t>
            </a:r>
          </a:p>
          <a:p>
            <a:pPr lvl="2"/>
            <a:r>
              <a:rPr lang="en-US" dirty="0" err="1"/>
              <a:t>myVar</a:t>
            </a:r>
            <a:r>
              <a:rPr lang="en-US" dirty="0"/>
              <a:t> is different from  </a:t>
            </a:r>
            <a:r>
              <a:rPr lang="en-US" dirty="0" err="1"/>
              <a:t>Myvar</a:t>
            </a:r>
            <a:endParaRPr lang="en-US" dirty="0"/>
          </a:p>
          <a:p>
            <a:pPr lvl="2"/>
            <a:r>
              <a:rPr lang="en-US" dirty="0"/>
              <a:t>Tip: avoid using names that differ only by case.</a:t>
            </a:r>
          </a:p>
          <a:p>
            <a:pPr marL="457200" indent="-457200">
              <a:buFont typeface="Arial"/>
              <a:buChar char="•"/>
            </a:pPr>
            <a:r>
              <a:rPr lang="en-US" dirty="0">
                <a:cs typeface="Courier New"/>
              </a:rPr>
              <a:t>Choose meaningful names</a:t>
            </a:r>
          </a:p>
          <a:p>
            <a:pPr marL="457200" indent="-457200">
              <a:buFont typeface="Arial"/>
              <a:buChar char="•"/>
            </a:pPr>
            <a:r>
              <a:rPr lang="en-US" dirty="0">
                <a:cs typeface="Courier New"/>
              </a:rPr>
              <a:t>No leading numbers, no spaces</a:t>
            </a:r>
          </a:p>
          <a:p>
            <a:pPr marL="457200" indent="-457200">
              <a:buFont typeface="Arial"/>
              <a:buChar char="•"/>
            </a:pPr>
            <a:r>
              <a:rPr lang="en-US" dirty="0"/>
              <a:t>Python style guide (</a:t>
            </a:r>
            <a:r>
              <a:rPr lang="en-US" dirty="0">
                <a:hlinkClick r:id="rId3"/>
              </a:rPr>
              <a:t>https://peps.python.org/pep-0008/</a:t>
            </a:r>
            <a:r>
              <a:rPr lang="en-US" dirty="0"/>
              <a:t>) says "Variable names should be lowercase, with words separated by underscores as necessary to improve readability" (same for function naming)</a:t>
            </a:r>
          </a:p>
          <a:p>
            <a:pPr marL="457200" indent="-457200">
              <a:buFont typeface="Arial"/>
              <a:buChar char="•"/>
            </a:pPr>
            <a:r>
              <a:rPr lang="en-US" dirty="0">
                <a:cs typeface="Courier New"/>
              </a:rPr>
              <a:t>Don’t use Python keywords</a:t>
            </a:r>
            <a:endParaRPr lang="nl-BE" dirty="0"/>
          </a:p>
        </p:txBody>
      </p:sp>
      <p:pic>
        <p:nvPicPr>
          <p:cNvPr id="4" name="Picture 3"/>
          <p:cNvPicPr>
            <a:picLocks noChangeAspect="1"/>
          </p:cNvPicPr>
          <p:nvPr/>
        </p:nvPicPr>
        <p:blipFill>
          <a:blip r:embed="rId4"/>
          <a:stretch>
            <a:fillRect/>
          </a:stretch>
        </p:blipFill>
        <p:spPr>
          <a:xfrm>
            <a:off x="7991231" y="931399"/>
            <a:ext cx="3761486" cy="2677215"/>
          </a:xfrm>
          <a:prstGeom prst="rect">
            <a:avLst/>
          </a:prstGeom>
        </p:spPr>
      </p:pic>
    </p:spTree>
    <p:extLst>
      <p:ext uri="{BB962C8B-B14F-4D97-AF65-F5344CB8AC3E}">
        <p14:creationId xmlns:p14="http://schemas.microsoft.com/office/powerpoint/2010/main" val="4056675560"/>
      </p:ext>
    </p:extLst>
  </p:cSld>
  <p:clrMapOvr>
    <a:masterClrMapping/>
  </p:clrMapOvr>
  <mc:AlternateContent xmlns:mc="http://schemas.openxmlformats.org/markup-compatibility/2006" xmlns:p14="http://schemas.microsoft.com/office/powerpoint/2010/main">
    <mc:Choice Requires="p14">
      <p:transition spd="slow" p14:dur="2000" advTm="76538"/>
    </mc:Choice>
    <mc:Fallback xmlns="">
      <p:transition spd="slow" advTm="7653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Python variables are </a:t>
            </a:r>
            <a:r>
              <a:rPr lang="nl-BE" dirty="0" err="1"/>
              <a:t>references</a:t>
            </a:r>
            <a:endParaRPr lang="nl-BE" dirty="0"/>
          </a:p>
        </p:txBody>
      </p:sp>
      <p:sp>
        <p:nvSpPr>
          <p:cNvPr id="3" name="Content Placeholder 2"/>
          <p:cNvSpPr>
            <a:spLocks noGrp="1"/>
          </p:cNvSpPr>
          <p:nvPr>
            <p:ph idx="1"/>
          </p:nvPr>
        </p:nvSpPr>
        <p:spPr/>
        <p:txBody>
          <a:bodyPr>
            <a:normAutofit fontScale="70000" lnSpcReduction="20000"/>
          </a:bodyPr>
          <a:lstStyle/>
          <a:p>
            <a:r>
              <a:rPr lang="en-US" dirty="0"/>
              <a:t>Variables must be created (assigned a value) before they can be used</a:t>
            </a:r>
          </a:p>
          <a:p>
            <a:r>
              <a:rPr lang="en-US" dirty="0"/>
              <a:t>A variable is created through assignment:</a:t>
            </a:r>
          </a:p>
          <a:p>
            <a:pPr marL="0" indent="0">
              <a:buNone/>
            </a:pPr>
            <a:r>
              <a:rPr lang="nl-BE" dirty="0">
                <a:latin typeface="Courier New" panose="02070309020205020404" pitchFamily="49" charset="0"/>
                <a:cs typeface="Courier New" panose="02070309020205020404" pitchFamily="49" charset="0"/>
              </a:rPr>
              <a:t>x = 4</a:t>
            </a:r>
          </a:p>
          <a:p>
            <a:r>
              <a:rPr lang="nl-BE" dirty="0" err="1">
                <a:cs typeface="Courier New" panose="02070309020205020404" pitchFamily="49" charset="0"/>
              </a:rPr>
              <a:t>What</a:t>
            </a:r>
            <a:r>
              <a:rPr lang="nl-BE" dirty="0">
                <a:cs typeface="Courier New" panose="02070309020205020404" pitchFamily="49" charset="0"/>
              </a:rPr>
              <a:t> </a:t>
            </a:r>
            <a:r>
              <a:rPr lang="nl-BE" dirty="0" err="1">
                <a:cs typeface="Courier New" panose="02070309020205020404" pitchFamily="49" charset="0"/>
              </a:rPr>
              <a:t>happens</a:t>
            </a:r>
            <a:r>
              <a:rPr lang="nl-BE" dirty="0">
                <a:cs typeface="Courier New" panose="02070309020205020404" pitchFamily="49" charset="0"/>
              </a:rPr>
              <a:t>?</a:t>
            </a:r>
          </a:p>
          <a:p>
            <a:pPr lvl="1"/>
            <a:r>
              <a:rPr lang="en-US" dirty="0"/>
              <a:t>Python creates the object 4 </a:t>
            </a:r>
          </a:p>
          <a:p>
            <a:pPr lvl="2"/>
            <a:r>
              <a:rPr lang="en-US" dirty="0"/>
              <a:t>Everything in Python is an object, this object is stored somewhere in memory. </a:t>
            </a:r>
          </a:p>
          <a:p>
            <a:pPr lvl="1"/>
            <a:r>
              <a:rPr lang="en-US" dirty="0"/>
              <a:t>Python binds a name to the object. x is a reference to the object.</a:t>
            </a:r>
          </a:p>
          <a:p>
            <a:r>
              <a:rPr lang="en-US" dirty="0"/>
              <a:t>Consequences:</a:t>
            </a:r>
          </a:p>
          <a:p>
            <a:pPr lvl="1"/>
            <a:r>
              <a:rPr lang="en-US" dirty="0"/>
              <a:t>No need to “declare” the variable</a:t>
            </a:r>
          </a:p>
          <a:p>
            <a:pPr lvl="1"/>
            <a:r>
              <a:rPr lang="en-US" i="1" dirty="0"/>
              <a:t>dynamically typed</a:t>
            </a:r>
            <a:r>
              <a:rPr lang="en-US" dirty="0"/>
              <a:t>: variable names can point to objects of any type. </a:t>
            </a:r>
          </a:p>
          <a:p>
            <a:pPr lvl="2"/>
            <a:r>
              <a:rPr lang="en-US" dirty="0"/>
              <a:t>No need to require the variable to always point to information of the same type. </a:t>
            </a:r>
          </a:p>
          <a:p>
            <a:pPr marL="0" indent="0">
              <a:buNone/>
            </a:pPr>
            <a:r>
              <a:rPr lang="nl-BE" dirty="0">
                <a:latin typeface="Courier New" panose="02070309020205020404" pitchFamily="49" charset="0"/>
                <a:cs typeface="Courier New" panose="02070309020205020404" pitchFamily="49" charset="0"/>
              </a:rPr>
              <a:t>            x = 1 </a:t>
            </a:r>
            <a:r>
              <a:rPr lang="nl-BE" i="1" dirty="0">
                <a:latin typeface="Courier New" panose="02070309020205020404" pitchFamily="49" charset="0"/>
                <a:cs typeface="Courier New" panose="02070309020205020404" pitchFamily="49" charset="0"/>
              </a:rPr>
              <a:t># x is </a:t>
            </a:r>
            <a:r>
              <a:rPr lang="nl-BE" i="1" dirty="0" err="1">
                <a:latin typeface="Courier New" panose="02070309020205020404" pitchFamily="49" charset="0"/>
                <a:cs typeface="Courier New" panose="02070309020205020404" pitchFamily="49" charset="0"/>
              </a:rPr>
              <a:t>an</a:t>
            </a:r>
            <a:r>
              <a:rPr lang="nl-BE" i="1" dirty="0">
                <a:latin typeface="Courier New" panose="02070309020205020404" pitchFamily="49" charset="0"/>
                <a:cs typeface="Courier New" panose="02070309020205020404" pitchFamily="49" charset="0"/>
              </a:rPr>
              <a:t> integer</a:t>
            </a:r>
          </a:p>
          <a:p>
            <a:pPr marL="0" indent="0">
              <a:buNone/>
            </a:pPr>
            <a:r>
              <a:rPr lang="en-US" dirty="0">
                <a:latin typeface="Courier New" panose="02070309020205020404" pitchFamily="49" charset="0"/>
                <a:cs typeface="Courier New" panose="02070309020205020404" pitchFamily="49" charset="0"/>
              </a:rPr>
              <a:t>		x = 'hello' </a:t>
            </a:r>
            <a:r>
              <a:rPr lang="en-US" i="1" dirty="0">
                <a:latin typeface="Courier New" panose="02070309020205020404" pitchFamily="49" charset="0"/>
                <a:cs typeface="Courier New" panose="02070309020205020404" pitchFamily="49" charset="0"/>
              </a:rPr>
              <a:t># now x is a string</a:t>
            </a:r>
          </a:p>
          <a:p>
            <a:pPr marL="0" indent="0">
              <a:buNone/>
            </a:pPr>
            <a:r>
              <a:rPr lang="en-US" dirty="0">
                <a:latin typeface="Courier New" panose="02070309020205020404" pitchFamily="49" charset="0"/>
                <a:cs typeface="Courier New" panose="02070309020205020404" pitchFamily="49" charset="0"/>
              </a:rPr>
              <a:t>		x = [1, 2, 3] </a:t>
            </a:r>
            <a:r>
              <a:rPr lang="en-US" i="1" dirty="0">
                <a:latin typeface="Courier New" panose="02070309020205020404" pitchFamily="49" charset="0"/>
                <a:cs typeface="Courier New" panose="02070309020205020404" pitchFamily="49" charset="0"/>
              </a:rPr>
              <a:t># now x is a list</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36418659"/>
      </p:ext>
    </p:extLst>
  </p:cSld>
  <p:clrMapOvr>
    <a:masterClrMapping/>
  </p:clrMapOvr>
  <mc:AlternateContent xmlns:mc="http://schemas.openxmlformats.org/markup-compatibility/2006" xmlns:p14="http://schemas.microsoft.com/office/powerpoint/2010/main">
    <mc:Choice Requires="p14">
      <p:transition spd="slow" p14:dur="2000" advTm="116668"/>
    </mc:Choice>
    <mc:Fallback xmlns="">
      <p:transition spd="slow" advTm="116668"/>
    </mc:Fallback>
  </mc:AlternateContent>
  <p:extLst>
    <p:ext uri="{3A86A75C-4F4B-4683-9AE1-C65F6400EC91}">
      <p14:laserTraceLst xmlns:p14="http://schemas.microsoft.com/office/powerpoint/2010/main">
        <p14:tracePtLst>
          <p14:tracePt t="20843" x="1454150" y="2336800"/>
          <p14:tracePt t="20850" x="1454150" y="2324100"/>
          <p14:tracePt t="20865" x="1447800" y="2324100"/>
          <p14:tracePt t="20874" x="1441450" y="2324100"/>
          <p14:tracePt t="20884" x="1441450" y="2317750"/>
          <p14:tracePt t="20901" x="1435100" y="2317750"/>
          <p14:tracePt t="20918" x="1422400" y="2317750"/>
          <p14:tracePt t="20935" x="1403350" y="2317750"/>
          <p14:tracePt t="20940" x="1390650" y="2317750"/>
          <p14:tracePt t="20947" x="1365250" y="2324100"/>
          <p14:tracePt t="20968" x="1327150" y="2330450"/>
          <p14:tracePt t="20971" x="1314450" y="2336800"/>
          <p14:tracePt t="20984" x="1289050" y="2336800"/>
          <p14:tracePt t="21001" x="1231900" y="2336800"/>
          <p14:tracePt t="21004" x="1193800" y="2336800"/>
          <p14:tracePt t="21018" x="1174750" y="2336800"/>
          <p14:tracePt t="21035" x="1047750" y="2336800"/>
          <p14:tracePt t="21051" x="984250" y="2330450"/>
          <p14:tracePt t="21068" x="933450" y="2330450"/>
          <p14:tracePt t="21085" x="882650" y="2330450"/>
          <p14:tracePt t="21101" x="850900" y="2330450"/>
          <p14:tracePt t="21118" x="831850" y="2330450"/>
          <p14:tracePt t="21134" x="819150" y="2330450"/>
          <p14:tracePt t="21139" x="812800" y="2330450"/>
          <p14:tracePt t="21151" x="800100" y="2336800"/>
          <p14:tracePt t="21168" x="781050" y="2343150"/>
          <p14:tracePt t="21184" x="774700" y="2349500"/>
          <p14:tracePt t="21201" x="768350" y="2349500"/>
          <p14:tracePt t="21206" x="768350" y="2355850"/>
          <p14:tracePt t="21218" x="768350" y="2362200"/>
          <p14:tracePt t="21235" x="762000" y="2368550"/>
          <p14:tracePt t="21239" x="755650" y="2374900"/>
          <p14:tracePt t="21251" x="755650" y="2381250"/>
          <p14:tracePt t="21269" x="755650" y="2387600"/>
          <p14:tracePt t="21273" x="755650" y="2393950"/>
          <p14:tracePt t="21290" x="755650" y="2406650"/>
          <p14:tracePt t="21301" x="755650" y="2419350"/>
          <p14:tracePt t="21318" x="755650" y="2438400"/>
          <p14:tracePt t="21335" x="755650" y="2457450"/>
          <p14:tracePt t="21351" x="762000" y="2482850"/>
          <p14:tracePt t="21368" x="768350" y="2514600"/>
          <p14:tracePt t="21385" x="774700" y="2546350"/>
          <p14:tracePt t="21401" x="781050" y="2578100"/>
          <p14:tracePt t="21408" x="787400" y="2597150"/>
          <p14:tracePt t="21413" x="787400" y="2603500"/>
          <p14:tracePt t="21435" x="800100" y="2628900"/>
          <p14:tracePt t="21439" x="800100" y="2635250"/>
          <p14:tracePt t="21454" x="806450" y="2647950"/>
          <p14:tracePt t="21458" x="812800" y="2667000"/>
          <p14:tracePt t="21464" x="812800" y="2679700"/>
          <p14:tracePt t="21487" x="819150" y="2698750"/>
          <p14:tracePt t="21490" x="819150" y="2711450"/>
          <p14:tracePt t="21501" x="825500" y="2724150"/>
          <p14:tracePt t="21521" x="831850" y="2749550"/>
          <p14:tracePt t="21535" x="844550" y="2755900"/>
          <p14:tracePt t="21552" x="850900" y="2768600"/>
          <p14:tracePt t="21568" x="857250" y="2774950"/>
          <p14:tracePt t="21585" x="869950" y="2787650"/>
          <p14:tracePt t="21602" x="882650" y="2800350"/>
          <p14:tracePt t="21619" x="908050" y="2813050"/>
          <p14:tracePt t="21635" x="933450" y="2825750"/>
          <p14:tracePt t="21651" x="958850" y="2832100"/>
          <p14:tracePt t="21655" x="977900" y="2844800"/>
          <p14:tracePt t="21668" x="990600" y="2851150"/>
          <p14:tracePt t="21684" x="1028700" y="2863850"/>
          <p14:tracePt t="21687" x="1041400" y="2876550"/>
          <p14:tracePt t="21701" x="1047750" y="2876550"/>
          <p14:tracePt t="21718" x="1085850" y="2889250"/>
          <p14:tracePt t="21722" x="1092200" y="2895600"/>
          <p14:tracePt t="21735" x="1104900" y="2901950"/>
          <p14:tracePt t="21751" x="1143000" y="2908300"/>
          <p14:tracePt t="21756" x="1162050" y="2908300"/>
          <p14:tracePt t="21769" x="1219200" y="2914650"/>
          <p14:tracePt t="21785" x="1282700" y="2914650"/>
          <p14:tracePt t="21801" x="1346200" y="2914650"/>
          <p14:tracePt t="21818" x="1409700" y="2914650"/>
          <p14:tracePt t="21835" x="1447800" y="2914650"/>
          <p14:tracePt t="21851" x="1492250" y="2914650"/>
          <p14:tracePt t="21858" x="1504950" y="2914650"/>
          <p14:tracePt t="21868" x="1511300" y="2914650"/>
          <p14:tracePt t="21885" x="1530350" y="2914650"/>
          <p14:tracePt t="21889" x="1536700" y="2914650"/>
          <p14:tracePt t="21901" x="1549400" y="2914650"/>
          <p14:tracePt t="21918" x="1562100" y="2914650"/>
          <p14:tracePt t="21922" x="1574800" y="2914650"/>
          <p14:tracePt t="21935" x="1587500" y="2914650"/>
          <p14:tracePt t="21951" x="1612900" y="2914650"/>
          <p14:tracePt t="21954" x="1638300" y="2908300"/>
          <p14:tracePt t="21968" x="1651000" y="2908300"/>
          <p14:tracePt t="21985" x="1701800" y="2895600"/>
          <p14:tracePt t="22001" x="1714500" y="2895600"/>
          <p14:tracePt t="22018" x="1739900" y="2882900"/>
          <p14:tracePt t="22021" x="1746250" y="2882900"/>
          <p14:tracePt t="22035" x="1771650" y="2870200"/>
          <p14:tracePt t="22051" x="1790700" y="2851150"/>
          <p14:tracePt t="22071" x="1809750" y="2832100"/>
          <p14:tracePt t="22084" x="1816100" y="2825750"/>
          <p14:tracePt t="22101" x="1822450" y="2806700"/>
          <p14:tracePt t="22118" x="1822450" y="2794000"/>
          <p14:tracePt t="22123" x="1822450" y="2774950"/>
          <p14:tracePt t="22134" x="1822450" y="2762250"/>
          <p14:tracePt t="22151" x="1822450" y="2743200"/>
          <p14:tracePt t="22156" x="1822450" y="2736850"/>
          <p14:tracePt t="22168" x="1816100" y="2705100"/>
          <p14:tracePt t="22185" x="1803400" y="2686050"/>
          <p14:tracePt t="22188" x="1803400" y="2673350"/>
          <p14:tracePt t="22201" x="1797050" y="2660650"/>
          <p14:tracePt t="22218" x="1778000" y="2628900"/>
          <p14:tracePt t="22222" x="1778000" y="2616200"/>
          <p14:tracePt t="22235" x="1758950" y="2590800"/>
          <p14:tracePt t="22251" x="1758950" y="2578100"/>
          <p14:tracePt t="22256" x="1752600" y="2565400"/>
          <p14:tracePt t="22268" x="1739900" y="2546350"/>
          <p14:tracePt t="22285" x="1708150" y="2476500"/>
          <p14:tracePt t="22301" x="1689100" y="2451100"/>
          <p14:tracePt t="22318" x="1670050" y="2425700"/>
          <p14:tracePt t="22335" x="1644650" y="2406650"/>
          <p14:tracePt t="22351" x="1619250" y="2393950"/>
          <p14:tracePt t="22357" x="1606550" y="2387600"/>
          <p14:tracePt t="22368" x="1593850" y="2381250"/>
          <p14:tracePt t="22385" x="1543050" y="2362200"/>
          <p14:tracePt t="22389" x="1524000" y="2362200"/>
          <p14:tracePt t="22401" x="1511300" y="2355850"/>
          <p14:tracePt t="22418" x="1479550" y="2343150"/>
          <p14:tracePt t="22421" x="1460500" y="2343150"/>
          <p14:tracePt t="22435" x="1441450" y="2343150"/>
          <p14:tracePt t="22451" x="1403350" y="2336800"/>
          <p14:tracePt t="22454" x="1377950" y="2336800"/>
          <p14:tracePt t="22468" x="1358900" y="2336800"/>
          <p14:tracePt t="22485" x="1289050" y="2336800"/>
          <p14:tracePt t="22501" x="1238250" y="2336800"/>
          <p14:tracePt t="22518" x="1212850" y="2336800"/>
          <p14:tracePt t="22523" x="1187450" y="2336800"/>
          <p14:tracePt t="22535" x="1136650" y="2336800"/>
          <p14:tracePt t="22551" x="1104900" y="2336800"/>
          <p14:tracePt t="22568" x="1079500" y="2336800"/>
          <p14:tracePt t="22585" x="1054100" y="2343150"/>
          <p14:tracePt t="22601" x="1035050" y="2349500"/>
          <p14:tracePt t="22618" x="1016000" y="2362200"/>
          <p14:tracePt t="22635" x="990600" y="2374900"/>
          <p14:tracePt t="22651" x="971550" y="2387600"/>
          <p14:tracePt t="22655" x="958850" y="2400300"/>
          <p14:tracePt t="22668" x="946150" y="2406650"/>
          <p14:tracePt t="22685" x="920750" y="2425700"/>
          <p14:tracePt t="22687" x="901700" y="2438400"/>
          <p14:tracePt t="22701" x="889000" y="2451100"/>
          <p14:tracePt t="22719" x="838200" y="2482850"/>
          <p14:tracePt t="22735" x="812800" y="2489200"/>
          <p14:tracePt t="22751" x="793750" y="2508250"/>
          <p14:tracePt t="22768" x="787400" y="2508250"/>
          <p14:tracePt t="22785" x="787400" y="2514600"/>
          <p14:tracePt t="22801" x="787400" y="2520950"/>
          <p14:tracePt t="22818" x="787400" y="2527300"/>
          <p14:tracePt t="22835" x="787400" y="2540000"/>
          <p14:tracePt t="22851" x="787400" y="2546350"/>
          <p14:tracePt t="22868" x="787400" y="2552700"/>
          <p14:tracePt t="22885" x="787400" y="2559050"/>
          <p14:tracePt t="22890" x="787400" y="2565400"/>
          <p14:tracePt t="22918" x="787400" y="2578100"/>
          <p14:tracePt t="22921" x="787400" y="2584450"/>
          <p14:tracePt t="22935" x="787400" y="2590800"/>
          <p14:tracePt t="22951" x="787400" y="2603500"/>
          <p14:tracePt t="22968" x="787400" y="2609850"/>
          <p14:tracePt t="23069" x="0" y="0"/>
        </p14:tracePtLst>
        <p14:tracePtLst>
          <p14:tracePt t="85760" x="2800350" y="4864100"/>
          <p14:tracePt t="85798" x="2794000" y="4864100"/>
          <p14:tracePt t="85821" x="2787650" y="4864100"/>
          <p14:tracePt t="85832" x="2787650" y="4870450"/>
          <p14:tracePt t="85840" x="2781300" y="4870450"/>
          <p14:tracePt t="85853" x="2774950" y="4876800"/>
          <p14:tracePt t="85871" x="2774950" y="4883150"/>
          <p14:tracePt t="85887" x="2768600" y="4883150"/>
          <p14:tracePt t="85903" x="2755900" y="4895850"/>
          <p14:tracePt t="85920" x="2749550" y="4902200"/>
          <p14:tracePt t="85938" x="2724150" y="4921250"/>
          <p14:tracePt t="85953" x="2711450" y="4940300"/>
          <p14:tracePt t="85970" x="2698750" y="4953000"/>
          <p14:tracePt t="85975" x="2679700" y="4978400"/>
          <p14:tracePt t="85986" x="2679700" y="4984750"/>
          <p14:tracePt t="86004" x="2667000" y="4997450"/>
          <p14:tracePt t="86008" x="2660650" y="5016500"/>
          <p14:tracePt t="86020" x="2654300" y="5016500"/>
          <p14:tracePt t="86036" x="2654300" y="5035550"/>
          <p14:tracePt t="86039" x="2641600" y="5048250"/>
          <p14:tracePt t="86059" x="2641600" y="5060950"/>
          <p14:tracePt t="86073" x="2641600" y="5067300"/>
          <p14:tracePt t="86087" x="2641600" y="5086350"/>
          <p14:tracePt t="86103" x="2635250" y="5086350"/>
          <p14:tracePt t="86108" x="2635250" y="5092700"/>
          <p14:tracePt t="86120" x="2635250" y="5099050"/>
          <p14:tracePt t="86137" x="2635250" y="5111750"/>
          <p14:tracePt t="86153" x="2635250" y="5130800"/>
          <p14:tracePt t="86170" x="2635250" y="5143500"/>
          <p14:tracePt t="86186" x="2641600" y="5156200"/>
          <p14:tracePt t="86203" x="2647950" y="5175250"/>
          <p14:tracePt t="86220" x="2660650" y="5194300"/>
          <p14:tracePt t="86237" x="2679700" y="5213350"/>
          <p14:tracePt t="86242" x="2717800" y="5238750"/>
          <p14:tracePt t="86253" x="2730500" y="5251450"/>
          <p14:tracePt t="86269" x="2768600" y="5264150"/>
          <p14:tracePt t="86273" x="2787650" y="5270500"/>
          <p14:tracePt t="86286" x="2813050" y="5276850"/>
          <p14:tracePt t="86303" x="2863850" y="5289550"/>
          <p14:tracePt t="86306" x="2882900" y="5289550"/>
          <p14:tracePt t="86320" x="2901950" y="5295900"/>
          <p14:tracePt t="86336" x="2933700" y="5302250"/>
          <p14:tracePt t="86339" x="2940050" y="5302250"/>
          <p14:tracePt t="86353" x="2965450" y="5302250"/>
          <p14:tracePt t="86374" x="2971800" y="5302250"/>
          <p14:tracePt t="86387" x="2984500" y="5314950"/>
          <p14:tracePt t="86403" x="2997200" y="5314950"/>
          <p14:tracePt t="86419" x="3022600" y="5321300"/>
          <p14:tracePt t="86436" x="3054350" y="5327650"/>
          <p14:tracePt t="86453" x="3079750" y="5327650"/>
          <p14:tracePt t="86470" x="3111500" y="5327650"/>
          <p14:tracePt t="86486" x="3143250" y="5327650"/>
          <p14:tracePt t="86503" x="3162300" y="5327650"/>
          <p14:tracePt t="86508" x="3168650" y="5327650"/>
          <p14:tracePt t="86519" x="3181350" y="5327650"/>
          <p14:tracePt t="86537" x="3194050" y="5314950"/>
          <p14:tracePt t="86540" x="3213100" y="5308600"/>
          <p14:tracePt t="86553" x="3219450" y="5302250"/>
          <p14:tracePt t="86570" x="3232150" y="5295900"/>
          <p14:tracePt t="86573" x="3244850" y="5289550"/>
          <p14:tracePt t="86587" x="3257550" y="5276850"/>
          <p14:tracePt t="86603" x="3263900" y="5276850"/>
          <p14:tracePt t="86607" x="3276600" y="5270500"/>
          <p14:tracePt t="86619" x="3276600" y="5264150"/>
          <p14:tracePt t="86637" x="3302000" y="5257800"/>
          <p14:tracePt t="86653" x="3321050" y="5245100"/>
          <p14:tracePt t="86670" x="3333750" y="5245100"/>
          <p14:tracePt t="86686" x="3352800" y="5232400"/>
          <p14:tracePt t="86703" x="3371850" y="5232400"/>
          <p14:tracePt t="86721" x="3397250" y="5219700"/>
          <p14:tracePt t="86737" x="3416300" y="5213350"/>
          <p14:tracePt t="86740" x="3416300" y="5207000"/>
          <p14:tracePt t="86753" x="3435350" y="5200650"/>
          <p14:tracePt t="86769" x="3448050" y="5194300"/>
          <p14:tracePt t="86776" x="3454400" y="5194300"/>
          <p14:tracePt t="86789" x="3460750" y="5194300"/>
          <p14:tracePt t="86803" x="3460750" y="5187950"/>
          <p14:tracePt t="86820" x="3467100" y="5181600"/>
          <p14:tracePt t="86837" x="3473450" y="5175250"/>
          <p14:tracePt t="86853" x="3486150" y="5168900"/>
          <p14:tracePt t="86870" x="3498850" y="5156200"/>
          <p14:tracePt t="86886" x="3511550" y="5130800"/>
          <p14:tracePt t="86903" x="3524250" y="5118100"/>
          <p14:tracePt t="86920" x="3530600" y="5105400"/>
          <p14:tracePt t="86936" x="3536950" y="5092700"/>
          <p14:tracePt t="86953" x="3543300" y="5080000"/>
          <p14:tracePt t="86970" x="3543300" y="5067300"/>
          <p14:tracePt t="86986" x="3543300" y="5054600"/>
          <p14:tracePt t="87003" x="3549650" y="5041900"/>
          <p14:tracePt t="87007" x="3549650" y="5029200"/>
          <p14:tracePt t="87025" x="3549650" y="5022850"/>
          <p14:tracePt t="87036" x="3549650" y="5016500"/>
          <p14:tracePt t="87053" x="3549650" y="5003800"/>
          <p14:tracePt t="87057" x="3549650" y="4997450"/>
          <p14:tracePt t="87073" x="3549650" y="4984750"/>
          <p14:tracePt t="87087" x="3543300" y="4972050"/>
          <p14:tracePt t="87103" x="3543300" y="4959350"/>
          <p14:tracePt t="87120" x="3536950" y="4946650"/>
          <p14:tracePt t="87137" x="3530600" y="4927600"/>
          <p14:tracePt t="87154" x="3517900" y="4921250"/>
          <p14:tracePt t="87170" x="3498850" y="4902200"/>
          <p14:tracePt t="87186" x="3467100" y="4883150"/>
          <p14:tracePt t="87203" x="3441700" y="4876800"/>
          <p14:tracePt t="87220" x="3397250" y="4864100"/>
          <p14:tracePt t="87236" x="3378200" y="4857750"/>
          <p14:tracePt t="87243" x="3352800" y="4851400"/>
          <p14:tracePt t="87254" x="3340100" y="4851400"/>
          <p14:tracePt t="87269" x="3314700" y="4851400"/>
          <p14:tracePt t="87273" x="3302000" y="4851400"/>
          <p14:tracePt t="87286" x="3276600" y="4851400"/>
          <p14:tracePt t="87303" x="3251200" y="4851400"/>
          <p14:tracePt t="87306" x="3238500" y="4851400"/>
          <p14:tracePt t="87320" x="3213100" y="4857750"/>
          <p14:tracePt t="87337" x="3117850" y="4870450"/>
          <p14:tracePt t="87353" x="3073400" y="4876800"/>
          <p14:tracePt t="87370" x="3016250" y="4876800"/>
          <p14:tracePt t="87386" x="2940050" y="4876800"/>
          <p14:tracePt t="87403" x="2914650" y="4883150"/>
          <p14:tracePt t="87420" x="2889250" y="4883150"/>
          <p14:tracePt t="87436" x="2876550" y="4889500"/>
          <p14:tracePt t="87453" x="2863850" y="4889500"/>
          <p14:tracePt t="87470" x="2838450" y="4895850"/>
          <p14:tracePt t="87488" x="2819400" y="4902200"/>
          <p14:tracePt t="87493" x="2806700" y="4908550"/>
          <p14:tracePt t="87503" x="2794000" y="4908550"/>
          <p14:tracePt t="87521" x="2755900" y="4921250"/>
          <p14:tracePt t="87525" x="2736850" y="4927600"/>
          <p14:tracePt t="87536" x="2724150" y="4927600"/>
          <p14:tracePt t="87553" x="2705100" y="4940300"/>
          <p14:tracePt t="87558" x="2698750" y="4940300"/>
          <p14:tracePt t="87570" x="2692400" y="4940300"/>
          <p14:tracePt t="87603" x="2692400" y="4946650"/>
          <p14:tracePt t="87628" x="2686050" y="4953000"/>
          <p14:tracePt t="87669" x="2686050" y="4959350"/>
          <p14:tracePt t="87678" x="2679700" y="4959350"/>
          <p14:tracePt t="87717" x="2679700" y="4965700"/>
          <p14:tracePt t="87750" x="2673350" y="4965700"/>
          <p14:tracePt t="87774" x="2673350" y="4972050"/>
          <p14:tracePt t="87789" x="2673350" y="4978400"/>
          <p14:tracePt t="87814" x="2667000" y="4978400"/>
          <p14:tracePt t="87822" x="2667000" y="4984750"/>
          <p14:tracePt t="88355" x="0" y="0"/>
        </p14:tracePtLst>
        <p14:tracePtLst>
          <p14:tracePt t="91166" x="3041650" y="4978400"/>
          <p14:tracePt t="91172" x="3035300" y="4972050"/>
          <p14:tracePt t="91180" x="3028950" y="4972050"/>
          <p14:tracePt t="91189" x="3022600" y="4972050"/>
          <p14:tracePt t="91203" x="3003550" y="4965700"/>
          <p14:tracePt t="91220" x="2978150" y="4959350"/>
          <p14:tracePt t="91236" x="2946400" y="4946650"/>
          <p14:tracePt t="91253" x="2927350" y="4940300"/>
          <p14:tracePt t="91270" x="2901950" y="4927600"/>
          <p14:tracePt t="91286" x="2882900" y="4927600"/>
          <p14:tracePt t="91303" x="2876550" y="4927600"/>
          <p14:tracePt t="91320" x="2857500" y="4927600"/>
          <p14:tracePt t="91336" x="2851150" y="4927600"/>
          <p14:tracePt t="91353" x="2844800" y="4927600"/>
          <p14:tracePt t="91356" x="2838450" y="4927600"/>
          <p14:tracePt t="91370" x="2832100" y="4927600"/>
          <p14:tracePt t="91386" x="2825750" y="4927600"/>
          <p14:tracePt t="91391" x="2819400" y="4927600"/>
          <p14:tracePt t="91403" x="2813050" y="4927600"/>
          <p14:tracePt t="91420" x="2787650" y="4940300"/>
          <p14:tracePt t="91424" x="2781300" y="4946650"/>
          <p14:tracePt t="91437" x="2762250" y="4953000"/>
          <p14:tracePt t="91453" x="2749550" y="4959350"/>
          <p14:tracePt t="91470" x="2724150" y="4978400"/>
          <p14:tracePt t="91486" x="2711450" y="4991100"/>
          <p14:tracePt t="91503" x="2705100" y="4997450"/>
          <p14:tracePt t="91520" x="2692400" y="5016500"/>
          <p14:tracePt t="91525" x="2686050" y="5022850"/>
          <p14:tracePt t="91536" x="2679700" y="5029200"/>
          <p14:tracePt t="91553" x="2667000" y="5048250"/>
          <p14:tracePt t="91570" x="2660650" y="5054600"/>
          <p14:tracePt t="91586" x="2654300" y="5073650"/>
          <p14:tracePt t="91590" x="2654300" y="5080000"/>
          <p14:tracePt t="91603" x="2647950" y="5086350"/>
          <p14:tracePt t="91620" x="2647950" y="5092700"/>
          <p14:tracePt t="91622" x="2647950" y="5099050"/>
          <p14:tracePt t="91636" x="2647950" y="5105400"/>
          <p14:tracePt t="91653" x="2647950" y="5111750"/>
          <p14:tracePt t="91657" x="2647950" y="5118100"/>
          <p14:tracePt t="91670" x="2647950" y="5124450"/>
          <p14:tracePt t="91687" x="2647950" y="5143500"/>
          <p14:tracePt t="91703" x="2660650" y="5162550"/>
          <p14:tracePt t="91720" x="2673350" y="5175250"/>
          <p14:tracePt t="91737" x="2686050" y="5187950"/>
          <p14:tracePt t="91753" x="2705100" y="5207000"/>
          <p14:tracePt t="91770" x="2724150" y="5226050"/>
          <p14:tracePt t="91786" x="2743200" y="5238750"/>
          <p14:tracePt t="91803" x="2768600" y="5251450"/>
          <p14:tracePt t="91820" x="2781300" y="5251450"/>
          <p14:tracePt t="91824" x="2794000" y="5257800"/>
          <p14:tracePt t="91836" x="2806700" y="5264150"/>
          <p14:tracePt t="91853" x="2838450" y="5270500"/>
          <p14:tracePt t="91856" x="2851150" y="5270500"/>
          <p14:tracePt t="91870" x="2863850" y="5270500"/>
          <p14:tracePt t="91887" x="2889250" y="5283200"/>
          <p14:tracePt t="91903" x="2908300" y="5283200"/>
          <p14:tracePt t="91920" x="2933700" y="5289550"/>
          <p14:tracePt t="91923" x="2946400" y="5289550"/>
          <p14:tracePt t="91937" x="2978150" y="5302250"/>
          <p14:tracePt t="91953" x="2990850" y="5302250"/>
          <p14:tracePt t="91970" x="3016250" y="5302250"/>
          <p14:tracePt t="91986" x="3041650" y="5302250"/>
          <p14:tracePt t="92003" x="3054350" y="5302250"/>
          <p14:tracePt t="92020" x="3086100" y="5295900"/>
          <p14:tracePt t="92036" x="3092450" y="5289550"/>
          <p14:tracePt t="92053" x="3117850" y="5270500"/>
          <p14:tracePt t="92058" x="3124200" y="5264150"/>
          <p14:tracePt t="92074" x="3136900" y="5251450"/>
          <p14:tracePt t="92087" x="3143250" y="5245100"/>
          <p14:tracePt t="92103" x="3155950" y="5219700"/>
          <p14:tracePt t="92108" x="3162300" y="5213350"/>
          <p14:tracePt t="92119" x="3168650" y="5200650"/>
          <p14:tracePt t="92137" x="3181350" y="5162550"/>
          <p14:tracePt t="92153" x="3181350" y="5143500"/>
          <p14:tracePt t="92170" x="3181350" y="5124450"/>
          <p14:tracePt t="92186" x="3181350" y="5092700"/>
          <p14:tracePt t="92203" x="3181350" y="5073650"/>
          <p14:tracePt t="92220" x="3168650" y="5041900"/>
          <p14:tracePt t="92236" x="3162300" y="5029200"/>
          <p14:tracePt t="92253" x="3143250" y="5003800"/>
          <p14:tracePt t="92270" x="3143250" y="4997450"/>
          <p14:tracePt t="92287" x="3130550" y="4978400"/>
          <p14:tracePt t="92303" x="3117850" y="4972050"/>
          <p14:tracePt t="92320" x="3105150" y="4965700"/>
          <p14:tracePt t="92336" x="3092450" y="4959350"/>
          <p14:tracePt t="92353" x="3079750" y="4953000"/>
          <p14:tracePt t="92358" x="3067050" y="4946650"/>
          <p14:tracePt t="92370" x="3054350" y="4940300"/>
          <p14:tracePt t="92387" x="3022600" y="4927600"/>
          <p14:tracePt t="92403" x="3003550" y="4914900"/>
          <p14:tracePt t="92420" x="2990850" y="4914900"/>
          <p14:tracePt t="92437" x="2984500" y="4908550"/>
          <p14:tracePt t="92453" x="2971800" y="4902200"/>
          <p14:tracePt t="92470" x="2959100" y="4902200"/>
          <p14:tracePt t="92486" x="2946400" y="4902200"/>
          <p14:tracePt t="92504" x="2933700" y="4902200"/>
          <p14:tracePt t="92520" x="2914650" y="4908550"/>
          <p14:tracePt t="92537" x="2889250" y="4921250"/>
          <p14:tracePt t="92542" x="2876550" y="4927600"/>
          <p14:tracePt t="92553" x="2870200" y="4940300"/>
          <p14:tracePt t="92571" x="2857500" y="4946650"/>
          <p14:tracePt t="92586" x="2851150" y="4946650"/>
          <p14:tracePt t="92604" x="2844800" y="4953000"/>
          <p14:tracePt t="92606" x="2844800" y="4959350"/>
          <p14:tracePt t="92620" x="2838450" y="4959350"/>
          <p14:tracePt t="92636" x="2832100" y="4972050"/>
          <p14:tracePt t="92653" x="2825750" y="4978400"/>
          <p14:tracePt t="92673" x="2819400" y="4984750"/>
          <p14:tracePt t="92696" x="2813050" y="4991100"/>
          <p14:tracePt t="92720" x="2813050" y="4997450"/>
          <p14:tracePt t="92856" x="0" y="0"/>
        </p14:tracePtLst>
        <p14:tracePtLst>
          <p14:tracePt t="95743" x="3937000" y="5314950"/>
          <p14:tracePt t="95750" x="3937000" y="5308600"/>
          <p14:tracePt t="95810" x="3937000" y="5302250"/>
          <p14:tracePt t="95868" x="3930650" y="5295900"/>
          <p14:tracePt t="95893" x="3924300" y="5295900"/>
          <p14:tracePt t="95908" x="3917950" y="5295900"/>
          <p14:tracePt t="95924" x="3911600" y="5295900"/>
          <p14:tracePt t="95932" x="3905250" y="5295900"/>
          <p14:tracePt t="95940" x="3898900" y="5295900"/>
          <p14:tracePt t="95956" x="3892550" y="5295900"/>
          <p14:tracePt t="95970" x="3886200" y="5295900"/>
          <p14:tracePt t="95973" x="3879850" y="5295900"/>
          <p14:tracePt t="95987" x="3873500" y="5295900"/>
          <p14:tracePt t="96003" x="3848100" y="5295900"/>
          <p14:tracePt t="96020" x="3835400" y="5302250"/>
          <p14:tracePt t="96036" x="3810000" y="5308600"/>
          <p14:tracePt t="96057" x="3765550" y="5327650"/>
          <p14:tracePt t="96060" x="3752850" y="5327650"/>
          <p14:tracePt t="96070" x="3733800" y="5327650"/>
          <p14:tracePt t="96086" x="3702050" y="5334000"/>
          <p14:tracePt t="96103" x="3676650" y="5346700"/>
          <p14:tracePt t="96107" x="3663950" y="5346700"/>
          <p14:tracePt t="96120" x="3632200" y="5346700"/>
          <p14:tracePt t="96137" x="3613150" y="5353050"/>
          <p14:tracePt t="96141" x="3606800" y="5353050"/>
          <p14:tracePt t="96153" x="3594100" y="5353050"/>
          <p14:tracePt t="96170" x="3575050" y="5359400"/>
          <p14:tracePt t="96176" x="3568700" y="5359400"/>
          <p14:tracePt t="96186" x="3556000" y="5365750"/>
          <p14:tracePt t="96203" x="3530600" y="5378450"/>
          <p14:tracePt t="96207" x="3517900" y="5378450"/>
          <p14:tracePt t="96220" x="3492500" y="5391150"/>
          <p14:tracePt t="96237" x="3435350" y="5410200"/>
          <p14:tracePt t="96253" x="3403600" y="5422900"/>
          <p14:tracePt t="96270" x="3359150" y="5441950"/>
          <p14:tracePt t="96286" x="3333750" y="5448300"/>
          <p14:tracePt t="96303" x="3314700" y="5461000"/>
          <p14:tracePt t="96320" x="3295650" y="5467350"/>
          <p14:tracePt t="96337" x="3295650" y="5473700"/>
          <p14:tracePt t="96354" x="3289300" y="5480050"/>
          <p14:tracePt t="96387" x="3289300" y="5492750"/>
          <p14:tracePt t="96390" x="3289300" y="5499100"/>
          <p14:tracePt t="96403" x="3289300" y="5511800"/>
          <p14:tracePt t="96408" x="3289300" y="5524500"/>
          <p14:tracePt t="96420" x="3289300" y="5530850"/>
          <p14:tracePt t="96437" x="3289300" y="5549900"/>
          <p14:tracePt t="96440" x="3295650" y="5549900"/>
          <p14:tracePt t="96453" x="3295650" y="5556250"/>
          <p14:tracePt t="96470" x="3302000" y="5556250"/>
          <p14:tracePt t="96475" x="3302000" y="5562600"/>
          <p14:tracePt t="96487" x="3314700" y="5568950"/>
          <p14:tracePt t="96503" x="3340100" y="5581650"/>
          <p14:tracePt t="96520" x="3384550" y="5594350"/>
          <p14:tracePt t="96536" x="3460750" y="5619750"/>
          <p14:tracePt t="96553" x="3562350" y="5645150"/>
          <p14:tracePt t="96570" x="3695700" y="5676900"/>
          <p14:tracePt t="96577" x="3765550" y="5689600"/>
          <p14:tracePt t="96586" x="3829050" y="5702300"/>
          <p14:tracePt t="96603" x="3911600" y="5702300"/>
          <p14:tracePt t="96607" x="3968750" y="5708650"/>
          <p14:tracePt t="96620" x="4013200" y="5708650"/>
          <p14:tracePt t="96637" x="4051300" y="5708650"/>
          <p14:tracePt t="96639" x="4076700" y="5708650"/>
          <p14:tracePt t="96653" x="4089400" y="5708650"/>
          <p14:tracePt t="96670" x="4108450" y="5708650"/>
          <p14:tracePt t="96675" x="4114800" y="5708650"/>
          <p14:tracePt t="96686" x="4127500" y="5702300"/>
          <p14:tracePt t="96703" x="4146550" y="5695950"/>
          <p14:tracePt t="96706" x="4159250" y="5695950"/>
          <p14:tracePt t="96720" x="4178300" y="5689600"/>
          <p14:tracePt t="96737" x="4216400" y="5676900"/>
          <p14:tracePt t="96753" x="4248150" y="5670550"/>
          <p14:tracePt t="96770" x="4273550" y="5670550"/>
          <p14:tracePt t="96787" x="4292600" y="5664200"/>
          <p14:tracePt t="96803" x="4318000" y="5657850"/>
          <p14:tracePt t="96810" x="4324350" y="5657850"/>
          <p14:tracePt t="96820" x="4337050" y="5657850"/>
          <p14:tracePt t="96837" x="4368800" y="5645150"/>
          <p14:tracePt t="96842" x="4387850" y="5638800"/>
          <p14:tracePt t="96853" x="4400550" y="5638800"/>
          <p14:tracePt t="96870" x="4425950" y="5626100"/>
          <p14:tracePt t="96875" x="4451350" y="5619750"/>
          <p14:tracePt t="96887" x="4470400" y="5600700"/>
          <p14:tracePt t="96903" x="4495800" y="5588000"/>
          <p14:tracePt t="96906" x="4495800" y="5575300"/>
          <p14:tracePt t="96920" x="4502150" y="5575300"/>
          <p14:tracePt t="96937" x="4508500" y="5556250"/>
          <p14:tracePt t="96942" x="4514850" y="5549900"/>
          <p14:tracePt t="96953" x="4521200" y="5543550"/>
          <p14:tracePt t="96971" x="4527550" y="5505450"/>
          <p14:tracePt t="96987" x="4527550" y="5467350"/>
          <p14:tracePt t="97003" x="4527550" y="5448300"/>
          <p14:tracePt t="97020" x="4527550" y="5416550"/>
          <p14:tracePt t="97037" x="4527550" y="5397500"/>
          <p14:tracePt t="97053" x="4521200" y="5372100"/>
          <p14:tracePt t="97070" x="4514850" y="5359400"/>
          <p14:tracePt t="97087" x="4502150" y="5340350"/>
          <p14:tracePt t="97103" x="4495800" y="5327650"/>
          <p14:tracePt t="97107" x="4483100" y="5314950"/>
          <p14:tracePt t="97136" x="4470400" y="5302250"/>
          <p14:tracePt t="97140" x="4457700" y="5295900"/>
          <p14:tracePt t="97153" x="4451350" y="5295900"/>
          <p14:tracePt t="97170" x="4432300" y="5283200"/>
          <p14:tracePt t="97173" x="4413250" y="5270500"/>
          <p14:tracePt t="97187" x="4400550" y="5264150"/>
          <p14:tracePt t="97203" x="4375150" y="5251450"/>
          <p14:tracePt t="97208" x="4362450" y="5245100"/>
          <p14:tracePt t="97220" x="4330700" y="5238750"/>
          <p14:tracePt t="97237" x="4286250" y="5226050"/>
          <p14:tracePt t="97253" x="4254500" y="5219700"/>
          <p14:tracePt t="97270" x="4216400" y="5213350"/>
          <p14:tracePt t="97287" x="4191000" y="5207000"/>
          <p14:tracePt t="97303" x="4140200" y="5200650"/>
          <p14:tracePt t="97320" x="4102100" y="5200650"/>
          <p14:tracePt t="97337" x="4032250" y="5200650"/>
          <p14:tracePt t="97353" x="3987800" y="5200650"/>
          <p14:tracePt t="97370" x="3943350" y="5200650"/>
          <p14:tracePt t="97376" x="3924300" y="5200650"/>
          <p14:tracePt t="97381" x="3873500" y="5200650"/>
          <p14:tracePt t="97403" x="3835400" y="5207000"/>
          <p14:tracePt t="97406" x="3816350" y="5213350"/>
          <p14:tracePt t="97421" x="3778250" y="5219700"/>
          <p14:tracePt t="97437" x="3702050" y="5226050"/>
          <p14:tracePt t="97456" x="3670300" y="5232400"/>
          <p14:tracePt t="97470" x="3651250" y="5238750"/>
          <p14:tracePt t="97490" x="3594100" y="5245100"/>
          <p14:tracePt t="97496" x="3575050" y="5251450"/>
          <p14:tracePt t="97503" x="3549650" y="5257800"/>
          <p14:tracePt t="97522" x="3505200" y="5270500"/>
          <p14:tracePt t="97537" x="3460750" y="5289550"/>
          <p14:tracePt t="97554" x="3416300" y="5302250"/>
          <p14:tracePt t="97570" x="3390900" y="5321300"/>
          <p14:tracePt t="97586" x="3346450" y="5346700"/>
          <p14:tracePt t="97603" x="3333750" y="5365750"/>
          <p14:tracePt t="97620" x="3321050" y="5384800"/>
          <p14:tracePt t="97624" x="3314700" y="5397500"/>
          <p14:tracePt t="97637" x="3314700" y="5403850"/>
          <p14:tracePt t="97653" x="3308350" y="5422900"/>
          <p14:tracePt t="97657" x="3302000" y="5429250"/>
          <p14:tracePt t="97670" x="3302000" y="5441950"/>
          <p14:tracePt t="97687" x="3295650" y="5473700"/>
          <p14:tracePt t="97703" x="3295650" y="5492750"/>
          <p14:tracePt t="97737" x="3308350" y="5530850"/>
          <p14:tracePt t="97753" x="3327400" y="5556250"/>
          <p14:tracePt t="97770" x="3352800" y="5581650"/>
          <p14:tracePt t="97787" x="3390900" y="5613400"/>
          <p14:tracePt t="97803" x="3429000" y="5638800"/>
          <p14:tracePt t="97819" x="3448050" y="5651500"/>
          <p14:tracePt t="97836" x="3498850" y="5670550"/>
          <p14:tracePt t="97853" x="3556000" y="5689600"/>
          <p14:tracePt t="97857" x="3581400" y="5695950"/>
          <p14:tracePt t="97870" x="3613150" y="5702300"/>
          <p14:tracePt t="97886" x="3651250" y="5708650"/>
          <p14:tracePt t="97890" x="3695700" y="5708650"/>
          <p14:tracePt t="97903" x="3727450" y="5708650"/>
          <p14:tracePt t="97920" x="3797300" y="5708650"/>
          <p14:tracePt t="97923" x="3835400" y="5708650"/>
          <p14:tracePt t="97940" x="3873500" y="5708650"/>
          <p14:tracePt t="97953" x="3937000" y="5708650"/>
          <p14:tracePt t="97970" x="3962400" y="5708650"/>
          <p14:tracePt t="97988" x="4006850" y="5708650"/>
          <p14:tracePt t="98003" x="4051300" y="5708650"/>
          <p14:tracePt t="98020" x="4095750" y="5708650"/>
          <p14:tracePt t="98037" x="4127500" y="5708650"/>
          <p14:tracePt t="98053" x="4191000" y="5708650"/>
          <p14:tracePt t="98073" x="4229100" y="5702300"/>
          <p14:tracePt t="98075" x="4254500" y="5702300"/>
          <p14:tracePt t="98087" x="4286250" y="5695950"/>
          <p14:tracePt t="98103" x="4337050" y="5689600"/>
          <p14:tracePt t="98120" x="4356100" y="5683250"/>
          <p14:tracePt t="98125" x="4368800" y="5683250"/>
          <p14:tracePt t="98137" x="4381500" y="5683250"/>
          <p14:tracePt t="98153" x="4394200" y="5676900"/>
          <p14:tracePt t="98156" x="4400550" y="5676900"/>
          <p14:tracePt t="98170" x="4400550" y="5670550"/>
          <p14:tracePt t="98187" x="4406900" y="5670550"/>
          <p14:tracePt t="98503" x="0" y="0"/>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Python variables are </a:t>
            </a:r>
            <a:r>
              <a:rPr lang="nl-BE" dirty="0" err="1"/>
              <a:t>references</a:t>
            </a:r>
            <a:endParaRPr lang="nl-BE" dirty="0"/>
          </a:p>
        </p:txBody>
      </p:sp>
      <p:sp>
        <p:nvSpPr>
          <p:cNvPr id="3" name="Content Placeholder 2"/>
          <p:cNvSpPr>
            <a:spLocks noGrp="1"/>
          </p:cNvSpPr>
          <p:nvPr>
            <p:ph idx="1"/>
          </p:nvPr>
        </p:nvSpPr>
        <p:spPr>
          <a:xfrm>
            <a:off x="838199" y="1825625"/>
            <a:ext cx="10882745" cy="4351338"/>
          </a:xfrm>
        </p:spPr>
        <p:txBody>
          <a:bodyPr>
            <a:normAutofit fontScale="92500" lnSpcReduction="10000"/>
          </a:bodyPr>
          <a:lstStyle/>
          <a:p>
            <a:pPr marL="0" indent="0">
              <a:buNone/>
            </a:pPr>
            <a:r>
              <a:rPr lang="nl-BE" dirty="0">
                <a:latin typeface="Courier New" panose="02070309020205020404" pitchFamily="49" charset="0"/>
                <a:cs typeface="Courier New" panose="02070309020205020404" pitchFamily="49" charset="0"/>
              </a:rPr>
              <a:t>		x = 1 </a:t>
            </a:r>
            <a:r>
              <a:rPr lang="nl-BE" i="1" dirty="0">
                <a:latin typeface="Courier New" panose="02070309020205020404" pitchFamily="49" charset="0"/>
                <a:cs typeface="Courier New" panose="02070309020205020404" pitchFamily="49" charset="0"/>
              </a:rPr>
              <a:t># x is </a:t>
            </a:r>
            <a:r>
              <a:rPr lang="nl-BE" i="1" dirty="0" err="1">
                <a:latin typeface="Courier New" panose="02070309020205020404" pitchFamily="49" charset="0"/>
                <a:cs typeface="Courier New" panose="02070309020205020404" pitchFamily="49" charset="0"/>
              </a:rPr>
              <a:t>an</a:t>
            </a:r>
            <a:r>
              <a:rPr lang="nl-BE" i="1" dirty="0">
                <a:latin typeface="Courier New" panose="02070309020205020404" pitchFamily="49" charset="0"/>
                <a:cs typeface="Courier New" panose="02070309020205020404" pitchFamily="49" charset="0"/>
              </a:rPr>
              <a:t> integer</a:t>
            </a:r>
          </a:p>
          <a:p>
            <a:pPr marL="0" indent="0">
              <a:buNone/>
            </a:pPr>
            <a:r>
              <a:rPr lang="en-US" dirty="0">
                <a:latin typeface="Courier New" panose="02070309020205020404" pitchFamily="49" charset="0"/>
                <a:cs typeface="Courier New" panose="02070309020205020404" pitchFamily="49" charset="0"/>
              </a:rPr>
              <a:t>		x = 'hello' </a:t>
            </a:r>
            <a:r>
              <a:rPr lang="en-US" i="1" dirty="0">
                <a:latin typeface="Courier New" panose="02070309020205020404" pitchFamily="49" charset="0"/>
                <a:cs typeface="Courier New" panose="02070309020205020404" pitchFamily="49" charset="0"/>
              </a:rPr>
              <a:t># now x is a string</a:t>
            </a:r>
          </a:p>
          <a:p>
            <a:pPr marL="0" indent="0">
              <a:buNone/>
            </a:pPr>
            <a:r>
              <a:rPr lang="en-US" dirty="0">
                <a:latin typeface="Courier New" panose="02070309020205020404" pitchFamily="49" charset="0"/>
                <a:cs typeface="Courier New" panose="02070309020205020404" pitchFamily="49" charset="0"/>
              </a:rPr>
              <a:t>		x = [1, 2, 3] </a:t>
            </a:r>
            <a:r>
              <a:rPr lang="en-US" i="1" dirty="0">
                <a:latin typeface="Courier New" panose="02070309020205020404" pitchFamily="49" charset="0"/>
                <a:cs typeface="Courier New" panose="02070309020205020404" pitchFamily="49" charset="0"/>
              </a:rPr>
              <a:t># now x is a list</a:t>
            </a:r>
            <a:endParaRPr lang="nl-BE" dirty="0">
              <a:latin typeface="Courier New" panose="02070309020205020404" pitchFamily="49" charset="0"/>
              <a:cs typeface="Courier New" panose="02070309020205020404" pitchFamily="49" charset="0"/>
            </a:endParaRPr>
          </a:p>
          <a:p>
            <a:pPr marL="0" indent="0">
              <a:buNone/>
            </a:pPr>
            <a:r>
              <a:rPr lang="nl-BE" dirty="0">
                <a:latin typeface="Courier New" panose="02070309020205020404" pitchFamily="49" charset="0"/>
                <a:cs typeface="Courier New" panose="02070309020205020404" pitchFamily="49" charset="0"/>
              </a:rPr>
              <a:t>		x = [1, 2, 3]</a:t>
            </a:r>
          </a:p>
          <a:p>
            <a:pPr marL="0" indent="0">
              <a:buNone/>
            </a:pPr>
            <a:r>
              <a:rPr lang="nl-BE" dirty="0">
                <a:latin typeface="Courier New" panose="02070309020205020404" pitchFamily="49" charset="0"/>
                <a:cs typeface="Courier New" panose="02070309020205020404" pitchFamily="49" charset="0"/>
              </a:rPr>
              <a:t>		y = x</a:t>
            </a:r>
          </a:p>
          <a:p>
            <a:pPr marL="0" indent="0">
              <a:buNone/>
            </a:pPr>
            <a:r>
              <a:rPr lang="nl-BE" b="1" dirty="0">
                <a:latin typeface="Courier New" panose="02070309020205020404" pitchFamily="49" charset="0"/>
                <a:cs typeface="Courier New" panose="02070309020205020404" pitchFamily="49" charset="0"/>
              </a:rPr>
              <a:t>		print</a:t>
            </a:r>
            <a:r>
              <a:rPr lang="nl-BE" dirty="0">
                <a:latin typeface="Courier New" panose="02070309020205020404" pitchFamily="49" charset="0"/>
                <a:cs typeface="Courier New" panose="02070309020205020404" pitchFamily="49" charset="0"/>
              </a:rPr>
              <a:t>(y)</a:t>
            </a:r>
          </a:p>
          <a:p>
            <a:pPr marL="0" indent="0">
              <a:buNone/>
            </a:pPr>
            <a:r>
              <a:rPr lang="nl-BE" dirty="0">
                <a:latin typeface="Courier New" panose="02070309020205020404" pitchFamily="49" charset="0"/>
                <a:cs typeface="Courier New" panose="02070309020205020404" pitchFamily="49" charset="0"/>
              </a:rPr>
              <a:t>		[1, 2, 3]</a:t>
            </a:r>
          </a:p>
          <a:p>
            <a:r>
              <a:rPr lang="en-US" dirty="0">
                <a:cs typeface="Courier New" panose="02070309020205020404" pitchFamily="49" charset="0"/>
              </a:rPr>
              <a:t>File: variables_are_pointers.py</a:t>
            </a:r>
          </a:p>
          <a:p>
            <a:r>
              <a:rPr lang="en-US" sz="2600" dirty="0">
                <a:cs typeface="Courier New" panose="02070309020205020404" pitchFamily="49" charset="0"/>
              </a:rPr>
              <a:t>Check: </a:t>
            </a:r>
            <a:r>
              <a:rPr lang="en-US" sz="2600" dirty="0">
                <a:cs typeface="Courier New" panose="02070309020205020404" pitchFamily="49" charset="0"/>
                <a:hlinkClick r:id="rId2"/>
              </a:rPr>
              <a:t>https://jakevdp.github.io/WhirlwindTourOfPython/03-semantics-variables.html</a:t>
            </a:r>
            <a:r>
              <a:rPr lang="en-US" sz="2600" dirty="0">
                <a:cs typeface="Courier New" panose="02070309020205020404" pitchFamily="49" charset="0"/>
              </a:rPr>
              <a:t> </a:t>
            </a:r>
            <a:endParaRPr lang="nl-BE" sz="2600" dirty="0">
              <a:cs typeface="Courier New" panose="02070309020205020404" pitchFamily="49" charset="0"/>
            </a:endParaRPr>
          </a:p>
        </p:txBody>
      </p:sp>
    </p:spTree>
    <p:extLst>
      <p:ext uri="{BB962C8B-B14F-4D97-AF65-F5344CB8AC3E}">
        <p14:creationId xmlns:p14="http://schemas.microsoft.com/office/powerpoint/2010/main" val="1480004675"/>
      </p:ext>
    </p:extLst>
  </p:cSld>
  <p:clrMapOvr>
    <a:masterClrMapping/>
  </p:clrMapOvr>
  <mc:AlternateContent xmlns:mc="http://schemas.openxmlformats.org/markup-compatibility/2006" xmlns:p14="http://schemas.microsoft.com/office/powerpoint/2010/main">
    <mc:Choice Requires="p14">
      <p:transition spd="slow" p14:dur="2000" advTm="160269"/>
    </mc:Choice>
    <mc:Fallback xmlns="">
      <p:transition spd="slow" advTm="160269"/>
    </mc:Fallback>
  </mc:AlternateContent>
  <p:extLst>
    <p:ext uri="{3A86A75C-4F4B-4683-9AE1-C65F6400EC91}">
      <p14:laserTraceLst xmlns:p14="http://schemas.microsoft.com/office/powerpoint/2010/main">
        <p14:tracePtLst>
          <p14:tracePt t="30295" x="3048000" y="1968500"/>
          <p14:tracePt t="30299" x="3041650" y="1968500"/>
          <p14:tracePt t="30332" x="3035300" y="1968500"/>
          <p14:tracePt t="30371" x="3028950" y="1968500"/>
          <p14:tracePt t="30389" x="3028950" y="1962150"/>
          <p14:tracePt t="30397" x="3022600" y="1962150"/>
          <p14:tracePt t="30406" x="3022600" y="1955800"/>
          <p14:tracePt t="30422" x="3016250" y="1943100"/>
          <p14:tracePt t="30439" x="3009900" y="1930400"/>
          <p14:tracePt t="30455" x="3003550" y="1924050"/>
          <p14:tracePt t="30472" x="3003550" y="1917700"/>
          <p14:tracePt t="30489" x="2997200" y="1911350"/>
          <p14:tracePt t="30533" x="2990850" y="1911350"/>
          <p14:tracePt t="30541" x="2984500" y="1911350"/>
          <p14:tracePt t="30558" x="2978150" y="1911350"/>
          <p14:tracePt t="30566" x="2971800" y="1917700"/>
          <p14:tracePt t="30573" x="2965450" y="1924050"/>
          <p14:tracePt t="30589" x="2946400" y="1930400"/>
          <p14:tracePt t="30605" x="2927350" y="1936750"/>
          <p14:tracePt t="30622" x="2921000" y="1943100"/>
          <p14:tracePt t="30639" x="2914650" y="1943100"/>
          <p14:tracePt t="30703" x="2908300" y="1943100"/>
          <p14:tracePt t="30718" x="2901950" y="1943100"/>
          <p14:tracePt t="30744" x="2895600" y="1949450"/>
          <p14:tracePt t="30752" x="2889250" y="1949450"/>
          <p14:tracePt t="30769" x="2882900" y="1949450"/>
          <p14:tracePt t="30784" x="2876550" y="1949450"/>
          <p14:tracePt t="30799" x="2870200" y="1949450"/>
          <p14:tracePt t="30819" x="2870200" y="1955800"/>
          <p14:tracePt t="30826" x="2863850" y="1955800"/>
          <p14:tracePt t="30839" x="2857500" y="1955800"/>
          <p14:tracePt t="30855" x="2851150" y="1955800"/>
          <p14:tracePt t="30872" x="2838450" y="1955800"/>
          <p14:tracePt t="30889" x="2825750" y="1955800"/>
          <p14:tracePt t="30905" x="2806700" y="1955800"/>
          <p14:tracePt t="30922" x="2800350" y="1955800"/>
          <p14:tracePt t="30926" x="2794000" y="1962150"/>
          <p14:tracePt t="30939" x="2787650" y="1962150"/>
          <p14:tracePt t="30955" x="2781300" y="1962150"/>
          <p14:tracePt t="30960" x="2774950" y="1962150"/>
          <p14:tracePt t="30989" x="2762250" y="1962150"/>
          <p14:tracePt t="30992" x="2755900" y="1955800"/>
          <p14:tracePt t="31022" x="2749550" y="1949450"/>
          <p14:tracePt t="31039" x="2736850" y="1936750"/>
          <p14:tracePt t="31056" x="2730500" y="1930400"/>
          <p14:tracePt t="31072" x="2717800" y="1924050"/>
          <p14:tracePt t="31089" x="2711450" y="1924050"/>
          <p14:tracePt t="31105" x="2711450" y="1911350"/>
          <p14:tracePt t="31122" x="2705100" y="1911350"/>
          <p14:tracePt t="31139" x="2705100" y="1905000"/>
          <p14:tracePt t="31156" x="2698750" y="1898650"/>
          <p14:tracePt t="31160" x="2692400" y="1892300"/>
          <p14:tracePt t="31172" x="2692400" y="1885950"/>
          <p14:tracePt t="31189" x="2686050" y="1879600"/>
          <p14:tracePt t="31206" x="2673350" y="1866900"/>
          <p14:tracePt t="31222" x="2667000" y="1854200"/>
          <p14:tracePt t="31228" x="2660650" y="1847850"/>
          <p14:tracePt t="31239" x="2654300" y="1841500"/>
          <p14:tracePt t="31255" x="2641600" y="1828800"/>
          <p14:tracePt t="31272" x="2635250" y="1828800"/>
          <p14:tracePt t="31332" x="2628900" y="1828800"/>
          <p14:tracePt t="31347" x="2622550" y="1828800"/>
          <p14:tracePt t="31355" x="2622550" y="1835150"/>
          <p14:tracePt t="31363" x="2616200" y="1835150"/>
          <p14:tracePt t="31372" x="2616200" y="1841500"/>
          <p14:tracePt t="31389" x="2603500" y="1847850"/>
          <p14:tracePt t="31406" x="2597150" y="1854200"/>
          <p14:tracePt t="31422" x="2590800" y="1866900"/>
          <p14:tracePt t="31429" x="2584450" y="1873250"/>
          <p14:tracePt t="31439" x="2584450" y="1885950"/>
          <p14:tracePt t="31455" x="2578100" y="1892300"/>
          <p14:tracePt t="31460" x="2578100" y="1905000"/>
          <p14:tracePt t="31473" x="2571750" y="1911350"/>
          <p14:tracePt t="31489" x="2565400" y="1930400"/>
          <p14:tracePt t="31494" x="2565400" y="1943100"/>
          <p14:tracePt t="31511" x="2565400" y="1955800"/>
          <p14:tracePt t="31522" x="2565400" y="1962150"/>
          <p14:tracePt t="31540" x="2571750" y="2006600"/>
          <p14:tracePt t="31556" x="2584450" y="2025650"/>
          <p14:tracePt t="31572" x="2609850" y="2057400"/>
          <p14:tracePt t="31589" x="2628900" y="2076450"/>
          <p14:tracePt t="31605" x="2660650" y="2101850"/>
          <p14:tracePt t="31622" x="2686050" y="2120900"/>
          <p14:tracePt t="31639" x="2717800" y="2133600"/>
          <p14:tracePt t="31655" x="2743200" y="2139950"/>
          <p14:tracePt t="31675" x="2774950" y="2152650"/>
          <p14:tracePt t="31679" x="2806700" y="2165350"/>
          <p14:tracePt t="31689" x="2819400" y="2165350"/>
          <p14:tracePt t="31707" x="2857500" y="2178050"/>
          <p14:tracePt t="31710" x="2889250" y="2184400"/>
          <p14:tracePt t="31723" x="2901950" y="2184400"/>
          <p14:tracePt t="31740" x="2940050" y="2190750"/>
          <p14:tracePt t="31744" x="2952750" y="2190750"/>
          <p14:tracePt t="31755" x="2984500" y="2197100"/>
          <p14:tracePt t="31772" x="3009900" y="2197100"/>
          <p14:tracePt t="31775" x="3041650" y="2197100"/>
          <p14:tracePt t="31790" x="3079750" y="2197100"/>
          <p14:tracePt t="31807" x="3136900" y="2197100"/>
          <p14:tracePt t="31822" x="3181350" y="2197100"/>
          <p14:tracePt t="31840" x="3276600" y="2190750"/>
          <p14:tracePt t="31855" x="3333750" y="2178050"/>
          <p14:tracePt t="31872" x="3409950" y="2159000"/>
          <p14:tracePt t="31889" x="3448050" y="2146300"/>
          <p14:tracePt t="31905" x="3498850" y="2127250"/>
          <p14:tracePt t="31922" x="3524250" y="2114550"/>
          <p14:tracePt t="31939" x="3549650" y="2101850"/>
          <p14:tracePt t="31955" x="3562350" y="2089150"/>
          <p14:tracePt t="31972" x="3568700" y="2076450"/>
          <p14:tracePt t="31975" x="3575050" y="2076450"/>
          <p14:tracePt t="31989" x="3575050" y="2070100"/>
          <p14:tracePt t="32005" x="3581400" y="2063750"/>
          <p14:tracePt t="32007" x="3587750" y="2063750"/>
          <p14:tracePt t="32022" x="3587750" y="2057400"/>
          <p14:tracePt t="32039" x="3587750" y="2044700"/>
          <p14:tracePt t="32056" x="3587750" y="2038350"/>
          <p14:tracePt t="32072" x="3587750" y="2025650"/>
          <p14:tracePt t="32089" x="3587750" y="2012950"/>
          <p14:tracePt t="32105" x="3575050" y="1993900"/>
          <p14:tracePt t="32122" x="3556000" y="1974850"/>
          <p14:tracePt t="32139" x="3524250" y="1949450"/>
          <p14:tracePt t="32144" x="3498850" y="1924050"/>
          <p14:tracePt t="32155" x="3486150" y="1917700"/>
          <p14:tracePt t="32172" x="3435350" y="1879600"/>
          <p14:tracePt t="32178" x="3416300" y="1873250"/>
          <p14:tracePt t="32189" x="3359150" y="1835150"/>
          <p14:tracePt t="32205" x="3327400" y="1816100"/>
          <p14:tracePt t="32209" x="3276600" y="1784350"/>
          <p14:tracePt t="32222" x="3263900" y="1778000"/>
          <p14:tracePt t="32239" x="3206750" y="1739900"/>
          <p14:tracePt t="32242" x="3187700" y="1733550"/>
          <p14:tracePt t="32255" x="3168650" y="1720850"/>
          <p14:tracePt t="32272" x="3130550" y="1701800"/>
          <p14:tracePt t="32276" x="3111500" y="1695450"/>
          <p14:tracePt t="32289" x="3105150" y="1695450"/>
          <p14:tracePt t="32306" x="3073400" y="1689100"/>
          <p14:tracePt t="32322" x="3060700" y="1689100"/>
          <p14:tracePt t="32339" x="3022600" y="1689100"/>
          <p14:tracePt t="32356" x="2965450" y="1695450"/>
          <p14:tracePt t="32372" x="2908300" y="1701800"/>
          <p14:tracePt t="32389" x="2838450" y="1708150"/>
          <p14:tracePt t="32406" x="2730500" y="1720850"/>
          <p14:tracePt t="32410" x="2698750" y="1727200"/>
          <p14:tracePt t="32419" x="2647950" y="1733550"/>
          <p14:tracePt t="32439" x="2571750" y="1739900"/>
          <p14:tracePt t="32444" x="2559050" y="1746250"/>
          <p14:tracePt t="32455" x="2514600" y="1752600"/>
          <p14:tracePt t="32472" x="2482850" y="1758950"/>
          <p14:tracePt t="32475" x="2470150" y="1765300"/>
          <p14:tracePt t="32489" x="2463800" y="1771650"/>
          <p14:tracePt t="32506" x="2451100" y="1784350"/>
          <p14:tracePt t="32522" x="2444750" y="1790700"/>
          <p14:tracePt t="32540" x="2432050" y="1822450"/>
          <p14:tracePt t="32556" x="2425700" y="1835150"/>
          <p14:tracePt t="32572" x="2419350" y="1854200"/>
          <p14:tracePt t="32589" x="2419350" y="1866900"/>
          <p14:tracePt t="32606" x="2413000" y="1879600"/>
          <p14:tracePt t="32622" x="2413000" y="1892300"/>
          <p14:tracePt t="32639" x="2413000" y="1911350"/>
          <p14:tracePt t="32645" x="2413000" y="1917700"/>
          <p14:tracePt t="32656" x="2413000" y="1930400"/>
          <p14:tracePt t="32672" x="2413000" y="1955800"/>
          <p14:tracePt t="32676" x="2419350" y="1968500"/>
          <p14:tracePt t="32689" x="2419350" y="1981200"/>
          <p14:tracePt t="32705" x="2432050" y="2000250"/>
          <p14:tracePt t="32708" x="2432050" y="2012950"/>
          <p14:tracePt t="32722" x="2444750" y="2032000"/>
          <p14:tracePt t="32740" x="2470150" y="2063750"/>
          <p14:tracePt t="32756" x="2482850" y="2082800"/>
          <p14:tracePt t="32772" x="2495550" y="2095500"/>
          <p14:tracePt t="32790" x="2501900" y="2101850"/>
          <p14:tracePt t="32806" x="2501900" y="2108200"/>
          <p14:tracePt t="32822" x="2508250" y="2114550"/>
          <p14:tracePt t="32856" x="2514600" y="2120900"/>
          <p14:tracePt t="32872" x="2520950" y="2120900"/>
          <p14:tracePt t="32927" x="2527300" y="2120900"/>
          <p14:tracePt t="34982" x="2527300" y="2127250"/>
          <p14:tracePt t="34991" x="2533650" y="2127250"/>
          <p14:tracePt t="35000" x="2533650" y="2133600"/>
          <p14:tracePt t="35016" x="2540000" y="2146300"/>
          <p14:tracePt t="35024" x="2546350" y="2146300"/>
          <p14:tracePt t="35039" x="2559050" y="2178050"/>
          <p14:tracePt t="35056" x="2584450" y="2209800"/>
          <p14:tracePt t="35073" x="2622550" y="2254250"/>
          <p14:tracePt t="35089" x="2667000" y="2298700"/>
          <p14:tracePt t="35106" x="2736850" y="2349500"/>
          <p14:tracePt t="35112" x="2749550" y="2355850"/>
          <p14:tracePt t="35122" x="2781300" y="2374900"/>
          <p14:tracePt t="35139" x="2813050" y="2387600"/>
          <p14:tracePt t="35156" x="2870200" y="2406650"/>
          <p14:tracePt t="35172" x="2940050" y="2425700"/>
          <p14:tracePt t="35177" x="3003550" y="2438400"/>
          <p14:tracePt t="35189" x="3035300" y="2444750"/>
          <p14:tracePt t="35206" x="3149600" y="2463800"/>
          <p14:tracePt t="35210" x="3194050" y="2470150"/>
          <p14:tracePt t="35222" x="3225800" y="2470150"/>
          <p14:tracePt t="35240" x="3403600" y="2476500"/>
          <p14:tracePt t="35256" x="3511550" y="2476500"/>
          <p14:tracePt t="35272" x="3562350" y="2476500"/>
          <p14:tracePt t="35289" x="3638550" y="2457450"/>
          <p14:tracePt t="35306" x="3689350" y="2444750"/>
          <p14:tracePt t="35315" x="3708400" y="2438400"/>
          <p14:tracePt t="35322" x="3721100" y="2432050"/>
          <p14:tracePt t="35339" x="3752850" y="2419350"/>
          <p14:tracePt t="35356" x="3771900" y="2406650"/>
          <p14:tracePt t="35372" x="3784600" y="2393950"/>
          <p14:tracePt t="35376" x="3797300" y="2393950"/>
          <p14:tracePt t="35389" x="3810000" y="2381250"/>
          <p14:tracePt t="35406" x="3822700" y="2374900"/>
          <p14:tracePt t="35412" x="3835400" y="2362200"/>
          <p14:tracePt t="35420" x="3841750" y="2362200"/>
          <p14:tracePt t="35426" x="3854450" y="2355850"/>
          <p14:tracePt t="35435" x="3867150" y="2349500"/>
          <p14:tracePt t="35442" x="3879850" y="2349500"/>
          <p14:tracePt t="35455" x="3905250" y="2336800"/>
          <p14:tracePt t="35472" x="3943350" y="2317750"/>
          <p14:tracePt t="35476" x="3968750" y="2311400"/>
          <p14:tracePt t="35489" x="3975100" y="2305050"/>
          <p14:tracePt t="35506" x="4044950" y="2273300"/>
          <p14:tracePt t="35522" x="4064000" y="2254250"/>
          <p14:tracePt t="35539" x="4076700" y="2235200"/>
          <p14:tracePt t="35556" x="4083050" y="2222500"/>
          <p14:tracePt t="35572" x="4083050" y="2216150"/>
          <p14:tracePt t="35589" x="4083050" y="2203450"/>
          <p14:tracePt t="35605" x="4083050" y="2197100"/>
          <p14:tracePt t="35611" x="4083050" y="2190750"/>
          <p14:tracePt t="35622" x="4083050" y="2184400"/>
          <p14:tracePt t="35639" x="4083050" y="2178050"/>
          <p14:tracePt t="35642" x="4083050" y="2171700"/>
          <p14:tracePt t="35655" x="4076700" y="2171700"/>
          <p14:tracePt t="35672" x="4057650" y="2159000"/>
          <p14:tracePt t="35675" x="4057650" y="2152650"/>
          <p14:tracePt t="35689" x="4051300" y="2146300"/>
          <p14:tracePt t="35706" x="4019550" y="2133600"/>
          <p14:tracePt t="35712" x="3987800" y="2108200"/>
          <p14:tracePt t="35716" x="3975100" y="2095500"/>
          <p14:tracePt t="35740" x="3924300" y="2070100"/>
          <p14:tracePt t="35756" x="3873500" y="2044700"/>
          <p14:tracePt t="35772" x="3841750" y="2032000"/>
          <p14:tracePt t="35789" x="3829050" y="2025650"/>
          <p14:tracePt t="35806" x="3784600" y="2019300"/>
          <p14:tracePt t="35822" x="3759200" y="2019300"/>
          <p14:tracePt t="35839" x="3721100" y="2012950"/>
          <p14:tracePt t="35845" x="3702050" y="2012950"/>
          <p14:tracePt t="35856" x="3676650" y="2012950"/>
          <p14:tracePt t="35872" x="3613150" y="2006600"/>
          <p14:tracePt t="35878" x="3530600" y="2000250"/>
          <p14:tracePt t="35889" x="3492500" y="1993900"/>
          <p14:tracePt t="35906" x="3441700" y="1987550"/>
          <p14:tracePt t="35909" x="3416300" y="1981200"/>
          <p14:tracePt t="35922" x="3384550" y="1981200"/>
          <p14:tracePt t="35939" x="3333750" y="1974850"/>
          <p14:tracePt t="35943" x="3308350" y="1974850"/>
          <p14:tracePt t="35955" x="3282950" y="1974850"/>
          <p14:tracePt t="35973" x="3225800" y="1974850"/>
          <p14:tracePt t="35976" x="3200400" y="1974850"/>
          <p14:tracePt t="35989" x="3168650" y="1981200"/>
          <p14:tracePt t="36006" x="3079750" y="2012950"/>
          <p14:tracePt t="36022" x="3016250" y="2032000"/>
          <p14:tracePt t="36039" x="2959100" y="2063750"/>
          <p14:tracePt t="36056" x="2914650" y="2089150"/>
          <p14:tracePt t="36073" x="2882900" y="2108200"/>
          <p14:tracePt t="36089" x="2857500" y="2133600"/>
          <p14:tracePt t="36106" x="2844800" y="2139950"/>
          <p14:tracePt t="36111" x="2838450" y="2146300"/>
          <p14:tracePt t="36122" x="2825750" y="2159000"/>
          <p14:tracePt t="36139" x="2819400" y="2171700"/>
          <p14:tracePt t="36143" x="2819400" y="2178050"/>
          <p14:tracePt t="36156" x="2813050" y="2184400"/>
          <p14:tracePt t="36173" x="2813050" y="2209800"/>
          <p14:tracePt t="36175" x="2806700" y="2216150"/>
          <p14:tracePt t="36189" x="2806700" y="2247900"/>
          <p14:tracePt t="36206" x="2806700" y="2260600"/>
          <p14:tracePt t="36212" x="2806700" y="2273300"/>
          <p14:tracePt t="36222" x="2806700" y="2279650"/>
          <p14:tracePt t="36239" x="2806700" y="2305050"/>
          <p14:tracePt t="36256" x="2806700" y="2324100"/>
          <p14:tracePt t="36272" x="2806700" y="2330450"/>
          <p14:tracePt t="36289" x="2806700" y="2336800"/>
          <p14:tracePt t="36306" x="2806700" y="2343150"/>
          <p14:tracePt t="36336" x="2806700" y="2349500"/>
          <p14:tracePt t="36364" x="2806700" y="2362200"/>
          <p14:tracePt t="36369" x="2806700" y="2368550"/>
          <p14:tracePt t="36378" x="2806700" y="2381250"/>
          <p14:tracePt t="36389" x="2806700" y="2387600"/>
          <p14:tracePt t="36406" x="2806700" y="2419350"/>
          <p14:tracePt t="36411" x="2806700" y="2438400"/>
          <p14:tracePt t="36416" x="2806700" y="2451100"/>
          <p14:tracePt t="36440" x="2819400" y="2470150"/>
          <p14:tracePt t="36444" x="2825750" y="2482850"/>
          <p14:tracePt t="36456" x="2838450" y="2495550"/>
          <p14:tracePt t="36473" x="2844800" y="2495550"/>
          <p14:tracePt t="36476" x="2844800" y="2501900"/>
          <p14:tracePt t="36489" x="2851150" y="2501900"/>
          <p14:tracePt t="36506" x="2863850" y="2501900"/>
          <p14:tracePt t="36579" x="2870200" y="2501900"/>
          <p14:tracePt t="36603" x="2876550" y="2495550"/>
          <p14:tracePt t="36611" x="2876550" y="2489200"/>
          <p14:tracePt t="36624" x="2876550" y="2482850"/>
          <p14:tracePt t="36639" x="2882900" y="2476500"/>
          <p14:tracePt t="36656" x="2882900" y="2463800"/>
          <p14:tracePt t="36726" x="2882900" y="2457450"/>
          <p14:tracePt t="36749" x="2882900" y="2451100"/>
          <p14:tracePt t="36772" x="2882900" y="2444750"/>
          <p14:tracePt t="36781" x="2882900" y="2438400"/>
          <p14:tracePt t="36797" x="2876550" y="2432050"/>
          <p14:tracePt t="36813" x="2870200" y="2425700"/>
          <p14:tracePt t="36836" x="2863850" y="2425700"/>
          <p14:tracePt t="36854" x="2863850" y="2419350"/>
          <p14:tracePt t="36861" x="2857500" y="2419350"/>
          <p14:tracePt t="36872" x="2851150" y="2413000"/>
          <p14:tracePt t="36889" x="2844800" y="2413000"/>
          <p14:tracePt t="36906" x="2838450" y="2406650"/>
          <p14:tracePt t="36922" x="2825750" y="2406650"/>
          <p14:tracePt t="36927" x="2825750" y="2400300"/>
          <p14:tracePt t="36939" x="2819400" y="2400300"/>
          <p14:tracePt t="36956" x="2794000" y="2393950"/>
          <p14:tracePt t="36973" x="2781300" y="2393950"/>
          <p14:tracePt t="36989" x="2762250" y="2387600"/>
          <p14:tracePt t="37006" x="2749550" y="2387600"/>
          <p14:tracePt t="37022" x="2736850" y="2387600"/>
          <p14:tracePt t="37039" x="2724150" y="2387600"/>
          <p14:tracePt t="37055" x="2717800" y="2387600"/>
          <p14:tracePt t="37072" x="2711450" y="2387600"/>
          <p14:tracePt t="37089" x="2705100" y="2387600"/>
          <p14:tracePt t="37111" x="2698750" y="2387600"/>
          <p14:tracePt t="37122" x="2698750" y="2393950"/>
          <p14:tracePt t="37139" x="2692400" y="2400300"/>
          <p14:tracePt t="37156" x="2686050" y="2406650"/>
          <p14:tracePt t="37172" x="2679700" y="2406650"/>
          <p14:tracePt t="37189" x="2673350" y="2419350"/>
          <p14:tracePt t="37194" x="2667000" y="2425700"/>
          <p14:tracePt t="37206" x="2654300" y="2444750"/>
          <p14:tracePt t="37222" x="2647950" y="2451100"/>
          <p14:tracePt t="37239" x="2647950" y="2470150"/>
          <p14:tracePt t="37255" x="2647950" y="2476500"/>
          <p14:tracePt t="37272" x="2647950" y="2489200"/>
          <p14:tracePt t="37289" x="2647950" y="2495550"/>
          <p14:tracePt t="37305" x="2647950" y="2501900"/>
          <p14:tracePt t="37322" x="2647950" y="2520950"/>
          <p14:tracePt t="37339" x="2647950" y="2527300"/>
          <p14:tracePt t="37356" x="2647950" y="2552700"/>
          <p14:tracePt t="37363" x="2647950" y="2559050"/>
          <p14:tracePt t="37372" x="2654300" y="2571750"/>
          <p14:tracePt t="37389" x="2660650" y="2584450"/>
          <p14:tracePt t="37392" x="2667000" y="2590800"/>
          <p14:tracePt t="37406" x="2673350" y="2603500"/>
          <p14:tracePt t="37422" x="2679700" y="2609850"/>
          <p14:tracePt t="37427" x="2692400" y="2616200"/>
          <p14:tracePt t="37439" x="2698750" y="2628900"/>
          <p14:tracePt t="37455" x="2724150" y="2641600"/>
          <p14:tracePt t="37472" x="2749550" y="2654300"/>
          <p14:tracePt t="37489" x="2781300" y="2667000"/>
          <p14:tracePt t="37506" x="2825750" y="2673350"/>
          <p14:tracePt t="37522" x="2895600" y="2673350"/>
          <p14:tracePt t="37540" x="2940050" y="2673350"/>
          <p14:tracePt t="37556" x="3009900" y="2673350"/>
          <p14:tracePt t="37572" x="3073400" y="2686050"/>
          <p14:tracePt t="37589" x="3105150" y="2686050"/>
          <p14:tracePt t="37595" x="3124200" y="2692400"/>
          <p14:tracePt t="37606" x="3149600" y="2698750"/>
          <p14:tracePt t="37622" x="3175000" y="2705100"/>
          <p14:tracePt t="37626" x="3194050" y="2705100"/>
          <p14:tracePt t="37639" x="3200400" y="2705100"/>
          <p14:tracePt t="37656" x="3232150" y="2711450"/>
          <p14:tracePt t="37659" x="3270250" y="2711450"/>
          <p14:tracePt t="37672" x="3308350" y="2717800"/>
          <p14:tracePt t="37689" x="3384550" y="2724150"/>
          <p14:tracePt t="37692" x="3429000" y="2724150"/>
          <p14:tracePt t="37706" x="3492500" y="2730500"/>
          <p14:tracePt t="37722" x="3581400" y="2736850"/>
          <p14:tracePt t="37739" x="3632200" y="2736850"/>
          <p14:tracePt t="37756" x="3683000" y="2743200"/>
          <p14:tracePt t="37772" x="3702050" y="2743200"/>
          <p14:tracePt t="37789" x="3721100" y="2743200"/>
          <p14:tracePt t="37806" x="3733800" y="2743200"/>
          <p14:tracePt t="37822" x="3740150" y="2743200"/>
          <p14:tracePt t="37848" x="3752850" y="2743200"/>
          <p14:tracePt t="37861" x="3765550" y="2736850"/>
          <p14:tracePt t="37872" x="3778250" y="2736850"/>
          <p14:tracePt t="37889" x="3797300" y="2724150"/>
          <p14:tracePt t="37895" x="3803650" y="2724150"/>
          <p14:tracePt t="37901" x="3822700" y="2717800"/>
          <p14:tracePt t="37922" x="3848100" y="2711450"/>
          <p14:tracePt t="37926" x="3873500" y="2705100"/>
          <p14:tracePt t="37939" x="3886200" y="2705100"/>
          <p14:tracePt t="37956" x="3949700" y="2692400"/>
          <p14:tracePt t="37972" x="3981450" y="2686050"/>
          <p14:tracePt t="37989" x="4032250" y="2686050"/>
          <p14:tracePt t="38006" x="4064000" y="2686050"/>
          <p14:tracePt t="38022" x="4114800" y="2679700"/>
          <p14:tracePt t="38039" x="4133850" y="2679700"/>
          <p14:tracePt t="38056" x="4152900" y="2673350"/>
          <p14:tracePt t="38060" x="4165600" y="2673350"/>
          <p14:tracePt t="38072" x="4171950" y="2673350"/>
          <p14:tracePt t="38089" x="4184650" y="2667000"/>
          <p14:tracePt t="38106" x="4210050" y="2667000"/>
          <p14:tracePt t="38122" x="4229100" y="2660650"/>
          <p14:tracePt t="38127" x="4235450" y="2660650"/>
          <p14:tracePt t="38139" x="4248150" y="2654300"/>
          <p14:tracePt t="38156" x="4273550" y="2647950"/>
          <p14:tracePt t="38161" x="4279900" y="2647950"/>
          <p14:tracePt t="38172" x="4292600" y="2647950"/>
          <p14:tracePt t="38189" x="4337050" y="2628900"/>
          <p14:tracePt t="38193" x="4349750" y="2622550"/>
          <p14:tracePt t="38206" x="4368800" y="2609850"/>
          <p14:tracePt t="38222" x="4387850" y="2597150"/>
          <p14:tracePt t="38242" x="4400550" y="2584450"/>
          <p14:tracePt t="38256" x="4413250" y="2571750"/>
          <p14:tracePt t="38274" x="4419600" y="2565400"/>
          <p14:tracePt t="38289" x="4419600" y="2546350"/>
          <p14:tracePt t="38308" x="4425950" y="2533650"/>
          <p14:tracePt t="38313" x="4425950" y="2527300"/>
          <p14:tracePt t="38322" x="4425950" y="2520950"/>
          <p14:tracePt t="38339" x="4425950" y="2495550"/>
          <p14:tracePt t="38356" x="4425950" y="2476500"/>
          <p14:tracePt t="38373" x="4413250" y="2451100"/>
          <p14:tracePt t="38379" x="4406900" y="2438400"/>
          <p14:tracePt t="38384" x="4394200" y="2425700"/>
          <p14:tracePt t="38409" x="4356100" y="2387600"/>
          <p14:tracePt t="38422" x="4349750" y="2381250"/>
          <p14:tracePt t="38440" x="4305300" y="2349500"/>
          <p14:tracePt t="38456" x="4273550" y="2330450"/>
          <p14:tracePt t="38472" x="4254500" y="2330450"/>
          <p14:tracePt t="38489" x="4210050" y="2311400"/>
          <p14:tracePt t="38506" x="4159250" y="2292350"/>
          <p14:tracePt t="38522" x="4108450" y="2279650"/>
          <p14:tracePt t="38539" x="4032250" y="2266950"/>
          <p14:tracePt t="38556" x="3994150" y="2260600"/>
          <p14:tracePt t="38572" x="3911600" y="2254250"/>
          <p14:tracePt t="38577" x="3879850" y="2247900"/>
          <p14:tracePt t="38589" x="3835400" y="2247900"/>
          <p14:tracePt t="38606" x="3759200" y="2247900"/>
          <p14:tracePt t="38622" x="3676650" y="2241550"/>
          <p14:tracePt t="38639" x="3600450" y="2235200"/>
          <p14:tracePt t="38642" x="3568700" y="2235200"/>
          <p14:tracePt t="38656" x="3530600" y="2228850"/>
          <p14:tracePt t="38672" x="3479800" y="2228850"/>
          <p14:tracePt t="38675" x="3441700" y="2228850"/>
          <p14:tracePt t="38689" x="3409950" y="2228850"/>
          <p14:tracePt t="38706" x="3314700" y="2228850"/>
          <p14:tracePt t="38722" x="3238500" y="2235200"/>
          <p14:tracePt t="38739" x="3162300" y="2241550"/>
          <p14:tracePt t="38756" x="3105150" y="2254250"/>
          <p14:tracePt t="38773" x="3028950" y="2266950"/>
          <p14:tracePt t="38789" x="3003550" y="2266950"/>
          <p14:tracePt t="38806" x="2959100" y="2279650"/>
          <p14:tracePt t="38811" x="2946400" y="2279650"/>
          <p14:tracePt t="38822" x="2927350" y="2279650"/>
          <p14:tracePt t="38840" x="2895600" y="2286000"/>
          <p14:tracePt t="38844" x="2882900" y="2292350"/>
          <p14:tracePt t="38856" x="2870200" y="2292350"/>
          <p14:tracePt t="38872" x="2838450" y="2292350"/>
          <p14:tracePt t="38880" x="2825750" y="2298700"/>
          <p14:tracePt t="38889" x="2806700" y="2298700"/>
          <p14:tracePt t="38906" x="2787650" y="2305050"/>
          <p14:tracePt t="38910" x="2781300" y="2305050"/>
          <p14:tracePt t="38922" x="2768600" y="2311400"/>
          <p14:tracePt t="38940" x="2749550" y="2311400"/>
          <p14:tracePt t="38956" x="2736850" y="2317750"/>
          <p14:tracePt t="38972" x="2717800" y="2330450"/>
          <p14:tracePt t="38989" x="2686050" y="2343150"/>
          <p14:tracePt t="39006" x="2667000" y="2349500"/>
          <p14:tracePt t="39013" x="2654300" y="2355850"/>
          <p14:tracePt t="39022" x="2641600" y="2368550"/>
          <p14:tracePt t="39039" x="2628900" y="2374900"/>
          <p14:tracePt t="39056" x="2622550" y="2381250"/>
          <p14:tracePt t="39072" x="2616200" y="2387600"/>
          <p14:tracePt t="39089" x="2609850" y="2393950"/>
          <p14:tracePt t="39105" x="2609850" y="2400300"/>
          <p14:tracePt t="39122" x="2603500" y="2400300"/>
          <p14:tracePt t="39139" x="2603500" y="2406650"/>
          <p14:tracePt t="39144" x="2603500" y="2419350"/>
          <p14:tracePt t="39155" x="2597150" y="2419350"/>
          <p14:tracePt t="39173" x="2590800" y="2438400"/>
          <p14:tracePt t="39175" x="2590800" y="2444750"/>
          <p14:tracePt t="39192" x="2590800" y="2451100"/>
          <p14:tracePt t="39206" x="2590800" y="2463800"/>
          <p14:tracePt t="39224" x="2590800" y="2470150"/>
          <p14:tracePt t="39247" x="2590800" y="2476500"/>
          <p14:tracePt t="39271" x="2590800" y="2482850"/>
          <p14:tracePt t="39299" x="2590800" y="2489200"/>
          <p14:tracePt t="39306" x="2590800" y="2495550"/>
          <p14:tracePt t="39339" x="2590800" y="2501900"/>
          <p14:tracePt t="39356" x="2590800" y="2508250"/>
          <p14:tracePt t="39372" x="2597150" y="2520950"/>
          <p14:tracePt t="39389" x="2597150" y="2533650"/>
          <p14:tracePt t="39406" x="2603500" y="2546350"/>
          <p14:tracePt t="39411" x="2609850" y="2552700"/>
          <p14:tracePt t="39426" x="2609850" y="2559050"/>
          <p14:tracePt t="39441" x="2609850" y="2565400"/>
          <p14:tracePt t="39456" x="2616200" y="2565400"/>
          <p14:tracePt t="39472" x="2616200" y="2571750"/>
          <p14:tracePt t="39715" x="0" y="0"/>
        </p14:tracePtLst>
        <p14:tracePtLst>
          <p14:tracePt t="54931" x="2914650" y="2895600"/>
          <p14:tracePt t="55042" x="2908300" y="2895600"/>
          <p14:tracePt t="55059" x="2901950" y="2895600"/>
          <p14:tracePt t="55073" x="2895600" y="2895600"/>
          <p14:tracePt t="55083" x="2889250" y="2895600"/>
          <p14:tracePt t="55089" x="2876550" y="2895600"/>
          <p14:tracePt t="55107" x="2863850" y="2895600"/>
          <p14:tracePt t="55123" x="2844800" y="2895600"/>
          <p14:tracePt t="55139" x="2832100" y="2895600"/>
          <p14:tracePt t="55156" x="2806700" y="2895600"/>
          <p14:tracePt t="55172" x="2800350" y="2895600"/>
          <p14:tracePt t="55189" x="2794000" y="2895600"/>
          <p14:tracePt t="55206" x="2787650" y="2901950"/>
          <p14:tracePt t="55223" x="2781300" y="2901950"/>
          <p14:tracePt t="55245" x="2774950" y="2901950"/>
          <p14:tracePt t="55251" x="2768600" y="2908300"/>
          <p14:tracePt t="55273" x="2755900" y="2908300"/>
          <p14:tracePt t="55277" x="2755900" y="2914650"/>
          <p14:tracePt t="55289" x="2749550" y="2914650"/>
          <p14:tracePt t="55306" x="2736850" y="2921000"/>
          <p14:tracePt t="55323" x="2730500" y="2927350"/>
          <p14:tracePt t="55339" x="2724150" y="2927350"/>
          <p14:tracePt t="55356" x="2717800" y="2933700"/>
          <p14:tracePt t="55373" x="2711450" y="2940050"/>
          <p14:tracePt t="55389" x="2705100" y="2946400"/>
          <p14:tracePt t="55406" x="2698750" y="2952750"/>
          <p14:tracePt t="55423" x="2692400" y="2959100"/>
          <p14:tracePt t="55439" x="2686050" y="2971800"/>
          <p14:tracePt t="55456" x="2679700" y="2971800"/>
          <p14:tracePt t="55473" x="2673350" y="2978150"/>
          <p14:tracePt t="55478" x="2673350" y="2984500"/>
          <p14:tracePt t="55489" x="2667000" y="2984500"/>
          <p14:tracePt t="55506" x="2660650" y="2997200"/>
          <p14:tracePt t="55511" x="2654300" y="3009900"/>
          <p14:tracePt t="55526" x="2654300" y="3016250"/>
          <p14:tracePt t="55541" x="2647950" y="3028950"/>
          <p14:tracePt t="55557" x="2647950" y="3035300"/>
          <p14:tracePt t="55573" x="2647950" y="3041650"/>
          <p14:tracePt t="55590" x="2647950" y="3048000"/>
          <p14:tracePt t="55606" x="2647950" y="3054350"/>
          <p14:tracePt t="55623" x="2647950" y="3067050"/>
          <p14:tracePt t="55639" x="2647950" y="3079750"/>
          <p14:tracePt t="55656" x="2647950" y="3098800"/>
          <p14:tracePt t="55673" x="2647950" y="3111500"/>
          <p14:tracePt t="55689" x="2647950" y="3136900"/>
          <p14:tracePt t="55706" x="2647950" y="3143250"/>
          <p14:tracePt t="55723" x="2647950" y="3155950"/>
          <p14:tracePt t="55739" x="2647950" y="3168650"/>
          <p14:tracePt t="55743" x="2654300" y="3168650"/>
          <p14:tracePt t="55756" x="2660650" y="3175000"/>
          <p14:tracePt t="55773" x="2660650" y="3187700"/>
          <p14:tracePt t="55776" x="2667000" y="3187700"/>
          <p14:tracePt t="55789" x="2667000" y="3194050"/>
          <p14:tracePt t="55806" x="2679700" y="3200400"/>
          <p14:tracePt t="55834" x="2686050" y="3206750"/>
          <p14:tracePt t="55848" x="2686050" y="3213100"/>
          <p14:tracePt t="55856" x="2692400" y="3213100"/>
          <p14:tracePt t="55873" x="2698750" y="3219450"/>
          <p14:tracePt t="55889" x="2705100" y="3225800"/>
          <p14:tracePt t="55906" x="2717800" y="3238500"/>
          <p14:tracePt t="55923" x="2736850" y="3251200"/>
          <p14:tracePt t="55939" x="2749550" y="3251200"/>
          <p14:tracePt t="55945" x="2762250" y="3257550"/>
          <p14:tracePt t="55956" x="2768600" y="3263900"/>
          <p14:tracePt t="55973" x="2781300" y="3263900"/>
          <p14:tracePt t="55978" x="2787650" y="3270250"/>
          <p14:tracePt t="55989" x="2800350" y="3276600"/>
          <p14:tracePt t="56006" x="2813050" y="3276600"/>
          <p14:tracePt t="56009" x="2819400" y="3276600"/>
          <p14:tracePt t="56023" x="2832100" y="3276600"/>
          <p14:tracePt t="56040" x="2857500" y="3276600"/>
          <p14:tracePt t="56056" x="2876550" y="3276600"/>
          <p14:tracePt t="56073" x="2895600" y="3276600"/>
          <p14:tracePt t="56089" x="2933700" y="3282950"/>
          <p14:tracePt t="56106" x="2965450" y="3282950"/>
          <p14:tracePt t="56123" x="3009900" y="3282950"/>
          <p14:tracePt t="56139" x="3054350" y="3282950"/>
          <p14:tracePt t="56156" x="3098800" y="3282950"/>
          <p14:tracePt t="56173" x="3149600" y="3282950"/>
          <p14:tracePt t="56189" x="3187700" y="3282950"/>
          <p14:tracePt t="56206" x="3225800" y="3282950"/>
          <p14:tracePt t="56211" x="3238500" y="3282950"/>
          <p14:tracePt t="56223" x="3251200" y="3282950"/>
          <p14:tracePt t="56240" x="3282950" y="3282950"/>
          <p14:tracePt t="56246" x="3295650" y="3276600"/>
          <p14:tracePt t="56256" x="3314700" y="3276600"/>
          <p14:tracePt t="56273" x="3346450" y="3270250"/>
          <p14:tracePt t="56278" x="3365500" y="3263900"/>
          <p14:tracePt t="56289" x="3390900" y="3263900"/>
          <p14:tracePt t="56307" x="3473450" y="3257550"/>
          <p14:tracePt t="56325" x="3505200" y="3257550"/>
          <p14:tracePt t="56339" x="3562350" y="3244850"/>
          <p14:tracePt t="56358" x="3600450" y="3238500"/>
          <p14:tracePt t="56373" x="3619500" y="3238500"/>
          <p14:tracePt t="56392" x="3644900" y="3219450"/>
          <p14:tracePt t="56396" x="3644900" y="3213100"/>
          <p14:tracePt t="56407" x="3651250" y="3206750"/>
          <p14:tracePt t="56425" x="3657600" y="3194050"/>
          <p14:tracePt t="56430" x="3657600" y="3187700"/>
          <p14:tracePt t="56440" x="3663950" y="3175000"/>
          <p14:tracePt t="56457" x="3663950" y="3162300"/>
          <p14:tracePt t="56473" x="3663950" y="3155950"/>
          <p14:tracePt t="56489" x="3663950" y="3143250"/>
          <p14:tracePt t="56494" x="3663950" y="3136900"/>
          <p14:tracePt t="56506" x="3663950" y="3130550"/>
          <p14:tracePt t="56523" x="3657600" y="3117850"/>
          <p14:tracePt t="56527" x="3651250" y="3098800"/>
          <p14:tracePt t="56539" x="3638550" y="3092450"/>
          <p14:tracePt t="56557" x="3587750" y="3041650"/>
          <p14:tracePt t="56573" x="3543300" y="3009900"/>
          <p14:tracePt t="56589" x="3492500" y="2984500"/>
          <p14:tracePt t="56606" x="3435350" y="2952750"/>
          <p14:tracePt t="56623" x="3378200" y="2933700"/>
          <p14:tracePt t="56639" x="3346450" y="2927350"/>
          <p14:tracePt t="56656" x="3308350" y="2921000"/>
          <p14:tracePt t="56673" x="3295650" y="2921000"/>
          <p14:tracePt t="56689" x="3276600" y="2921000"/>
          <p14:tracePt t="56695" x="3263900" y="2921000"/>
          <p14:tracePt t="56706" x="3257550" y="2921000"/>
          <p14:tracePt t="56723" x="3238500" y="2921000"/>
          <p14:tracePt t="56726" x="3232150" y="2921000"/>
          <p14:tracePt t="56740" x="3219450" y="2921000"/>
          <p14:tracePt t="56756" x="3200400" y="2921000"/>
          <p14:tracePt t="56759" x="3175000" y="2927350"/>
          <p14:tracePt t="56773" x="3168650" y="2927350"/>
          <p14:tracePt t="56790" x="3130550" y="2933700"/>
          <p14:tracePt t="56806" x="3092450" y="2940050"/>
          <p14:tracePt t="56823" x="3060700" y="2946400"/>
          <p14:tracePt t="56840" x="3016250" y="2946400"/>
          <p14:tracePt t="56856" x="2990850" y="2946400"/>
          <p14:tracePt t="56873" x="2946400" y="2946400"/>
          <p14:tracePt t="56889" x="2921000" y="2946400"/>
          <p14:tracePt t="56906" x="2889250" y="2952750"/>
          <p14:tracePt t="56923" x="2851150" y="2959100"/>
          <p14:tracePt t="56927" x="2844800" y="2959100"/>
          <p14:tracePt t="56940" x="2838450" y="2965450"/>
          <p14:tracePt t="56956" x="2813050" y="2965450"/>
          <p14:tracePt t="56960" x="2781300" y="2971800"/>
          <p14:tracePt t="56973" x="2768600" y="2971800"/>
          <p14:tracePt t="56990" x="2743200" y="2984500"/>
          <p14:tracePt t="56993" x="2730500" y="2984500"/>
          <p14:tracePt t="57006" x="2711450" y="2990850"/>
          <p14:tracePt t="57023" x="2692400" y="2997200"/>
          <p14:tracePt t="57027" x="2686050" y="2997200"/>
          <p14:tracePt t="57039" x="2673350" y="3003550"/>
          <p14:tracePt t="57056" x="2654300" y="3009900"/>
          <p14:tracePt t="57072" x="2647950" y="3009900"/>
          <p14:tracePt t="57089" x="2641600" y="3016250"/>
          <p14:tracePt t="57106" x="2635250" y="3016250"/>
          <p14:tracePt t="57396" x="0" y="0"/>
        </p14:tracePtLst>
        <p14:tracePtLst>
          <p14:tracePt t="67994" x="3333750" y="3276600"/>
          <p14:tracePt t="67999" x="3308350" y="3263900"/>
          <p14:tracePt t="68016" x="3302000" y="3257550"/>
          <p14:tracePt t="68023" x="3295650" y="3251200"/>
          <p14:tracePt t="68040" x="3289300" y="3244850"/>
          <p14:tracePt t="68057" x="3282950" y="3244850"/>
          <p14:tracePt t="68073" x="3276600" y="3238500"/>
          <p14:tracePt t="68090" x="3270250" y="3238500"/>
          <p14:tracePt t="68106" x="3263900" y="3232150"/>
          <p14:tracePt t="68123" x="3244850" y="3232150"/>
          <p14:tracePt t="68140" x="3232150" y="3219450"/>
          <p14:tracePt t="68143" x="3219450" y="3219450"/>
          <p14:tracePt t="68156" x="3213100" y="3219450"/>
          <p14:tracePt t="68173" x="3175000" y="3213100"/>
          <p14:tracePt t="68178" x="3149600" y="3213100"/>
          <p14:tracePt t="68190" x="3136900" y="3213100"/>
          <p14:tracePt t="68206" x="3041650" y="3213100"/>
          <p14:tracePt t="68223" x="2990850" y="3219450"/>
          <p14:tracePt t="68240" x="2946400" y="3232150"/>
          <p14:tracePt t="68257" x="2921000" y="3238500"/>
          <p14:tracePt t="68273" x="2895600" y="3244850"/>
          <p14:tracePt t="68290" x="2870200" y="3251200"/>
          <p14:tracePt t="68306" x="2857500" y="3257550"/>
          <p14:tracePt t="68324" x="2844800" y="3257550"/>
          <p14:tracePt t="68340" x="2832100" y="3263900"/>
          <p14:tracePt t="68356" x="2819400" y="3276600"/>
          <p14:tracePt t="68373" x="2806700" y="3282950"/>
          <p14:tracePt t="68378" x="2800350" y="3282950"/>
          <p14:tracePt t="68394" x="2794000" y="3289300"/>
          <p14:tracePt t="68407" x="2787650" y="3295650"/>
          <p14:tracePt t="68414" x="2781300" y="3295650"/>
          <p14:tracePt t="68425" x="2774950" y="3302000"/>
          <p14:tracePt t="68440" x="2768600" y="3302000"/>
          <p14:tracePt t="68443" x="2755900" y="3308350"/>
          <p14:tracePt t="68457" x="2743200" y="3321050"/>
          <p14:tracePt t="68473" x="2736850" y="3327400"/>
          <p14:tracePt t="68490" x="2717800" y="3346450"/>
          <p14:tracePt t="68506" x="2705100" y="3365500"/>
          <p14:tracePt t="68523" x="2692400" y="3384550"/>
          <p14:tracePt t="68540" x="2686050" y="3403600"/>
          <p14:tracePt t="68545" x="2686050" y="3409950"/>
          <p14:tracePt t="68556" x="2686050" y="3416300"/>
          <p14:tracePt t="68573" x="2686050" y="3429000"/>
          <p14:tracePt t="68590" x="2686050" y="3441700"/>
          <p14:tracePt t="68606" x="2698750" y="3448050"/>
          <p14:tracePt t="68613" x="2705100" y="3448050"/>
          <p14:tracePt t="68623" x="2711450" y="3460750"/>
          <p14:tracePt t="68640" x="2730500" y="3473450"/>
          <p14:tracePt t="68644" x="2743200" y="3486150"/>
          <p14:tracePt t="68657" x="2749550" y="3492500"/>
          <p14:tracePt t="68673" x="2774950" y="3511550"/>
          <p14:tracePt t="68677" x="2787650" y="3517900"/>
          <p14:tracePt t="68690" x="2806700" y="3530600"/>
          <p14:tracePt t="68707" x="2857500" y="3556000"/>
          <p14:tracePt t="68723" x="2889250" y="3575050"/>
          <p14:tracePt t="68740" x="2946400" y="3594100"/>
          <p14:tracePt t="68749" x="2978150" y="3600450"/>
          <p14:tracePt t="68755" x="2990850" y="3606800"/>
          <p14:tracePt t="68773" x="3086100" y="3625850"/>
          <p14:tracePt t="68790" x="3143250" y="3638550"/>
          <p14:tracePt t="68806" x="3219450" y="3644900"/>
          <p14:tracePt t="68812" x="3263900" y="3644900"/>
          <p14:tracePt t="68823" x="3282950" y="3644900"/>
          <p14:tracePt t="68840" x="3340100" y="3644900"/>
          <p14:tracePt t="68846" x="3371850" y="3644900"/>
          <p14:tracePt t="68857" x="3384550" y="3644900"/>
          <p14:tracePt t="68874" x="3416300" y="3644900"/>
          <p14:tracePt t="68879" x="3429000" y="3644900"/>
          <p14:tracePt t="68890" x="3429000" y="3638550"/>
          <p14:tracePt t="68906" x="3441700" y="3632200"/>
          <p14:tracePt t="69054" x="3448050" y="3632200"/>
          <p14:tracePt t="69070" x="3454400" y="3632200"/>
          <p14:tracePt t="69078" x="3460750" y="3632200"/>
          <p14:tracePt t="69090" x="3473450" y="3632200"/>
          <p14:tracePt t="69106" x="3486150" y="3632200"/>
          <p14:tracePt t="69112" x="3492500" y="3632200"/>
          <p14:tracePt t="69124" x="3498850" y="3632200"/>
          <p14:tracePt t="69140" x="3505200" y="3625850"/>
          <p14:tracePt t="69143" x="3511550" y="3625850"/>
          <p14:tracePt t="69156" x="3511550" y="3619500"/>
          <p14:tracePt t="69248" x="3511550" y="3613150"/>
          <p14:tracePt t="69264" x="3505200" y="3613150"/>
          <p14:tracePt t="69272" x="3498850" y="3606800"/>
          <p14:tracePt t="69290" x="3479800" y="3594100"/>
          <p14:tracePt t="69306" x="3467100" y="3587750"/>
          <p14:tracePt t="69323" x="3454400" y="3581400"/>
          <p14:tracePt t="69340" x="3448050" y="3575050"/>
          <p14:tracePt t="69346" x="3435350" y="3575050"/>
          <p14:tracePt t="69356" x="3429000" y="3568700"/>
          <p14:tracePt t="69373" x="3409950" y="3562350"/>
          <p14:tracePt t="69377" x="3397250" y="3556000"/>
          <p14:tracePt t="69390" x="3390900" y="3556000"/>
          <p14:tracePt t="69407" x="3359150" y="3543300"/>
          <p14:tracePt t="69411" x="3346450" y="3543300"/>
          <p14:tracePt t="69423" x="3327400" y="3543300"/>
          <p14:tracePt t="69441" x="3289300" y="3530600"/>
          <p14:tracePt t="69457" x="3257550" y="3524250"/>
          <p14:tracePt t="69473" x="3232150" y="3524250"/>
          <p14:tracePt t="69490" x="3200400" y="3524250"/>
          <p14:tracePt t="69507" x="3168650" y="3524250"/>
          <p14:tracePt t="69524" x="3136900" y="3524250"/>
          <p14:tracePt t="69540" x="3105150" y="3524250"/>
          <p14:tracePt t="69558" x="3067050" y="3524250"/>
          <p14:tracePt t="69561" x="3054350" y="3524250"/>
          <p14:tracePt t="69573" x="3041650" y="3524250"/>
          <p14:tracePt t="69592" x="3016250" y="3517900"/>
          <p14:tracePt t="69595" x="3003550" y="3517900"/>
          <p14:tracePt t="69606" x="2984500" y="3511550"/>
          <p14:tracePt t="69626" x="2940050" y="3511550"/>
          <p14:tracePt t="69640" x="2927350" y="3511550"/>
          <p14:tracePt t="69657" x="2908300" y="3511550"/>
          <p14:tracePt t="69660" x="2901950" y="3511550"/>
          <p14:tracePt t="69673" x="2889250" y="3511550"/>
          <p14:tracePt t="69691" x="2876550" y="3511550"/>
          <p14:tracePt t="69707" x="2863850" y="3511550"/>
          <p14:tracePt t="69723" x="2851150" y="3511550"/>
          <p14:tracePt t="69740" x="2838450" y="3517900"/>
          <p14:tracePt t="69756" x="2832100" y="3517900"/>
          <p14:tracePt t="69773" x="2806700" y="3530600"/>
          <p14:tracePt t="69790" x="2781300" y="3543300"/>
          <p14:tracePt t="69806" x="2749550" y="3562350"/>
          <p14:tracePt t="69823" x="2743200" y="3568700"/>
          <p14:tracePt t="69828" x="2730500" y="3581400"/>
          <p14:tracePt t="69840" x="2717800" y="3587750"/>
          <p14:tracePt t="69856" x="2711450" y="3594100"/>
          <p14:tracePt t="69878" x="2711450" y="3600450"/>
          <p14:tracePt t="69890" x="2711450" y="3606800"/>
          <p14:tracePt t="69893" x="2705100" y="3606800"/>
          <p14:tracePt t="69906" x="2705100" y="3613150"/>
          <p14:tracePt t="69923" x="2705100" y="3619500"/>
          <p14:tracePt t="69927" x="2705100" y="3632200"/>
          <p14:tracePt t="69942" x="2705100" y="3638550"/>
          <p14:tracePt t="69957" x="2705100" y="3651250"/>
          <p14:tracePt t="69973" x="2711450" y="3670300"/>
          <p14:tracePt t="69990" x="2724150" y="3683000"/>
          <p14:tracePt t="70006" x="2736850" y="3695700"/>
          <p14:tracePt t="70023" x="2749550" y="3721100"/>
          <p14:tracePt t="70040" x="2768600" y="3733800"/>
          <p14:tracePt t="70056" x="2800350" y="3746500"/>
          <p14:tracePt t="70061" x="2813050" y="3759200"/>
          <p14:tracePt t="70073" x="2825750" y="3765550"/>
          <p14:tracePt t="70090" x="2863850" y="3784600"/>
          <p14:tracePt t="70093" x="2889250" y="3790950"/>
          <p14:tracePt t="70106" x="2914650" y="3803650"/>
          <p14:tracePt t="70123" x="3035300" y="3841750"/>
          <p14:tracePt t="70126" x="3067050" y="3854450"/>
          <p14:tracePt t="70140" x="3098800" y="3867150"/>
          <p14:tracePt t="70157" x="3206750" y="3886200"/>
          <p14:tracePt t="70173" x="3232150" y="3892550"/>
          <p14:tracePt t="70190" x="3321050" y="3905250"/>
          <p14:tracePt t="70207" x="3365500" y="3905250"/>
          <p14:tracePt t="70223" x="3416300" y="3905250"/>
          <p14:tracePt t="70240" x="3473450" y="3905250"/>
          <p14:tracePt t="70256" x="3524250" y="3905250"/>
          <p14:tracePt t="70273" x="3575050" y="3905250"/>
          <p14:tracePt t="70290" x="3638550" y="3892550"/>
          <p14:tracePt t="70295" x="3670300" y="3886200"/>
          <p14:tracePt t="70307" x="3695700" y="3879850"/>
          <p14:tracePt t="70323" x="3759200" y="3867150"/>
          <p14:tracePt t="70327" x="3797300" y="3867150"/>
          <p14:tracePt t="70340" x="3822700" y="3854450"/>
          <p14:tracePt t="70356" x="3848100" y="3848100"/>
          <p14:tracePt t="70359" x="3879850" y="3835400"/>
          <p14:tracePt t="70373" x="3898900" y="3829050"/>
          <p14:tracePt t="70390" x="3937000" y="3810000"/>
          <p14:tracePt t="70396" x="3949700" y="3803650"/>
          <p14:tracePt t="70407" x="3968750" y="3790950"/>
          <p14:tracePt t="70423" x="3975100" y="3778250"/>
          <p14:tracePt t="70440" x="3981450" y="3765550"/>
          <p14:tracePt t="70457" x="3981450" y="3746500"/>
          <p14:tracePt t="70473" x="3981450" y="3733800"/>
          <p14:tracePt t="70490" x="3981450" y="3721100"/>
          <p14:tracePt t="70506" x="3968750" y="3702050"/>
          <p14:tracePt t="70523" x="3924300" y="3670300"/>
          <p14:tracePt t="70540" x="3898900" y="3651250"/>
          <p14:tracePt t="70556" x="3848100" y="3625850"/>
          <p14:tracePt t="70561" x="3810000" y="3613150"/>
          <p14:tracePt t="70573" x="3765550" y="3600450"/>
          <p14:tracePt t="70590" x="3702050" y="3581400"/>
          <p14:tracePt t="70593" x="3651250" y="3568700"/>
          <p14:tracePt t="70607" x="3587750" y="3562350"/>
          <p14:tracePt t="70624" x="3498850" y="3549650"/>
          <p14:tracePt t="70627" x="3435350" y="3543300"/>
          <p14:tracePt t="70640" x="3409950" y="3543300"/>
          <p14:tracePt t="70657" x="3251200" y="3536950"/>
          <p14:tracePt t="70673" x="3187700" y="3536950"/>
          <p14:tracePt t="70690" x="3168650" y="3536950"/>
          <p14:tracePt t="70693" x="3136900" y="3536950"/>
          <p14:tracePt t="70707" x="3092450" y="3536950"/>
          <p14:tracePt t="70723" x="3073400" y="3536950"/>
          <p14:tracePt t="70740" x="3060700" y="3536950"/>
          <p14:tracePt t="70756" x="3035300" y="3543300"/>
          <p14:tracePt t="70773" x="2990850" y="3562350"/>
          <p14:tracePt t="70790" x="2965450" y="3568700"/>
          <p14:tracePt t="70807" x="2908300" y="3594100"/>
          <p14:tracePt t="70823" x="2863850" y="3613150"/>
          <p14:tracePt t="70828" x="2851150" y="3613150"/>
          <p14:tracePt t="70839" x="2844800" y="3619500"/>
          <p14:tracePt t="70856" x="2819400" y="3632200"/>
          <p14:tracePt t="70873" x="2813050" y="3632200"/>
          <p14:tracePt t="70890" x="2813050" y="3638550"/>
          <p14:tracePt t="71077" x="2813050" y="3644900"/>
          <p14:tracePt t="71102" x="2813050" y="3651250"/>
          <p14:tracePt t="71118" x="2813050" y="3657600"/>
          <p14:tracePt t="71145" x="2806700" y="3663950"/>
          <p14:tracePt t="71159" x="2806700" y="3670300"/>
          <p14:tracePt t="71167" x="2800350" y="3670300"/>
          <p14:tracePt t="71183" x="2800350" y="3676650"/>
          <p14:tracePt t="71190" x="2800350" y="3683000"/>
          <p14:tracePt t="71209" x="2800350" y="3689350"/>
          <p14:tracePt t="71217" x="2794000" y="3689350"/>
          <p14:tracePt t="71223" x="2794000" y="3695700"/>
          <p14:tracePt t="71241" x="2794000" y="3702050"/>
          <p14:tracePt t="71257" x="2787650" y="3714750"/>
          <p14:tracePt t="71290" x="2787650" y="3721100"/>
          <p14:tracePt t="71323" x="2781300" y="3727450"/>
          <p14:tracePt t="71339" x="2781300" y="3733800"/>
          <p14:tracePt t="71539" x="0" y="0"/>
        </p14:tracePtLst>
        <p14:tracePtLst>
          <p14:tracePt t="88319" x="3600450" y="4006850"/>
          <p14:tracePt t="88324" x="3594100" y="4006850"/>
          <p14:tracePt t="88340" x="3568700" y="4006850"/>
          <p14:tracePt t="88357" x="3549650" y="4006850"/>
          <p14:tracePt t="88374" x="3530600" y="4006850"/>
          <p14:tracePt t="88390" x="3492500" y="4019550"/>
          <p14:tracePt t="88408" x="3460750" y="4025900"/>
          <p14:tracePt t="88414" x="3435350" y="4032250"/>
          <p14:tracePt t="88423" x="3422650" y="4032250"/>
          <p14:tracePt t="88440" x="3371850" y="4038600"/>
          <p14:tracePt t="88457" x="3321050" y="4044950"/>
          <p14:tracePt t="88474" x="3263900" y="4044950"/>
          <p14:tracePt t="88478" x="3244850" y="4051300"/>
          <p14:tracePt t="88490" x="3206750" y="4051300"/>
          <p14:tracePt t="88507" x="3162300" y="4051300"/>
          <p14:tracePt t="88512" x="3149600" y="4051300"/>
          <p14:tracePt t="88524" x="3143250" y="4051300"/>
          <p14:tracePt t="88540" x="3124200" y="4051300"/>
          <p14:tracePt t="88600" x="3117850" y="4051300"/>
          <p14:tracePt t="88615" x="3111500" y="4051300"/>
          <p14:tracePt t="88622" x="3105150" y="4057650"/>
          <p14:tracePt t="88641" x="3086100" y="4064000"/>
          <p14:tracePt t="88657" x="3067050" y="4070350"/>
          <p14:tracePt t="88674" x="3041650" y="4076700"/>
          <p14:tracePt t="88690" x="3016250" y="4089400"/>
          <p14:tracePt t="88707" x="2990850" y="4102100"/>
          <p14:tracePt t="88724" x="2952750" y="4121150"/>
          <p14:tracePt t="88740" x="2908300" y="4159250"/>
          <p14:tracePt t="88745" x="2895600" y="4171950"/>
          <p14:tracePt t="88757" x="2882900" y="4184650"/>
          <p14:tracePt t="88774" x="2876550" y="4197350"/>
          <p14:tracePt t="88777" x="2870200" y="4203700"/>
          <p14:tracePt t="88793" x="2863850" y="4210050"/>
          <p14:tracePt t="88807" x="2863850" y="4222750"/>
          <p14:tracePt t="88824" x="2863850" y="4229100"/>
          <p14:tracePt t="88840" x="2857500" y="4235450"/>
          <p14:tracePt t="88857" x="2857500" y="4260850"/>
          <p14:tracePt t="88874" x="2857500" y="4279900"/>
          <p14:tracePt t="88890" x="2857500" y="4305300"/>
          <p14:tracePt t="88907" x="2857500" y="4337050"/>
          <p14:tracePt t="88924" x="2870200" y="4362450"/>
          <p14:tracePt t="88941" x="2882900" y="4394200"/>
          <p14:tracePt t="88957" x="2901950" y="4413250"/>
          <p14:tracePt t="88974" x="2914650" y="4425950"/>
          <p14:tracePt t="88978" x="2940050" y="4445000"/>
          <p14:tracePt t="88990" x="2946400" y="4445000"/>
          <p14:tracePt t="89007" x="2984500" y="4470400"/>
          <p14:tracePt t="89011" x="2990850" y="4470400"/>
          <p14:tracePt t="89024" x="3003550" y="4476750"/>
          <p14:tracePt t="89040" x="3054350" y="4489450"/>
          <p14:tracePt t="89044" x="3073400" y="4495800"/>
          <p14:tracePt t="89058" x="3162300" y="4521200"/>
          <p14:tracePt t="89074" x="3225800" y="4540250"/>
          <p14:tracePt t="89090" x="3346450" y="4559300"/>
          <p14:tracePt t="89107" x="3422650" y="4565650"/>
          <p14:tracePt t="89124" x="3536950" y="4578350"/>
          <p14:tracePt t="89141" x="3600450" y="4584700"/>
          <p14:tracePt t="89146" x="3657600" y="4584700"/>
          <p14:tracePt t="89157" x="3663950" y="4584700"/>
          <p14:tracePt t="89174" x="3708400" y="4584700"/>
          <p14:tracePt t="89180" x="3721100" y="4584700"/>
          <p14:tracePt t="89190" x="3727450" y="4584700"/>
          <p14:tracePt t="89207" x="3752850" y="4572000"/>
          <p14:tracePt t="89224" x="3771900" y="4540250"/>
          <p14:tracePt t="89240" x="3797300" y="4508500"/>
          <p14:tracePt t="89245" x="3803650" y="4495800"/>
          <p14:tracePt t="89258" x="3810000" y="4483100"/>
          <p14:tracePt t="89262" x="3816350" y="4470400"/>
          <p14:tracePt t="89274" x="3822700" y="4451350"/>
          <p14:tracePt t="89292" x="3835400" y="4394200"/>
          <p14:tracePt t="89307" x="3835400" y="4349750"/>
          <p14:tracePt t="89326" x="3841750" y="4305300"/>
          <p14:tracePt t="89340" x="3841750" y="4279900"/>
          <p14:tracePt t="89358" x="3822700" y="4222750"/>
          <p14:tracePt t="89374" x="3797300" y="4178300"/>
          <p14:tracePt t="89391" x="3733800" y="4133850"/>
          <p14:tracePt t="89407" x="3625850" y="4076700"/>
          <p14:tracePt t="89424" x="3467100" y="4032250"/>
          <p14:tracePt t="89428" x="3409950" y="4025900"/>
          <p14:tracePt t="89440" x="3333750" y="4019550"/>
          <p14:tracePt t="89457" x="3232150" y="4019550"/>
          <p14:tracePt t="89474" x="3105150" y="4013200"/>
          <p14:tracePt t="89490" x="2984500" y="4006850"/>
          <p14:tracePt t="89495" x="2940050" y="4006850"/>
          <p14:tracePt t="89507" x="2889250" y="4006850"/>
          <p14:tracePt t="89524" x="2844800" y="4006850"/>
          <p14:tracePt t="89527" x="2825750" y="4006850"/>
          <p14:tracePt t="89541" x="2806700" y="4000500"/>
          <p14:tracePt t="89557" x="2762250" y="3994150"/>
          <p14:tracePt t="89574" x="2730500" y="3994150"/>
          <p14:tracePt t="89590" x="2698750" y="3994150"/>
          <p14:tracePt t="89607" x="2667000" y="4006850"/>
          <p14:tracePt t="89624" x="2641600" y="4025900"/>
          <p14:tracePt t="89630" x="2622550" y="4032250"/>
          <p14:tracePt t="89640" x="2609850" y="4044950"/>
          <p14:tracePt t="89657" x="2590800" y="4064000"/>
          <p14:tracePt t="89674" x="2584450" y="4083050"/>
          <p14:tracePt t="89690" x="2578100" y="4102100"/>
          <p14:tracePt t="89707" x="2578100" y="4114800"/>
          <p14:tracePt t="89723" x="2578100" y="4121150"/>
          <p14:tracePt t="89740" x="2578100" y="4146550"/>
          <p14:tracePt t="89757" x="2578100" y="4171950"/>
          <p14:tracePt t="89773" x="2584450" y="4191000"/>
          <p14:tracePt t="89790" x="2590800" y="4210050"/>
          <p14:tracePt t="89792" x="2597150" y="4222750"/>
          <p14:tracePt t="89807" x="2616200" y="4254500"/>
          <p14:tracePt t="89823" x="2635250" y="4279900"/>
          <p14:tracePt t="89840" x="2667000" y="4311650"/>
          <p14:tracePt t="89857" x="2692400" y="4343400"/>
          <p14:tracePt t="89873" x="2724150" y="4375150"/>
          <p14:tracePt t="89890" x="2749550" y="4394200"/>
          <p14:tracePt t="89907" x="2781300" y="4413250"/>
          <p14:tracePt t="89923" x="2800350" y="4419600"/>
          <p14:tracePt t="89928" x="2819400" y="4432300"/>
          <p14:tracePt t="89940" x="2825750" y="4438650"/>
          <p14:tracePt t="89957" x="2857500" y="4451350"/>
          <p14:tracePt t="89962" x="2863850" y="4457700"/>
          <p14:tracePt t="89973" x="2882900" y="4464050"/>
          <p14:tracePt t="89990" x="2908300" y="4470400"/>
          <p14:tracePt t="89995" x="2933700" y="4476750"/>
          <p14:tracePt t="90007" x="2952750" y="4483100"/>
          <p14:tracePt t="90023" x="3016250" y="4495800"/>
          <p14:tracePt t="90026" x="3048000" y="4502150"/>
          <p14:tracePt t="90040" x="3067050" y="4502150"/>
          <p14:tracePt t="90057" x="3187700" y="4508500"/>
          <p14:tracePt t="90074" x="3232150" y="4514850"/>
          <p14:tracePt t="90090" x="3276600" y="4514850"/>
          <p14:tracePt t="90107" x="3314700" y="4514850"/>
          <p14:tracePt t="90124" x="3352800" y="4514850"/>
          <p14:tracePt t="90130" x="3371850" y="4514850"/>
          <p14:tracePt t="90140" x="3378200" y="4514850"/>
          <p14:tracePt t="90157" x="3397250" y="4514850"/>
          <p14:tracePt t="90174" x="3409950" y="4514850"/>
          <p14:tracePt t="90190" x="3416300" y="4508500"/>
          <p14:tracePt t="90209" x="3422650" y="4508500"/>
          <p14:tracePt t="90240" x="3435350" y="4502150"/>
          <p14:tracePt t="90257" x="3460750" y="4489450"/>
          <p14:tracePt t="90261" x="3467100" y="4483100"/>
          <p14:tracePt t="90273" x="3473450" y="4483100"/>
          <p14:tracePt t="90290" x="3505200" y="4464050"/>
          <p14:tracePt t="90292" x="3511550" y="4464050"/>
          <p14:tracePt t="90307" x="3530600" y="4457700"/>
          <p14:tracePt t="90323" x="3543300" y="4445000"/>
          <p14:tracePt t="90340" x="3549650" y="4438650"/>
          <p14:tracePt t="90357" x="3562350" y="4432300"/>
          <p14:tracePt t="90374" x="3568700" y="4425950"/>
          <p14:tracePt t="90461" x="0" y="0"/>
        </p14:tracePtLst>
        <p14:tracePtLst>
          <p14:tracePt t="96491" x="2279650" y="4362450"/>
          <p14:tracePt t="96494" x="2279650" y="4356100"/>
          <p14:tracePt t="96502" x="2273300" y="4356100"/>
          <p14:tracePt t="96511" x="2266950" y="4349750"/>
          <p14:tracePt t="96526" x="2260600" y="4343400"/>
          <p14:tracePt t="96540" x="2254250" y="4343400"/>
          <p14:tracePt t="96557" x="2241550" y="4330700"/>
          <p14:tracePt t="96560" x="2222500" y="4324350"/>
          <p14:tracePt t="96574" x="2209800" y="4324350"/>
          <p14:tracePt t="96591" x="2178050" y="4311650"/>
          <p14:tracePt t="96595" x="2159000" y="4305300"/>
          <p14:tracePt t="96608" x="2127250" y="4298950"/>
          <p14:tracePt t="96624" x="2063750" y="4286250"/>
          <p14:tracePt t="96641" x="2006600" y="4286250"/>
          <p14:tracePt t="96657" x="1905000" y="4286250"/>
          <p14:tracePt t="96674" x="1828800" y="4279900"/>
          <p14:tracePt t="96691" x="1758950" y="4279900"/>
          <p14:tracePt t="96696" x="1727200" y="4279900"/>
          <p14:tracePt t="96707" x="1638300" y="4267200"/>
          <p14:tracePt t="96724" x="1581150" y="4267200"/>
          <p14:tracePt t="96728" x="1549400" y="4260850"/>
          <p14:tracePt t="96740" x="1524000" y="4260850"/>
          <p14:tracePt t="96757" x="1460500" y="4254500"/>
          <p14:tracePt t="96761" x="1435100" y="4254500"/>
          <p14:tracePt t="96774" x="1352550" y="4248150"/>
          <p14:tracePt t="96790" x="1276350" y="4248150"/>
          <p14:tracePt t="96792" x="1238250" y="4248150"/>
          <p14:tracePt t="96807" x="1200150" y="4248150"/>
          <p14:tracePt t="96824" x="1130300" y="4248150"/>
          <p14:tracePt t="96826" x="1092200" y="4248150"/>
          <p14:tracePt t="96841" x="1060450" y="4248150"/>
          <p14:tracePt t="96858" x="965200" y="4254500"/>
          <p14:tracePt t="96878" x="895350" y="4260850"/>
          <p14:tracePt t="96890" x="825500" y="4260850"/>
          <p14:tracePt t="96907" x="768350" y="4267200"/>
          <p14:tracePt t="96924" x="704850" y="4273550"/>
          <p14:tracePt t="96940" x="692150" y="4279900"/>
          <p14:tracePt t="96957" x="685800" y="4286250"/>
          <p14:tracePt t="96975" x="679450" y="4292600"/>
          <p14:tracePt t="96990" x="673100" y="4305300"/>
          <p14:tracePt t="96994" x="673100" y="4311650"/>
          <p14:tracePt t="97007" x="673100" y="4330700"/>
          <p14:tracePt t="97024" x="673100" y="4368800"/>
          <p14:tracePt t="97026" x="673100" y="4387850"/>
          <p14:tracePt t="97040" x="673100" y="4394200"/>
          <p14:tracePt t="97057" x="673100" y="4438650"/>
          <p14:tracePt t="97059" x="673100" y="4464050"/>
          <p14:tracePt t="97074" x="673100" y="4470400"/>
          <p14:tracePt t="97091" x="698500" y="4521200"/>
          <p14:tracePt t="97093" x="698500" y="4527550"/>
          <p14:tracePt t="97107" x="730250" y="4572000"/>
          <p14:tracePt t="97124" x="762000" y="4597400"/>
          <p14:tracePt t="97140" x="800100" y="4629150"/>
          <p14:tracePt t="97157" x="850900" y="4660900"/>
          <p14:tracePt t="97174" x="914400" y="4686300"/>
          <p14:tracePt t="97190" x="990600" y="4711700"/>
          <p14:tracePt t="97207" x="1092200" y="4730750"/>
          <p14:tracePt t="97223" x="1206500" y="4743450"/>
          <p14:tracePt t="97240" x="1276350" y="4743450"/>
          <p14:tracePt t="97257" x="1416050" y="4743450"/>
          <p14:tracePt t="97261" x="1498600" y="4743450"/>
          <p14:tracePt t="97274" x="1543050" y="4743450"/>
          <p14:tracePt t="97290" x="1651000" y="4749800"/>
          <p14:tracePt t="97295" x="1670050" y="4749800"/>
          <p14:tracePt t="97307" x="1733550" y="4756150"/>
          <p14:tracePt t="97324" x="1784350" y="4756150"/>
          <p14:tracePt t="97327" x="1803400" y="4756150"/>
          <p14:tracePt t="97340" x="1854200" y="4756150"/>
          <p14:tracePt t="97358" x="1924050" y="4756150"/>
          <p14:tracePt t="97374" x="1968500" y="4749800"/>
          <p14:tracePt t="97391" x="2019300" y="4737100"/>
          <p14:tracePt t="97408" x="2057400" y="4718050"/>
          <p14:tracePt t="97424" x="2082800" y="4705350"/>
          <p14:tracePt t="97441" x="2120900" y="4679950"/>
          <p14:tracePt t="97457" x="2146300" y="4667250"/>
          <p14:tracePt t="97474" x="2184400" y="4648200"/>
          <p14:tracePt t="97491" x="2216150" y="4629150"/>
          <p14:tracePt t="97497" x="2228850" y="4629150"/>
          <p14:tracePt t="97503" x="2241550" y="4622800"/>
          <p14:tracePt t="97511" x="2254250" y="4616450"/>
          <p14:tracePt t="97524" x="2260600" y="4616450"/>
          <p14:tracePt t="97542" x="2286000" y="4597400"/>
          <p14:tracePt t="97550" x="2298700" y="4597400"/>
          <p14:tracePt t="97557" x="2298700" y="4591050"/>
          <p14:tracePt t="97575" x="2324100" y="4572000"/>
          <p14:tracePt t="97590" x="2330450" y="4565650"/>
          <p14:tracePt t="97609" x="2336800" y="4546600"/>
          <p14:tracePt t="97624" x="2343150" y="4533900"/>
          <p14:tracePt t="97641" x="2343150" y="4527550"/>
          <p14:tracePt t="97665" x="2343150" y="4521200"/>
          <p14:tracePt t="97681" x="2343150" y="4508500"/>
          <p14:tracePt t="97697" x="2343150" y="4495800"/>
          <p14:tracePt t="97707" x="2343150" y="4489450"/>
          <p14:tracePt t="97724" x="2336800" y="4476750"/>
          <p14:tracePt t="97741" x="2311400" y="4464050"/>
          <p14:tracePt t="97745" x="2305050" y="4451350"/>
          <p14:tracePt t="97757" x="2292350" y="4445000"/>
          <p14:tracePt t="97774" x="2254250" y="4425950"/>
          <p14:tracePt t="97777" x="2235200" y="4419600"/>
          <p14:tracePt t="97790" x="2216150" y="4413250"/>
          <p14:tracePt t="97807" x="2139950" y="4387850"/>
          <p14:tracePt t="97824" x="2063750" y="4381500"/>
          <p14:tracePt t="97841" x="1993900" y="4368800"/>
          <p14:tracePt t="97857" x="1905000" y="4362450"/>
          <p14:tracePt t="97874" x="1746250" y="4356100"/>
          <p14:tracePt t="97890" x="1606550" y="4349750"/>
          <p14:tracePt t="97907" x="1466850" y="4343400"/>
          <p14:tracePt t="97924" x="1339850" y="4343400"/>
          <p14:tracePt t="97941" x="1238250" y="4343400"/>
          <p14:tracePt t="97946" x="1200150" y="4343400"/>
          <p14:tracePt t="97957" x="1174750" y="4343400"/>
          <p14:tracePt t="97974" x="1168400" y="4356100"/>
          <p14:tracePt t="97978" x="1162050" y="4356100"/>
          <p14:tracePt t="98003" x="1162050" y="4362450"/>
          <p14:tracePt t="98019" x="1162050" y="4368800"/>
          <p14:tracePt t="98026" x="1162050" y="4375150"/>
          <p14:tracePt t="98043" x="1162050" y="4381500"/>
          <p14:tracePt t="98057" x="1162050" y="4387850"/>
          <p14:tracePt t="98074" x="1168400" y="4400550"/>
          <p14:tracePt t="98090" x="1168400" y="4406900"/>
          <p14:tracePt t="98107" x="1168400" y="4413250"/>
          <p14:tracePt t="98123" x="1174750" y="4413250"/>
          <p14:tracePt t="98150" x="1174750" y="4419600"/>
          <p14:tracePt t="98157" x="1181100" y="4419600"/>
          <p14:tracePt t="98174" x="1187450" y="4419600"/>
          <p14:tracePt t="98197" x="1193800" y="4419600"/>
          <p14:tracePt t="98207" x="1193800" y="4425950"/>
          <p14:tracePt t="98224" x="1200150" y="4425950"/>
          <p14:tracePt t="98241" x="1206500" y="4425950"/>
          <p14:tracePt t="98244" x="1212850" y="4425950"/>
          <p14:tracePt t="98302" x="1219200" y="4425950"/>
          <p14:tracePt t="98334" x="1225550" y="4425950"/>
          <p14:tracePt t="98336" x="0" y="0"/>
        </p14:tracePtLst>
        <p14:tracePtLst>
          <p14:tracePt t="114753" x="3784600" y="4572000"/>
          <p14:tracePt t="114758" x="3771900" y="4565650"/>
          <p14:tracePt t="114774" x="3752850" y="4559300"/>
          <p14:tracePt t="114791" x="3746500" y="4559300"/>
          <p14:tracePt t="114824" x="3740150" y="4559300"/>
          <p14:tracePt t="114841" x="3727450" y="4559300"/>
          <p14:tracePt t="114845" x="3721100" y="4559300"/>
          <p14:tracePt t="114858" x="3714750" y="4559300"/>
          <p14:tracePt t="114874" x="3695700" y="4559300"/>
          <p14:tracePt t="114877" x="3676650" y="4559300"/>
          <p14:tracePt t="114891" x="3663950" y="4559300"/>
          <p14:tracePt t="114908" x="3568700" y="4559300"/>
          <p14:tracePt t="114924" x="3511550" y="4559300"/>
          <p14:tracePt t="114941" x="3435350" y="4559300"/>
          <p14:tracePt t="114958" x="3378200" y="4559300"/>
          <p14:tracePt t="114974" x="3314700" y="4565650"/>
          <p14:tracePt t="114991" x="3244850" y="4578350"/>
          <p14:tracePt t="115008" x="3206750" y="4584700"/>
          <p14:tracePt t="115024" x="3181350" y="4597400"/>
          <p14:tracePt t="115041" x="3155950" y="4603750"/>
          <p14:tracePt t="115058" x="3117850" y="4616450"/>
          <p14:tracePt t="115074" x="3092450" y="4622800"/>
          <p14:tracePt t="115079" x="3086100" y="4622800"/>
          <p14:tracePt t="115091" x="3079750" y="4622800"/>
          <p14:tracePt t="115108" x="3060700" y="4622800"/>
          <p14:tracePt t="115111" x="3054350" y="4622800"/>
          <p14:tracePt t="115124" x="3048000" y="4622800"/>
          <p14:tracePt t="115141" x="3035300" y="4622800"/>
          <p14:tracePt t="115144" x="3028950" y="4622800"/>
          <p14:tracePt t="115159" x="3016250" y="4622800"/>
          <p14:tracePt t="115174" x="2984500" y="4622800"/>
          <p14:tracePt t="115191" x="2959100" y="4629150"/>
          <p14:tracePt t="115208" x="2946400" y="4635500"/>
          <p14:tracePt t="115224" x="2927350" y="4635500"/>
          <p14:tracePt t="115242" x="2895600" y="4641850"/>
          <p14:tracePt t="115258" x="2876550" y="4641850"/>
          <p14:tracePt t="115274" x="2851150" y="4648200"/>
          <p14:tracePt t="115291" x="2832100" y="4648200"/>
          <p14:tracePt t="115308" x="2819400" y="4654550"/>
          <p14:tracePt t="115325" x="2806700" y="4654550"/>
          <p14:tracePt t="115341" x="2787650" y="4660900"/>
          <p14:tracePt t="115345" x="2774950" y="4660900"/>
          <p14:tracePt t="115358" x="2768600" y="4667250"/>
          <p14:tracePt t="115374" x="2749550" y="4673600"/>
          <p14:tracePt t="115377" x="2743200" y="4673600"/>
          <p14:tracePt t="115391" x="2736850" y="4673600"/>
          <p14:tracePt t="115409" x="2717800" y="4679950"/>
          <p14:tracePt t="115424" x="2698750" y="4686300"/>
          <p14:tracePt t="115441" x="2692400" y="4692650"/>
          <p14:tracePt t="115458" x="2679700" y="4692650"/>
          <p14:tracePt t="115474" x="2673350" y="4699000"/>
          <p14:tracePt t="115491" x="2660650" y="4705350"/>
          <p14:tracePt t="115508" x="2647950" y="4718050"/>
          <p14:tracePt t="115524" x="2635250" y="4724400"/>
          <p14:tracePt t="115541" x="2622550" y="4743450"/>
          <p14:tracePt t="115558" x="2603500" y="4762500"/>
          <p14:tracePt t="115574" x="2590800" y="4775200"/>
          <p14:tracePt t="115578" x="2584450" y="4781550"/>
          <p14:tracePt t="115592" x="2584450" y="4787900"/>
          <p14:tracePt t="115595" x="2578100" y="4787900"/>
          <p14:tracePt t="115619" x="2578100" y="4794250"/>
          <p14:tracePt t="115651" x="2578100" y="4800600"/>
          <p14:tracePt t="115661" x="2584450" y="4806950"/>
          <p14:tracePt t="115675" x="2584450" y="4813300"/>
          <p14:tracePt t="115692" x="2603500" y="4838700"/>
          <p14:tracePt t="115708" x="2622550" y="4870450"/>
          <p14:tracePt t="115726" x="2654300" y="4902200"/>
          <p14:tracePt t="115732" x="2667000" y="4914900"/>
          <p14:tracePt t="115741" x="2679700" y="4927600"/>
          <p14:tracePt t="115758" x="2711450" y="4946650"/>
          <p14:tracePt t="115774" x="2736850" y="4965700"/>
          <p14:tracePt t="115791" x="2768600" y="4978400"/>
          <p14:tracePt t="115808" x="2787650" y="4991100"/>
          <p14:tracePt t="115824" x="2825750" y="5003800"/>
          <p14:tracePt t="115828" x="2844800" y="5003800"/>
          <p14:tracePt t="115841" x="2870200" y="5010150"/>
          <p14:tracePt t="115858" x="2914650" y="5016500"/>
          <p14:tracePt t="115860" x="2933700" y="5016500"/>
          <p14:tracePt t="115874" x="2952750" y="5016500"/>
          <p14:tracePt t="115880" x="2971800" y="5016500"/>
          <p14:tracePt t="115891" x="2984500" y="5016500"/>
          <p14:tracePt t="115895" x="2997200" y="5016500"/>
          <p14:tracePt t="115908" x="3022600" y="5022850"/>
          <p14:tracePt t="115924" x="3041650" y="5035550"/>
          <p14:tracePt t="115941" x="3067050" y="5035550"/>
          <p14:tracePt t="115958" x="3098800" y="5035550"/>
          <p14:tracePt t="115974" x="3162300" y="5035550"/>
          <p14:tracePt t="115991" x="3213100" y="5035550"/>
          <p14:tracePt t="116008" x="3257550" y="5035550"/>
          <p14:tracePt t="116024" x="3321050" y="5035550"/>
          <p14:tracePt t="116031" x="3327400" y="5035550"/>
          <p14:tracePt t="116041" x="3340100" y="5035550"/>
          <p14:tracePt t="116058" x="3359150" y="5035550"/>
          <p14:tracePt t="116074" x="3365500" y="5035550"/>
          <p14:tracePt t="117061" x="3371850" y="5035550"/>
          <p14:tracePt t="117080" x="3378200" y="5035550"/>
          <p14:tracePt t="117086" x="3384550" y="5035550"/>
          <p14:tracePt t="117096" x="3397250" y="5035550"/>
          <p14:tracePt t="117113" x="3409950" y="5035550"/>
          <p14:tracePt t="117125" x="3416300" y="5035550"/>
          <p14:tracePt t="117141" x="3429000" y="5035550"/>
          <p14:tracePt t="117158" x="3460750" y="5035550"/>
          <p14:tracePt t="117174" x="3473450" y="5035550"/>
          <p14:tracePt t="117191" x="3479800" y="5035550"/>
          <p14:tracePt t="117208" x="3492500" y="5035550"/>
          <p14:tracePt t="117224" x="3498850" y="5035550"/>
          <p14:tracePt t="117241" x="3505200" y="5035550"/>
          <p14:tracePt t="117257" x="3511550" y="5041900"/>
          <p14:tracePt t="117275" x="3517900" y="5041900"/>
          <p14:tracePt t="117291" x="3530600" y="5041900"/>
          <p14:tracePt t="117309" x="3536950" y="5041900"/>
          <p14:tracePt t="117312" x="3543300" y="5041900"/>
          <p14:tracePt t="117324" x="3549650" y="5041900"/>
          <p14:tracePt t="117342" x="3562350" y="5041900"/>
          <p14:tracePt t="117347" x="3568700" y="5041900"/>
          <p14:tracePt t="117358" x="3575050" y="5041900"/>
          <p14:tracePt t="117375" x="3594100" y="5048250"/>
          <p14:tracePt t="117377" x="3606800" y="5048250"/>
          <p14:tracePt t="117391" x="3613150" y="5048250"/>
          <p14:tracePt t="117410" x="3657600" y="5048250"/>
          <p14:tracePt t="117424" x="3689350" y="5048250"/>
          <p14:tracePt t="117442" x="3714750" y="5048250"/>
          <p14:tracePt t="117458" x="3733800" y="5048250"/>
          <p14:tracePt t="117475" x="3752850" y="5048250"/>
          <p14:tracePt t="117491" x="3771900" y="5048250"/>
          <p14:tracePt t="117508" x="3784600" y="5048250"/>
          <p14:tracePt t="117513" x="3790950" y="5048250"/>
          <p14:tracePt t="117524" x="3803650" y="5048250"/>
          <p14:tracePt t="117541" x="3810000" y="5048250"/>
          <p14:tracePt t="117544" x="3822700" y="5048250"/>
          <p14:tracePt t="117558" x="3829050" y="5048250"/>
          <p14:tracePt t="117574" x="3860800" y="5048250"/>
          <p14:tracePt t="117578" x="3867150" y="5048250"/>
          <p14:tracePt t="117591" x="3886200" y="5048250"/>
          <p14:tracePt t="117608" x="3930650" y="5048250"/>
          <p14:tracePt t="117612" x="3943350" y="5048250"/>
          <p14:tracePt t="117624" x="3956050" y="5048250"/>
          <p14:tracePt t="117641" x="4006850" y="5048250"/>
          <p14:tracePt t="117644" x="4019550" y="5048250"/>
          <p14:tracePt t="117658" x="4057650" y="5041900"/>
          <p14:tracePt t="117674" x="4102100" y="5041900"/>
          <p14:tracePt t="117691" x="4127500" y="5041900"/>
          <p14:tracePt t="117708" x="4152900" y="5041900"/>
          <p14:tracePt t="117724" x="4184650" y="5035550"/>
          <p14:tracePt t="117741" x="4203700" y="5029200"/>
          <p14:tracePt t="117747" x="4210050" y="5029200"/>
          <p14:tracePt t="117774" x="4222750" y="5029200"/>
          <p14:tracePt t="117791" x="4229100" y="5029200"/>
          <p14:tracePt t="117808" x="4241800" y="5029200"/>
          <p14:tracePt t="117824" x="4248150" y="5029200"/>
          <p14:tracePt t="117841" x="4254500" y="5022850"/>
          <p14:tracePt t="117848" x="4260850" y="5022850"/>
          <p14:tracePt t="117852" x="4273550" y="5016500"/>
          <p14:tracePt t="117858" x="4279900" y="5016500"/>
          <p14:tracePt t="117874" x="4292600" y="5016500"/>
          <p14:tracePt t="117880" x="4305300" y="5016500"/>
          <p14:tracePt t="117893" x="4324350" y="5010150"/>
          <p14:tracePt t="117908" x="4356100" y="5003800"/>
          <p14:tracePt t="117924" x="4375150" y="5003800"/>
          <p14:tracePt t="117941" x="4394200" y="4997450"/>
          <p14:tracePt t="117958" x="4413250" y="4997450"/>
          <p14:tracePt t="117974" x="4432300" y="4991100"/>
          <p14:tracePt t="117981" x="4438650" y="4991100"/>
          <p14:tracePt t="117991" x="4445000" y="4991100"/>
          <p14:tracePt t="118008" x="4470400" y="4991100"/>
          <p14:tracePt t="118013" x="4476750" y="4984750"/>
          <p14:tracePt t="118025" x="4483100" y="4984750"/>
          <p14:tracePt t="118041" x="4502150" y="4984750"/>
          <p14:tracePt t="118044" x="4508500" y="4978400"/>
          <p14:tracePt t="118058" x="4521200" y="4978400"/>
          <p14:tracePt t="118075" x="4533900" y="4978400"/>
          <p14:tracePt t="118077" x="4546600" y="4972050"/>
          <p14:tracePt t="118091" x="4552950" y="4972050"/>
          <p14:tracePt t="118108" x="4565650" y="4972050"/>
          <p14:tracePt t="118124" x="4578350" y="4965700"/>
          <p14:tracePt t="118142" x="4591050" y="4965700"/>
          <p14:tracePt t="118145" x="4597400" y="4965700"/>
          <p14:tracePt t="118158" x="4622800" y="4959350"/>
          <p14:tracePt t="118174" x="4635500" y="4959350"/>
          <p14:tracePt t="118191" x="4679950" y="4946650"/>
          <p14:tracePt t="118208" x="4718050" y="4940300"/>
          <p14:tracePt t="118224" x="4756150" y="4933950"/>
          <p14:tracePt t="118241" x="4787900" y="4927600"/>
          <p14:tracePt t="118247" x="4800600" y="4927600"/>
          <p14:tracePt t="118258" x="4813300" y="4921250"/>
          <p14:tracePt t="118275" x="4838700" y="4921250"/>
          <p14:tracePt t="118279" x="4845050" y="4921250"/>
          <p14:tracePt t="118291" x="4851400" y="4914900"/>
          <p14:tracePt t="118308" x="4883150" y="4908550"/>
          <p14:tracePt t="118311" x="4889500" y="4902200"/>
          <p14:tracePt t="118325" x="4902200" y="4895850"/>
          <p14:tracePt t="118341" x="4914900" y="4889500"/>
          <p14:tracePt t="118344" x="4933950" y="4876800"/>
          <p14:tracePt t="118358" x="4946650" y="4870450"/>
          <p14:tracePt t="118374" x="4965700" y="4857750"/>
          <p14:tracePt t="118391" x="4972050" y="4851400"/>
          <p14:tracePt t="118409" x="4991100" y="4845050"/>
          <p14:tracePt t="118424" x="4991100" y="4838700"/>
          <p14:tracePt t="118649" x="4991100" y="4845050"/>
          <p14:tracePt t="118657" x="4997450" y="4845050"/>
          <p14:tracePt t="118674" x="5010150" y="4857750"/>
          <p14:tracePt t="118691" x="5010150" y="4864100"/>
          <p14:tracePt t="118708" x="5029200" y="4876800"/>
          <p14:tracePt t="118724" x="5054600" y="4883150"/>
          <p14:tracePt t="118741" x="5060950" y="4883150"/>
          <p14:tracePt t="118758" x="5080000" y="4889500"/>
          <p14:tracePt t="118774" x="5092700" y="4889500"/>
          <p14:tracePt t="118779" x="5105400" y="4889500"/>
          <p14:tracePt t="118795" x="5111750" y="4889500"/>
          <p14:tracePt t="118811" x="5124450" y="4889500"/>
          <p14:tracePt t="118843" x="5130800" y="4889500"/>
          <p14:tracePt t="118899" x="5137150" y="4889500"/>
          <p14:tracePt t="119466" x="0" y="0"/>
        </p14:tracePtLst>
        <p14:tracePtLst>
          <p14:tracePt t="130858" x="3054350" y="4946650"/>
          <p14:tracePt t="130863" x="3048000" y="4940300"/>
          <p14:tracePt t="130880" x="3041650" y="4940300"/>
          <p14:tracePt t="130891" x="3035300" y="4933950"/>
          <p14:tracePt t="130908" x="3022600" y="4933950"/>
          <p14:tracePt t="130912" x="3016250" y="4927600"/>
          <p14:tracePt t="130925" x="3009900" y="4927600"/>
          <p14:tracePt t="130941" x="3003550" y="4927600"/>
          <p14:tracePt t="130945" x="2997200" y="4921250"/>
          <p14:tracePt t="130960" x="2984500" y="4921250"/>
          <p14:tracePt t="130975" x="2959100" y="4921250"/>
          <p14:tracePt t="130991" x="2933700" y="4921250"/>
          <p14:tracePt t="131008" x="2901950" y="4921250"/>
          <p14:tracePt t="131015" x="2882900" y="4921250"/>
          <p14:tracePt t="131025" x="2863850" y="4921250"/>
          <p14:tracePt t="131042" x="2825750" y="4921250"/>
          <p14:tracePt t="131048" x="2806700" y="4921250"/>
          <p14:tracePt t="131058" x="2794000" y="4921250"/>
          <p14:tracePt t="131075" x="2768600" y="4927600"/>
          <p14:tracePt t="131080" x="2762250" y="4927600"/>
          <p14:tracePt t="131091" x="2749550" y="4933950"/>
          <p14:tracePt t="131108" x="2743200" y="4933950"/>
          <p14:tracePt t="131125" x="2724150" y="4933950"/>
          <p14:tracePt t="131141" x="2705100" y="4946650"/>
          <p14:tracePt t="131148" x="2692400" y="4946650"/>
          <p14:tracePt t="131154" x="2679700" y="4953000"/>
          <p14:tracePt t="131161" x="2667000" y="4965700"/>
          <p14:tracePt t="131178" x="2654300" y="4965700"/>
          <p14:tracePt t="131191" x="2641600" y="4972050"/>
          <p14:tracePt t="131208" x="2616200" y="4991100"/>
          <p14:tracePt t="131224" x="2597150" y="4997450"/>
          <p14:tracePt t="131241" x="2597150" y="5003800"/>
          <p14:tracePt t="131258" x="2590800" y="5003800"/>
          <p14:tracePt t="131275" x="2590800" y="5010150"/>
          <p14:tracePt t="131291" x="2584450" y="5016500"/>
          <p14:tracePt t="131308" x="2578100" y="5029200"/>
          <p14:tracePt t="131313" x="2578100" y="5035550"/>
          <p14:tracePt t="131324" x="2571750" y="5041900"/>
          <p14:tracePt t="131341" x="2565400" y="5073650"/>
          <p14:tracePt t="131345" x="2565400" y="5086350"/>
          <p14:tracePt t="131358" x="2565400" y="5105400"/>
          <p14:tracePt t="131375" x="2565400" y="5143500"/>
          <p14:tracePt t="131391" x="2565400" y="5181600"/>
          <p14:tracePt t="131408" x="2571750" y="5213350"/>
          <p14:tracePt t="131412" x="2578100" y="5226050"/>
          <p14:tracePt t="131424" x="2584450" y="5245100"/>
          <p14:tracePt t="131441" x="2603500" y="5264150"/>
          <p14:tracePt t="131446" x="2609850" y="5270500"/>
          <p14:tracePt t="131459" x="2628900" y="5283200"/>
          <p14:tracePt t="131475" x="2660650" y="5295900"/>
          <p14:tracePt t="131492" x="2686050" y="5314950"/>
          <p14:tracePt t="131508" x="2724150" y="5327650"/>
          <p14:tracePt t="131525" x="2768600" y="5340350"/>
          <p14:tracePt t="131542" x="2794000" y="5346700"/>
          <p14:tracePt t="131548" x="2825750" y="5359400"/>
          <p14:tracePt t="131558" x="2838450" y="5359400"/>
          <p14:tracePt t="131575" x="2901950" y="5378450"/>
          <p14:tracePt t="131579" x="2914650" y="5378450"/>
          <p14:tracePt t="131592" x="2940050" y="5384800"/>
          <p14:tracePt t="131608" x="2997200" y="5397500"/>
          <p14:tracePt t="131611" x="3028950" y="5397500"/>
          <p14:tracePt t="131625" x="3041650" y="5397500"/>
          <p14:tracePt t="131641" x="3092450" y="5397500"/>
          <p14:tracePt t="131645" x="3117850" y="5397500"/>
          <p14:tracePt t="131658" x="3124200" y="5397500"/>
          <p14:tracePt t="131675" x="3149600" y="5403850"/>
          <p14:tracePt t="131691" x="3155950" y="5410200"/>
          <p14:tracePt t="131709" x="3181350" y="5410200"/>
          <p14:tracePt t="131725" x="3200400" y="5410200"/>
          <p14:tracePt t="131741" x="3219450" y="5410200"/>
          <p14:tracePt t="131758" x="3257550" y="5403850"/>
          <p14:tracePt t="131775" x="3276600" y="5391150"/>
          <p14:tracePt t="131792" x="3321050" y="5378450"/>
          <p14:tracePt t="131808" x="3340100" y="5365750"/>
          <p14:tracePt t="131814" x="3365500" y="5353050"/>
          <p14:tracePt t="131825" x="3378200" y="5346700"/>
          <p14:tracePt t="131841" x="3397250" y="5340350"/>
          <p14:tracePt t="131846" x="3422650" y="5327650"/>
          <p14:tracePt t="131858" x="3435350" y="5327650"/>
          <p14:tracePt t="131875" x="3454400" y="5314950"/>
          <p14:tracePt t="131879" x="3467100" y="5308600"/>
          <p14:tracePt t="131891" x="3479800" y="5308600"/>
          <p14:tracePt t="131908" x="3511550" y="5295900"/>
          <p14:tracePt t="131914" x="3517900" y="5295900"/>
          <p14:tracePt t="131925" x="3530600" y="5295900"/>
          <p14:tracePt t="131942" x="3556000" y="5289550"/>
          <p14:tracePt t="131946" x="3568700" y="5289550"/>
          <p14:tracePt t="131959" x="3625850" y="5276850"/>
          <p14:tracePt t="131975" x="3651250" y="5270500"/>
          <p14:tracePt t="131991" x="3676650" y="5270500"/>
          <p14:tracePt t="132008" x="3708400" y="5264150"/>
          <p14:tracePt t="132025" x="3721100" y="5257800"/>
          <p14:tracePt t="132041" x="3740150" y="5251450"/>
          <p14:tracePt t="132058" x="3752850" y="5245100"/>
          <p14:tracePt t="132074" x="3759200" y="5245100"/>
          <p14:tracePt t="132079" x="3765550" y="5245100"/>
          <p14:tracePt t="132093" x="3771900" y="5238750"/>
          <p14:tracePt t="132108" x="3778250" y="5238750"/>
          <p14:tracePt t="132128" x="3790950" y="5226050"/>
          <p14:tracePt t="132142" x="3797300" y="5213350"/>
          <p14:tracePt t="132159" x="3797300" y="5207000"/>
          <p14:tracePt t="132175" x="3803650" y="5200650"/>
          <p14:tracePt t="132193" x="3803650" y="5181600"/>
          <p14:tracePt t="132209" x="3803650" y="5143500"/>
          <p14:tracePt t="132226" x="3784600" y="5118100"/>
          <p14:tracePt t="132241" x="3765550" y="5086350"/>
          <p14:tracePt t="132258" x="3740150" y="5067300"/>
          <p14:tracePt t="132275" x="3714750" y="5048250"/>
          <p14:tracePt t="132291" x="3695700" y="5035550"/>
          <p14:tracePt t="132308" x="3670300" y="5016500"/>
          <p14:tracePt t="132325" x="3638550" y="5003800"/>
          <p14:tracePt t="132341" x="3619500" y="4991100"/>
          <p14:tracePt t="132358" x="3600450" y="4978400"/>
          <p14:tracePt t="132361" x="3594100" y="4972050"/>
          <p14:tracePt t="132375" x="3581400" y="4965700"/>
          <p14:tracePt t="132391" x="3568700" y="4959350"/>
          <p14:tracePt t="132395" x="3556000" y="4953000"/>
          <p14:tracePt t="132409" x="3530600" y="4946650"/>
          <p14:tracePt t="132425" x="3511550" y="4940300"/>
          <p14:tracePt t="132428" x="3479800" y="4933950"/>
          <p14:tracePt t="132441" x="3454400" y="4927600"/>
          <p14:tracePt t="132459" x="3359150" y="4914900"/>
          <p14:tracePt t="132475" x="3282950" y="4914900"/>
          <p14:tracePt t="132491" x="3194050" y="4914900"/>
          <p14:tracePt t="132508" x="3136900" y="4914900"/>
          <p14:tracePt t="132525" x="3073400" y="4914900"/>
          <p14:tracePt t="132542" x="3041650" y="4914900"/>
          <p14:tracePt t="132558" x="3009900" y="4908550"/>
          <p14:tracePt t="132575" x="2984500" y="4908550"/>
          <p14:tracePt t="132591" x="2952750" y="4908550"/>
          <p14:tracePt t="132596" x="2946400" y="4908550"/>
          <p14:tracePt t="132608" x="2921000" y="4908550"/>
          <p14:tracePt t="132625" x="2857500" y="4914900"/>
          <p14:tracePt t="132629" x="2838450" y="4914900"/>
          <p14:tracePt t="132641" x="2806700" y="4921250"/>
          <p14:tracePt t="132659" x="2717800" y="4927600"/>
          <p14:tracePt t="132675" x="2686050" y="4940300"/>
          <p14:tracePt t="132692" x="2673350" y="4940300"/>
          <p14:tracePt t="132696" x="2654300" y="4940300"/>
          <p14:tracePt t="132708" x="2641600" y="4946650"/>
          <p14:tracePt t="132725" x="2635250" y="4953000"/>
          <p14:tracePt t="132741" x="2628900" y="4965700"/>
          <p14:tracePt t="132758" x="2622550" y="4978400"/>
          <p14:tracePt t="132775" x="2622550" y="4984750"/>
          <p14:tracePt t="132791" x="2622550" y="5003800"/>
          <p14:tracePt t="132797" x="2622550" y="5016500"/>
          <p14:tracePt t="132808" x="2622550" y="5035550"/>
          <p14:tracePt t="132825" x="2628900" y="5048250"/>
          <p14:tracePt t="132829" x="2628900" y="5067300"/>
          <p14:tracePt t="132841" x="2635250" y="5073650"/>
          <p14:tracePt t="132858" x="2654300" y="5111750"/>
          <p14:tracePt t="132862" x="2660650" y="5118100"/>
          <p14:tracePt t="132875" x="2673350" y="5137150"/>
          <p14:tracePt t="132891" x="2698750" y="5181600"/>
          <p14:tracePt t="132896" x="2724150" y="5207000"/>
          <p14:tracePt t="132909" x="2755900" y="5232400"/>
          <p14:tracePt t="132925" x="2774950" y="5251450"/>
          <p14:tracePt t="132941" x="2813050" y="5276850"/>
          <p14:tracePt t="132959" x="2857500" y="5289550"/>
          <p14:tracePt t="132975" x="2914650" y="5314950"/>
          <p14:tracePt t="132991" x="2971800" y="5321300"/>
          <p14:tracePt t="133008" x="3003550" y="5327650"/>
          <p14:tracePt t="133025" x="3079750" y="5340350"/>
          <p14:tracePt t="133041" x="3149600" y="5346700"/>
          <p14:tracePt t="133058" x="3200400" y="5353050"/>
          <p14:tracePt t="133063" x="3251200" y="5359400"/>
          <p14:tracePt t="133075" x="3270250" y="5359400"/>
          <p14:tracePt t="133092" x="3321050" y="5359400"/>
          <p14:tracePt t="133095" x="3352800" y="5359400"/>
          <p14:tracePt t="133108" x="3365500" y="5359400"/>
          <p14:tracePt t="133125" x="3422650" y="5359400"/>
          <p14:tracePt t="133128" x="3454400" y="5359400"/>
          <p14:tracePt t="133141" x="3473450" y="5359400"/>
          <p14:tracePt t="133159" x="3536950" y="5359400"/>
          <p14:tracePt t="133175" x="3581400" y="5359400"/>
          <p14:tracePt t="133191" x="3619500" y="5346700"/>
          <p14:tracePt t="133208" x="3625850" y="5346700"/>
          <p14:tracePt t="133379" x="0" y="0"/>
        </p14:tracePtLst>
        <p14:tracePtLst>
          <p14:tracePt t="135974" x="2590800" y="5200650"/>
          <p14:tracePt t="135977" x="2584450" y="5200650"/>
          <p14:tracePt t="135997" x="2571750" y="5194300"/>
          <p14:tracePt t="136009" x="2565400" y="5194300"/>
          <p14:tracePt t="136042" x="2559050" y="5194300"/>
          <p14:tracePt t="136075" x="2552700" y="5194300"/>
          <p14:tracePt t="136092" x="2540000" y="5194300"/>
          <p14:tracePt t="136108" x="2508250" y="5213350"/>
          <p14:tracePt t="136125" x="2476500" y="5219700"/>
          <p14:tracePt t="136129" x="2444750" y="5219700"/>
          <p14:tracePt t="136141" x="2432050" y="5226050"/>
          <p14:tracePt t="136158" x="2393950" y="5226050"/>
          <p14:tracePt t="136175" x="2355850" y="5226050"/>
          <p14:tracePt t="136192" x="2317750" y="5226050"/>
          <p14:tracePt t="136197" x="2286000" y="5226050"/>
          <p14:tracePt t="136208" x="2273300" y="5226050"/>
          <p14:tracePt t="136225" x="2216150" y="5226050"/>
          <p14:tracePt t="136228" x="2190750" y="5226050"/>
          <p14:tracePt t="136242" x="2133600" y="5226050"/>
          <p14:tracePt t="136259" x="1993900" y="5238750"/>
          <p14:tracePt t="136275" x="1924050" y="5245100"/>
          <p14:tracePt t="136292" x="1784350" y="5251450"/>
          <p14:tracePt t="136308" x="1708150" y="5251450"/>
          <p14:tracePt t="136325" x="1600200" y="5251450"/>
          <p14:tracePt t="136332" x="1568450" y="5245100"/>
          <p14:tracePt t="136342" x="1543050" y="5238750"/>
          <p14:tracePt t="136358" x="1466850" y="5226050"/>
          <p14:tracePt t="136364" x="1441450" y="5219700"/>
          <p14:tracePt t="136375" x="1428750" y="5219700"/>
          <p14:tracePt t="136392" x="1390650" y="5207000"/>
          <p14:tracePt t="136397" x="1377950" y="5207000"/>
          <p14:tracePt t="136409" x="1358900" y="5200650"/>
          <p14:tracePt t="136425" x="1301750" y="5200650"/>
          <p14:tracePt t="136430" x="1257300" y="5194300"/>
          <p14:tracePt t="136441" x="1238250" y="5194300"/>
          <p14:tracePt t="136458" x="1174750" y="5181600"/>
          <p14:tracePt t="136464" x="1162050" y="5181600"/>
          <p14:tracePt t="136475" x="1123950" y="5181600"/>
          <p14:tracePt t="136492" x="1079500" y="5181600"/>
          <p14:tracePt t="136495" x="1073150" y="5181600"/>
          <p14:tracePt t="136509" x="1047750" y="5181600"/>
          <p14:tracePt t="136525" x="996950" y="5181600"/>
          <p14:tracePt t="136541" x="946150" y="5181600"/>
          <p14:tracePt t="136558" x="908050" y="5187950"/>
          <p14:tracePt t="136575" x="819150" y="5194300"/>
          <p14:tracePt t="136592" x="768350" y="5200650"/>
          <p14:tracePt t="136608" x="730250" y="5207000"/>
          <p14:tracePt t="136625" x="673100" y="5226050"/>
          <p14:tracePt t="136630" x="654050" y="5232400"/>
          <p14:tracePt t="136642" x="641350" y="5238750"/>
          <p14:tracePt t="136658" x="635000" y="5245100"/>
          <p14:tracePt t="136675" x="628650" y="5251450"/>
          <p14:tracePt t="136692" x="622300" y="5270500"/>
          <p14:tracePt t="136695" x="615950" y="5276850"/>
          <p14:tracePt t="136708" x="615950" y="5289550"/>
          <p14:tracePt t="136725" x="609600" y="5314950"/>
          <p14:tracePt t="136727" x="609600" y="5327650"/>
          <p14:tracePt t="136742" x="609600" y="5334000"/>
          <p14:tracePt t="136758" x="609600" y="5372100"/>
          <p14:tracePt t="136774" x="622300" y="5397500"/>
          <p14:tracePt t="136791" x="641350" y="5416550"/>
          <p14:tracePt t="136808" x="685800" y="5448300"/>
          <p14:tracePt t="136824" x="723900" y="5480050"/>
          <p14:tracePt t="136841" x="812800" y="5530850"/>
          <p14:tracePt t="136858" x="889000" y="5568950"/>
          <p14:tracePt t="136875" x="933450" y="5588000"/>
          <p14:tracePt t="136880" x="971550" y="5607050"/>
          <p14:tracePt t="136891" x="1016000" y="5619750"/>
          <p14:tracePt t="136908" x="1104900" y="5651500"/>
          <p14:tracePt t="136925" x="1181100" y="5670550"/>
          <p14:tracePt t="136929" x="1238250" y="5676900"/>
          <p14:tracePt t="136941" x="1308100" y="5689600"/>
          <p14:tracePt t="136958" x="1409700" y="5695950"/>
          <p14:tracePt t="136975" x="1511300" y="5708650"/>
          <p14:tracePt t="136991" x="1631950" y="5715000"/>
          <p14:tracePt t="136994" x="1708150" y="5715000"/>
          <p14:tracePt t="137009" x="1797050" y="5715000"/>
          <p14:tracePt t="137025" x="1866900" y="5715000"/>
          <p14:tracePt t="137043" x="1911350" y="5715000"/>
          <p14:tracePt t="137058" x="1943100" y="5715000"/>
          <p14:tracePt t="137076" x="1962150" y="5715000"/>
          <p14:tracePt t="137091" x="1974850" y="5715000"/>
          <p14:tracePt t="137108" x="2000250" y="5702300"/>
          <p14:tracePt t="137124" x="2038350" y="5689600"/>
          <p14:tracePt t="137141" x="2063750" y="5676900"/>
          <p14:tracePt t="137158" x="2114550" y="5651500"/>
          <p14:tracePt t="137175" x="2159000" y="5626100"/>
          <p14:tracePt t="137177" x="2171700" y="5619750"/>
          <p14:tracePt t="137191" x="2190750" y="5613400"/>
          <p14:tracePt t="137208" x="2209800" y="5600700"/>
          <p14:tracePt t="137211" x="2241550" y="5581650"/>
          <p14:tracePt t="137224" x="2254250" y="5575300"/>
          <p14:tracePt t="137242" x="2279650" y="5556250"/>
          <p14:tracePt t="137244" x="2298700" y="5549900"/>
          <p14:tracePt t="137259" x="2343150" y="5530850"/>
          <p14:tracePt t="137275" x="2362200" y="5511800"/>
          <p14:tracePt t="137291" x="2381250" y="5499100"/>
          <p14:tracePt t="137308" x="2393950" y="5480050"/>
          <p14:tracePt t="137325" x="2400300" y="5467350"/>
          <p14:tracePt t="137341" x="2406650" y="5461000"/>
          <p14:tracePt t="137358" x="2406650" y="5454650"/>
          <p14:tracePt t="137375" x="2406650" y="5448300"/>
          <p14:tracePt t="137392" x="2406650" y="5441950"/>
          <p14:tracePt t="137408" x="2406650" y="5435600"/>
          <p14:tracePt t="137413" x="2406650" y="5429250"/>
          <p14:tracePt t="137428" x="2400300" y="5422900"/>
          <p14:tracePt t="137442" x="2400300" y="5416550"/>
          <p14:tracePt t="137445" x="2387600" y="5410200"/>
          <p14:tracePt t="137458" x="2387600" y="5403850"/>
          <p14:tracePt t="137475" x="2374900" y="5384800"/>
          <p14:tracePt t="137480" x="2362200" y="5372100"/>
          <p14:tracePt t="137485" x="2355850" y="5359400"/>
          <p14:tracePt t="137509" x="2292350" y="5308600"/>
          <p14:tracePt t="137525" x="2228850" y="5264150"/>
          <p14:tracePt t="137541" x="2165350" y="5238750"/>
          <p14:tracePt t="137558" x="2114550" y="5219700"/>
          <p14:tracePt t="137575" x="2076450" y="5213350"/>
          <p14:tracePt t="137582" x="2044700" y="5207000"/>
          <p14:tracePt t="137591" x="2025650" y="5200650"/>
          <p14:tracePt t="137608" x="1962150" y="5194300"/>
          <p14:tracePt t="137613" x="1943100" y="5194300"/>
          <p14:tracePt t="137625" x="1892300" y="5194300"/>
          <p14:tracePt t="137642" x="1847850" y="5194300"/>
          <p14:tracePt t="137645" x="1828800" y="5194300"/>
          <p14:tracePt t="137658" x="1790700" y="5187950"/>
          <p14:tracePt t="137675" x="1752600" y="5187950"/>
          <p14:tracePt t="137680" x="1739900" y="5187950"/>
          <p14:tracePt t="137686" x="1714500" y="5181600"/>
          <p14:tracePt t="137708" x="1695450" y="5181600"/>
          <p14:tracePt t="137711" x="1676400" y="5181600"/>
          <p14:tracePt t="137725" x="1638300" y="5181600"/>
          <p14:tracePt t="137742" x="1600200" y="5187950"/>
          <p14:tracePt t="137747" x="1555750" y="5194300"/>
          <p14:tracePt t="137759" x="1492250" y="5213350"/>
          <p14:tracePt t="137775" x="1466850" y="5219700"/>
          <p14:tracePt t="137792" x="1422400" y="5232400"/>
          <p14:tracePt t="137808" x="1403350" y="5238750"/>
          <p14:tracePt t="137825" x="1397000" y="5238750"/>
          <p14:tracePt t="137859" x="1390650" y="5245100"/>
          <p14:tracePt t="137881" x="1384300" y="5245100"/>
          <p14:tracePt t="137892" x="1377950" y="5245100"/>
          <p14:tracePt t="137908" x="1377950" y="5251450"/>
          <p14:tracePt t="137985" x="1384300" y="5251450"/>
          <p14:tracePt t="138010" x="1390650" y="5245100"/>
          <p14:tracePt t="138026" x="1397000" y="5245100"/>
          <p14:tracePt t="138042" x="1397000" y="5238750"/>
          <p14:tracePt t="138044" x="0" y="0"/>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Everything</a:t>
            </a:r>
            <a:r>
              <a:rPr lang="nl-BE" dirty="0"/>
              <a:t> is </a:t>
            </a:r>
            <a:r>
              <a:rPr lang="nl-BE" dirty="0" err="1"/>
              <a:t>an</a:t>
            </a:r>
            <a:r>
              <a:rPr lang="nl-BE" dirty="0"/>
              <a:t> object </a:t>
            </a:r>
          </a:p>
        </p:txBody>
      </p:sp>
      <p:sp>
        <p:nvSpPr>
          <p:cNvPr id="3" name="Content Placeholder 2"/>
          <p:cNvSpPr>
            <a:spLocks noGrp="1"/>
          </p:cNvSpPr>
          <p:nvPr>
            <p:ph idx="1"/>
          </p:nvPr>
        </p:nvSpPr>
        <p:spPr/>
        <p:txBody>
          <a:bodyPr/>
          <a:lstStyle/>
          <a:p>
            <a:r>
              <a:rPr lang="en-US" dirty="0"/>
              <a:t>In Python, everything is an object:</a:t>
            </a:r>
          </a:p>
          <a:p>
            <a:pPr lvl="1"/>
            <a:r>
              <a:rPr lang="en-US" dirty="0"/>
              <a:t>Some associated functionality (</a:t>
            </a:r>
            <a:r>
              <a:rPr lang="en-US" i="1" dirty="0"/>
              <a:t>methods</a:t>
            </a:r>
            <a:r>
              <a:rPr lang="en-US" dirty="0"/>
              <a:t>) and metadata (</a:t>
            </a:r>
            <a:r>
              <a:rPr lang="en-US" i="1" dirty="0"/>
              <a:t>attributes</a:t>
            </a:r>
            <a:r>
              <a:rPr lang="en-US" dirty="0"/>
              <a:t>). </a:t>
            </a:r>
          </a:p>
          <a:p>
            <a:pPr lvl="1"/>
            <a:r>
              <a:rPr lang="en-US" dirty="0"/>
              <a:t>These  methods and attributes are accessed via </a:t>
            </a:r>
            <a:r>
              <a:rPr lang="nl-BE" dirty="0" err="1"/>
              <a:t>the</a:t>
            </a:r>
            <a:r>
              <a:rPr lang="nl-BE" dirty="0"/>
              <a:t> </a:t>
            </a:r>
            <a:r>
              <a:rPr lang="nl-BE" dirty="0">
                <a:latin typeface="Courier New" panose="02070309020205020404" pitchFamily="49" charset="0"/>
                <a:cs typeface="Courier New" panose="02070309020205020404" pitchFamily="49" charset="0"/>
              </a:rPr>
              <a:t>dot(.) </a:t>
            </a:r>
            <a:r>
              <a:rPr lang="nl-BE" dirty="0"/>
              <a:t>syntax.</a:t>
            </a:r>
          </a:p>
          <a:p>
            <a:pPr lvl="1"/>
            <a:r>
              <a:rPr lang="en-US" dirty="0"/>
              <a:t>Use </a:t>
            </a:r>
            <a:r>
              <a:rPr lang="en-US" dirty="0">
                <a:latin typeface="Courier New" panose="02070309020205020404" pitchFamily="49" charset="0"/>
                <a:cs typeface="Courier New" panose="02070309020205020404" pitchFamily="49" charset="0"/>
              </a:rPr>
              <a:t>type</a:t>
            </a:r>
            <a:r>
              <a:rPr lang="en-US" dirty="0"/>
              <a:t> to get information on the class</a:t>
            </a:r>
          </a:p>
          <a:p>
            <a:pPr lvl="1"/>
            <a:r>
              <a:rPr lang="en-US" dirty="0"/>
              <a:t>Use </a:t>
            </a:r>
            <a:r>
              <a:rPr lang="en-US" dirty="0" err="1">
                <a:latin typeface="Courier New" panose="02070309020205020404" pitchFamily="49" charset="0"/>
                <a:cs typeface="Courier New" panose="02070309020205020404" pitchFamily="49" charset="0"/>
              </a:rPr>
              <a:t>dir</a:t>
            </a:r>
            <a:r>
              <a:rPr lang="en-US" dirty="0"/>
              <a:t> to get an overview on the methods</a:t>
            </a:r>
          </a:p>
          <a:p>
            <a:r>
              <a:rPr lang="en-US" dirty="0"/>
              <a:t>File: check_variable_object.py</a:t>
            </a:r>
            <a:endParaRPr lang="nl-BE" dirty="0"/>
          </a:p>
        </p:txBody>
      </p:sp>
    </p:spTree>
    <p:extLst>
      <p:ext uri="{BB962C8B-B14F-4D97-AF65-F5344CB8AC3E}">
        <p14:creationId xmlns:p14="http://schemas.microsoft.com/office/powerpoint/2010/main" val="735079658"/>
      </p:ext>
    </p:extLst>
  </p:cSld>
  <p:clrMapOvr>
    <a:masterClrMapping/>
  </p:clrMapOvr>
  <mc:AlternateContent xmlns:mc="http://schemas.openxmlformats.org/markup-compatibility/2006" xmlns:p14="http://schemas.microsoft.com/office/powerpoint/2010/main">
    <mc:Choice Requires="p14">
      <p:transition spd="slow" p14:dur="2000" advTm="68715"/>
    </mc:Choice>
    <mc:Fallback xmlns="">
      <p:transition spd="slow" advTm="687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 function</a:t>
            </a:r>
            <a:endParaRPr lang="nl-BE" dirty="0"/>
          </a:p>
        </p:txBody>
      </p:sp>
      <p:sp>
        <p:nvSpPr>
          <p:cNvPr id="3" name="Content Placeholder 2"/>
          <p:cNvSpPr>
            <a:spLocks noGrp="1"/>
          </p:cNvSpPr>
          <p:nvPr>
            <p:ph idx="1"/>
          </p:nvPr>
        </p:nvSpPr>
        <p:spPr>
          <a:xfrm>
            <a:off x="801688" y="1854653"/>
            <a:ext cx="10515600" cy="4351338"/>
          </a:xfrm>
        </p:spPr>
        <p:txBody>
          <a:bodyPr>
            <a:normAutofit/>
          </a:bodyPr>
          <a:lstStyle/>
          <a:p>
            <a:r>
              <a:rPr lang="en-US" dirty="0"/>
              <a:t>What is the number returned from the function?</a:t>
            </a:r>
          </a:p>
          <a:p>
            <a:pPr lvl="1"/>
            <a:r>
              <a:rPr lang="en-US" dirty="0"/>
              <a:t>It is "an integer (or long integer) which is guaranteed to be unique and constant for this object during its lifetime." (Python Standard Library - Built-in Functions) </a:t>
            </a:r>
          </a:p>
          <a:p>
            <a:r>
              <a:rPr lang="en-US" dirty="0"/>
              <a:t>Is it similar to memory addresses in C?</a:t>
            </a:r>
          </a:p>
          <a:p>
            <a:pPr lvl="1"/>
            <a:r>
              <a:rPr lang="en-US" dirty="0"/>
              <a:t>In </a:t>
            </a:r>
            <a:r>
              <a:rPr lang="en-US" dirty="0" err="1"/>
              <a:t>CPython</a:t>
            </a:r>
            <a:r>
              <a:rPr lang="en-US" dirty="0"/>
              <a:t>, this will be the address of the object. </a:t>
            </a:r>
          </a:p>
          <a:p>
            <a:pPr lvl="1"/>
            <a:r>
              <a:rPr lang="en-US" dirty="0"/>
              <a:t>This identity is unique to the Python interpreter, and should not be considered an actual physical address in memory. (Justin </a:t>
            </a:r>
            <a:r>
              <a:rPr lang="en-US" dirty="0" err="1"/>
              <a:t>Bois</a:t>
            </a:r>
            <a:r>
              <a:rPr lang="en-US"/>
              <a:t> - </a:t>
            </a:r>
            <a:r>
              <a:rPr lang="en-US">
                <a:hlinkClick r:id="rId2"/>
              </a:rPr>
              <a:t>http://justinbois.github.io/bootcamp/2022/lessons/l05_lists_and_tuples.html</a:t>
            </a:r>
            <a:r>
              <a:rPr lang="en-US"/>
              <a:t>)   </a:t>
            </a:r>
          </a:p>
        </p:txBody>
      </p:sp>
    </p:spTree>
    <p:extLst>
      <p:ext uri="{BB962C8B-B14F-4D97-AF65-F5344CB8AC3E}">
        <p14:creationId xmlns:p14="http://schemas.microsoft.com/office/powerpoint/2010/main" val="2475518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dir</a:t>
            </a:r>
            <a:r>
              <a:rPr lang="en-US" dirty="0"/>
              <a:t>()</a:t>
            </a:r>
            <a:endParaRPr lang="nl-BE" dirty="0"/>
          </a:p>
        </p:txBody>
      </p:sp>
      <p:sp>
        <p:nvSpPr>
          <p:cNvPr id="3" name="Content Placeholder 2"/>
          <p:cNvSpPr>
            <a:spLocks noGrp="1"/>
          </p:cNvSpPr>
          <p:nvPr>
            <p:ph idx="1"/>
          </p:nvPr>
        </p:nvSpPr>
        <p:spPr/>
        <p:txBody>
          <a:bodyPr>
            <a:normAutofit fontScale="92500" lnSpcReduction="20000"/>
          </a:bodyPr>
          <a:lstStyle/>
          <a:p>
            <a:r>
              <a:rPr lang="en-US" dirty="0"/>
              <a:t>The </a:t>
            </a:r>
            <a:r>
              <a:rPr lang="en-US" dirty="0" err="1"/>
              <a:t>dir</a:t>
            </a:r>
            <a:r>
              <a:rPr lang="en-US" dirty="0"/>
              <a:t>() function returns all properties and methods of the specified object, without the values.</a:t>
            </a:r>
          </a:p>
          <a:p>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a:t>
            </a:r>
          </a:p>
          <a:p>
            <a:pPr lvl="1"/>
            <a:r>
              <a:rPr lang="en-US" dirty="0"/>
              <a:t>Many of the names in the list start and end with two underscores (</a:t>
            </a:r>
            <a:r>
              <a:rPr lang="en-US" i="1" dirty="0" err="1"/>
              <a:t>dunder</a:t>
            </a:r>
            <a:r>
              <a:rPr lang="en-US" dirty="0"/>
              <a:t>), like __add__. These are all associated with methods and pieces of data used internally by the Python interpreter. </a:t>
            </a:r>
          </a:p>
          <a:p>
            <a:pPr lvl="1"/>
            <a:r>
              <a:rPr lang="en-US" dirty="0"/>
              <a:t>The remaining entries in the list are all user-level methods. </a:t>
            </a:r>
          </a:p>
          <a:p>
            <a:pPr lvl="1"/>
            <a:r>
              <a:rPr lang="en-US" dirty="0" err="1"/>
              <a:t>dir</a:t>
            </a:r>
            <a:r>
              <a:rPr lang="en-US" dirty="0"/>
              <a:t>() is supplied primarily as a convenience for use at an interactive prompt, it tries to supply an interesting set of names more than it tries to supply a rigorously or consistently defined set of names, and its detailed behavior may change across releases.</a:t>
            </a:r>
          </a:p>
          <a:p>
            <a:r>
              <a:rPr lang="en-US" dirty="0"/>
              <a:t>Object notation</a:t>
            </a:r>
          </a:p>
          <a:p>
            <a:pPr marL="0" indent="0">
              <a:buNone/>
            </a:pPr>
            <a:r>
              <a:rPr lang="en-US" dirty="0" err="1">
                <a:latin typeface="Courier New" panose="02070309020205020404" pitchFamily="49" charset="0"/>
                <a:cs typeface="Courier New" panose="02070309020205020404" pitchFamily="49" charset="0"/>
              </a:rPr>
              <a:t>object.method</a:t>
            </a:r>
            <a:r>
              <a:rPr lang="en-US" dirty="0">
                <a:latin typeface="Courier New" panose="02070309020205020404" pitchFamily="49" charset="0"/>
                <a:cs typeface="Courier New" panose="02070309020205020404" pitchFamily="49" charset="0"/>
              </a:rPr>
              <a:t>(parameters)</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81560359"/>
      </p:ext>
    </p:extLst>
  </p:cSld>
  <p:clrMapOvr>
    <a:masterClrMapping/>
  </p:clrMapOvr>
  <mc:AlternateContent xmlns:mc="http://schemas.openxmlformats.org/markup-compatibility/2006" xmlns:p14="http://schemas.microsoft.com/office/powerpoint/2010/main">
    <mc:Choice Requires="p14">
      <p:transition spd="slow" p14:dur="2000" advTm="74257"/>
    </mc:Choice>
    <mc:Fallback xmlns="">
      <p:transition spd="slow" advTm="7425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Operators</a:t>
            </a:r>
            <a:endParaRPr lang="nl-BE" dirty="0"/>
          </a:p>
        </p:txBody>
      </p:sp>
      <p:sp>
        <p:nvSpPr>
          <p:cNvPr id="5" name="Text Placeholder 4"/>
          <p:cNvSpPr>
            <a:spLocks noGrp="1"/>
          </p:cNvSpPr>
          <p:nvPr>
            <p:ph type="body" idx="1"/>
          </p:nvPr>
        </p:nvSpPr>
        <p:spPr/>
        <p:txBody>
          <a:bodyPr/>
          <a:lstStyle/>
          <a:p>
            <a:r>
              <a:rPr lang="en-US" dirty="0" err="1"/>
              <a:t>operators.ipynb</a:t>
            </a:r>
            <a:endParaRPr lang="nl-BE" dirty="0"/>
          </a:p>
        </p:txBody>
      </p:sp>
    </p:spTree>
    <p:extLst>
      <p:ext uri="{BB962C8B-B14F-4D97-AF65-F5344CB8AC3E}">
        <p14:creationId xmlns:p14="http://schemas.microsoft.com/office/powerpoint/2010/main" val="1009129451"/>
      </p:ext>
    </p:extLst>
  </p:cSld>
  <p:clrMapOvr>
    <a:masterClrMapping/>
  </p:clrMapOvr>
  <mc:AlternateContent xmlns:mc="http://schemas.openxmlformats.org/markup-compatibility/2006" xmlns:p14="http://schemas.microsoft.com/office/powerpoint/2010/main">
    <mc:Choice Requires="p14">
      <p:transition spd="slow" p14:dur="2000" advTm="6069"/>
    </mc:Choice>
    <mc:Fallback xmlns="">
      <p:transition spd="slow" advTm="606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Arithmetic</a:t>
            </a:r>
            <a:r>
              <a:rPr lang="nl-BE" dirty="0"/>
              <a:t> Operations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54887385"/>
              </p:ext>
            </p:extLst>
          </p:nvPr>
        </p:nvGraphicFramePr>
        <p:xfrm>
          <a:off x="838200" y="1825625"/>
          <a:ext cx="10515600" cy="39776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856847844"/>
                    </a:ext>
                  </a:extLst>
                </a:gridCol>
                <a:gridCol w="3505200">
                  <a:extLst>
                    <a:ext uri="{9D8B030D-6E8A-4147-A177-3AD203B41FA5}">
                      <a16:colId xmlns:a16="http://schemas.microsoft.com/office/drawing/2014/main" val="2020926463"/>
                    </a:ext>
                  </a:extLst>
                </a:gridCol>
                <a:gridCol w="3505200">
                  <a:extLst>
                    <a:ext uri="{9D8B030D-6E8A-4147-A177-3AD203B41FA5}">
                      <a16:colId xmlns:a16="http://schemas.microsoft.com/office/drawing/2014/main" val="37853254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Operator</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Name</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endParaRPr lang="nl-BE" dirty="0"/>
                    </a:p>
                  </a:txBody>
                  <a:tcPr/>
                </a:tc>
                <a:extLst>
                  <a:ext uri="{0D108BD9-81ED-4DB2-BD59-A6C34878D82A}">
                    <a16:rowId xmlns:a16="http://schemas.microsoft.com/office/drawing/2014/main" val="28955160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 of a and b</a:t>
                      </a:r>
                      <a:endParaRPr lang="nl-BE" dirty="0"/>
                    </a:p>
                  </a:txBody>
                  <a:tcPr/>
                </a:tc>
                <a:extLst>
                  <a:ext uri="{0D108BD9-81ED-4DB2-BD59-A6C34878D82A}">
                    <a16:rowId xmlns:a16="http://schemas.microsoft.com/office/drawing/2014/main" val="4045309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Subtraction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 of a and b</a:t>
                      </a:r>
                      <a:endParaRPr lang="nl-BE" dirty="0"/>
                    </a:p>
                  </a:txBody>
                  <a:tcPr/>
                </a:tc>
                <a:extLst>
                  <a:ext uri="{0D108BD9-81ED-4DB2-BD59-A6C34878D82A}">
                    <a16:rowId xmlns:a16="http://schemas.microsoft.com/office/drawing/2014/main" val="37821785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Multiplication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Product of a and b</a:t>
                      </a:r>
                      <a:endParaRPr lang="nl-BE" dirty="0"/>
                    </a:p>
                  </a:txBody>
                  <a:tcPr/>
                </a:tc>
                <a:extLst>
                  <a:ext uri="{0D108BD9-81ED-4DB2-BD59-A6C34878D82A}">
                    <a16:rowId xmlns:a16="http://schemas.microsoft.com/office/drawing/2014/main" val="2093335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True division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Quotient of a and b</a:t>
                      </a:r>
                      <a:endParaRPr lang="nl-BE" dirty="0"/>
                    </a:p>
                  </a:txBody>
                  <a:tcPr/>
                </a:tc>
                <a:extLst>
                  <a:ext uri="{0D108BD9-81ED-4DB2-BD59-A6C34878D82A}">
                    <a16:rowId xmlns:a16="http://schemas.microsoft.com/office/drawing/2014/main" val="4070336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Floor division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Quotient of a and b, removing fractional parts</a:t>
                      </a:r>
                      <a:endParaRPr lang="nl-BE" dirty="0"/>
                    </a:p>
                  </a:txBody>
                  <a:tcPr/>
                </a:tc>
                <a:extLst>
                  <a:ext uri="{0D108BD9-81ED-4DB2-BD59-A6C34878D82A}">
                    <a16:rowId xmlns:a16="http://schemas.microsoft.com/office/drawing/2014/main" val="2817747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Modulus</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Remainder after division of a by b</a:t>
                      </a:r>
                      <a:endParaRPr lang="nl-BE" dirty="0"/>
                    </a:p>
                  </a:txBody>
                  <a:tcPr/>
                </a:tc>
                <a:extLst>
                  <a:ext uri="{0D108BD9-81ED-4DB2-BD59-A6C34878D82A}">
                    <a16:rowId xmlns:a16="http://schemas.microsoft.com/office/drawing/2014/main" val="39056470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Exponentiation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raised to the power of b</a:t>
                      </a:r>
                      <a:endParaRPr lang="nl-BE" dirty="0"/>
                    </a:p>
                  </a:txBody>
                  <a:tcPr/>
                </a:tc>
                <a:extLst>
                  <a:ext uri="{0D108BD9-81ED-4DB2-BD59-A6C34878D82A}">
                    <a16:rowId xmlns:a16="http://schemas.microsoft.com/office/drawing/2014/main" val="24875511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Negation</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negative of a</a:t>
                      </a:r>
                      <a:endParaRPr lang="nl-BE" dirty="0"/>
                    </a:p>
                  </a:txBody>
                  <a:tcPr/>
                </a:tc>
                <a:extLst>
                  <a:ext uri="{0D108BD9-81ED-4DB2-BD59-A6C34878D82A}">
                    <a16:rowId xmlns:a16="http://schemas.microsoft.com/office/drawing/2014/main" val="6791801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Unary plus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unchanged (rarely used)</a:t>
                      </a:r>
                      <a:endParaRPr lang="nl-BE" dirty="0"/>
                    </a:p>
                  </a:txBody>
                  <a:tcPr/>
                </a:tc>
                <a:extLst>
                  <a:ext uri="{0D108BD9-81ED-4DB2-BD59-A6C34878D82A}">
                    <a16:rowId xmlns:a16="http://schemas.microsoft.com/office/drawing/2014/main" val="1974166504"/>
                  </a:ext>
                </a:extLst>
              </a:tr>
            </a:tbl>
          </a:graphicData>
        </a:graphic>
      </p:graphicFrame>
    </p:spTree>
    <p:extLst>
      <p:ext uri="{BB962C8B-B14F-4D97-AF65-F5344CB8AC3E}">
        <p14:creationId xmlns:p14="http://schemas.microsoft.com/office/powerpoint/2010/main" val="3674400531"/>
      </p:ext>
    </p:extLst>
  </p:cSld>
  <p:clrMapOvr>
    <a:masterClrMapping/>
  </p:clrMapOvr>
  <mc:AlternateContent xmlns:mc="http://schemas.openxmlformats.org/markup-compatibility/2006" xmlns:p14="http://schemas.microsoft.com/office/powerpoint/2010/main">
    <mc:Choice Requires="p14">
      <p:transition spd="slow" p14:dur="2000" advTm="66321"/>
    </mc:Choice>
    <mc:Fallback xmlns="">
      <p:transition spd="slow" advTm="6632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Assignment</a:t>
            </a:r>
            <a:r>
              <a:rPr lang="nl-BE" dirty="0"/>
              <a:t> Operations</a:t>
            </a:r>
          </a:p>
        </p:txBody>
      </p:sp>
      <p:sp>
        <p:nvSpPr>
          <p:cNvPr id="3" name="Content Placeholder 2"/>
          <p:cNvSpPr>
            <a:spLocks noGrp="1"/>
          </p:cNvSpPr>
          <p:nvPr>
            <p:ph idx="1"/>
          </p:nvPr>
        </p:nvSpPr>
        <p:spPr/>
        <p:txBody>
          <a:bodyPr/>
          <a:lstStyle/>
          <a:p>
            <a:r>
              <a:rPr lang="en-US" dirty="0"/>
              <a:t>A = value (regular assignment)</a:t>
            </a:r>
            <a:endParaRPr lang="nl-BE" dirty="0"/>
          </a:p>
          <a:p>
            <a:r>
              <a:rPr lang="nl-BE" dirty="0"/>
              <a:t>a </a:t>
            </a:r>
            <a:r>
              <a:rPr lang="nl-BE" i="1" dirty="0"/>
              <a:t>OP</a:t>
            </a:r>
            <a:r>
              <a:rPr lang="nl-BE" dirty="0"/>
              <a:t>= b is </a:t>
            </a:r>
            <a:r>
              <a:rPr lang="en-US" dirty="0"/>
              <a:t>equivalent to a = a </a:t>
            </a:r>
            <a:r>
              <a:rPr lang="en-US" i="1" dirty="0"/>
              <a:t>OP</a:t>
            </a:r>
            <a:r>
              <a:rPr lang="en-US" dirty="0"/>
              <a:t> b</a:t>
            </a:r>
          </a:p>
          <a:p>
            <a:pPr marL="0" indent="0">
              <a:buNone/>
            </a:pPr>
            <a:r>
              <a:rPr lang="pt-BR" dirty="0">
                <a:latin typeface="Courier New" panose="02070309020205020404" pitchFamily="49" charset="0"/>
                <a:cs typeface="Courier New" panose="02070309020205020404" pitchFamily="49" charset="0"/>
              </a:rPr>
              <a:t>a+= b 	a -= b 	a *= b 	a /= b</a:t>
            </a:r>
          </a:p>
          <a:p>
            <a:pPr marL="0" indent="0">
              <a:buNone/>
            </a:pPr>
            <a:r>
              <a:rPr lang="pt-BR" dirty="0">
                <a:latin typeface="Courier New" panose="02070309020205020404" pitchFamily="49" charset="0"/>
                <a:cs typeface="Courier New" panose="02070309020205020404" pitchFamily="49" charset="0"/>
              </a:rPr>
              <a:t>a //= b 	a %= b 	a **= b 	a &amp;= b</a:t>
            </a:r>
          </a:p>
          <a:p>
            <a:pPr marL="0" indent="0">
              <a:buNone/>
            </a:pPr>
            <a:r>
              <a:rPr lang="pt-BR" dirty="0">
                <a:latin typeface="Courier New" panose="02070309020205020404" pitchFamily="49" charset="0"/>
                <a:cs typeface="Courier New" panose="02070309020205020404" pitchFamily="49" charset="0"/>
              </a:rPr>
              <a:t>a |= b 	a ^= b 	a &lt;&lt;= b 	a &gt;&gt;= b</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2840100"/>
      </p:ext>
    </p:extLst>
  </p:cSld>
  <p:clrMapOvr>
    <a:masterClrMapping/>
  </p:clrMapOvr>
  <mc:AlternateContent xmlns:mc="http://schemas.openxmlformats.org/markup-compatibility/2006" xmlns:p14="http://schemas.microsoft.com/office/powerpoint/2010/main">
    <mc:Choice Requires="p14">
      <p:transition spd="slow" p14:dur="2000" advTm="59160"/>
    </mc:Choice>
    <mc:Fallback xmlns="">
      <p:transition spd="slow" advTm="59160"/>
    </mc:Fallback>
  </mc:AlternateContent>
  <p:extLst>
    <p:ext uri="{3A86A75C-4F4B-4683-9AE1-C65F6400EC91}">
      <p14:laserTraceLst xmlns:p14="http://schemas.microsoft.com/office/powerpoint/2010/main">
        <p14:tracePtLst>
          <p14:tracePt t="44786" x="3536950" y="2965450"/>
          <p14:tracePt t="44792" x="3524250" y="2959100"/>
          <p14:tracePt t="44806" x="3498850" y="2952750"/>
          <p14:tracePt t="44823" x="3473450" y="2952750"/>
          <p14:tracePt t="44840" x="3435350" y="2952750"/>
          <p14:tracePt t="44856" x="3403600" y="2946400"/>
          <p14:tracePt t="44873" x="3371850" y="2940050"/>
          <p14:tracePt t="44890" x="3340100" y="2940050"/>
          <p14:tracePt t="44906" x="3327400" y="2940050"/>
          <p14:tracePt t="44923" x="3302000" y="2933700"/>
          <p14:tracePt t="44940" x="3276600" y="2933700"/>
          <p14:tracePt t="44956" x="3251200" y="2933700"/>
          <p14:tracePt t="44960" x="3238500" y="2933700"/>
          <p14:tracePt t="44974" x="3219450" y="2933700"/>
          <p14:tracePt t="44990" x="3187700" y="2946400"/>
          <p14:tracePt t="44995" x="3181350" y="2946400"/>
          <p14:tracePt t="45007" x="3168650" y="2952750"/>
          <p14:tracePt t="45023" x="3143250" y="2965450"/>
          <p14:tracePt t="45027" x="3130550" y="2971800"/>
          <p14:tracePt t="45042" x="3117850" y="2984500"/>
          <p14:tracePt t="45056" x="3111500" y="2997200"/>
          <p14:tracePt t="45073" x="3105150" y="3009900"/>
          <p14:tracePt t="45090" x="3105150" y="3035300"/>
          <p14:tracePt t="45106" x="3105150" y="3079750"/>
          <p14:tracePt t="45123" x="3124200" y="3130550"/>
          <p14:tracePt t="45142" x="3162300" y="3187700"/>
          <p14:tracePt t="45147" x="3175000" y="3206750"/>
          <p14:tracePt t="45156" x="3200400" y="3232150"/>
          <p14:tracePt t="45175" x="3219450" y="3251200"/>
          <p14:tracePt t="45178" x="3238500" y="3263900"/>
          <p14:tracePt t="45190" x="3244850" y="3270250"/>
          <p14:tracePt t="45209" x="3263900" y="3276600"/>
          <p14:tracePt t="45211" x="3263900" y="3282950"/>
          <p14:tracePt t="45229" x="3270250" y="3289300"/>
          <p14:tracePt t="45245" x="3276600" y="3295650"/>
          <p14:tracePt t="45256" x="3282950" y="3295650"/>
          <p14:tracePt t="45275" x="3327400" y="3327400"/>
          <p14:tracePt t="45290" x="3390900" y="3346450"/>
          <p14:tracePt t="45307" x="3479800" y="3365500"/>
          <p14:tracePt t="45323" x="3575050" y="3371850"/>
          <p14:tracePt t="45340" x="3676650" y="3359150"/>
          <p14:tracePt t="45356" x="3797300" y="3314700"/>
          <p14:tracePt t="45373" x="3879850" y="3257550"/>
          <p14:tracePt t="45390" x="3949700" y="3206750"/>
          <p14:tracePt t="45406" x="3987800" y="3168650"/>
          <p14:tracePt t="45411" x="4000500" y="3155950"/>
          <p14:tracePt t="45423" x="4006850" y="3149600"/>
          <p14:tracePt t="45440" x="4013200" y="3143250"/>
          <p14:tracePt t="45589" x="4019550" y="3155950"/>
          <p14:tracePt t="45598" x="4038600" y="3168650"/>
          <p14:tracePt t="45607" x="4051300" y="3181350"/>
          <p14:tracePt t="45623" x="4121150" y="3219450"/>
          <p14:tracePt t="45640" x="4235450" y="3270250"/>
          <p14:tracePt t="45645" x="4305300" y="3295650"/>
          <p14:tracePt t="45657" x="4406900" y="3327400"/>
          <p14:tracePt t="45673" x="4686300" y="3422650"/>
          <p14:tracePt t="45690" x="4997450" y="3498850"/>
          <p14:tracePt t="45706" x="5187950" y="3517900"/>
          <p14:tracePt t="45711" x="5295900" y="3517900"/>
          <p14:tracePt t="45723" x="5435600" y="3517900"/>
          <p14:tracePt t="45740" x="5543550" y="3479800"/>
          <p14:tracePt t="45743" x="5588000" y="3454400"/>
          <p14:tracePt t="45756" x="5626100" y="3429000"/>
          <p14:tracePt t="45773" x="5664200" y="3371850"/>
          <p14:tracePt t="45776" x="5670550" y="3340100"/>
          <p14:tracePt t="45790" x="5676900" y="3276600"/>
          <p14:tracePt t="45806" x="5676900" y="3225800"/>
          <p14:tracePt t="45823" x="5664200" y="3175000"/>
          <p14:tracePt t="45840" x="5638800" y="3143250"/>
          <p14:tracePt t="45847" x="5613400" y="3117850"/>
          <p14:tracePt t="45856" x="5581650" y="3086100"/>
          <p14:tracePt t="45873" x="5530850" y="3060700"/>
          <p14:tracePt t="45890" x="5461000" y="3028950"/>
          <p14:tracePt t="45907" x="5410200" y="3009900"/>
          <p14:tracePt t="45911" x="5391150" y="3003550"/>
          <p14:tracePt t="45923" x="5384800" y="3003550"/>
          <p14:tracePt t="45940" x="5372100" y="3003550"/>
          <p14:tracePt t="45985" x="5372100" y="2997200"/>
          <p14:tracePt t="45994" x="5365750" y="2997200"/>
          <p14:tracePt t="46003" x="5359400" y="2990850"/>
          <p14:tracePt t="46008" x="5340350" y="2984500"/>
          <p14:tracePt t="46024" x="5327650" y="2978150"/>
          <p14:tracePt t="46040" x="5251450" y="2965450"/>
          <p14:tracePt t="46056" x="5168900" y="2965450"/>
          <p14:tracePt t="46073" x="5092700" y="2971800"/>
          <p14:tracePt t="46090" x="5035550" y="2997200"/>
          <p14:tracePt t="46106" x="4991100" y="3035300"/>
          <p14:tracePt t="46123" x="4972050" y="3073400"/>
          <p14:tracePt t="46140" x="4965700" y="3111500"/>
          <p14:tracePt t="46149" x="4965700" y="3143250"/>
          <p14:tracePt t="46156" x="4965700" y="3155950"/>
          <p14:tracePt t="46173" x="4991100" y="3225800"/>
          <p14:tracePt t="46178" x="5016500" y="3263900"/>
          <p14:tracePt t="46190" x="5054600" y="3308350"/>
          <p14:tracePt t="46206" x="5137150" y="3365500"/>
          <p14:tracePt t="46210" x="5181600" y="3397250"/>
          <p14:tracePt t="46223" x="5270500" y="3422650"/>
          <p14:tracePt t="46240" x="5403850" y="3448050"/>
          <p14:tracePt t="46242" x="5486400" y="3448050"/>
          <p14:tracePt t="46256" x="5568950" y="3448050"/>
          <p14:tracePt t="46273" x="5746750" y="3435350"/>
          <p14:tracePt t="46277" x="5867400" y="3422650"/>
          <p14:tracePt t="46290" x="6127750" y="3346450"/>
          <p14:tracePt t="46306" x="6356350" y="3270250"/>
          <p14:tracePt t="46323" x="6534150" y="3194050"/>
          <p14:tracePt t="46340" x="6654800" y="3130550"/>
          <p14:tracePt t="46356" x="6680200" y="3111500"/>
          <p14:tracePt t="46373" x="6686550" y="3098800"/>
          <p14:tracePt t="46517" x="6686550" y="3111500"/>
          <p14:tracePt t="46526" x="6686550" y="3124200"/>
          <p14:tracePt t="46535" x="6692900" y="3149600"/>
          <p14:tracePt t="46542" x="6699250" y="3168650"/>
          <p14:tracePt t="46556" x="6737350" y="3232150"/>
          <p14:tracePt t="46573" x="6775450" y="3263900"/>
          <p14:tracePt t="46590" x="6800850" y="3270250"/>
          <p14:tracePt t="46606" x="6883400" y="3251200"/>
          <p14:tracePt t="46623" x="6997700" y="3213100"/>
          <p14:tracePt t="46640" x="7092950" y="3181350"/>
          <p14:tracePt t="46656" x="7169150" y="3149600"/>
          <p14:tracePt t="46673" x="7207250" y="3136900"/>
          <p14:tracePt t="46678" x="7213600" y="3136900"/>
          <p14:tracePt t="46727" x="7207250" y="3143250"/>
          <p14:tracePt t="46734" x="7188200" y="3162300"/>
          <p14:tracePt t="46742" x="7156450" y="3181350"/>
          <p14:tracePt t="46756" x="7086600" y="3206750"/>
          <p14:tracePt t="46773" x="6946900" y="3263900"/>
          <p14:tracePt t="46779" x="6832600" y="3295650"/>
          <p14:tracePt t="46791" x="6661150" y="3346450"/>
          <p14:tracePt t="46806" x="6483350" y="3397250"/>
          <p14:tracePt t="46826" x="6350000" y="3429000"/>
          <p14:tracePt t="46840" x="6286500" y="3454400"/>
          <p14:tracePt t="46857" x="6267450" y="3460750"/>
          <p14:tracePt t="46873" x="6261100" y="3467100"/>
          <p14:tracePt t="46890" x="6261100" y="3473450"/>
          <p14:tracePt t="46895" x="6261100" y="3486150"/>
          <p14:tracePt t="46912" x="6261100" y="3492500"/>
          <p14:tracePt t="46999" x="6254750" y="3492500"/>
          <p14:tracePt t="47015" x="6242050" y="3479800"/>
          <p14:tracePt t="47026" x="6216650" y="3479800"/>
          <p14:tracePt t="47035" x="6172200" y="3473450"/>
          <p14:tracePt t="47042" x="6096000" y="3454400"/>
          <p14:tracePt t="47056" x="5829300" y="3441700"/>
          <p14:tracePt t="47073" x="5467350" y="3441700"/>
          <p14:tracePt t="47090" x="4991100" y="3467100"/>
          <p14:tracePt t="47107" x="4476750" y="3524250"/>
          <p14:tracePt t="47123" x="4197350" y="3556000"/>
          <p14:tracePt t="47139" x="3975100" y="3587750"/>
          <p14:tracePt t="47157" x="3886200" y="3600450"/>
          <p14:tracePt t="47173" x="3854450" y="3613150"/>
          <p14:tracePt t="47190" x="3848100" y="3613150"/>
          <p14:tracePt t="47307" x="3848100" y="3619500"/>
          <p14:tracePt t="47323" x="3848100" y="3625850"/>
          <p14:tracePt t="47349" x="3835400" y="3625850"/>
          <p14:tracePt t="47356" x="3822700" y="3638550"/>
          <p14:tracePt t="47374" x="3778250" y="3651250"/>
          <p14:tracePt t="47390" x="3683000" y="3683000"/>
          <p14:tracePt t="47395" x="3632200" y="3695700"/>
          <p14:tracePt t="47407" x="3594100" y="3702050"/>
          <p14:tracePt t="47423" x="3517900" y="3721100"/>
          <p14:tracePt t="47440" x="3467100" y="3733800"/>
          <p14:tracePt t="47457" x="3460750" y="3733800"/>
          <p14:tracePt t="47541" x="3467100" y="3727450"/>
          <p14:tracePt t="47550" x="3473450" y="3727450"/>
          <p14:tracePt t="47556" x="3479800" y="3727450"/>
          <p14:tracePt t="47573" x="3498850" y="3714750"/>
          <p14:tracePt t="47590" x="3530600" y="3708400"/>
          <p14:tracePt t="47606" x="3568700" y="3708400"/>
          <p14:tracePt t="47623" x="3644900" y="3708400"/>
          <p14:tracePt t="47640" x="3676650" y="3708400"/>
          <p14:tracePt t="47656" x="3695700" y="3708400"/>
          <p14:tracePt t="47673" x="3708400" y="3708400"/>
          <p14:tracePt t="47707" x="3714750" y="3708400"/>
          <p14:tracePt t="47723" x="3714750" y="3714750"/>
          <p14:tracePt t="47729" x="3721100" y="3714750"/>
          <p14:tracePt t="47740" x="3733800" y="3727450"/>
          <p14:tracePt t="47757" x="3746500" y="3740150"/>
          <p14:tracePt t="47773" x="3765550" y="3752850"/>
          <p14:tracePt t="47790" x="3771900" y="3759200"/>
          <p14:tracePt t="47806" x="3778250" y="3765550"/>
          <p14:tracePt t="47823" x="3778250" y="3771900"/>
          <p14:tracePt t="47840" x="3778250" y="3797300"/>
          <p14:tracePt t="47857" x="3765550" y="3829050"/>
          <p14:tracePt t="47873" x="3740150" y="3867150"/>
          <p14:tracePt t="47890" x="3727450" y="3886200"/>
          <p14:tracePt t="47895" x="3721100" y="3886200"/>
          <p14:tracePt t="47906" x="3721100" y="3892550"/>
          <p14:tracePt t="47923" x="3714750" y="3892550"/>
          <p14:tracePt t="47984" x="3714750" y="3898900"/>
          <p14:tracePt t="48002" x="3708400" y="3898900"/>
          <p14:tracePt t="48009" x="3708400" y="3905250"/>
          <p14:tracePt t="48017" x="3702050" y="3911600"/>
          <p14:tracePt t="48025" x="3695700" y="3917950"/>
          <p14:tracePt t="48040" x="3676650" y="3943350"/>
          <p14:tracePt t="48056" x="3657600" y="3956050"/>
          <p14:tracePt t="48073" x="3619500" y="3981450"/>
          <p14:tracePt t="48090" x="3575050" y="4019550"/>
          <p14:tracePt t="48106" x="3549650" y="4025900"/>
          <p14:tracePt t="48123" x="3536950" y="4032250"/>
          <p14:tracePt t="48210" x="3543300" y="4032250"/>
          <p14:tracePt t="48217" x="3549650" y="4032250"/>
          <p14:tracePt t="48234" x="3556000" y="4032250"/>
          <p14:tracePt t="48244" x="3575050" y="4032250"/>
          <p14:tracePt t="48256" x="3600450" y="4006850"/>
          <p14:tracePt t="48273" x="3625850" y="3968750"/>
          <p14:tracePt t="48290" x="3651250" y="3917950"/>
          <p14:tracePt t="48306" x="3657600" y="3886200"/>
          <p14:tracePt t="48323" x="3657600" y="3860800"/>
          <p14:tracePt t="48340" x="3651250" y="3854450"/>
          <p14:tracePt t="48356" x="3638550" y="3848100"/>
          <p14:tracePt t="48373" x="3619500" y="3848100"/>
          <p14:tracePt t="48390" x="3575050" y="3848100"/>
          <p14:tracePt t="48408" x="3517900" y="3873500"/>
          <p14:tracePt t="48412" x="3473450" y="3892550"/>
          <p14:tracePt t="48423" x="3448050" y="3911600"/>
          <p14:tracePt t="48440" x="3422650" y="3930650"/>
          <p14:tracePt t="48446" x="3409950" y="3937000"/>
          <p14:tracePt t="48456" x="3403600" y="3949700"/>
          <p14:tracePt t="48475" x="3409950" y="3975100"/>
          <p14:tracePt t="48490" x="3448050" y="4006850"/>
          <p14:tracePt t="48509" x="3517900" y="4038600"/>
          <p14:tracePt t="48523" x="3625850" y="4064000"/>
          <p14:tracePt t="48543" x="3810000" y="4089400"/>
          <p14:tracePt t="48547" x="3949700" y="4095750"/>
          <p14:tracePt t="48556" x="4044950" y="4095750"/>
          <p14:tracePt t="48574" x="4343400" y="4095750"/>
          <p14:tracePt t="48579" x="4432300" y="4095750"/>
          <p14:tracePt t="48590" x="4527550" y="4095750"/>
          <p14:tracePt t="48606" x="4756150" y="4095750"/>
          <p14:tracePt t="48623" x="4870450" y="4095750"/>
          <p14:tracePt t="48640" x="4940300" y="4095750"/>
          <p14:tracePt t="48656" x="4953000" y="4095750"/>
          <p14:tracePt t="48673" x="4953000" y="4102100"/>
          <p14:tracePt t="48690" x="4959350" y="4108450"/>
          <p14:tracePt t="48706" x="4959350" y="4121150"/>
          <p14:tracePt t="48723" x="4965700" y="4133850"/>
          <p14:tracePt t="48740" x="4978400" y="4178300"/>
          <p14:tracePt t="48756" x="4984750" y="4210050"/>
          <p14:tracePt t="48773" x="5003800" y="4260850"/>
          <p14:tracePt t="48790" x="5035550" y="4311650"/>
          <p14:tracePt t="48807" x="5073650" y="4343400"/>
          <p14:tracePt t="48823" x="5111750" y="4362450"/>
          <p14:tracePt t="48840" x="5175250" y="4387850"/>
          <p14:tracePt t="48856" x="5219700" y="4400550"/>
          <p14:tracePt t="48873" x="5276850" y="4400550"/>
          <p14:tracePt t="48890" x="5289550" y="4400550"/>
          <p14:tracePt t="48896" x="5302250" y="4394200"/>
          <p14:tracePt t="48912" x="5302250" y="4381500"/>
          <p14:tracePt t="48928" x="5302250" y="4375150"/>
          <p14:tracePt t="48940" x="5302250" y="4362450"/>
          <p14:tracePt t="48956" x="5302250" y="4349750"/>
          <p14:tracePt t="48973" x="5295900" y="4337050"/>
          <p14:tracePt t="48976" x="5283200" y="4330700"/>
          <p14:tracePt t="48990" x="5264150" y="4311650"/>
          <p14:tracePt t="49006" x="5251450" y="4298950"/>
          <p14:tracePt t="49023" x="5238750" y="4286250"/>
          <p14:tracePt t="49040" x="5232400" y="4286250"/>
          <p14:tracePt t="49056" x="5226050" y="4286250"/>
          <p14:tracePt t="49073" x="5219700" y="4318000"/>
          <p14:tracePt t="49090" x="5213350" y="4375150"/>
          <p14:tracePt t="49107" x="5213350" y="4425950"/>
          <p14:tracePt t="49112" x="5213350" y="4432300"/>
          <p14:tracePt t="49123" x="5213350" y="4438650"/>
          <p14:tracePt t="49140" x="5226050" y="4451350"/>
          <p14:tracePt t="49143" x="5232400" y="4451350"/>
          <p14:tracePt t="49157" x="5251450" y="4451350"/>
          <p14:tracePt t="49173" x="5321300" y="4419600"/>
          <p14:tracePt t="49177" x="5359400" y="4394200"/>
          <p14:tracePt t="49190" x="5397500" y="4362450"/>
          <p14:tracePt t="49207" x="5454650" y="4305300"/>
          <p14:tracePt t="49210" x="5480050" y="4273550"/>
          <p14:tracePt t="49223" x="5499100" y="4235450"/>
          <p14:tracePt t="49241" x="5518150" y="4184650"/>
          <p14:tracePt t="49256" x="5518150" y="4171950"/>
          <p14:tracePt t="49273" x="5505450" y="4171950"/>
          <p14:tracePt t="49290" x="5461000" y="4184650"/>
          <p14:tracePt t="49306" x="5416550" y="4222750"/>
          <p14:tracePt t="49323" x="5372100" y="4267200"/>
          <p14:tracePt t="49340" x="5321300" y="4318000"/>
          <p14:tracePt t="49347" x="5314950" y="4324350"/>
          <p14:tracePt t="49356" x="5302250" y="4337050"/>
          <p14:tracePt t="49373" x="5302250" y="4349750"/>
          <p14:tracePt t="49500" x="5295900" y="4349750"/>
          <p14:tracePt t="49508" x="5289550" y="4349750"/>
          <p14:tracePt t="49516" x="5270500" y="4349750"/>
          <p14:tracePt t="49524" x="5257800" y="4349750"/>
          <p14:tracePt t="49540" x="5232400" y="4349750"/>
          <p14:tracePt t="49557" x="5168900" y="4362450"/>
          <p14:tracePt t="49573" x="5137150" y="4368800"/>
          <p14:tracePt t="49590" x="5092700" y="4375150"/>
          <p14:tracePt t="49606" x="5080000" y="4381500"/>
          <p14:tracePt t="49701" x="5092700" y="4381500"/>
          <p14:tracePt t="49709" x="5130800" y="4381500"/>
          <p14:tracePt t="49718" x="5156200" y="4381500"/>
          <p14:tracePt t="49726" x="5181600" y="4375150"/>
          <p14:tracePt t="49741" x="5295900" y="4368800"/>
          <p14:tracePt t="49756" x="5353050" y="4368800"/>
          <p14:tracePt t="49773" x="5441950" y="4368800"/>
          <p14:tracePt t="49789" x="5511800" y="4362450"/>
          <p14:tracePt t="49806" x="5537200" y="4362450"/>
          <p14:tracePt t="49823" x="5543550" y="4362450"/>
          <p14:tracePt t="49885" x="5537200" y="4362450"/>
          <p14:tracePt t="49897" x="5524500" y="4368800"/>
          <p14:tracePt t="49903" x="5518150" y="4368800"/>
          <p14:tracePt t="49909" x="5486400" y="4387850"/>
          <p14:tracePt t="49923" x="5441950" y="4406900"/>
          <p14:tracePt t="49940" x="5378450" y="4432300"/>
          <p14:tracePt t="49956" x="5321300" y="4451350"/>
          <p14:tracePt t="49962" x="5283200" y="4470400"/>
          <p14:tracePt t="49973" x="5283200" y="4476750"/>
          <p14:tracePt t="49990" x="5270500" y="4476750"/>
          <p14:tracePt t="50025" x="5276850" y="4476750"/>
          <p14:tracePt t="50040" x="5289550" y="4476750"/>
          <p14:tracePt t="50059" x="5321300" y="4476750"/>
          <p14:tracePt t="50063" x="5334000" y="4476750"/>
          <p14:tracePt t="50073" x="5353050" y="4476750"/>
          <p14:tracePt t="50092" x="5378450" y="4470400"/>
          <p14:tracePt t="50095" x="5391150" y="4464050"/>
          <p14:tracePt t="50106" x="5397500" y="4464050"/>
          <p14:tracePt t="50124" x="5403850" y="4464050"/>
          <p14:tracePt t="50209" x="5391150" y="4464050"/>
          <p14:tracePt t="50217" x="5372100" y="4464050"/>
          <p14:tracePt t="50226" x="5334000" y="4470400"/>
          <p14:tracePt t="50241" x="5238750" y="4476750"/>
          <p14:tracePt t="50257" x="5156200" y="4476750"/>
          <p14:tracePt t="50273" x="5092700" y="4476750"/>
          <p14:tracePt t="50290" x="5048250" y="4476750"/>
          <p14:tracePt t="50307" x="5035550" y="4476750"/>
          <p14:tracePt t="50323" x="5035550" y="4470400"/>
          <p14:tracePt t="50385" x="5029200" y="4470400"/>
          <p14:tracePt t="50393" x="5022850" y="4464050"/>
          <p14:tracePt t="50401" x="5022850" y="4457700"/>
          <p14:tracePt t="50409" x="5016500" y="4451350"/>
          <p14:tracePt t="50423" x="5010150" y="4451350"/>
          <p14:tracePt t="50427" x="5003800" y="4445000"/>
          <p14:tracePt t="50440" x="4972050" y="4432300"/>
          <p14:tracePt t="50473" x="4927600" y="4425950"/>
          <p14:tracePt t="50476" x="4914900" y="4425950"/>
          <p14:tracePt t="50491" x="4851400" y="4413250"/>
          <p14:tracePt t="50506" x="4794250" y="4413250"/>
          <p14:tracePt t="50523" x="4749800" y="4406900"/>
          <p14:tracePt t="50540" x="4718050" y="4406900"/>
          <p14:tracePt t="50557" x="4711700" y="4406900"/>
          <p14:tracePt t="50573" x="4705350" y="4406900"/>
          <p14:tracePt t="50660" x="4705350" y="4400550"/>
          <p14:tracePt t="50667" x="4705350" y="4394200"/>
          <p14:tracePt t="50692" x="4705350" y="4387850"/>
          <p14:tracePt t="50707" x="4705350" y="4381500"/>
          <p14:tracePt t="50726" x="4705350" y="4375150"/>
          <p14:tracePt t="50734" x="4705350" y="4368800"/>
          <p14:tracePt t="50751" x="4686300" y="4362450"/>
          <p14:tracePt t="50759" x="4654550" y="4349750"/>
          <p14:tracePt t="50773" x="4578350" y="4330700"/>
          <p14:tracePt t="50790" x="4438650" y="4298950"/>
          <p14:tracePt t="50806" x="4324350" y="4286250"/>
          <p14:tracePt t="50823" x="4197350" y="4267200"/>
          <p14:tracePt t="50829" x="4114800" y="4260850"/>
          <p14:tracePt t="50840" x="4083050" y="4254500"/>
          <p14:tracePt t="50856" x="4057650" y="4254500"/>
          <p14:tracePt t="50950" x="4064000" y="4254500"/>
          <p14:tracePt t="50958" x="4070350" y="4254500"/>
          <p14:tracePt t="50966" x="4076700" y="4254500"/>
          <p14:tracePt t="50974" x="4089400" y="4260850"/>
          <p14:tracePt t="50991" x="4108450" y="4267200"/>
          <p14:tracePt t="50997" x="4121150" y="4267200"/>
          <p14:tracePt t="51009" x="4127500" y="4267200"/>
          <p14:tracePt t="51111" x="4127500" y="4273550"/>
          <p14:tracePt t="51128" x="4114800" y="4279900"/>
          <p14:tracePt t="51136" x="4083050" y="4286250"/>
          <p14:tracePt t="51143" x="4064000" y="4286250"/>
          <p14:tracePt t="51157" x="4038600" y="4292600"/>
          <p14:tracePt t="51173" x="3975100" y="4298950"/>
          <p14:tracePt t="51176" x="3949700" y="4305300"/>
          <p14:tracePt t="51191" x="3911600" y="4305300"/>
          <p14:tracePt t="51206" x="3892550" y="4311650"/>
          <p14:tracePt t="54351" x="3898900" y="4311650"/>
          <p14:tracePt t="57635" x="0" y="0"/>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 = x + 1</a:t>
            </a:r>
          </a:p>
        </p:txBody>
      </p:sp>
      <p:sp>
        <p:nvSpPr>
          <p:cNvPr id="3" name="Content Placeholder 2"/>
          <p:cNvSpPr>
            <a:spLocks noGrp="1"/>
          </p:cNvSpPr>
          <p:nvPr>
            <p:ph idx="1"/>
          </p:nvPr>
        </p:nvSpPr>
        <p:spPr/>
        <p:txBody>
          <a:bodyPr>
            <a:normAutofit lnSpcReduction="10000"/>
          </a:bodyPr>
          <a:lstStyle/>
          <a:p>
            <a:r>
              <a:rPr lang="en-US" dirty="0">
                <a:latin typeface="Courier New" panose="02070309020205020404" pitchFamily="49" charset="0"/>
                <a:cs typeface="Courier New" panose="02070309020205020404" pitchFamily="49" charset="0"/>
              </a:rPr>
              <a:t>x = x + 1</a:t>
            </a:r>
          </a:p>
          <a:p>
            <a:r>
              <a:rPr lang="en-US" dirty="0"/>
              <a:t>Evaluate the value on the right hand side of the equal sign </a:t>
            </a:r>
          </a:p>
          <a:p>
            <a:pPr lvl="1"/>
            <a:r>
              <a:rPr lang="en-US" dirty="0"/>
              <a:t>need to know what the current value of x </a:t>
            </a:r>
          </a:p>
          <a:p>
            <a:pPr lvl="1"/>
            <a:r>
              <a:rPr lang="en-US" dirty="0"/>
              <a:t>Ex. x = 7, then x + 1 evaluates to 8</a:t>
            </a:r>
          </a:p>
          <a:p>
            <a:r>
              <a:rPr lang="en-US" dirty="0"/>
              <a:t>Assign this value (i.e. 8) to the variable name shown on the left hand side x.</a:t>
            </a:r>
          </a:p>
          <a:p>
            <a:r>
              <a:rPr lang="en-US" dirty="0"/>
              <a:t>it is a quite a common operation to increase a variable x by some fixed amount c, we can write</a:t>
            </a:r>
          </a:p>
          <a:p>
            <a:pPr lvl="1"/>
            <a:r>
              <a:rPr lang="en-US" dirty="0">
                <a:latin typeface="Courier New" panose="02070309020205020404" pitchFamily="49" charset="0"/>
                <a:cs typeface="Courier New" panose="02070309020205020404" pitchFamily="49" charset="0"/>
              </a:rPr>
              <a:t>x = x + c</a:t>
            </a:r>
          </a:p>
          <a:p>
            <a:pPr lvl="1"/>
            <a:r>
              <a:rPr lang="en-US" dirty="0">
                <a:latin typeface="Courier New" panose="02070309020205020404" pitchFamily="49" charset="0"/>
                <a:cs typeface="Courier New" panose="02070309020205020404" pitchFamily="49" charset="0"/>
              </a:rPr>
              <a:t>x += c</a:t>
            </a:r>
          </a:p>
          <a:p>
            <a:pPr lvl="1"/>
            <a:r>
              <a:rPr lang="en-US" dirty="0">
                <a:cs typeface="Courier New" panose="02070309020205020404" pitchFamily="49" charset="0"/>
              </a:rPr>
              <a:t>Note that the order of + and = matters</a:t>
            </a:r>
          </a:p>
          <a:p>
            <a:endParaRPr lang="en-US" dirty="0"/>
          </a:p>
        </p:txBody>
      </p:sp>
    </p:spTree>
    <p:extLst>
      <p:ext uri="{BB962C8B-B14F-4D97-AF65-F5344CB8AC3E}">
        <p14:creationId xmlns:p14="http://schemas.microsoft.com/office/powerpoint/2010/main" val="3895119084"/>
      </p:ext>
    </p:extLst>
  </p:cSld>
  <p:clrMapOvr>
    <a:masterClrMapping/>
  </p:clrMapOvr>
  <mc:AlternateContent xmlns:mc="http://schemas.openxmlformats.org/markup-compatibility/2006" xmlns:p14="http://schemas.microsoft.com/office/powerpoint/2010/main">
    <mc:Choice Requires="p14">
      <p:transition spd="slow" p14:dur="2000" advTm="91182"/>
    </mc:Choice>
    <mc:Fallback xmlns="">
      <p:transition spd="slow" advTm="91182"/>
    </mc:Fallback>
  </mc:AlternateContent>
  <p:extLst>
    <p:ext uri="{3A86A75C-4F4B-4683-9AE1-C65F6400EC91}">
      <p14:laserTraceLst xmlns:p14="http://schemas.microsoft.com/office/powerpoint/2010/main">
        <p14:tracePtLst>
          <p14:tracePt t="32506" x="2235200" y="5391150"/>
          <p14:tracePt t="32559" x="2228850" y="5391150"/>
          <p14:tracePt t="32582" x="2222500" y="5391150"/>
          <p14:tracePt t="32595" x="2216150" y="5391150"/>
          <p14:tracePt t="32607" x="2209800" y="5391150"/>
          <p14:tracePt t="32615" x="2184400" y="5391150"/>
          <p14:tracePt t="32622" x="2165350" y="5391150"/>
          <p14:tracePt t="32636" x="2139950" y="5391150"/>
          <p14:tracePt t="32653" x="2101850" y="5397500"/>
          <p14:tracePt t="32656" x="2063750" y="5397500"/>
          <p14:tracePt t="32670" x="2000250" y="5397500"/>
          <p14:tracePt t="32686" x="1962150" y="5397500"/>
          <p14:tracePt t="32703" x="1892300" y="5397500"/>
          <p14:tracePt t="32707" x="1873250" y="5397500"/>
          <p14:tracePt t="32720" x="1822450" y="5391150"/>
          <p14:tracePt t="32736" x="1790700" y="5391150"/>
          <p14:tracePt t="32753" x="1778000" y="5391150"/>
          <p14:tracePt t="32769" x="1752600" y="5391150"/>
          <p14:tracePt t="32786" x="1739900" y="5397500"/>
          <p14:tracePt t="32803" x="1720850" y="5403850"/>
          <p14:tracePt t="32809" x="1708150" y="5410200"/>
          <p14:tracePt t="32819" x="1682750" y="5429250"/>
          <p14:tracePt t="32836" x="1657350" y="5435600"/>
          <p14:tracePt t="32841" x="1625600" y="5454650"/>
          <p14:tracePt t="32853" x="1606550" y="5454650"/>
          <p14:tracePt t="32869" x="1581150" y="5473700"/>
          <p14:tracePt t="32872" x="1536700" y="5486400"/>
          <p14:tracePt t="32886" x="1524000" y="5492750"/>
          <p14:tracePt t="32891" x="1504950" y="5499100"/>
          <p14:tracePt t="32896" x="1492250" y="5505450"/>
          <p14:tracePt t="32906" x="1454150" y="5518150"/>
          <p14:tracePt t="32920" x="1441450" y="5530850"/>
          <p14:tracePt t="32936" x="1428750" y="5543550"/>
          <p14:tracePt t="32957" x="1422400" y="5549900"/>
          <p14:tracePt t="32970" x="1422400" y="5568950"/>
          <p14:tracePt t="32986" x="1422400" y="5581650"/>
          <p14:tracePt t="33002" x="1422400" y="5607050"/>
          <p14:tracePt t="33019" x="1422400" y="5632450"/>
          <p14:tracePt t="33036" x="1428750" y="5657850"/>
          <p14:tracePt t="33053" x="1435100" y="5695950"/>
          <p14:tracePt t="33069" x="1460500" y="5740400"/>
          <p14:tracePt t="33086" x="1479550" y="5765800"/>
          <p14:tracePt t="33103" x="1498600" y="5797550"/>
          <p14:tracePt t="33110" x="1504950" y="5803900"/>
          <p14:tracePt t="33119" x="1511300" y="5810250"/>
          <p14:tracePt t="33136" x="1536700" y="5835650"/>
          <p14:tracePt t="33140" x="1555750" y="5842000"/>
          <p14:tracePt t="33153" x="1568450" y="5854700"/>
          <p14:tracePt t="33170" x="1619250" y="5880100"/>
          <p14:tracePt t="33186" x="1663700" y="5892800"/>
          <p14:tracePt t="33203" x="1682750" y="5899150"/>
          <p14:tracePt t="33210" x="1727200" y="5911850"/>
          <p14:tracePt t="33220" x="1758950" y="5918200"/>
          <p14:tracePt t="33236" x="1816100" y="5924550"/>
          <p14:tracePt t="33253" x="1847850" y="5930900"/>
          <p14:tracePt t="33269" x="1905000" y="5937250"/>
          <p14:tracePt t="33286" x="1943100" y="5943600"/>
          <p14:tracePt t="33303" x="2012950" y="5949950"/>
          <p14:tracePt t="33319" x="2051050" y="5949950"/>
          <p14:tracePt t="33336" x="2082800" y="5949950"/>
          <p14:tracePt t="33342" x="2101850" y="5949950"/>
          <p14:tracePt t="33353" x="2146300" y="5949950"/>
          <p14:tracePt t="33369" x="2184400" y="5949950"/>
          <p14:tracePt t="33374" x="2203450" y="5943600"/>
          <p14:tracePt t="33386" x="2222500" y="5943600"/>
          <p14:tracePt t="33403" x="2260600" y="5937250"/>
          <p14:tracePt t="33407" x="2273300" y="5937250"/>
          <p14:tracePt t="33422" x="2336800" y="5924550"/>
          <p14:tracePt t="33436" x="2374900" y="5918200"/>
          <p14:tracePt t="33454" x="2406650" y="5918200"/>
          <p14:tracePt t="33470" x="2451100" y="5911850"/>
          <p14:tracePt t="33488" x="2489200" y="5911850"/>
          <p14:tracePt t="33503" x="2533650" y="5905500"/>
          <p14:tracePt t="33520" x="2578100" y="5905500"/>
          <p14:tracePt t="33536" x="2622550" y="5899150"/>
          <p14:tracePt t="33553" x="2686050" y="5886450"/>
          <p14:tracePt t="33560" x="2698750" y="5886450"/>
          <p14:tracePt t="33569" x="2711450" y="5880100"/>
          <p14:tracePt t="33586" x="2749550" y="5867400"/>
          <p14:tracePt t="33603" x="2781300" y="5861050"/>
          <p14:tracePt t="33608" x="2781300" y="5854700"/>
          <p14:tracePt t="33619" x="2794000" y="5854700"/>
          <p14:tracePt t="33622" x="2800350" y="5848350"/>
          <p14:tracePt t="33636" x="2806700" y="5842000"/>
          <p14:tracePt t="33653" x="2819400" y="5829300"/>
          <p14:tracePt t="33657" x="2825750" y="5822950"/>
          <p14:tracePt t="33670" x="2838450" y="5803900"/>
          <p14:tracePt t="33686" x="2851150" y="5784850"/>
          <p14:tracePt t="33703" x="2863850" y="5772150"/>
          <p14:tracePt t="33719" x="2870200" y="5740400"/>
          <p14:tracePt t="33736" x="2882900" y="5715000"/>
          <p14:tracePt t="33753" x="2895600" y="5689600"/>
          <p14:tracePt t="33769" x="2901950" y="5676900"/>
          <p14:tracePt t="33786" x="2908300" y="5651500"/>
          <p14:tracePt t="33803" x="2908300" y="5632450"/>
          <p14:tracePt t="33819" x="2908300" y="5613400"/>
          <p14:tracePt t="33836" x="2908300" y="5594350"/>
          <p14:tracePt t="33853" x="2908300" y="5575300"/>
          <p14:tracePt t="33869" x="2895600" y="5549900"/>
          <p14:tracePt t="33886" x="2882900" y="5524500"/>
          <p14:tracePt t="33888" x="2876550" y="5518150"/>
          <p14:tracePt t="33903" x="2863850" y="5505450"/>
          <p14:tracePt t="33920" x="2819400" y="5467350"/>
          <p14:tracePt t="33937" x="2800350" y="5454650"/>
          <p14:tracePt t="33953" x="2774950" y="5435600"/>
          <p14:tracePt t="33969" x="2743200" y="5422900"/>
          <p14:tracePt t="33986" x="2724150" y="5416550"/>
          <p14:tracePt t="34003" x="2698750" y="5403850"/>
          <p14:tracePt t="34020" x="2673350" y="5403850"/>
          <p14:tracePt t="34036" x="2635250" y="5391150"/>
          <p14:tracePt t="34053" x="2584450" y="5378450"/>
          <p14:tracePt t="34069" x="2489200" y="5359400"/>
          <p14:tracePt t="34086" x="2419350" y="5353050"/>
          <p14:tracePt t="34091" x="2381250" y="5346700"/>
          <p14:tracePt t="34103" x="2349500" y="5334000"/>
          <p14:tracePt t="34119" x="2266950" y="5327650"/>
          <p14:tracePt t="34123" x="2235200" y="5321300"/>
          <p14:tracePt t="34136" x="2197100" y="5321300"/>
          <p14:tracePt t="34153" x="2133600" y="5314950"/>
          <p14:tracePt t="34156" x="2101850" y="5314950"/>
          <p14:tracePt t="34170" x="2044700" y="5314950"/>
          <p14:tracePt t="34186" x="1981200" y="5314950"/>
          <p14:tracePt t="34203" x="1930400" y="5314950"/>
          <p14:tracePt t="34220" x="1866900" y="5321300"/>
          <p14:tracePt t="34236" x="1803400" y="5327650"/>
          <p14:tracePt t="34253" x="1733550" y="5334000"/>
          <p14:tracePt t="34259" x="1695450" y="5340350"/>
          <p14:tracePt t="34286" x="1631950" y="5346700"/>
          <p14:tracePt t="34303" x="1581150" y="5359400"/>
          <p14:tracePt t="34319" x="1543050" y="5372100"/>
          <p14:tracePt t="34336" x="1504950" y="5378450"/>
          <p14:tracePt t="34353" x="1485900" y="5384800"/>
          <p14:tracePt t="34358" x="1473200" y="5384800"/>
          <p14:tracePt t="34365" x="1473200" y="5391150"/>
          <p14:tracePt t="34373" x="1466850" y="5397500"/>
          <p14:tracePt t="34386" x="1454150" y="5397500"/>
          <p14:tracePt t="34403" x="1441450" y="5403850"/>
          <p14:tracePt t="34420" x="1416050" y="5422900"/>
          <p14:tracePt t="34436" x="1403350" y="5435600"/>
          <p14:tracePt t="34453" x="1397000" y="5441950"/>
          <p14:tracePt t="34469" x="1390650" y="5454650"/>
          <p14:tracePt t="34486" x="1384300" y="5461000"/>
          <p14:tracePt t="34503" x="1377950" y="5473700"/>
          <p14:tracePt t="34519" x="1377950" y="5480050"/>
          <p14:tracePt t="34536" x="1371600" y="5492750"/>
          <p14:tracePt t="34553" x="1365250" y="5505450"/>
          <p14:tracePt t="34570" x="1365250" y="5524500"/>
          <p14:tracePt t="34586" x="1365250" y="5549900"/>
          <p14:tracePt t="34593" x="1365250" y="5562600"/>
          <p14:tracePt t="34600" x="1365250" y="5568950"/>
          <p14:tracePt t="34619" x="1365250" y="5594350"/>
          <p14:tracePt t="34624" x="1365250" y="5600700"/>
          <p14:tracePt t="34636" x="1365250" y="5607050"/>
          <p14:tracePt t="34653" x="1365250" y="5626100"/>
          <p14:tracePt t="34657" x="1365250" y="5632450"/>
          <p14:tracePt t="34672" x="1365250" y="5645150"/>
          <p14:tracePt t="34686" x="1371600" y="5651500"/>
          <p14:tracePt t="34703" x="1377950" y="5664200"/>
          <p14:tracePt t="34719" x="1377950" y="5676900"/>
          <p14:tracePt t="34736" x="1390650" y="5689600"/>
          <p14:tracePt t="34752" x="1390650" y="5695950"/>
          <p14:tracePt t="34769" x="1403350" y="5715000"/>
          <p14:tracePt t="34786" x="1416050" y="5734050"/>
          <p14:tracePt t="34803" x="1428750" y="5746750"/>
          <p14:tracePt t="34819" x="1428750" y="5753100"/>
          <p14:tracePt t="34825" x="1441450" y="5759450"/>
          <p14:tracePt t="34836" x="1447800" y="5765800"/>
          <p14:tracePt t="34853" x="1460500" y="5772150"/>
          <p14:tracePt t="34858" x="1466850" y="5784850"/>
          <p14:tracePt t="34875" x="1479550" y="5784850"/>
          <p14:tracePt t="34886" x="1485900" y="5791200"/>
          <p14:tracePt t="34891" x="1492250" y="5797550"/>
          <p14:tracePt t="34903" x="1504950" y="5803900"/>
          <p14:tracePt t="34920" x="1530350" y="5816600"/>
          <p14:tracePt t="34936" x="1568450" y="5829300"/>
          <p14:tracePt t="34953" x="1587500" y="5835650"/>
          <p14:tracePt t="34969" x="1625600" y="5842000"/>
          <p14:tracePt t="34986" x="1682750" y="5854700"/>
          <p14:tracePt t="35003" x="1708150" y="5854700"/>
          <p14:tracePt t="35020" x="1765300" y="5861050"/>
          <p14:tracePt t="35025" x="1803400" y="5867400"/>
          <p14:tracePt t="35052" x="1873250" y="5873750"/>
          <p14:tracePt t="35059" x="1898650" y="5873750"/>
          <p14:tracePt t="35073" x="1924050" y="5873750"/>
          <p14:tracePt t="35086" x="1949450" y="5873750"/>
          <p14:tracePt t="35104" x="2006600" y="5873750"/>
          <p14:tracePt t="35120" x="2032000" y="5873750"/>
          <p14:tracePt t="35139" x="2082800" y="5873750"/>
          <p14:tracePt t="35153" x="2108200" y="5873750"/>
          <p14:tracePt t="35170" x="2171700" y="5873750"/>
          <p14:tracePt t="35186" x="2235200" y="5873750"/>
          <p14:tracePt t="35204" x="2279650" y="5873750"/>
          <p14:tracePt t="35219" x="2355850" y="5873750"/>
          <p14:tracePt t="35239" x="2400300" y="5873750"/>
          <p14:tracePt t="35242" x="2444750" y="5873750"/>
          <p14:tracePt t="35253" x="2495550" y="5873750"/>
          <p14:tracePt t="35270" x="2546350" y="5873750"/>
          <p14:tracePt t="35286" x="2654300" y="5867400"/>
          <p14:tracePt t="35303" x="2717800" y="5867400"/>
          <p14:tracePt t="35306" x="2768600" y="5861050"/>
          <p14:tracePt t="35319" x="2813050" y="5861050"/>
          <p14:tracePt t="35336" x="2857500" y="5854700"/>
          <p14:tracePt t="35340" x="2882900" y="5854700"/>
          <p14:tracePt t="35353" x="2895600" y="5854700"/>
          <p14:tracePt t="35369" x="2914650" y="5848350"/>
          <p14:tracePt t="35373" x="2921000" y="5848350"/>
          <p14:tracePt t="35438" x="2927350" y="5842000"/>
          <p14:tracePt t="35445" x="2933700" y="5842000"/>
          <p14:tracePt t="35462" x="2940050" y="5842000"/>
          <p14:tracePt t="35477" x="2946400" y="5835650"/>
          <p14:tracePt t="35493" x="2952750" y="5835650"/>
          <p14:tracePt t="35502" x="2959100" y="5835650"/>
          <p14:tracePt t="35519" x="2965450" y="5829300"/>
          <p14:tracePt t="35536" x="2971800" y="5822950"/>
          <p14:tracePt t="35905" x="2971800" y="5816600"/>
          <p14:tracePt t="35907" x="0" y="0"/>
        </p14:tracePtLst>
        <p14:tracePtLst>
          <p14:tracePt t="46313" x="2095500" y="5429250"/>
          <p14:tracePt t="46355" x="2089150" y="5429250"/>
          <p14:tracePt t="46372" x="2082800" y="5429250"/>
          <p14:tracePt t="46387" x="2076450" y="5429250"/>
          <p14:tracePt t="46403" x="2057400" y="5435600"/>
          <p14:tracePt t="46419" x="2032000" y="5435600"/>
          <p14:tracePt t="46436" x="2012950" y="5448300"/>
          <p14:tracePt t="46453" x="1955800" y="5454650"/>
          <p14:tracePt t="46469" x="1917700" y="5461000"/>
          <p14:tracePt t="46486" x="1873250" y="5473700"/>
          <p14:tracePt t="46503" x="1860550" y="5480050"/>
          <p14:tracePt t="46519" x="1854200" y="5480050"/>
          <p14:tracePt t="46557" x="1854200" y="5486400"/>
          <p14:tracePt t="46564" x="1854200" y="5492750"/>
          <p14:tracePt t="46573" x="1854200" y="5499100"/>
          <p14:tracePt t="46590" x="1854200" y="5505450"/>
          <p14:tracePt t="46603" x="1854200" y="5518150"/>
          <p14:tracePt t="46620" x="1854200" y="5537200"/>
          <p14:tracePt t="46636" x="1854200" y="5549900"/>
          <p14:tracePt t="46669" x="1854200" y="5556250"/>
          <p14:tracePt t="46686" x="1854200" y="5562600"/>
          <p14:tracePt t="46704" x="1866900" y="5575300"/>
          <p14:tracePt t="46719" x="1873250" y="5581650"/>
          <p14:tracePt t="46737" x="1885950" y="5594350"/>
          <p14:tracePt t="46740" x="1892300" y="5594350"/>
          <p14:tracePt t="46753" x="1898650" y="5607050"/>
          <p14:tracePt t="46770" x="1917700" y="5626100"/>
          <p14:tracePt t="46786" x="1930400" y="5632450"/>
          <p14:tracePt t="46803" x="1949450" y="5651500"/>
          <p14:tracePt t="46819" x="1955800" y="5664200"/>
          <p14:tracePt t="46837" x="1962150" y="5670550"/>
          <p14:tracePt t="46841" x="1968500" y="5676900"/>
          <p14:tracePt t="46856" x="1981200" y="5683250"/>
          <p14:tracePt t="46870" x="1987550" y="5689600"/>
          <p14:tracePt t="46889" x="2006600" y="5695950"/>
          <p14:tracePt t="46903" x="2032000" y="5715000"/>
          <p14:tracePt t="46920" x="2063750" y="5715000"/>
          <p14:tracePt t="46936" x="2082800" y="5721350"/>
          <p14:tracePt t="46953" x="2101850" y="5721350"/>
          <p14:tracePt t="46970" x="2114550" y="5727700"/>
          <p14:tracePt t="46975" x="2120900" y="5727700"/>
          <p14:tracePt t="46986" x="2127250" y="5727700"/>
          <p14:tracePt t="47003" x="2133600" y="5727700"/>
          <p14:tracePt t="47023" x="2146300" y="5727700"/>
          <p14:tracePt t="47036" x="2152650" y="5721350"/>
          <p14:tracePt t="47041" x="2159000" y="5715000"/>
          <p14:tracePt t="47053" x="2165350" y="5715000"/>
          <p14:tracePt t="47070" x="2178050" y="5702300"/>
          <p14:tracePt t="47075" x="2178050" y="5689600"/>
          <p14:tracePt t="47086" x="2184400" y="5689600"/>
          <p14:tracePt t="47103" x="2197100" y="5676900"/>
          <p14:tracePt t="47106" x="2203450" y="5664200"/>
          <p14:tracePt t="47120" x="2216150" y="5657850"/>
          <p14:tracePt t="47136" x="2222500" y="5638800"/>
          <p14:tracePt t="47153" x="2228850" y="5626100"/>
          <p14:tracePt t="47170" x="2228850" y="5619750"/>
          <p14:tracePt t="47186" x="2235200" y="5607050"/>
          <p14:tracePt t="47203" x="2235200" y="5594350"/>
          <p14:tracePt t="47219" x="2235200" y="5588000"/>
          <p14:tracePt t="47236" x="2241550" y="5575300"/>
          <p14:tracePt t="47241" x="2241550" y="5568950"/>
          <p14:tracePt t="47258" x="2241550" y="5556250"/>
          <p14:tracePt t="47274" x="2241550" y="5549900"/>
          <p14:tracePt t="47292" x="2241550" y="5543550"/>
          <p14:tracePt t="47307" x="2241550" y="5537200"/>
          <p14:tracePt t="47320" x="2241550" y="5530850"/>
          <p14:tracePt t="47340" x="2241550" y="5524500"/>
          <p14:tracePt t="47366" x="2241550" y="5518150"/>
          <p14:tracePt t="47379" x="2241550" y="5511800"/>
          <p14:tracePt t="47388" x="2241550" y="5505450"/>
          <p14:tracePt t="47403" x="2235200" y="5499100"/>
          <p14:tracePt t="47420" x="2228850" y="5492750"/>
          <p14:tracePt t="47436" x="2222500" y="5492750"/>
          <p14:tracePt t="47453" x="2216150" y="5480050"/>
          <p14:tracePt t="47470" x="2209800" y="5480050"/>
          <p14:tracePt t="47492" x="2203450" y="5480050"/>
          <p14:tracePt t="47508" x="2190750" y="5480050"/>
          <p14:tracePt t="47524" x="2184400" y="5473700"/>
          <p14:tracePt t="47537" x="2178050" y="5473700"/>
          <p14:tracePt t="47553" x="2165350" y="5473700"/>
          <p14:tracePt t="47557" x="2159000" y="5473700"/>
          <p14:tracePt t="47566" x="2146300" y="5473700"/>
          <p14:tracePt t="47573" x="2133600" y="5467350"/>
          <p14:tracePt t="47586" x="2127250" y="5467350"/>
          <p14:tracePt t="47603" x="2101850" y="5461000"/>
          <p14:tracePt t="47604" x="2095500" y="5461000"/>
          <p14:tracePt t="47620" x="2076450" y="5461000"/>
          <p14:tracePt t="47636" x="2051050" y="5454650"/>
          <p14:tracePt t="47653" x="2038350" y="5454650"/>
          <p14:tracePt t="47670" x="2012950" y="5454650"/>
          <p14:tracePt t="47686" x="2000250" y="5454650"/>
          <p14:tracePt t="47703" x="1993900" y="5454650"/>
          <p14:tracePt t="47720" x="1987550" y="5454650"/>
          <p14:tracePt t="47736" x="1981200" y="5461000"/>
          <p14:tracePt t="47753" x="1974850" y="5461000"/>
          <p14:tracePt t="47770" x="1968500" y="5467350"/>
          <p14:tracePt t="47773" x="1962150" y="5467350"/>
          <p14:tracePt t="47789" x="1955800" y="5473700"/>
          <p14:tracePt t="47803" x="1949450" y="5473700"/>
          <p14:tracePt t="47820" x="1943100" y="5480050"/>
          <p14:tracePt t="47853" x="1943100" y="5486400"/>
          <p14:tracePt t="47943" x="1943100" y="5492750"/>
          <p14:tracePt t="47964" x="1943100" y="5499100"/>
          <p14:tracePt t="47976" x="1943100" y="5505450"/>
          <p14:tracePt t="48259" x="0" y="0"/>
        </p14:tracePtLst>
        <p14:tracePtLst>
          <p14:tracePt t="49465" x="3327400" y="5143500"/>
          <p14:tracePt t="49471" x="3327400" y="5137150"/>
          <p14:tracePt t="49480" x="3321050" y="5137150"/>
          <p14:tracePt t="49623" x="3314700" y="5137150"/>
          <p14:tracePt t="49639" x="3302000" y="5130800"/>
          <p14:tracePt t="49659" x="3295650" y="5130800"/>
          <p14:tracePt t="49670" x="3282950" y="5130800"/>
          <p14:tracePt t="49687" x="3257550" y="5130800"/>
          <p14:tracePt t="49689" x="3251200" y="5130800"/>
          <p14:tracePt t="49703" x="3232150" y="5130800"/>
          <p14:tracePt t="49721" x="3206750" y="5137150"/>
          <p14:tracePt t="49737" x="3175000" y="5143500"/>
          <p14:tracePt t="49753" x="3155950" y="5149850"/>
          <p14:tracePt t="49770" x="3130550" y="5162550"/>
          <p14:tracePt t="49786" x="3111500" y="5168900"/>
          <p14:tracePt t="49803" x="3098800" y="5168900"/>
          <p14:tracePt t="49820" x="3092450" y="5175250"/>
          <p14:tracePt t="49836" x="3079750" y="5175250"/>
          <p14:tracePt t="49853" x="3073400" y="5181600"/>
          <p14:tracePt t="49860" x="3067050" y="5181600"/>
          <p14:tracePt t="49876" x="3060700" y="5187950"/>
          <p14:tracePt t="49897" x="3054350" y="5187950"/>
          <p14:tracePt t="49913" x="3048000" y="5187950"/>
          <p14:tracePt t="49939" x="3048000" y="5194300"/>
          <p14:tracePt t="49964" x="3048000" y="5200650"/>
          <p14:tracePt t="49975" x="3041650" y="5200650"/>
          <p14:tracePt t="49988" x="3041650" y="5207000"/>
          <p14:tracePt t="49996" x="3035300" y="5219700"/>
          <p14:tracePt t="50006" x="3028950" y="5219700"/>
          <p14:tracePt t="50020" x="3022600" y="5238750"/>
          <p14:tracePt t="50037" x="3022600" y="5251450"/>
          <p14:tracePt t="50053" x="3016250" y="5264150"/>
          <p14:tracePt t="50071" x="3016250" y="5276850"/>
          <p14:tracePt t="50086" x="3016250" y="5283200"/>
          <p14:tracePt t="50104" x="3016250" y="5289550"/>
          <p14:tracePt t="50108" x="3016250" y="5302250"/>
          <p14:tracePt t="50125" x="3016250" y="5308600"/>
          <p14:tracePt t="50136" x="3022600" y="5308600"/>
          <p14:tracePt t="50140" x="3022600" y="5314950"/>
          <p14:tracePt t="50153" x="3022600" y="5321300"/>
          <p14:tracePt t="50172" x="3028950" y="5327650"/>
          <p14:tracePt t="50187" x="3035300" y="5334000"/>
          <p14:tracePt t="50203" x="3041650" y="5334000"/>
          <p14:tracePt t="50206" x="3048000" y="5340350"/>
          <p14:tracePt t="50220" x="3054350" y="5346700"/>
          <p14:tracePt t="50236" x="3067050" y="5353050"/>
          <p14:tracePt t="50253" x="3079750" y="5359400"/>
          <p14:tracePt t="50270" x="3098800" y="5378450"/>
          <p14:tracePt t="50286" x="3111500" y="5378450"/>
          <p14:tracePt t="50303" x="3124200" y="5391150"/>
          <p14:tracePt t="50320" x="3136900" y="5391150"/>
          <p14:tracePt t="50336" x="3149600" y="5397500"/>
          <p14:tracePt t="50353" x="3162300" y="5397500"/>
          <p14:tracePt t="50370" x="3168650" y="5403850"/>
          <p14:tracePt t="50373" x="3175000" y="5410200"/>
          <p14:tracePt t="50386" x="3181350" y="5410200"/>
          <p14:tracePt t="50403" x="3194050" y="5410200"/>
          <p14:tracePt t="50410" x="3200400" y="5410200"/>
          <p14:tracePt t="50420" x="3206750" y="5416550"/>
          <p14:tracePt t="50436" x="3219450" y="5416550"/>
          <p14:tracePt t="50453" x="3225800" y="5416550"/>
          <p14:tracePt t="50471" x="3251200" y="5416550"/>
          <p14:tracePt t="50489" x="3257550" y="5416550"/>
          <p14:tracePt t="50503" x="3276600" y="5416550"/>
          <p14:tracePt t="50520" x="3289300" y="5416550"/>
          <p14:tracePt t="50536" x="3302000" y="5416550"/>
          <p14:tracePt t="50553" x="3314700" y="5410200"/>
          <p14:tracePt t="50570" x="3321050" y="5403850"/>
          <p14:tracePt t="50576" x="3327400" y="5391150"/>
          <p14:tracePt t="50586" x="3333750" y="5384800"/>
          <p14:tracePt t="50603" x="3346450" y="5372100"/>
          <p14:tracePt t="50606" x="3346450" y="5359400"/>
          <p14:tracePt t="50619" x="3352800" y="5359400"/>
          <p14:tracePt t="50636" x="3352800" y="5334000"/>
          <p14:tracePt t="50653" x="3359150" y="5321300"/>
          <p14:tracePt t="50670" x="3359150" y="5308600"/>
          <p14:tracePt t="50687" x="3359150" y="5283200"/>
          <p14:tracePt t="50703" x="3359150" y="5270500"/>
          <p14:tracePt t="50721" x="3359150" y="5251450"/>
          <p14:tracePt t="50737" x="3359150" y="5226050"/>
          <p14:tracePt t="50753" x="3359150" y="5207000"/>
          <p14:tracePt t="50770" x="3359150" y="5194300"/>
          <p14:tracePt t="50786" x="3352800" y="5162550"/>
          <p14:tracePt t="50803" x="3346450" y="5149850"/>
          <p14:tracePt t="50810" x="3346450" y="5143500"/>
          <p14:tracePt t="50820" x="3346450" y="5137150"/>
          <p14:tracePt t="50837" x="3340100" y="5130800"/>
          <p14:tracePt t="50841" x="3340100" y="5118100"/>
          <p14:tracePt t="50853" x="3333750" y="5118100"/>
          <p14:tracePt t="50870" x="3333750" y="5105400"/>
          <p14:tracePt t="50889" x="3327400" y="5099050"/>
          <p14:tracePt t="50930" x="3327400" y="5092700"/>
          <p14:tracePt t="50938" x="3321050" y="5092700"/>
          <p14:tracePt t="50954" x="3314700" y="5092700"/>
          <p14:tracePt t="50970" x="3302000" y="5080000"/>
          <p14:tracePt t="50988" x="3289300" y="5080000"/>
          <p14:tracePt t="51003" x="3276600" y="5073650"/>
          <p14:tracePt t="51020" x="3263900" y="5067300"/>
          <p14:tracePt t="51036" x="3251200" y="5060950"/>
          <p14:tracePt t="51054" x="3238500" y="5060950"/>
          <p14:tracePt t="51070" x="3225800" y="5060950"/>
          <p14:tracePt t="51087" x="3219450" y="5060950"/>
          <p14:tracePt t="51103" x="3213100" y="5060950"/>
          <p14:tracePt t="51110" x="3206750" y="5060950"/>
          <p14:tracePt t="51119" x="3200400" y="5060950"/>
          <p14:tracePt t="51137" x="3194050" y="5060950"/>
          <p14:tracePt t="51139" x="3175000" y="5060950"/>
          <p14:tracePt t="51153" x="3162300" y="5060950"/>
          <p14:tracePt t="51171" x="3111500" y="5067300"/>
          <p14:tracePt t="51186" x="3079750" y="5073650"/>
          <p14:tracePt t="51203" x="3067050" y="5073650"/>
          <p14:tracePt t="51220" x="3041650" y="5073650"/>
          <p14:tracePt t="51236" x="3028950" y="5080000"/>
          <p14:tracePt t="51254" x="3028950" y="5086350"/>
          <p14:tracePt t="51270" x="3022600" y="5086350"/>
          <p14:tracePt t="51286" x="3016250" y="5086350"/>
          <p14:tracePt t="51303" x="3009900" y="5092700"/>
          <p14:tracePt t="51320" x="3009900" y="5099050"/>
          <p14:tracePt t="51336" x="3003550" y="5099050"/>
          <p14:tracePt t="51342" x="3003550" y="5105400"/>
          <p14:tracePt t="51360" x="3003550" y="5111750"/>
          <p14:tracePt t="51374" x="2997200" y="5111750"/>
          <p14:tracePt t="51388" x="2997200" y="5118100"/>
          <p14:tracePt t="51420" x="2997200" y="5124450"/>
          <p14:tracePt t="51438" x="2997200" y="5130800"/>
          <p14:tracePt t="51453" x="2997200" y="5137150"/>
          <p14:tracePt t="51470" x="2997200" y="5143500"/>
          <p14:tracePt t="51486" x="2997200" y="5149850"/>
          <p14:tracePt t="51503" x="2997200" y="5162550"/>
          <p14:tracePt t="51520" x="2997200" y="5168900"/>
          <p14:tracePt t="51536" x="2997200" y="5175250"/>
          <p14:tracePt t="51562" x="2997200" y="5181600"/>
          <p14:tracePt t="51639" x="2997200" y="5187950"/>
          <p14:tracePt t="51664" x="2997200" y="5194300"/>
          <p14:tracePt t="51680" x="2997200" y="5200650"/>
          <p14:tracePt t="51962" x="0" y="0"/>
        </p14:tracePtLst>
        <p14:tracePtLst>
          <p14:tracePt t="54337" x="1841500" y="5048250"/>
          <p14:tracePt t="54489" x="1835150" y="5048250"/>
          <p14:tracePt t="54506" x="1822450" y="5048250"/>
          <p14:tracePt t="54515" x="1809750" y="5048250"/>
          <p14:tracePt t="54523" x="1797050" y="5048250"/>
          <p14:tracePt t="54540" x="1778000" y="5048250"/>
          <p14:tracePt t="54553" x="1752600" y="5048250"/>
          <p14:tracePt t="54570" x="1714500" y="5048250"/>
          <p14:tracePt t="54587" x="1695450" y="5054600"/>
          <p14:tracePt t="54603" x="1676400" y="5054600"/>
          <p14:tracePt t="54620" x="1670050" y="5060950"/>
          <p14:tracePt t="54637" x="1651000" y="5067300"/>
          <p14:tracePt t="54653" x="1631950" y="5080000"/>
          <p14:tracePt t="54670" x="1619250" y="5080000"/>
          <p14:tracePt t="54686" x="1612900" y="5086350"/>
          <p14:tracePt t="54691" x="1606550" y="5086350"/>
          <p14:tracePt t="54703" x="1600200" y="5086350"/>
          <p14:tracePt t="54736" x="1600200" y="5092700"/>
          <p14:tracePt t="54753" x="1593850" y="5092700"/>
          <p14:tracePt t="54772" x="1587500" y="5092700"/>
          <p14:tracePt t="54787" x="1587500" y="5105400"/>
          <p14:tracePt t="54803" x="1581150" y="5105400"/>
          <p14:tracePt t="54820" x="1574800" y="5111750"/>
          <p14:tracePt t="54837" x="1568450" y="5130800"/>
          <p14:tracePt t="54853" x="1555750" y="5143500"/>
          <p14:tracePt t="54870" x="1549400" y="5156200"/>
          <p14:tracePt t="54875" x="1549400" y="5162550"/>
          <p14:tracePt t="54889" x="1543050" y="5175250"/>
          <p14:tracePt t="54904" x="1536700" y="5194300"/>
          <p14:tracePt t="54907" x="1530350" y="5194300"/>
          <p14:tracePt t="54920" x="1530350" y="5207000"/>
          <p14:tracePt t="54936" x="1530350" y="5213350"/>
          <p14:tracePt t="54940" x="1530350" y="5226050"/>
          <p14:tracePt t="54953" x="1530350" y="5232400"/>
          <p14:tracePt t="54971" x="1530350" y="5251450"/>
          <p14:tracePt t="54987" x="1530350" y="5257800"/>
          <p14:tracePt t="55003" x="1530350" y="5264150"/>
          <p14:tracePt t="55006" x="1530350" y="5270500"/>
          <p14:tracePt t="55023" x="1536700" y="5276850"/>
          <p14:tracePt t="55037" x="1543050" y="5289550"/>
          <p14:tracePt t="55053" x="1549400" y="5302250"/>
          <p14:tracePt t="55070" x="1562100" y="5308600"/>
          <p14:tracePt t="55086" x="1574800" y="5314950"/>
          <p14:tracePt t="55103" x="1587500" y="5327650"/>
          <p14:tracePt t="55120" x="1606550" y="5334000"/>
          <p14:tracePt t="55137" x="1631950" y="5346700"/>
          <p14:tracePt t="55142" x="1644650" y="5359400"/>
          <p14:tracePt t="55153" x="1663700" y="5359400"/>
          <p14:tracePt t="55170" x="1701800" y="5378450"/>
          <p14:tracePt t="55175" x="1727200" y="5384800"/>
          <p14:tracePt t="55187" x="1746250" y="5391150"/>
          <p14:tracePt t="55203" x="1790700" y="5410200"/>
          <p14:tracePt t="55207" x="1822450" y="5422900"/>
          <p14:tracePt t="55221" x="1892300" y="5435600"/>
          <p14:tracePt t="55237" x="1974850" y="5441950"/>
          <p14:tracePt t="55253" x="2006600" y="5441950"/>
          <p14:tracePt t="55271" x="2114550" y="5454650"/>
          <p14:tracePt t="55287" x="2159000" y="5461000"/>
          <p14:tracePt t="55303" x="2203450" y="5473700"/>
          <p14:tracePt t="55320" x="2222500" y="5473700"/>
          <p14:tracePt t="55336" x="2228850" y="5473700"/>
          <p14:tracePt t="55353" x="2235200" y="5473700"/>
          <p14:tracePt t="55370" x="2247900" y="5473700"/>
          <p14:tracePt t="55388" x="2266950" y="5473700"/>
          <p14:tracePt t="55403" x="2286000" y="5473700"/>
          <p14:tracePt t="55423" x="2317750" y="5467350"/>
          <p14:tracePt t="55437" x="2330450" y="5467350"/>
          <p14:tracePt t="55455" x="2362200" y="5461000"/>
          <p14:tracePt t="55471" x="2400300" y="5454650"/>
          <p14:tracePt t="55488" x="2444750" y="5454650"/>
          <p14:tracePt t="55503" x="2495550" y="5448300"/>
          <p14:tracePt t="55522" x="2527300" y="5441950"/>
          <p14:tracePt t="55536" x="2597150" y="5435600"/>
          <p14:tracePt t="55554" x="2635250" y="5435600"/>
          <p14:tracePt t="55570" x="2692400" y="5429250"/>
          <p14:tracePt t="55587" x="2730500" y="5422900"/>
          <p14:tracePt t="55603" x="2806700" y="5416550"/>
          <p14:tracePt t="55620" x="2857500" y="5416550"/>
          <p14:tracePt t="55637" x="2940050" y="5416550"/>
          <p14:tracePt t="55653" x="2971800" y="5416550"/>
          <p14:tracePt t="55657" x="2990850" y="5416550"/>
          <p14:tracePt t="55670" x="2997200" y="5410200"/>
          <p14:tracePt t="55687" x="3035300" y="5410200"/>
          <p14:tracePt t="55689" x="3048000" y="5410200"/>
          <p14:tracePt t="55703" x="3054350" y="5410200"/>
          <p14:tracePt t="55721" x="3073400" y="5403850"/>
          <p14:tracePt t="55736" x="3086100" y="5403850"/>
          <p14:tracePt t="55753" x="3098800" y="5397500"/>
          <p14:tracePt t="55778" x="3105150" y="5397500"/>
          <p14:tracePt t="56345" x="3111500" y="5397500"/>
          <p14:tracePt t="56351" x="3111500" y="5391150"/>
          <p14:tracePt t="56495" x="3117850" y="5391150"/>
          <p14:tracePt t="56909" x="3124200" y="5391150"/>
          <p14:tracePt t="56932" x="3130550" y="5391150"/>
          <p14:tracePt t="56956" x="3136900" y="5391150"/>
          <p14:tracePt t="56974" x="3143250" y="5391150"/>
          <p14:tracePt t="56988" x="3149600" y="5391150"/>
          <p14:tracePt t="57004" x="3155950" y="5391150"/>
          <p14:tracePt t="57020" x="3168650" y="5391150"/>
          <p14:tracePt t="57039" x="3181350" y="5391150"/>
          <p14:tracePt t="57053" x="3200400" y="5391150"/>
          <p14:tracePt t="57071" x="3206750" y="5391150"/>
          <p14:tracePt t="57087" x="3213100" y="5391150"/>
          <p14:tracePt t="57103" x="3219450" y="5391150"/>
          <p14:tracePt t="57150" x="3225800" y="5391150"/>
          <p14:tracePt t="57285" x="3232150" y="5391150"/>
          <p14:tracePt t="57311" x="3238500" y="5391150"/>
          <p14:tracePt t="57318" x="3244850" y="5384800"/>
          <p14:tracePt t="57337" x="3251200" y="5378450"/>
          <p14:tracePt t="57350" x="3257550" y="5372100"/>
          <p14:tracePt t="57375" x="3263900" y="5365750"/>
          <p14:tracePt t="57384" x="3270250" y="5359400"/>
          <p14:tracePt t="57488" x="3270250" y="5353050"/>
          <p14:tracePt t="57496" x="3276600" y="5353050"/>
          <p14:tracePt t="57529" x="3276600" y="5346700"/>
          <p14:tracePt t="57544" x="3282950" y="5346700"/>
          <p14:tracePt t="59020" x="3282950" y="5353050"/>
          <p14:tracePt t="59027" x="3276600" y="5353050"/>
          <p14:tracePt t="59037" x="3276600" y="5359400"/>
          <p14:tracePt t="59204" x="3270250" y="5365750"/>
          <p14:tracePt t="59212" x="3263900" y="5365750"/>
          <p14:tracePt t="59220" x="3257550" y="5372100"/>
          <p14:tracePt t="59237" x="3238500" y="5384800"/>
          <p14:tracePt t="59253" x="3200400" y="5403850"/>
          <p14:tracePt t="59270" x="3162300" y="5422900"/>
          <p14:tracePt t="59287" x="3124200" y="5441950"/>
          <p14:tracePt t="59303" x="3086100" y="5461000"/>
          <p14:tracePt t="59320" x="3060700" y="5473700"/>
          <p14:tracePt t="59337" x="3035300" y="5486400"/>
          <p14:tracePt t="59353" x="3028950" y="5486400"/>
          <p14:tracePt t="59370" x="3016250" y="5492750"/>
          <p14:tracePt t="59387" x="3003550" y="5499100"/>
          <p14:tracePt t="59390" x="2997200" y="5499100"/>
          <p14:tracePt t="59403" x="2971800" y="5505450"/>
          <p14:tracePt t="59421" x="2952750" y="5511800"/>
          <p14:tracePt t="59437" x="2927350" y="5518150"/>
          <p14:tracePt t="59453" x="2908300" y="5518150"/>
          <p14:tracePt t="59470" x="2889250" y="5518150"/>
          <p14:tracePt t="59487" x="2870200" y="5524500"/>
          <p14:tracePt t="59503" x="2838450" y="5530850"/>
          <p14:tracePt t="59520" x="2819400" y="5530850"/>
          <p14:tracePt t="59537" x="2806700" y="5530850"/>
          <p14:tracePt t="59553" x="2800350" y="5530850"/>
          <p14:tracePt t="59570" x="2800350" y="5524500"/>
          <p14:tracePt t="59587" x="2794000" y="5524500"/>
          <p14:tracePt t="59603" x="2787650" y="5511800"/>
          <p14:tracePt t="59620" x="2774950" y="5505450"/>
          <p14:tracePt t="59625" x="2768600" y="5499100"/>
          <p14:tracePt t="59631" x="2762250" y="5492750"/>
          <p14:tracePt t="59653" x="2743200" y="5480050"/>
          <p14:tracePt t="59657" x="2736850" y="5473700"/>
          <p14:tracePt t="59671" x="2717800" y="5467350"/>
          <p14:tracePt t="59687" x="2692400" y="5448300"/>
          <p14:tracePt t="59703" x="2667000" y="5448300"/>
          <p14:tracePt t="59720" x="2647950" y="5441950"/>
          <p14:tracePt t="59737" x="2616200" y="5435600"/>
          <p14:tracePt t="59753" x="2571750" y="5429250"/>
          <p14:tracePt t="59770" x="2540000" y="5422900"/>
          <p14:tracePt t="59787" x="2482850" y="5410200"/>
          <p14:tracePt t="59803" x="2451100" y="5403850"/>
          <p14:tracePt t="59820" x="2393950" y="5384800"/>
          <p14:tracePt t="59837" x="2374900" y="5378450"/>
          <p14:tracePt t="59853" x="2343150" y="5372100"/>
          <p14:tracePt t="59859" x="2317750" y="5372100"/>
          <p14:tracePt t="59870" x="2305050" y="5372100"/>
          <p14:tracePt t="59887" x="2279650" y="5372100"/>
          <p14:tracePt t="59890" x="2266950" y="5372100"/>
          <p14:tracePt t="59903" x="2247900" y="5365750"/>
          <p14:tracePt t="59921" x="2159000" y="5359400"/>
          <p14:tracePt t="59937" x="2120900" y="5359400"/>
          <p14:tracePt t="59953" x="2089150" y="5359400"/>
          <p14:tracePt t="59970" x="2051050" y="5353050"/>
          <p14:tracePt t="59987" x="2025650" y="5353050"/>
          <p14:tracePt t="60003" x="1993900" y="5353050"/>
          <p14:tracePt t="60020" x="1968500" y="5346700"/>
          <p14:tracePt t="60037" x="1949450" y="5346700"/>
          <p14:tracePt t="60053" x="1917700" y="5346700"/>
          <p14:tracePt t="60060" x="1905000" y="5346700"/>
          <p14:tracePt t="60070" x="1885950" y="5346700"/>
          <p14:tracePt t="60087" x="1847850" y="5346700"/>
          <p14:tracePt t="60103" x="1816100" y="5346700"/>
          <p14:tracePt t="60120" x="1803400" y="5346700"/>
          <p14:tracePt t="60123" x="1797050" y="5346700"/>
          <p14:tracePt t="60157" x="1790700" y="5346700"/>
          <p14:tracePt t="60174" x="1784350" y="5346700"/>
          <p14:tracePt t="60182" x="1778000" y="5346700"/>
          <p14:tracePt t="60188" x="1765300" y="5346700"/>
          <p14:tracePt t="60203" x="1746250" y="5346700"/>
          <p14:tracePt t="60220" x="1714500" y="5359400"/>
          <p14:tracePt t="60237" x="1695450" y="5359400"/>
          <p14:tracePt t="60253" x="1676400" y="5365750"/>
          <p14:tracePt t="60270" x="1670050" y="5365750"/>
          <p14:tracePt t="60287" x="1663700" y="5365750"/>
          <p14:tracePt t="60309" x="1657350" y="5365750"/>
          <p14:tracePt t="60320" x="1651000" y="5365750"/>
          <p14:tracePt t="60337" x="1651000" y="5372100"/>
          <p14:tracePt t="60353" x="1644650" y="5372100"/>
          <p14:tracePt t="60357" x="1638300" y="5372100"/>
          <p14:tracePt t="60374" x="1631950" y="5378450"/>
          <p14:tracePt t="60387" x="1625600" y="5378450"/>
          <p14:tracePt t="60406" x="1612900" y="5391150"/>
          <p14:tracePt t="60421" x="1606550" y="5397500"/>
          <p14:tracePt t="60438" x="1593850" y="5410200"/>
          <p14:tracePt t="60453" x="1587500" y="5416550"/>
          <p14:tracePt t="60471" x="1581150" y="5429250"/>
          <p14:tracePt t="60487" x="1574800" y="5435600"/>
          <p14:tracePt t="60504" x="1568450" y="5448300"/>
          <p14:tracePt t="60520" x="1568450" y="5454650"/>
          <p14:tracePt t="60537" x="1568450" y="5467350"/>
          <p14:tracePt t="60553" x="1568450" y="5473700"/>
          <p14:tracePt t="60570" x="1568450" y="5486400"/>
          <p14:tracePt t="60573" x="1568450" y="5492750"/>
          <p14:tracePt t="60586" x="1568450" y="5505450"/>
          <p14:tracePt t="60603" x="1568450" y="5524500"/>
          <p14:tracePt t="60607" x="1568450" y="5537200"/>
          <p14:tracePt t="60620" x="1568450" y="5549900"/>
          <p14:tracePt t="60637" x="1568450" y="5562600"/>
          <p14:tracePt t="60640" x="1574800" y="5568950"/>
          <p14:tracePt t="60654" x="1581150" y="5575300"/>
          <p14:tracePt t="60671" x="1593850" y="5607050"/>
          <p14:tracePt t="60687" x="1606550" y="5619750"/>
          <p14:tracePt t="60703" x="1612900" y="5632450"/>
          <p14:tracePt t="60720" x="1625600" y="5638800"/>
          <p14:tracePt t="60737" x="1625600" y="5651500"/>
          <p14:tracePt t="60753" x="1644650" y="5657850"/>
          <p14:tracePt t="60770" x="1663700" y="5670550"/>
          <p14:tracePt t="60776" x="1676400" y="5683250"/>
          <p14:tracePt t="60787" x="1689100" y="5683250"/>
          <p14:tracePt t="60804" x="1701800" y="5695950"/>
          <p14:tracePt t="60808" x="1720850" y="5702300"/>
          <p14:tracePt t="60820" x="1733550" y="5708650"/>
          <p14:tracePt t="60837" x="1758950" y="5721350"/>
          <p14:tracePt t="60842" x="1778000" y="5721350"/>
          <p14:tracePt t="60853" x="1797050" y="5734050"/>
          <p14:tracePt t="60870" x="1854200" y="5746750"/>
          <p14:tracePt t="60872" x="1873250" y="5746750"/>
          <p14:tracePt t="60887" x="1892300" y="5753100"/>
          <p14:tracePt t="60891" x="1911350" y="5753100"/>
          <p14:tracePt t="60903" x="1930400" y="5759450"/>
          <p14:tracePt t="60906" x="1949450" y="5765800"/>
          <p14:tracePt t="60920" x="1968500" y="5765800"/>
          <p14:tracePt t="60936" x="2019300" y="5765800"/>
          <p14:tracePt t="60953" x="2057400" y="5765800"/>
          <p14:tracePt t="60970" x="2101850" y="5765800"/>
          <p14:tracePt t="60986" x="2152650" y="5765800"/>
          <p14:tracePt t="61003" x="2203450" y="5759450"/>
          <p14:tracePt t="61020" x="2266950" y="5759450"/>
          <p14:tracePt t="61037" x="2324100" y="5753100"/>
          <p14:tracePt t="61041" x="2362200" y="5753100"/>
          <p14:tracePt t="61053" x="2387600" y="5753100"/>
          <p14:tracePt t="61070" x="2432050" y="5753100"/>
          <p14:tracePt t="61073" x="2451100" y="5753100"/>
          <p14:tracePt t="61087" x="2470150" y="5753100"/>
          <p14:tracePt t="61103" x="2501900" y="5746750"/>
          <p14:tracePt t="61108" x="2520950" y="5746750"/>
          <p14:tracePt t="61120" x="2533650" y="5746750"/>
          <p14:tracePt t="61137" x="2571750" y="5746750"/>
          <p14:tracePt t="61141" x="2584450" y="5746750"/>
          <p14:tracePt t="61153" x="2609850" y="5740400"/>
          <p14:tracePt t="61170" x="2647950" y="5734050"/>
          <p14:tracePt t="61187" x="2686050" y="5727700"/>
          <p14:tracePt t="61203" x="2724150" y="5727700"/>
          <p14:tracePt t="61220" x="2768600" y="5715000"/>
          <p14:tracePt t="61237" x="2806700" y="5708650"/>
          <p14:tracePt t="61253" x="2832100" y="5702300"/>
          <p14:tracePt t="61270" x="2838450" y="5702300"/>
          <p14:tracePt t="61287" x="2844800" y="5702300"/>
          <p14:tracePt t="62058" x="2851150" y="5702300"/>
          <p14:tracePt t="62066" x="2851150" y="5695950"/>
          <p14:tracePt t="62097" x="2857500" y="5695950"/>
          <p14:tracePt t="62106" x="2857500" y="5689600"/>
          <p14:tracePt t="62114" x="2863850" y="5689600"/>
          <p14:tracePt t="62123" x="2863850" y="5683250"/>
          <p14:tracePt t="62137" x="2876550" y="5676900"/>
          <p14:tracePt t="62156" x="2882900" y="5664200"/>
          <p14:tracePt t="62171" x="2889250" y="5657850"/>
          <p14:tracePt t="62187" x="2895600" y="5657850"/>
          <p14:tracePt t="63566" x="0" y="0"/>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Comparison</a:t>
            </a:r>
            <a:r>
              <a:rPr lang="nl-BE" dirty="0"/>
              <a:t> Operations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118915"/>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473954663"/>
                    </a:ext>
                  </a:extLst>
                </a:gridCol>
                <a:gridCol w="5257800">
                  <a:extLst>
                    <a:ext uri="{9D8B030D-6E8A-4147-A177-3AD203B41FA5}">
                      <a16:colId xmlns:a16="http://schemas.microsoft.com/office/drawing/2014/main" val="3206774106"/>
                    </a:ext>
                  </a:extLst>
                </a:gridCol>
              </a:tblGrid>
              <a:tr h="370840">
                <a:tc>
                  <a:txBody>
                    <a:bodyPr/>
                    <a:lstStyle/>
                    <a:p>
                      <a:endParaRPr lang="nl-BE" dirty="0"/>
                    </a:p>
                  </a:txBody>
                  <a:tcPr/>
                </a:tc>
                <a:tc>
                  <a:txBody>
                    <a:bodyPr/>
                    <a:lstStyle/>
                    <a:p>
                      <a:endParaRPr lang="nl-BE"/>
                    </a:p>
                  </a:txBody>
                  <a:tcPr/>
                </a:tc>
                <a:extLst>
                  <a:ext uri="{0D108BD9-81ED-4DB2-BD59-A6C34878D82A}">
                    <a16:rowId xmlns:a16="http://schemas.microsoft.com/office/drawing/2014/main" val="2056394490"/>
                  </a:ext>
                </a:extLst>
              </a:tr>
              <a:tr h="370840">
                <a:tc>
                  <a:txBody>
                    <a:bodyPr/>
                    <a:lstStyle/>
                    <a:p>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equal to b</a:t>
                      </a:r>
                    </a:p>
                  </a:txBody>
                  <a:tcPr/>
                </a:tc>
                <a:extLst>
                  <a:ext uri="{0D108BD9-81ED-4DB2-BD59-A6C34878D82A}">
                    <a16:rowId xmlns:a16="http://schemas.microsoft.com/office/drawing/2014/main" val="1330849254"/>
                  </a:ext>
                </a:extLst>
              </a:tr>
              <a:tr h="370840">
                <a:tc>
                  <a:txBody>
                    <a:bodyPr/>
                    <a:lstStyle/>
                    <a:p>
                      <a:r>
                        <a:rPr lang="en-US" dirty="0"/>
                        <a:t>a !=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not equal to b</a:t>
                      </a:r>
                    </a:p>
                  </a:txBody>
                  <a:tcPr/>
                </a:tc>
                <a:extLst>
                  <a:ext uri="{0D108BD9-81ED-4DB2-BD59-A6C34878D82A}">
                    <a16:rowId xmlns:a16="http://schemas.microsoft.com/office/drawing/2014/main" val="1670032045"/>
                  </a:ext>
                </a:extLst>
              </a:tr>
              <a:tr h="370840">
                <a:tc>
                  <a:txBody>
                    <a:bodyPr/>
                    <a:lstStyle/>
                    <a:p>
                      <a:r>
                        <a:rPr lang="en-US" dirty="0"/>
                        <a:t>a &lt;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less than b</a:t>
                      </a:r>
                    </a:p>
                  </a:txBody>
                  <a:tcPr/>
                </a:tc>
                <a:extLst>
                  <a:ext uri="{0D108BD9-81ED-4DB2-BD59-A6C34878D82A}">
                    <a16:rowId xmlns:a16="http://schemas.microsoft.com/office/drawing/2014/main" val="2188670687"/>
                  </a:ext>
                </a:extLst>
              </a:tr>
              <a:tr h="370840">
                <a:tc>
                  <a:txBody>
                    <a:bodyPr/>
                    <a:lstStyle/>
                    <a:p>
                      <a:r>
                        <a:rPr lang="en-US" dirty="0"/>
                        <a:t>a &gt;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greater than b</a:t>
                      </a:r>
                    </a:p>
                  </a:txBody>
                  <a:tcPr/>
                </a:tc>
                <a:extLst>
                  <a:ext uri="{0D108BD9-81ED-4DB2-BD59-A6C34878D82A}">
                    <a16:rowId xmlns:a16="http://schemas.microsoft.com/office/drawing/2014/main" val="3397871582"/>
                  </a:ext>
                </a:extLst>
              </a:tr>
              <a:tr h="370840">
                <a:tc>
                  <a:txBody>
                    <a:bodyPr/>
                    <a:lstStyle/>
                    <a:p>
                      <a:r>
                        <a:rPr lang="en-US" dirty="0"/>
                        <a:t>a &lt;=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less than or equal to b</a:t>
                      </a:r>
                    </a:p>
                  </a:txBody>
                  <a:tcPr/>
                </a:tc>
                <a:extLst>
                  <a:ext uri="{0D108BD9-81ED-4DB2-BD59-A6C34878D82A}">
                    <a16:rowId xmlns:a16="http://schemas.microsoft.com/office/drawing/2014/main" val="2870232339"/>
                  </a:ext>
                </a:extLst>
              </a:tr>
              <a:tr h="370840">
                <a:tc>
                  <a:txBody>
                    <a:bodyPr/>
                    <a:lstStyle/>
                    <a:p>
                      <a:r>
                        <a:rPr lang="en-US" dirty="0"/>
                        <a:t>a &gt;= b</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greater than or equal to b</a:t>
                      </a:r>
                      <a:endParaRPr lang="nl-BE" dirty="0"/>
                    </a:p>
                  </a:txBody>
                  <a:tcPr/>
                </a:tc>
                <a:extLst>
                  <a:ext uri="{0D108BD9-81ED-4DB2-BD59-A6C34878D82A}">
                    <a16:rowId xmlns:a16="http://schemas.microsoft.com/office/drawing/2014/main" val="2477184526"/>
                  </a:ext>
                </a:extLst>
              </a:tr>
            </a:tbl>
          </a:graphicData>
        </a:graphic>
      </p:graphicFrame>
    </p:spTree>
    <p:extLst>
      <p:ext uri="{BB962C8B-B14F-4D97-AF65-F5344CB8AC3E}">
        <p14:creationId xmlns:p14="http://schemas.microsoft.com/office/powerpoint/2010/main" val="1103246045"/>
      </p:ext>
    </p:extLst>
  </p:cSld>
  <p:clrMapOvr>
    <a:masterClrMapping/>
  </p:clrMapOvr>
  <mc:AlternateContent xmlns:mc="http://schemas.openxmlformats.org/markup-compatibility/2006" xmlns:p14="http://schemas.microsoft.com/office/powerpoint/2010/main">
    <mc:Choice Requires="p14">
      <p:transition spd="slow" p14:dur="2000" advTm="53366"/>
    </mc:Choice>
    <mc:Fallback xmlns="">
      <p:transition spd="slow" advTm="5336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operator</a:t>
            </a:r>
            <a:endParaRPr lang="nl-BE" dirty="0"/>
          </a:p>
        </p:txBody>
      </p:sp>
      <p:sp>
        <p:nvSpPr>
          <p:cNvPr id="3" name="Content Placeholder 2"/>
          <p:cNvSpPr>
            <a:spLocks noGrp="1"/>
          </p:cNvSpPr>
          <p:nvPr>
            <p:ph idx="1"/>
          </p:nvPr>
        </p:nvSpPr>
        <p:spPr/>
        <p:txBody>
          <a:bodyPr/>
          <a:lstStyle/>
          <a:p>
            <a:r>
              <a:rPr lang="nl-BE" dirty="0" err="1">
                <a:latin typeface="Courier New" panose="02070309020205020404" pitchFamily="49" charset="0"/>
                <a:cs typeface="Courier New" panose="02070309020205020404" pitchFamily="49" charset="0"/>
              </a:rPr>
              <a:t>and</a:t>
            </a:r>
            <a:r>
              <a:rPr lang="nl-BE" dirty="0">
                <a:latin typeface="Courier New" panose="02070309020205020404" pitchFamily="49" charset="0"/>
                <a:cs typeface="Courier New" panose="02070309020205020404" pitchFamily="49" charset="0"/>
              </a:rPr>
              <a:t>, or, </a:t>
            </a:r>
            <a:r>
              <a:rPr lang="nl-BE" dirty="0" err="1">
                <a:latin typeface="Courier New" panose="02070309020205020404" pitchFamily="49" charset="0"/>
                <a:cs typeface="Courier New" panose="02070309020205020404" pitchFamily="49" charset="0"/>
              </a:rPr>
              <a:t>not</a:t>
            </a:r>
            <a:endParaRPr lang="nl-BE"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 A good general rule is to always use parentheses when mixing </a:t>
            </a:r>
            <a:r>
              <a:rPr lang="en-US" dirty="0">
                <a:latin typeface="Courier New" panose="02070309020205020404" pitchFamily="49" charset="0"/>
                <a:cs typeface="Courier New" panose="02070309020205020404" pitchFamily="49" charset="0"/>
              </a:rPr>
              <a:t>and</a:t>
            </a:r>
            <a:r>
              <a:rPr lang="en-US" dirty="0">
                <a:cs typeface="Courier New" panose="02070309020205020404" pitchFamily="49" charset="0"/>
              </a:rPr>
              <a:t> </a:t>
            </a:r>
            <a:r>
              <a:rPr lang="en-US" dirty="0" err="1">
                <a:cs typeface="Courier New" panose="02070309020205020404" pitchFamily="49" charset="0"/>
              </a:rPr>
              <a:t>and</a:t>
            </a: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or</a:t>
            </a:r>
            <a:r>
              <a:rPr lang="en-US" dirty="0">
                <a:cs typeface="Courier New" panose="02070309020205020404" pitchFamily="49" charset="0"/>
              </a:rPr>
              <a:t> in the same condition. </a:t>
            </a:r>
          </a:p>
          <a:p>
            <a:r>
              <a:rPr lang="en-US" dirty="0"/>
              <a:t>Different from the bitwise operator! </a:t>
            </a:r>
            <a:r>
              <a:rPr lang="nl-BE" dirty="0"/>
              <a:t>(&amp;, |, ~)</a:t>
            </a:r>
          </a:p>
          <a:p>
            <a:pPr marL="0" indent="0">
              <a:buNone/>
            </a:pPr>
            <a:endParaRPr lang="nl-BE" dirty="0">
              <a:latin typeface="Courier New" panose="02070309020205020404" pitchFamily="49" charset="0"/>
              <a:cs typeface="Courier New" panose="02070309020205020404" pitchFamily="49" charset="0"/>
            </a:endParaRPr>
          </a:p>
          <a:p>
            <a:pPr marL="0" indent="0">
              <a:buNone/>
            </a:pPr>
            <a:r>
              <a:rPr lang="nl-BE" dirty="0">
                <a:latin typeface="Courier New" panose="02070309020205020404" pitchFamily="49" charset="0"/>
                <a:cs typeface="Courier New" panose="02070309020205020404" pitchFamily="49" charset="0"/>
              </a:rPr>
              <a:t>x = 4</a:t>
            </a:r>
          </a:p>
          <a:p>
            <a:pPr marL="0" indent="0">
              <a:buNone/>
            </a:pPr>
            <a:r>
              <a:rPr lang="en-US" dirty="0">
                <a:latin typeface="Courier New" panose="02070309020205020404" pitchFamily="49" charset="0"/>
                <a:cs typeface="Courier New" panose="02070309020205020404" pitchFamily="49" charset="0"/>
              </a:rPr>
              <a:t>(x &lt; 6) </a:t>
            </a:r>
            <a:r>
              <a:rPr lang="en-US" b="1" dirty="0">
                <a:latin typeface="Courier New" panose="02070309020205020404" pitchFamily="49" charset="0"/>
                <a:cs typeface="Courier New" panose="02070309020205020404" pitchFamily="49" charset="0"/>
              </a:rPr>
              <a:t>and </a:t>
            </a:r>
            <a:r>
              <a:rPr lang="en-US" dirty="0">
                <a:latin typeface="Courier New" panose="02070309020205020404" pitchFamily="49" charset="0"/>
                <a:cs typeface="Courier New" panose="02070309020205020404" pitchFamily="49" charset="0"/>
              </a:rPr>
              <a:t>(x &gt; 2)</a:t>
            </a:r>
          </a:p>
          <a:p>
            <a:pPr marL="0" indent="0">
              <a:buNone/>
            </a:pPr>
            <a:r>
              <a:rPr lang="en-US" dirty="0">
                <a:latin typeface="Courier New" panose="02070309020205020404" pitchFamily="49" charset="0"/>
                <a:cs typeface="Courier New" panose="02070309020205020404" pitchFamily="49" charset="0"/>
              </a:rPr>
              <a:t>2 &lt; x &lt; 6</a:t>
            </a:r>
            <a:endParaRPr lang="nl-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34276083"/>
      </p:ext>
    </p:extLst>
  </p:cSld>
  <p:clrMapOvr>
    <a:masterClrMapping/>
  </p:clrMapOvr>
  <mc:AlternateContent xmlns:mc="http://schemas.openxmlformats.org/markup-compatibility/2006" xmlns:p14="http://schemas.microsoft.com/office/powerpoint/2010/main">
    <mc:Choice Requires="p14">
      <p:transition spd="slow" p14:dur="2000" advTm="52785"/>
    </mc:Choice>
    <mc:Fallback xmlns="">
      <p:transition spd="slow" advTm="5278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anose="02070309020205020404" pitchFamily="49" charset="0"/>
                <a:cs typeface="Courier New" panose="02070309020205020404" pitchFamily="49" charset="0"/>
              </a:rPr>
              <a:t>is</a:t>
            </a:r>
            <a:r>
              <a:rPr lang="en-US" dirty="0"/>
              <a:t> operator</a:t>
            </a:r>
            <a:endParaRPr lang="nl-BE" dirty="0"/>
          </a:p>
        </p:txBody>
      </p:sp>
      <p:sp>
        <p:nvSpPr>
          <p:cNvPr id="3" name="Content Placeholder 2"/>
          <p:cNvSpPr>
            <a:spLocks noGrp="1"/>
          </p:cNvSpPr>
          <p:nvPr>
            <p:ph idx="1"/>
          </p:nvPr>
        </p:nvSpPr>
        <p:spPr>
          <a:xfrm>
            <a:off x="403485" y="1425397"/>
            <a:ext cx="6671872" cy="4351338"/>
          </a:xfrm>
        </p:spPr>
        <p:txBody>
          <a:bodyPr>
            <a:normAutofit lnSpcReduction="10000"/>
          </a:bodyPr>
          <a:lstStyle/>
          <a:p>
            <a:r>
              <a:rPr lang="en-US" dirty="0"/>
              <a:t>== tests whether the two sides are equivalent</a:t>
            </a:r>
          </a:p>
          <a:p>
            <a:pPr lvl="1"/>
            <a:r>
              <a:rPr lang="en-US" sz="2800" dirty="0"/>
              <a:t>When  == operator is used, the condition becomes true  when the </a:t>
            </a:r>
            <a:r>
              <a:rPr lang="en-US" sz="2800" i="1" dirty="0"/>
              <a:t>values</a:t>
            </a:r>
            <a:r>
              <a:rPr lang="en-US" sz="2800" dirty="0"/>
              <a:t> of two operands are equal.</a:t>
            </a:r>
          </a:p>
          <a:p>
            <a:r>
              <a:rPr lang="en-US" dirty="0">
                <a:latin typeface="Courier New" panose="02070309020205020404" pitchFamily="49" charset="0"/>
                <a:cs typeface="Courier New" panose="02070309020205020404" pitchFamily="49" charset="0"/>
              </a:rPr>
              <a:t>is</a:t>
            </a:r>
            <a:r>
              <a:rPr lang="en-US" dirty="0"/>
              <a:t> tests whether the two sides are the same</a:t>
            </a:r>
          </a:p>
          <a:p>
            <a:pPr lvl="1"/>
            <a:r>
              <a:rPr lang="en-US" sz="2800" dirty="0"/>
              <a:t>The </a:t>
            </a:r>
            <a:r>
              <a:rPr lang="en-US" sz="2800" dirty="0">
                <a:latin typeface="Courier New" panose="02070309020205020404" pitchFamily="49" charset="0"/>
                <a:cs typeface="Courier New" panose="02070309020205020404" pitchFamily="49" charset="0"/>
              </a:rPr>
              <a:t>is</a:t>
            </a:r>
            <a:r>
              <a:rPr lang="en-US" sz="2800" dirty="0"/>
              <a:t> operator evaluates to true if the variables on either side of the operator point to the same object and false otherwise.</a:t>
            </a:r>
          </a:p>
        </p:txBody>
      </p:sp>
      <p:sp>
        <p:nvSpPr>
          <p:cNvPr id="4" name="TextBox 3">
            <a:extLst>
              <a:ext uri="{FF2B5EF4-FFF2-40B4-BE49-F238E27FC236}">
                <a16:creationId xmlns:a16="http://schemas.microsoft.com/office/drawing/2014/main" id="{8668EDBE-E9AC-D505-6600-DCA36609E4DB}"/>
              </a:ext>
            </a:extLst>
          </p:cNvPr>
          <p:cNvSpPr txBox="1"/>
          <p:nvPr/>
        </p:nvSpPr>
        <p:spPr>
          <a:xfrm>
            <a:off x="7336436" y="1425397"/>
            <a:ext cx="4452079" cy="3785652"/>
          </a:xfrm>
          <a:prstGeom prst="rect">
            <a:avLst/>
          </a:prstGeom>
          <a:noFill/>
        </p:spPr>
        <p:txBody>
          <a:bodyPr wrap="square" rtlCol="0">
            <a:spAutoFit/>
          </a:bodyPr>
          <a:lstStyle/>
          <a:p>
            <a:r>
              <a:rPr lang="en-US" sz="2400" dirty="0">
                <a:latin typeface="Courier New" panose="02070309020205020404" pitchFamily="49" charset="0"/>
                <a:cs typeface="Courier New" panose="02070309020205020404" pitchFamily="49" charset="0"/>
              </a:rPr>
              <a:t>a = 8.8</a:t>
            </a:r>
          </a:p>
          <a:p>
            <a:r>
              <a:rPr lang="en-US" sz="2400" dirty="0">
                <a:latin typeface="Courier New" panose="02070309020205020404" pitchFamily="49" charset="0"/>
                <a:cs typeface="Courier New" panose="02070309020205020404" pitchFamily="49" charset="0"/>
              </a:rPr>
              <a:t>b = 8.8</a:t>
            </a:r>
          </a:p>
          <a:p>
            <a:r>
              <a:rPr lang="en-US" sz="2400" dirty="0">
                <a:latin typeface="Courier New" panose="02070309020205020404" pitchFamily="49" charset="0"/>
                <a:cs typeface="Courier New" panose="02070309020205020404" pitchFamily="49" charset="0"/>
              </a:rPr>
              <a:t>print('a == b', a==b)</a:t>
            </a:r>
          </a:p>
          <a:p>
            <a:r>
              <a:rPr lang="en-US" sz="2400" dirty="0">
                <a:latin typeface="Courier New" panose="02070309020205020404" pitchFamily="49" charset="0"/>
                <a:cs typeface="Courier New" panose="02070309020205020404" pitchFamily="49" charset="0"/>
              </a:rPr>
              <a:t>print('a is b', a is b)</a:t>
            </a:r>
          </a:p>
          <a:p>
            <a:r>
              <a:rPr lang="en-US" sz="2400" dirty="0">
                <a:latin typeface="Courier New" panose="02070309020205020404" pitchFamily="49" charset="0"/>
                <a:cs typeface="Courier New" panose="02070309020205020404" pitchFamily="49" charset="0"/>
              </a:rPr>
              <a:t>print('id(a): ', id(a))</a:t>
            </a:r>
          </a:p>
          <a:p>
            <a:r>
              <a:rPr lang="en-US" sz="2400" dirty="0">
                <a:latin typeface="Courier New" panose="02070309020205020404" pitchFamily="49" charset="0"/>
                <a:cs typeface="Courier New" panose="02070309020205020404" pitchFamily="49" charset="0"/>
              </a:rPr>
              <a:t>print('id(b): ', id(b))</a:t>
            </a:r>
          </a:p>
          <a:p>
            <a:r>
              <a:rPr lang="en-US" sz="2400" dirty="0">
                <a:latin typeface="Courier New" panose="02070309020205020404" pitchFamily="49" charset="0"/>
                <a:cs typeface="Courier New" panose="02070309020205020404" pitchFamily="49" charset="0"/>
              </a:rPr>
              <a:t>a == b True</a:t>
            </a:r>
          </a:p>
          <a:p>
            <a:r>
              <a:rPr lang="en-US" sz="2400" dirty="0">
                <a:latin typeface="Courier New" panose="02070309020205020404" pitchFamily="49" charset="0"/>
                <a:cs typeface="Courier New" panose="02070309020205020404" pitchFamily="49" charset="0"/>
              </a:rPr>
              <a:t>a is b False</a:t>
            </a:r>
          </a:p>
          <a:p>
            <a:r>
              <a:rPr lang="en-US" sz="2400" dirty="0">
                <a:latin typeface="Courier New" panose="02070309020205020404" pitchFamily="49" charset="0"/>
                <a:cs typeface="Courier New" panose="02070309020205020404" pitchFamily="49" charset="0"/>
              </a:rPr>
              <a:t>id(a):  1772400854512</a:t>
            </a:r>
          </a:p>
          <a:p>
            <a:r>
              <a:rPr lang="en-US" sz="2400" dirty="0">
                <a:latin typeface="Courier New" panose="02070309020205020404" pitchFamily="49" charset="0"/>
                <a:cs typeface="Courier New" panose="02070309020205020404" pitchFamily="49" charset="0"/>
              </a:rPr>
              <a:t>id(b):  1772400854256</a:t>
            </a:r>
            <a:endParaRPr lang="nl-BE"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55290832"/>
      </p:ext>
    </p:extLst>
  </p:cSld>
  <p:clrMapOvr>
    <a:masterClrMapping/>
  </p:clrMapOvr>
  <mc:AlternateContent xmlns:mc="http://schemas.openxmlformats.org/markup-compatibility/2006" xmlns:p14="http://schemas.microsoft.com/office/powerpoint/2010/main">
    <mc:Choice Requires="p14">
      <p:transition spd="slow" p14:dur="2000" advTm="70116"/>
    </mc:Choice>
    <mc:Fallback xmlns="">
      <p:transition spd="slow" advTm="70116"/>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 and values</a:t>
            </a:r>
          </a:p>
        </p:txBody>
      </p:sp>
      <p:sp>
        <p:nvSpPr>
          <p:cNvPr id="3" name="Content Placeholder 2"/>
          <p:cNvSpPr>
            <a:spLocks noGrp="1"/>
          </p:cNvSpPr>
          <p:nvPr>
            <p:ph idx="1"/>
          </p:nvPr>
        </p:nvSpPr>
        <p:spPr/>
        <p:txBody>
          <a:bodyPr>
            <a:normAutofit fontScale="62500" lnSpcReduction="20000"/>
          </a:bodyPr>
          <a:lstStyle/>
          <a:p>
            <a:r>
              <a:rPr lang="en-US" dirty="0">
                <a:latin typeface="Courier New" panose="02070309020205020404" pitchFamily="49" charset="0"/>
                <a:cs typeface="Courier New" panose="02070309020205020404" pitchFamily="49" charset="0"/>
              </a:rPr>
              <a:t>a = 'banana'</a:t>
            </a:r>
          </a:p>
          <a:p>
            <a:r>
              <a:rPr lang="en-US" dirty="0">
                <a:latin typeface="Courier New" panose="02070309020205020404" pitchFamily="49" charset="0"/>
                <a:cs typeface="Courier New" panose="02070309020205020404" pitchFamily="49" charset="0"/>
              </a:rPr>
              <a:t>b = 'banana'</a:t>
            </a:r>
          </a:p>
          <a:p>
            <a:r>
              <a:rPr lang="en-US" dirty="0"/>
              <a:t>a and b both refer to a string, but we don't know whether they refer to the same string. </a:t>
            </a:r>
          </a:p>
          <a:p>
            <a:r>
              <a:rPr lang="en-US" dirty="0"/>
              <a:t>To check whether two variables refer to the same object, you can use the </a:t>
            </a:r>
            <a:r>
              <a:rPr lang="en-US" dirty="0">
                <a:latin typeface="Courier New" panose="02070309020205020404" pitchFamily="49" charset="0"/>
                <a:cs typeface="Courier New" panose="02070309020205020404" pitchFamily="49" charset="0"/>
              </a:rPr>
              <a:t>is</a:t>
            </a:r>
            <a:r>
              <a:rPr lang="en-US" dirty="0"/>
              <a:t> operator.</a:t>
            </a:r>
          </a:p>
          <a:p>
            <a:pPr lvl="1"/>
            <a:r>
              <a:rPr lang="en-US" dirty="0">
                <a:latin typeface="Courier New" panose="02070309020205020404" pitchFamily="49" charset="0"/>
                <a:cs typeface="Courier New" panose="02070309020205020404" pitchFamily="49" charset="0"/>
              </a:rPr>
              <a:t>&gt;&gt;&gt; a is b</a:t>
            </a:r>
          </a:p>
          <a:p>
            <a:pPr lvl="1"/>
            <a:r>
              <a:rPr lang="en-US" dirty="0">
                <a:latin typeface="Courier New" panose="02070309020205020404" pitchFamily="49" charset="0"/>
                <a:cs typeface="Courier New" panose="02070309020205020404" pitchFamily="49" charset="0"/>
              </a:rPr>
              <a:t>True</a:t>
            </a:r>
          </a:p>
          <a:p>
            <a:pPr lvl="1"/>
            <a:r>
              <a:rPr lang="en-US" dirty="0"/>
              <a:t>In this example, Python only created one string object, and both a and b refer to it.</a:t>
            </a:r>
          </a:p>
          <a:p>
            <a:r>
              <a:rPr lang="en-US" dirty="0"/>
              <a:t>Create two lists, you get two objects:</a:t>
            </a:r>
          </a:p>
          <a:p>
            <a:r>
              <a:rPr lang="en-US" dirty="0">
                <a:latin typeface="Courier New" panose="02070309020205020404" pitchFamily="49" charset="0"/>
                <a:cs typeface="Courier New" panose="02070309020205020404" pitchFamily="49" charset="0"/>
              </a:rPr>
              <a:t>a = [1, 2, 3]</a:t>
            </a:r>
          </a:p>
          <a:p>
            <a:r>
              <a:rPr lang="en-US" dirty="0">
                <a:latin typeface="Courier New" panose="02070309020205020404" pitchFamily="49" charset="0"/>
                <a:cs typeface="Courier New" panose="02070309020205020404" pitchFamily="49" charset="0"/>
              </a:rPr>
              <a:t>b = [1, 2, 3]</a:t>
            </a:r>
          </a:p>
          <a:p>
            <a:r>
              <a:rPr lang="en-US" dirty="0">
                <a:latin typeface="Courier New" panose="02070309020205020404" pitchFamily="49" charset="0"/>
                <a:cs typeface="Courier New" panose="02070309020205020404" pitchFamily="49" charset="0"/>
              </a:rPr>
              <a:t>&gt;&gt;&gt; a is b</a:t>
            </a:r>
          </a:p>
          <a:p>
            <a:r>
              <a:rPr lang="en-US" dirty="0">
                <a:latin typeface="Courier New" panose="02070309020205020404" pitchFamily="49" charset="0"/>
                <a:cs typeface="Courier New" panose="02070309020205020404" pitchFamily="49" charset="0"/>
              </a:rPr>
              <a:t>False</a:t>
            </a:r>
          </a:p>
          <a:p>
            <a:r>
              <a:rPr lang="en-US" dirty="0"/>
              <a:t>In this case we would say that the two lists are equivalent, because they have the same elements, but not identical, because they are not the same object. If two objects are identical, they are also equivalent, but if they are equivalent, they are not necessarily identical.</a:t>
            </a:r>
          </a:p>
        </p:txBody>
      </p:sp>
      <p:sp>
        <p:nvSpPr>
          <p:cNvPr id="4" name="TextBox 3"/>
          <p:cNvSpPr txBox="1"/>
          <p:nvPr/>
        </p:nvSpPr>
        <p:spPr>
          <a:xfrm>
            <a:off x="838200" y="6311900"/>
            <a:ext cx="6556347" cy="276999"/>
          </a:xfrm>
          <a:prstGeom prst="rect">
            <a:avLst/>
          </a:prstGeom>
          <a:noFill/>
        </p:spPr>
        <p:txBody>
          <a:bodyPr wrap="none" rtlCol="0">
            <a:spAutoFit/>
          </a:bodyPr>
          <a:lstStyle/>
          <a:p>
            <a:r>
              <a:rPr lang="en-US" sz="1200" dirty="0">
                <a:hlinkClick r:id="rId2"/>
              </a:rPr>
              <a:t>https://eng.libretexts.org/Bookshelves/Computer_Science/Book:_Python_for_Everybody_(Severance)</a:t>
            </a:r>
            <a:endParaRPr lang="en-US" sz="1200" dirty="0"/>
          </a:p>
        </p:txBody>
      </p:sp>
    </p:spTree>
    <p:extLst>
      <p:ext uri="{BB962C8B-B14F-4D97-AF65-F5344CB8AC3E}">
        <p14:creationId xmlns:p14="http://schemas.microsoft.com/office/powerpoint/2010/main" val="3210304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Bitwise operator</a:t>
            </a:r>
            <a:endParaRPr lang="nl-BE" dirty="0"/>
          </a:p>
        </p:txBody>
      </p:sp>
      <p:sp>
        <p:nvSpPr>
          <p:cNvPr id="3" name="Content Placeholder 2"/>
          <p:cNvSpPr>
            <a:spLocks noGrp="1"/>
          </p:cNvSpPr>
          <p:nvPr>
            <p:ph idx="1"/>
          </p:nvPr>
        </p:nvSpPr>
        <p:spPr/>
        <p:txBody>
          <a:bodyPr/>
          <a:lstStyle/>
          <a:p>
            <a:r>
              <a:rPr lang="en-US" dirty="0"/>
              <a:t>bitwise operators only make sense in terms of the binary representation </a:t>
            </a:r>
          </a:p>
          <a:p>
            <a:r>
              <a:rPr lang="en-US" dirty="0"/>
              <a:t>Use built-in </a:t>
            </a:r>
            <a:r>
              <a:rPr lang="en-US" dirty="0">
                <a:latin typeface="Courier New" panose="02070309020205020404" pitchFamily="49" charset="0"/>
                <a:cs typeface="Courier New" panose="02070309020205020404" pitchFamily="49" charset="0"/>
              </a:rPr>
              <a:t>bin </a:t>
            </a:r>
            <a:r>
              <a:rPr lang="nl-BE" dirty="0" err="1"/>
              <a:t>function</a:t>
            </a:r>
            <a:endParaRPr lang="nl-BE" dirty="0"/>
          </a:p>
          <a:p>
            <a:endParaRPr lang="nl-BE" dirty="0"/>
          </a:p>
        </p:txBody>
      </p:sp>
      <p:graphicFrame>
        <p:nvGraphicFramePr>
          <p:cNvPr id="4" name="Table 3"/>
          <p:cNvGraphicFramePr>
            <a:graphicFrameLocks noGrp="1"/>
          </p:cNvGraphicFramePr>
          <p:nvPr>
            <p:extLst>
              <p:ext uri="{D42A27DB-BD31-4B8C-83A1-F6EECF244321}">
                <p14:modId xmlns:p14="http://schemas.microsoft.com/office/powerpoint/2010/main" val="3481501870"/>
              </p:ext>
            </p:extLst>
          </p:nvPr>
        </p:nvGraphicFramePr>
        <p:xfrm>
          <a:off x="1995488" y="3581083"/>
          <a:ext cx="8127999" cy="2595880"/>
        </p:xfrm>
        <a:graphic>
          <a:graphicData uri="http://schemas.openxmlformats.org/drawingml/2006/table">
            <a:tbl>
              <a:tblPr firstRow="1" bandRow="1">
                <a:tableStyleId>{5C22544A-7EE6-4342-B048-85BDC9FD1C3A}</a:tableStyleId>
              </a:tblPr>
              <a:tblGrid>
                <a:gridCol w="2013527">
                  <a:extLst>
                    <a:ext uri="{9D8B030D-6E8A-4147-A177-3AD203B41FA5}">
                      <a16:colId xmlns:a16="http://schemas.microsoft.com/office/drawing/2014/main" val="624182478"/>
                    </a:ext>
                  </a:extLst>
                </a:gridCol>
                <a:gridCol w="2563091">
                  <a:extLst>
                    <a:ext uri="{9D8B030D-6E8A-4147-A177-3AD203B41FA5}">
                      <a16:colId xmlns:a16="http://schemas.microsoft.com/office/drawing/2014/main" val="3674307775"/>
                    </a:ext>
                  </a:extLst>
                </a:gridCol>
                <a:gridCol w="3551381">
                  <a:extLst>
                    <a:ext uri="{9D8B030D-6E8A-4147-A177-3AD203B41FA5}">
                      <a16:colId xmlns:a16="http://schemas.microsoft.com/office/drawing/2014/main" val="990618666"/>
                    </a:ext>
                  </a:extLst>
                </a:gridCol>
              </a:tblGrid>
              <a:tr h="370840">
                <a:tc>
                  <a:txBody>
                    <a:bodyPr/>
                    <a:lstStyle/>
                    <a:p>
                      <a:r>
                        <a:rPr lang="en-US" dirty="0"/>
                        <a:t>Operator</a:t>
                      </a:r>
                      <a:endParaRPr lang="nl-BE" dirty="0"/>
                    </a:p>
                  </a:txBody>
                  <a:tcPr/>
                </a:tc>
                <a:tc>
                  <a:txBody>
                    <a:bodyPr/>
                    <a:lstStyle/>
                    <a:p>
                      <a:r>
                        <a:rPr lang="en-US" dirty="0"/>
                        <a:t>Name</a:t>
                      </a:r>
                      <a:endParaRPr lang="nl-BE" dirty="0"/>
                    </a:p>
                  </a:txBody>
                  <a:tcPr/>
                </a:tc>
                <a:tc>
                  <a:txBody>
                    <a:bodyPr/>
                    <a:lstStyle/>
                    <a:p>
                      <a:r>
                        <a:rPr lang="en-US" dirty="0"/>
                        <a:t>Description</a:t>
                      </a:r>
                      <a:endParaRPr lang="nl-BE" dirty="0"/>
                    </a:p>
                  </a:txBody>
                  <a:tcPr/>
                </a:tc>
                <a:extLst>
                  <a:ext uri="{0D108BD9-81ED-4DB2-BD59-A6C34878D82A}">
                    <a16:rowId xmlns:a16="http://schemas.microsoft.com/office/drawing/2014/main" val="2076878630"/>
                  </a:ext>
                </a:extLst>
              </a:tr>
              <a:tr h="370840">
                <a:tc>
                  <a:txBody>
                    <a:bodyPr/>
                    <a:lstStyle/>
                    <a:p>
                      <a:r>
                        <a:rPr lang="en-US" dirty="0"/>
                        <a:t>a &amp; b </a:t>
                      </a:r>
                      <a:endParaRPr lang="nl-BE" dirty="0"/>
                    </a:p>
                  </a:txBody>
                  <a:tcPr/>
                </a:tc>
                <a:tc>
                  <a:txBody>
                    <a:bodyPr/>
                    <a:lstStyle/>
                    <a:p>
                      <a:r>
                        <a:rPr lang="en-US" dirty="0"/>
                        <a:t>Bitwise AND </a:t>
                      </a:r>
                      <a:endParaRPr lang="nl-BE" dirty="0"/>
                    </a:p>
                  </a:txBody>
                  <a:tcPr/>
                </a:tc>
                <a:tc>
                  <a:txBody>
                    <a:bodyPr/>
                    <a:lstStyle/>
                    <a:p>
                      <a:r>
                        <a:rPr lang="en-US" dirty="0"/>
                        <a:t>Bits defined in both a and b</a:t>
                      </a:r>
                    </a:p>
                  </a:txBody>
                  <a:tcPr/>
                </a:tc>
                <a:extLst>
                  <a:ext uri="{0D108BD9-81ED-4DB2-BD59-A6C34878D82A}">
                    <a16:rowId xmlns:a16="http://schemas.microsoft.com/office/drawing/2014/main" val="1398826207"/>
                  </a:ext>
                </a:extLst>
              </a:tr>
              <a:tr h="370840">
                <a:tc>
                  <a:txBody>
                    <a:bodyPr/>
                    <a:lstStyle/>
                    <a:p>
                      <a:r>
                        <a:rPr lang="en-US" dirty="0"/>
                        <a:t>a | b</a:t>
                      </a:r>
                      <a:endParaRPr lang="nl-BE" dirty="0"/>
                    </a:p>
                  </a:txBody>
                  <a:tcPr/>
                </a:tc>
                <a:tc>
                  <a:txBody>
                    <a:bodyPr/>
                    <a:lstStyle/>
                    <a:p>
                      <a:r>
                        <a:rPr lang="en-US" dirty="0"/>
                        <a:t>Bitwise OR </a:t>
                      </a:r>
                      <a:endParaRPr lang="nl-BE" dirty="0"/>
                    </a:p>
                  </a:txBody>
                  <a:tcPr/>
                </a:tc>
                <a:tc>
                  <a:txBody>
                    <a:bodyPr/>
                    <a:lstStyle/>
                    <a:p>
                      <a:r>
                        <a:rPr lang="en-US" dirty="0"/>
                        <a:t>Bits defined in a or b or both</a:t>
                      </a:r>
                      <a:endParaRPr lang="nl-BE" dirty="0"/>
                    </a:p>
                  </a:txBody>
                  <a:tcPr/>
                </a:tc>
                <a:extLst>
                  <a:ext uri="{0D108BD9-81ED-4DB2-BD59-A6C34878D82A}">
                    <a16:rowId xmlns:a16="http://schemas.microsoft.com/office/drawing/2014/main" val="905383656"/>
                  </a:ext>
                </a:extLst>
              </a:tr>
              <a:tr h="370840">
                <a:tc>
                  <a:txBody>
                    <a:bodyPr/>
                    <a:lstStyle/>
                    <a:p>
                      <a:r>
                        <a:rPr lang="en-US" dirty="0"/>
                        <a:t>a ^ b </a:t>
                      </a:r>
                      <a:endParaRPr lang="nl-BE" dirty="0"/>
                    </a:p>
                  </a:txBody>
                  <a:tcPr/>
                </a:tc>
                <a:tc>
                  <a:txBody>
                    <a:bodyPr/>
                    <a:lstStyle/>
                    <a:p>
                      <a:r>
                        <a:rPr lang="en-US" dirty="0"/>
                        <a:t>Bitwise XOR </a:t>
                      </a:r>
                      <a:endParaRPr lang="nl-BE" dirty="0"/>
                    </a:p>
                  </a:txBody>
                  <a:tcPr/>
                </a:tc>
                <a:tc>
                  <a:txBody>
                    <a:bodyPr/>
                    <a:lstStyle/>
                    <a:p>
                      <a:r>
                        <a:rPr lang="en-US" dirty="0"/>
                        <a:t>Bits defined in a or b but not both</a:t>
                      </a:r>
                      <a:endParaRPr lang="nl-BE" dirty="0"/>
                    </a:p>
                  </a:txBody>
                  <a:tcPr/>
                </a:tc>
                <a:extLst>
                  <a:ext uri="{0D108BD9-81ED-4DB2-BD59-A6C34878D82A}">
                    <a16:rowId xmlns:a16="http://schemas.microsoft.com/office/drawing/2014/main" val="2874853014"/>
                  </a:ext>
                </a:extLst>
              </a:tr>
              <a:tr h="370840">
                <a:tc>
                  <a:txBody>
                    <a:bodyPr/>
                    <a:lstStyle/>
                    <a:p>
                      <a:r>
                        <a:rPr lang="en-US" dirty="0"/>
                        <a:t>a &lt;&lt; b </a:t>
                      </a:r>
                      <a:endParaRPr lang="nl-BE" dirty="0"/>
                    </a:p>
                  </a:txBody>
                  <a:tcPr/>
                </a:tc>
                <a:tc>
                  <a:txBody>
                    <a:bodyPr/>
                    <a:lstStyle/>
                    <a:p>
                      <a:r>
                        <a:rPr lang="en-US" dirty="0"/>
                        <a:t>Bit shift left </a:t>
                      </a:r>
                      <a:endParaRPr lang="nl-BE" dirty="0"/>
                    </a:p>
                  </a:txBody>
                  <a:tcPr/>
                </a:tc>
                <a:tc>
                  <a:txBody>
                    <a:bodyPr/>
                    <a:lstStyle/>
                    <a:p>
                      <a:r>
                        <a:rPr lang="en-US" dirty="0"/>
                        <a:t>Shift bits of a left by b units</a:t>
                      </a:r>
                      <a:endParaRPr lang="nl-BE" dirty="0"/>
                    </a:p>
                  </a:txBody>
                  <a:tcPr/>
                </a:tc>
                <a:extLst>
                  <a:ext uri="{0D108BD9-81ED-4DB2-BD59-A6C34878D82A}">
                    <a16:rowId xmlns:a16="http://schemas.microsoft.com/office/drawing/2014/main" val="659456899"/>
                  </a:ext>
                </a:extLst>
              </a:tr>
              <a:tr h="370840">
                <a:tc>
                  <a:txBody>
                    <a:bodyPr/>
                    <a:lstStyle/>
                    <a:p>
                      <a:r>
                        <a:rPr lang="en-US" dirty="0"/>
                        <a:t>a &gt;&gt; b </a:t>
                      </a:r>
                      <a:endParaRPr lang="nl-BE" dirty="0"/>
                    </a:p>
                  </a:txBody>
                  <a:tcPr/>
                </a:tc>
                <a:tc>
                  <a:txBody>
                    <a:bodyPr/>
                    <a:lstStyle/>
                    <a:p>
                      <a:r>
                        <a:rPr lang="en-US" dirty="0"/>
                        <a:t>Bit shift right </a:t>
                      </a:r>
                      <a:endParaRPr lang="nl-BE" dirty="0"/>
                    </a:p>
                  </a:txBody>
                  <a:tcPr/>
                </a:tc>
                <a:tc>
                  <a:txBody>
                    <a:bodyPr/>
                    <a:lstStyle/>
                    <a:p>
                      <a:r>
                        <a:rPr lang="en-US" dirty="0"/>
                        <a:t>Shift bits of a right by b units</a:t>
                      </a:r>
                      <a:endParaRPr lang="nl-BE" dirty="0"/>
                    </a:p>
                  </a:txBody>
                  <a:tcPr/>
                </a:tc>
                <a:extLst>
                  <a:ext uri="{0D108BD9-81ED-4DB2-BD59-A6C34878D82A}">
                    <a16:rowId xmlns:a16="http://schemas.microsoft.com/office/drawing/2014/main" val="1967080945"/>
                  </a:ext>
                </a:extLst>
              </a:tr>
              <a:tr h="370840">
                <a:tc>
                  <a:txBody>
                    <a:bodyPr/>
                    <a:lstStyle/>
                    <a:p>
                      <a:r>
                        <a:rPr lang="en-US" dirty="0"/>
                        <a:t>~a </a:t>
                      </a:r>
                      <a:endParaRPr lang="nl-BE" dirty="0"/>
                    </a:p>
                  </a:txBody>
                  <a:tcPr/>
                </a:tc>
                <a:tc>
                  <a:txBody>
                    <a:bodyPr/>
                    <a:lstStyle/>
                    <a:p>
                      <a:r>
                        <a:rPr lang="en-US" dirty="0"/>
                        <a:t>Bitwise NOT </a:t>
                      </a:r>
                      <a:endParaRPr lang="nl-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Bitwise negation of a</a:t>
                      </a:r>
                      <a:endParaRPr lang="nl-BE" dirty="0"/>
                    </a:p>
                  </a:txBody>
                  <a:tcPr/>
                </a:tc>
                <a:extLst>
                  <a:ext uri="{0D108BD9-81ED-4DB2-BD59-A6C34878D82A}">
                    <a16:rowId xmlns:a16="http://schemas.microsoft.com/office/drawing/2014/main" val="2469745417"/>
                  </a:ext>
                </a:extLst>
              </a:tr>
            </a:tbl>
          </a:graphicData>
        </a:graphic>
      </p:graphicFrame>
    </p:spTree>
    <p:extLst>
      <p:ext uri="{BB962C8B-B14F-4D97-AF65-F5344CB8AC3E}">
        <p14:creationId xmlns:p14="http://schemas.microsoft.com/office/powerpoint/2010/main" val="512367378"/>
      </p:ext>
    </p:extLst>
  </p:cSld>
  <p:clrMapOvr>
    <a:masterClrMapping/>
  </p:clrMapOvr>
  <mc:AlternateContent xmlns:mc="http://schemas.openxmlformats.org/markup-compatibility/2006" xmlns:p14="http://schemas.microsoft.com/office/powerpoint/2010/main">
    <mc:Choice Requires="p14">
      <p:transition spd="slow" p14:dur="2000" advTm="46188"/>
    </mc:Choice>
    <mc:Fallback xmlns="">
      <p:transition spd="slow" advTm="4618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1625</Words>
  <Application>Microsoft Office PowerPoint</Application>
  <PresentationFormat>Widescreen</PresentationFormat>
  <Paragraphs>216</Paragraphs>
  <Slides>19</Slides>
  <Notes>4</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Courier New</vt:lpstr>
      <vt:lpstr>Office Theme</vt:lpstr>
      <vt:lpstr>Python</vt:lpstr>
      <vt:lpstr>Key concepts in programming</vt:lpstr>
      <vt:lpstr>Variables</vt:lpstr>
      <vt:lpstr>Variables</vt:lpstr>
      <vt:lpstr>What variable names are legal?</vt:lpstr>
      <vt:lpstr>Python variables are references</vt:lpstr>
      <vt:lpstr>Python variables are references</vt:lpstr>
      <vt:lpstr>Everything is an object </vt:lpstr>
      <vt:lpstr>id() function</vt:lpstr>
      <vt:lpstr>dir()</vt:lpstr>
      <vt:lpstr>Operators</vt:lpstr>
      <vt:lpstr>Arithmetic Operations</vt:lpstr>
      <vt:lpstr>Assignment Operations</vt:lpstr>
      <vt:lpstr>x = x + 1</vt:lpstr>
      <vt:lpstr>Comparison Operations</vt:lpstr>
      <vt:lpstr>Boolean operator</vt:lpstr>
      <vt:lpstr>The is operator</vt:lpstr>
      <vt:lpstr>Objects and values</vt:lpstr>
      <vt:lpstr>Bitwise operator</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Van Puyvelde</dc:creator>
  <cp:lastModifiedBy>Ehsan Moravveji</cp:lastModifiedBy>
  <cp:revision>598</cp:revision>
  <dcterms:created xsi:type="dcterms:W3CDTF">2017-04-04T14:55:01Z</dcterms:created>
  <dcterms:modified xsi:type="dcterms:W3CDTF">2026-10-03T19:30:27Z</dcterms:modified>
</cp:coreProperties>
</file>