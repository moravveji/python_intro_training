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handoutMasterIdLst>
    <p:handoutMasterId r:id="rId38"/>
  </p:handoutMasterIdLst>
  <p:sldIdLst>
    <p:sldId id="491" r:id="rId2"/>
    <p:sldId id="488" r:id="rId3"/>
    <p:sldId id="489" r:id="rId4"/>
    <p:sldId id="507" r:id="rId5"/>
    <p:sldId id="492" r:id="rId6"/>
    <p:sldId id="523" r:id="rId7"/>
    <p:sldId id="524" r:id="rId8"/>
    <p:sldId id="517" r:id="rId9"/>
    <p:sldId id="495" r:id="rId10"/>
    <p:sldId id="494" r:id="rId11"/>
    <p:sldId id="493" r:id="rId12"/>
    <p:sldId id="520" r:id="rId13"/>
    <p:sldId id="496" r:id="rId14"/>
    <p:sldId id="497" r:id="rId15"/>
    <p:sldId id="500" r:id="rId16"/>
    <p:sldId id="498" r:id="rId17"/>
    <p:sldId id="521" r:id="rId18"/>
    <p:sldId id="501" r:id="rId19"/>
    <p:sldId id="529" r:id="rId20"/>
    <p:sldId id="503" r:id="rId21"/>
    <p:sldId id="527" r:id="rId22"/>
    <p:sldId id="513" r:id="rId23"/>
    <p:sldId id="514" r:id="rId24"/>
    <p:sldId id="519" r:id="rId25"/>
    <p:sldId id="515" r:id="rId26"/>
    <p:sldId id="526" r:id="rId27"/>
    <p:sldId id="516" r:id="rId28"/>
    <p:sldId id="528" r:id="rId29"/>
    <p:sldId id="510" r:id="rId30"/>
    <p:sldId id="518" r:id="rId31"/>
    <p:sldId id="522" r:id="rId32"/>
    <p:sldId id="504" r:id="rId33"/>
    <p:sldId id="530" r:id="rId34"/>
    <p:sldId id="505" r:id="rId35"/>
    <p:sldId id="511" r:id="rId36"/>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E0166E9F-00A3-48C1-BDF5-E5144822804C}">
          <p14:sldIdLst>
            <p14:sldId id="491"/>
            <p14:sldId id="488"/>
            <p14:sldId id="489"/>
          </p14:sldIdLst>
        </p14:section>
        <p14:section name="function basics" id="{599BE1FB-28F2-4765-836C-9E000ED01320}">
          <p14:sldIdLst>
            <p14:sldId id="507"/>
            <p14:sldId id="492"/>
            <p14:sldId id="523"/>
            <p14:sldId id="524"/>
            <p14:sldId id="517"/>
            <p14:sldId id="495"/>
            <p14:sldId id="494"/>
            <p14:sldId id="493"/>
            <p14:sldId id="520"/>
            <p14:sldId id="496"/>
            <p14:sldId id="497"/>
            <p14:sldId id="500"/>
            <p14:sldId id="498"/>
            <p14:sldId id="521"/>
            <p14:sldId id="501"/>
            <p14:sldId id="529"/>
          </p14:sldIdLst>
        </p14:section>
        <p14:section name="function more" id="{01D8830B-933D-433E-9046-C3548EB8A351}">
          <p14:sldIdLst>
            <p14:sldId id="503"/>
            <p14:sldId id="527"/>
            <p14:sldId id="513"/>
            <p14:sldId id="514"/>
            <p14:sldId id="519"/>
            <p14:sldId id="515"/>
            <p14:sldId id="526"/>
            <p14:sldId id="516"/>
            <p14:sldId id="528"/>
            <p14:sldId id="510"/>
            <p14:sldId id="518"/>
            <p14:sldId id="522"/>
            <p14:sldId id="504"/>
            <p14:sldId id="530"/>
            <p14:sldId id="505"/>
            <p14:sldId id="511"/>
          </p14:sldIdLst>
        </p14:section>
      </p14:sectionLst>
    </p:ex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Animation="0"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289" autoAdjust="0"/>
    <p:restoredTop sz="80382" autoAdjust="0"/>
  </p:normalViewPr>
  <p:slideViewPr>
    <p:cSldViewPr snapToGrid="0" showGuides="1">
      <p:cViewPr varScale="1">
        <p:scale>
          <a:sx n="56" d="100"/>
          <a:sy n="56" d="100"/>
        </p:scale>
        <p:origin x="788" y="44"/>
      </p:cViewPr>
      <p:guideLst>
        <p:guide orient="horz" pos="2160"/>
        <p:guide pos="3817"/>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k Van Puyvelde" userId="ba4190df-4674-45fe-be59-1502c3515486" providerId="ADAL" clId="{66D8A930-5958-41AE-8A14-115857025C85}"/>
    <pc:docChg chg="modSld">
      <pc:chgData name="Frank Van Puyvelde" userId="ba4190df-4674-45fe-be59-1502c3515486" providerId="ADAL" clId="{66D8A930-5958-41AE-8A14-115857025C85}" dt="2024-01-23T14:44:51.980" v="11" actId="20577"/>
      <pc:docMkLst>
        <pc:docMk/>
      </pc:docMkLst>
      <pc:sldChg chg="modSp mod">
        <pc:chgData name="Frank Van Puyvelde" userId="ba4190df-4674-45fe-be59-1502c3515486" providerId="ADAL" clId="{66D8A930-5958-41AE-8A14-115857025C85}" dt="2024-01-23T14:44:51.980" v="11" actId="20577"/>
        <pc:sldMkLst>
          <pc:docMk/>
          <pc:sldMk cId="4166881179" sldId="497"/>
        </pc:sldMkLst>
        <pc:spChg chg="mod">
          <ac:chgData name="Frank Van Puyvelde" userId="ba4190df-4674-45fe-be59-1502c3515486" providerId="ADAL" clId="{66D8A930-5958-41AE-8A14-115857025C85}" dt="2024-01-23T14:44:51.980" v="11" actId="20577"/>
          <ac:spMkLst>
            <pc:docMk/>
            <pc:sldMk cId="4166881179" sldId="497"/>
            <ac:spMk id="3" creationId="{00000000-0000-0000-0000-000000000000}"/>
          </ac:spMkLst>
        </pc:spChg>
      </pc:sldChg>
    </pc:docChg>
  </pc:docChgLst>
  <pc:docChgLst>
    <pc:chgData name="Frank Van Puyvelde" userId="ba4190df-4674-45fe-be59-1502c3515486" providerId="ADAL" clId="{5BE9665C-DDCB-4744-9BCF-FBD6C8937AE3}"/>
    <pc:docChg chg="modSld">
      <pc:chgData name="Frank Van Puyvelde" userId="ba4190df-4674-45fe-be59-1502c3515486" providerId="ADAL" clId="{5BE9665C-DDCB-4744-9BCF-FBD6C8937AE3}" dt="2024-10-23T12:41:01.447" v="9" actId="20577"/>
      <pc:docMkLst>
        <pc:docMk/>
      </pc:docMkLst>
      <pc:sldChg chg="modSp mod">
        <pc:chgData name="Frank Van Puyvelde" userId="ba4190df-4674-45fe-be59-1502c3515486" providerId="ADAL" clId="{5BE9665C-DDCB-4744-9BCF-FBD6C8937AE3}" dt="2024-10-23T12:41:01.447" v="9" actId="20577"/>
        <pc:sldMkLst>
          <pc:docMk/>
          <pc:sldMk cId="363818984" sldId="520"/>
        </pc:sldMkLst>
        <pc:spChg chg="mod">
          <ac:chgData name="Frank Van Puyvelde" userId="ba4190df-4674-45fe-be59-1502c3515486" providerId="ADAL" clId="{5BE9665C-DDCB-4744-9BCF-FBD6C8937AE3}" dt="2024-10-23T12:41:01.447" v="9" actId="20577"/>
          <ac:spMkLst>
            <pc:docMk/>
            <pc:sldMk cId="363818984" sldId="520"/>
            <ac:spMk id="3" creationId="{57D133A8-A5C7-4ACE-B468-7875AA36713C}"/>
          </ac:spMkLst>
        </pc:spChg>
      </pc:sldChg>
    </pc:docChg>
  </pc:docChgLst>
  <pc:docChgLst>
    <pc:chgData name="Frank Van Puyvelde" userId="ba4190df-4674-45fe-be59-1502c3515486" providerId="ADAL" clId="{999E615D-FB5C-4AAC-AFD4-C320342B2E8E}"/>
    <pc:docChg chg="custSel addSld modSld sldOrd modSection">
      <pc:chgData name="Frank Van Puyvelde" userId="ba4190df-4674-45fe-be59-1502c3515486" providerId="ADAL" clId="{999E615D-FB5C-4AAC-AFD4-C320342B2E8E}" dt="2023-02-10T10:21:23.906" v="115" actId="729"/>
      <pc:docMkLst>
        <pc:docMk/>
      </pc:docMkLst>
      <pc:sldChg chg="modSp mod">
        <pc:chgData name="Frank Van Puyvelde" userId="ba4190df-4674-45fe-be59-1502c3515486" providerId="ADAL" clId="{999E615D-FB5C-4AAC-AFD4-C320342B2E8E}" dt="2023-02-10T09:59:42.456" v="14" actId="20577"/>
        <pc:sldMkLst>
          <pc:docMk/>
          <pc:sldMk cId="3061117252" sldId="513"/>
        </pc:sldMkLst>
        <pc:spChg chg="mod">
          <ac:chgData name="Frank Van Puyvelde" userId="ba4190df-4674-45fe-be59-1502c3515486" providerId="ADAL" clId="{999E615D-FB5C-4AAC-AFD4-C320342B2E8E}" dt="2023-02-10T09:59:42.456" v="14" actId="20577"/>
          <ac:spMkLst>
            <pc:docMk/>
            <pc:sldMk cId="3061117252" sldId="513"/>
            <ac:spMk id="3" creationId="{00000000-0000-0000-0000-000000000000}"/>
          </ac:spMkLst>
        </pc:spChg>
      </pc:sldChg>
      <pc:sldChg chg="modSp mod">
        <pc:chgData name="Frank Van Puyvelde" userId="ba4190df-4674-45fe-be59-1502c3515486" providerId="ADAL" clId="{999E615D-FB5C-4AAC-AFD4-C320342B2E8E}" dt="2023-02-10T10:04:03.352" v="69" actId="20577"/>
        <pc:sldMkLst>
          <pc:docMk/>
          <pc:sldMk cId="433404238" sldId="514"/>
        </pc:sldMkLst>
        <pc:spChg chg="mod">
          <ac:chgData name="Frank Van Puyvelde" userId="ba4190df-4674-45fe-be59-1502c3515486" providerId="ADAL" clId="{999E615D-FB5C-4AAC-AFD4-C320342B2E8E}" dt="2023-02-10T10:04:03.352" v="69" actId="20577"/>
          <ac:spMkLst>
            <pc:docMk/>
            <pc:sldMk cId="433404238" sldId="514"/>
            <ac:spMk id="3" creationId="{00000000-0000-0000-0000-000000000000}"/>
          </ac:spMkLst>
        </pc:spChg>
      </pc:sldChg>
      <pc:sldChg chg="mod modShow">
        <pc:chgData name="Frank Van Puyvelde" userId="ba4190df-4674-45fe-be59-1502c3515486" providerId="ADAL" clId="{999E615D-FB5C-4AAC-AFD4-C320342B2E8E}" dt="2023-02-10T10:21:23.906" v="115" actId="729"/>
        <pc:sldMkLst>
          <pc:docMk/>
          <pc:sldMk cId="2686463887" sldId="525"/>
        </pc:sldMkLst>
      </pc:sldChg>
      <pc:sldChg chg="modSp new mod ord">
        <pc:chgData name="Frank Van Puyvelde" userId="ba4190df-4674-45fe-be59-1502c3515486" providerId="ADAL" clId="{999E615D-FB5C-4AAC-AFD4-C320342B2E8E}" dt="2023-02-10T10:20:20.985" v="114" actId="20577"/>
        <pc:sldMkLst>
          <pc:docMk/>
          <pc:sldMk cId="3670194961" sldId="526"/>
        </pc:sldMkLst>
        <pc:spChg chg="mod">
          <ac:chgData name="Frank Van Puyvelde" userId="ba4190df-4674-45fe-be59-1502c3515486" providerId="ADAL" clId="{999E615D-FB5C-4AAC-AFD4-C320342B2E8E}" dt="2023-02-10T10:17:37.335" v="102" actId="20577"/>
          <ac:spMkLst>
            <pc:docMk/>
            <pc:sldMk cId="3670194961" sldId="526"/>
            <ac:spMk id="2" creationId="{3C9881DA-891D-2382-2557-DC9AEDD7A5D2}"/>
          </ac:spMkLst>
        </pc:spChg>
        <pc:spChg chg="mod">
          <ac:chgData name="Frank Van Puyvelde" userId="ba4190df-4674-45fe-be59-1502c3515486" providerId="ADAL" clId="{999E615D-FB5C-4AAC-AFD4-C320342B2E8E}" dt="2023-02-10T10:20:20.985" v="114" actId="20577"/>
          <ac:spMkLst>
            <pc:docMk/>
            <pc:sldMk cId="3670194961" sldId="526"/>
            <ac:spMk id="3" creationId="{43FF92DA-0608-4C5D-5709-5601B7F4919D}"/>
          </ac:spMkLst>
        </pc:spChg>
      </pc:sldChg>
    </pc:docChg>
  </pc:docChgLst>
  <pc:docChgLst>
    <pc:chgData name="Frank Van Puyvelde" userId="ba4190df-4674-45fe-be59-1502c3515486" providerId="ADAL" clId="{23E50EC5-FCBF-44AA-B396-3C04EB1B22D7}"/>
    <pc:docChg chg="custSel modSld">
      <pc:chgData name="Frank Van Puyvelde" userId="ba4190df-4674-45fe-be59-1502c3515486" providerId="ADAL" clId="{23E50EC5-FCBF-44AA-B396-3C04EB1B22D7}" dt="2025-01-03T16:27:09.699" v="65"/>
      <pc:docMkLst>
        <pc:docMk/>
      </pc:docMkLst>
      <pc:sldChg chg="delSp mod delAnim">
        <pc:chgData name="Frank Van Puyvelde" userId="ba4190df-4674-45fe-be59-1502c3515486" providerId="ADAL" clId="{23E50EC5-FCBF-44AA-B396-3C04EB1B22D7}" dt="2025-01-03T15:36:21.389" v="0" actId="478"/>
        <pc:sldMkLst>
          <pc:docMk/>
          <pc:sldMk cId="3922655883" sldId="491"/>
        </pc:sldMkLst>
        <pc:picChg chg="del">
          <ac:chgData name="Frank Van Puyvelde" userId="ba4190df-4674-45fe-be59-1502c3515486" providerId="ADAL" clId="{23E50EC5-FCBF-44AA-B396-3C04EB1B22D7}" dt="2025-01-03T15:36:21.389" v="0" actId="478"/>
          <ac:picMkLst>
            <pc:docMk/>
            <pc:sldMk cId="3922655883" sldId="491"/>
            <ac:picMk id="5" creationId="{7F9A6E1F-968F-453F-9967-00CE8D37E06B}"/>
          </ac:picMkLst>
        </pc:picChg>
      </pc:sldChg>
      <pc:sldChg chg="delSp mod delAnim">
        <pc:chgData name="Frank Van Puyvelde" userId="ba4190df-4674-45fe-be59-1502c3515486" providerId="ADAL" clId="{23E50EC5-FCBF-44AA-B396-3C04EB1B22D7}" dt="2025-01-03T15:36:25.453" v="2" actId="478"/>
        <pc:sldMkLst>
          <pc:docMk/>
          <pc:sldMk cId="1162093710" sldId="492"/>
        </pc:sldMkLst>
        <pc:picChg chg="del">
          <ac:chgData name="Frank Van Puyvelde" userId="ba4190df-4674-45fe-be59-1502c3515486" providerId="ADAL" clId="{23E50EC5-FCBF-44AA-B396-3C04EB1B22D7}" dt="2025-01-03T15:36:25.453" v="2" actId="478"/>
          <ac:picMkLst>
            <pc:docMk/>
            <pc:sldMk cId="1162093710" sldId="492"/>
            <ac:picMk id="5" creationId="{76658496-9936-4BAD-9136-DADEB57EA3D4}"/>
          </ac:picMkLst>
        </pc:picChg>
      </pc:sldChg>
      <pc:sldChg chg="delSp mod delAnim">
        <pc:chgData name="Frank Van Puyvelde" userId="ba4190df-4674-45fe-be59-1502c3515486" providerId="ADAL" clId="{23E50EC5-FCBF-44AA-B396-3C04EB1B22D7}" dt="2025-01-03T15:36:31.124" v="5" actId="478"/>
        <pc:sldMkLst>
          <pc:docMk/>
          <pc:sldMk cId="353346096" sldId="493"/>
        </pc:sldMkLst>
        <pc:picChg chg="del">
          <ac:chgData name="Frank Van Puyvelde" userId="ba4190df-4674-45fe-be59-1502c3515486" providerId="ADAL" clId="{23E50EC5-FCBF-44AA-B396-3C04EB1B22D7}" dt="2025-01-03T15:36:31.124" v="5" actId="478"/>
          <ac:picMkLst>
            <pc:docMk/>
            <pc:sldMk cId="353346096" sldId="493"/>
            <ac:picMk id="4" creationId="{1BE0FB1B-7151-40B6-912A-E428896D6E34}"/>
          </ac:picMkLst>
        </pc:picChg>
      </pc:sldChg>
      <pc:sldChg chg="delSp mod delAnim">
        <pc:chgData name="Frank Van Puyvelde" userId="ba4190df-4674-45fe-be59-1502c3515486" providerId="ADAL" clId="{23E50EC5-FCBF-44AA-B396-3C04EB1B22D7}" dt="2025-01-03T15:36:29.803" v="4" actId="478"/>
        <pc:sldMkLst>
          <pc:docMk/>
          <pc:sldMk cId="1947287719" sldId="494"/>
        </pc:sldMkLst>
        <pc:picChg chg="del">
          <ac:chgData name="Frank Van Puyvelde" userId="ba4190df-4674-45fe-be59-1502c3515486" providerId="ADAL" clId="{23E50EC5-FCBF-44AA-B396-3C04EB1B22D7}" dt="2025-01-03T15:36:29.803" v="4" actId="478"/>
          <ac:picMkLst>
            <pc:docMk/>
            <pc:sldMk cId="1947287719" sldId="494"/>
            <ac:picMk id="4" creationId="{F3D53D5F-8291-436F-8F2D-0B63D428ED56}"/>
          </ac:picMkLst>
        </pc:picChg>
      </pc:sldChg>
      <pc:sldChg chg="delSp mod delAnim">
        <pc:chgData name="Frank Van Puyvelde" userId="ba4190df-4674-45fe-be59-1502c3515486" providerId="ADAL" clId="{23E50EC5-FCBF-44AA-B396-3C04EB1B22D7}" dt="2025-01-03T15:36:28.396" v="3" actId="478"/>
        <pc:sldMkLst>
          <pc:docMk/>
          <pc:sldMk cId="3709969770" sldId="495"/>
        </pc:sldMkLst>
        <pc:picChg chg="del">
          <ac:chgData name="Frank Van Puyvelde" userId="ba4190df-4674-45fe-be59-1502c3515486" providerId="ADAL" clId="{23E50EC5-FCBF-44AA-B396-3C04EB1B22D7}" dt="2025-01-03T15:36:28.396" v="3" actId="478"/>
          <ac:picMkLst>
            <pc:docMk/>
            <pc:sldMk cId="3709969770" sldId="495"/>
            <ac:picMk id="4" creationId="{E958F6F1-693A-450F-90EC-6E3573DCA4A0}"/>
          </ac:picMkLst>
        </pc:picChg>
      </pc:sldChg>
      <pc:sldChg chg="delSp mod delAnim">
        <pc:chgData name="Frank Van Puyvelde" userId="ba4190df-4674-45fe-be59-1502c3515486" providerId="ADAL" clId="{23E50EC5-FCBF-44AA-B396-3C04EB1B22D7}" dt="2025-01-03T15:36:33.613" v="7" actId="478"/>
        <pc:sldMkLst>
          <pc:docMk/>
          <pc:sldMk cId="4202270820" sldId="496"/>
        </pc:sldMkLst>
        <pc:picChg chg="del">
          <ac:chgData name="Frank Van Puyvelde" userId="ba4190df-4674-45fe-be59-1502c3515486" providerId="ADAL" clId="{23E50EC5-FCBF-44AA-B396-3C04EB1B22D7}" dt="2025-01-03T15:36:33.613" v="7" actId="478"/>
          <ac:picMkLst>
            <pc:docMk/>
            <pc:sldMk cId="4202270820" sldId="496"/>
            <ac:picMk id="4" creationId="{035C202D-26D1-4B96-BC62-6B5955D2D852}"/>
          </ac:picMkLst>
        </pc:picChg>
      </pc:sldChg>
      <pc:sldChg chg="delSp mod delAnim">
        <pc:chgData name="Frank Van Puyvelde" userId="ba4190df-4674-45fe-be59-1502c3515486" providerId="ADAL" clId="{23E50EC5-FCBF-44AA-B396-3C04EB1B22D7}" dt="2025-01-03T15:36:34.781" v="8" actId="478"/>
        <pc:sldMkLst>
          <pc:docMk/>
          <pc:sldMk cId="4166881179" sldId="497"/>
        </pc:sldMkLst>
        <pc:picChg chg="del">
          <ac:chgData name="Frank Van Puyvelde" userId="ba4190df-4674-45fe-be59-1502c3515486" providerId="ADAL" clId="{23E50EC5-FCBF-44AA-B396-3C04EB1B22D7}" dt="2025-01-03T15:36:34.781" v="8" actId="478"/>
          <ac:picMkLst>
            <pc:docMk/>
            <pc:sldMk cId="4166881179" sldId="497"/>
            <ac:picMk id="5" creationId="{93204FCA-C258-4F5F-B4E3-B14DC70170A2}"/>
          </ac:picMkLst>
        </pc:picChg>
      </pc:sldChg>
      <pc:sldChg chg="delSp mod delAnim">
        <pc:chgData name="Frank Van Puyvelde" userId="ba4190df-4674-45fe-be59-1502c3515486" providerId="ADAL" clId="{23E50EC5-FCBF-44AA-B396-3C04EB1B22D7}" dt="2025-01-03T15:36:35.924" v="9" actId="478"/>
        <pc:sldMkLst>
          <pc:docMk/>
          <pc:sldMk cId="1359296326" sldId="500"/>
        </pc:sldMkLst>
        <pc:picChg chg="del">
          <ac:chgData name="Frank Van Puyvelde" userId="ba4190df-4674-45fe-be59-1502c3515486" providerId="ADAL" clId="{23E50EC5-FCBF-44AA-B396-3C04EB1B22D7}" dt="2025-01-03T15:36:35.924" v="9" actId="478"/>
          <ac:picMkLst>
            <pc:docMk/>
            <pc:sldMk cId="1359296326" sldId="500"/>
            <ac:picMk id="4" creationId="{C5294556-2747-49DE-8A7A-6C31186A8B5F}"/>
          </ac:picMkLst>
        </pc:picChg>
      </pc:sldChg>
      <pc:sldChg chg="delSp mod delAnim">
        <pc:chgData name="Frank Van Puyvelde" userId="ba4190df-4674-45fe-be59-1502c3515486" providerId="ADAL" clId="{23E50EC5-FCBF-44AA-B396-3C04EB1B22D7}" dt="2025-01-03T15:36:39.572" v="11" actId="478"/>
        <pc:sldMkLst>
          <pc:docMk/>
          <pc:sldMk cId="507629911" sldId="501"/>
        </pc:sldMkLst>
        <pc:picChg chg="del">
          <ac:chgData name="Frank Van Puyvelde" userId="ba4190df-4674-45fe-be59-1502c3515486" providerId="ADAL" clId="{23E50EC5-FCBF-44AA-B396-3C04EB1B22D7}" dt="2025-01-03T15:36:39.572" v="11" actId="478"/>
          <ac:picMkLst>
            <pc:docMk/>
            <pc:sldMk cId="507629911" sldId="501"/>
            <ac:picMk id="5" creationId="{402E1F6C-E6FA-4E4A-997F-4CEB450EC526}"/>
          </ac:picMkLst>
        </pc:picChg>
      </pc:sldChg>
      <pc:sldChg chg="delSp mod delAnim">
        <pc:chgData name="Frank Van Puyvelde" userId="ba4190df-4674-45fe-be59-1502c3515486" providerId="ADAL" clId="{23E50EC5-FCBF-44AA-B396-3C04EB1B22D7}" dt="2025-01-03T15:36:41.772" v="12" actId="478"/>
        <pc:sldMkLst>
          <pc:docMk/>
          <pc:sldMk cId="1474830645" sldId="503"/>
        </pc:sldMkLst>
        <pc:picChg chg="del">
          <ac:chgData name="Frank Van Puyvelde" userId="ba4190df-4674-45fe-be59-1502c3515486" providerId="ADAL" clId="{23E50EC5-FCBF-44AA-B396-3C04EB1B22D7}" dt="2025-01-03T15:36:41.772" v="12" actId="478"/>
          <ac:picMkLst>
            <pc:docMk/>
            <pc:sldMk cId="1474830645" sldId="503"/>
            <ac:picMk id="5" creationId="{7915816D-426E-4585-A216-FB5AE4269155}"/>
          </ac:picMkLst>
        </pc:picChg>
      </pc:sldChg>
      <pc:sldChg chg="delSp mod delAnim">
        <pc:chgData name="Frank Van Puyvelde" userId="ba4190df-4674-45fe-be59-1502c3515486" providerId="ADAL" clId="{23E50EC5-FCBF-44AA-B396-3C04EB1B22D7}" dt="2025-01-03T15:36:24.124" v="1" actId="478"/>
        <pc:sldMkLst>
          <pc:docMk/>
          <pc:sldMk cId="458114454" sldId="507"/>
        </pc:sldMkLst>
        <pc:picChg chg="del">
          <ac:chgData name="Frank Van Puyvelde" userId="ba4190df-4674-45fe-be59-1502c3515486" providerId="ADAL" clId="{23E50EC5-FCBF-44AA-B396-3C04EB1B22D7}" dt="2025-01-03T15:36:24.124" v="1" actId="478"/>
          <ac:picMkLst>
            <pc:docMk/>
            <pc:sldMk cId="458114454" sldId="507"/>
            <ac:picMk id="2" creationId="{B72BA60C-C7D8-438B-AB02-57B67A90C1E0}"/>
          </ac:picMkLst>
        </pc:picChg>
      </pc:sldChg>
      <pc:sldChg chg="delSp modSp mod delAnim">
        <pc:chgData name="Frank Van Puyvelde" userId="ba4190df-4674-45fe-be59-1502c3515486" providerId="ADAL" clId="{23E50EC5-FCBF-44AA-B396-3C04EB1B22D7}" dt="2025-01-03T16:17:08.766" v="42" actId="313"/>
        <pc:sldMkLst>
          <pc:docMk/>
          <pc:sldMk cId="386546626" sldId="510"/>
        </pc:sldMkLst>
        <pc:spChg chg="mod">
          <ac:chgData name="Frank Van Puyvelde" userId="ba4190df-4674-45fe-be59-1502c3515486" providerId="ADAL" clId="{23E50EC5-FCBF-44AA-B396-3C04EB1B22D7}" dt="2025-01-03T16:17:08.766" v="42" actId="313"/>
          <ac:spMkLst>
            <pc:docMk/>
            <pc:sldMk cId="386546626" sldId="510"/>
            <ac:spMk id="2" creationId="{00000000-0000-0000-0000-000000000000}"/>
          </ac:spMkLst>
        </pc:spChg>
        <pc:picChg chg="del">
          <ac:chgData name="Frank Van Puyvelde" userId="ba4190df-4674-45fe-be59-1502c3515486" providerId="ADAL" clId="{23E50EC5-FCBF-44AA-B396-3C04EB1B22D7}" dt="2025-01-03T15:36:58.909" v="17" actId="478"/>
          <ac:picMkLst>
            <pc:docMk/>
            <pc:sldMk cId="386546626" sldId="510"/>
            <ac:picMk id="4" creationId="{FB58469E-30C6-423D-8E70-471500A320A0}"/>
          </ac:picMkLst>
        </pc:picChg>
      </pc:sldChg>
      <pc:sldChg chg="delSp mod delAnim">
        <pc:chgData name="Frank Van Puyvelde" userId="ba4190df-4674-45fe-be59-1502c3515486" providerId="ADAL" clId="{23E50EC5-FCBF-44AA-B396-3C04EB1B22D7}" dt="2025-01-03T15:36:48.477" v="13" actId="478"/>
        <pc:sldMkLst>
          <pc:docMk/>
          <pc:sldMk cId="3061117252" sldId="513"/>
        </pc:sldMkLst>
        <pc:picChg chg="del">
          <ac:chgData name="Frank Van Puyvelde" userId="ba4190df-4674-45fe-be59-1502c3515486" providerId="ADAL" clId="{23E50EC5-FCBF-44AA-B396-3C04EB1B22D7}" dt="2025-01-03T15:36:48.477" v="13" actId="478"/>
          <ac:picMkLst>
            <pc:docMk/>
            <pc:sldMk cId="3061117252" sldId="513"/>
            <ac:picMk id="4" creationId="{2A34E256-E647-4E70-8525-AF65BF387AE4}"/>
          </ac:picMkLst>
        </pc:picChg>
      </pc:sldChg>
      <pc:sldChg chg="delSp mod delAnim">
        <pc:chgData name="Frank Van Puyvelde" userId="ba4190df-4674-45fe-be59-1502c3515486" providerId="ADAL" clId="{23E50EC5-FCBF-44AA-B396-3C04EB1B22D7}" dt="2025-01-03T15:36:51.788" v="15" actId="478"/>
        <pc:sldMkLst>
          <pc:docMk/>
          <pc:sldMk cId="3812274864" sldId="515"/>
        </pc:sldMkLst>
        <pc:picChg chg="del">
          <ac:chgData name="Frank Van Puyvelde" userId="ba4190df-4674-45fe-be59-1502c3515486" providerId="ADAL" clId="{23E50EC5-FCBF-44AA-B396-3C04EB1B22D7}" dt="2025-01-03T15:36:51.788" v="15" actId="478"/>
          <ac:picMkLst>
            <pc:docMk/>
            <pc:sldMk cId="3812274864" sldId="515"/>
            <ac:picMk id="4" creationId="{0CD19555-E2D4-42FA-9575-EA6893C88823}"/>
          </ac:picMkLst>
        </pc:picChg>
      </pc:sldChg>
      <pc:sldChg chg="delSp mod delAnim">
        <pc:chgData name="Frank Van Puyvelde" userId="ba4190df-4674-45fe-be59-1502c3515486" providerId="ADAL" clId="{23E50EC5-FCBF-44AA-B396-3C04EB1B22D7}" dt="2025-01-03T15:36:55.836" v="16" actId="478"/>
        <pc:sldMkLst>
          <pc:docMk/>
          <pc:sldMk cId="1856531042" sldId="516"/>
        </pc:sldMkLst>
        <pc:picChg chg="del">
          <ac:chgData name="Frank Van Puyvelde" userId="ba4190df-4674-45fe-be59-1502c3515486" providerId="ADAL" clId="{23E50EC5-FCBF-44AA-B396-3C04EB1B22D7}" dt="2025-01-03T15:36:55.836" v="16" actId="478"/>
          <ac:picMkLst>
            <pc:docMk/>
            <pc:sldMk cId="1856531042" sldId="516"/>
            <ac:picMk id="4" creationId="{6D5C6CF1-20D9-41C3-837D-D99AC34F86FC}"/>
          </ac:picMkLst>
        </pc:picChg>
      </pc:sldChg>
      <pc:sldChg chg="delSp modSp mod delAnim">
        <pc:chgData name="Frank Van Puyvelde" userId="ba4190df-4674-45fe-be59-1502c3515486" providerId="ADAL" clId="{23E50EC5-FCBF-44AA-B396-3C04EB1B22D7}" dt="2025-01-03T16:27:09.699" v="65"/>
        <pc:sldMkLst>
          <pc:docMk/>
          <pc:sldMk cId="1167656238" sldId="518"/>
        </pc:sldMkLst>
        <pc:spChg chg="mod">
          <ac:chgData name="Frank Van Puyvelde" userId="ba4190df-4674-45fe-be59-1502c3515486" providerId="ADAL" clId="{23E50EC5-FCBF-44AA-B396-3C04EB1B22D7}" dt="2025-01-03T16:27:09.699" v="65"/>
          <ac:spMkLst>
            <pc:docMk/>
            <pc:sldMk cId="1167656238" sldId="518"/>
            <ac:spMk id="2" creationId="{00000000-0000-0000-0000-000000000000}"/>
          </ac:spMkLst>
        </pc:spChg>
        <pc:spChg chg="mod">
          <ac:chgData name="Frank Van Puyvelde" userId="ba4190df-4674-45fe-be59-1502c3515486" providerId="ADAL" clId="{23E50EC5-FCBF-44AA-B396-3C04EB1B22D7}" dt="2025-01-03T16:22:10.153" v="64" actId="27636"/>
          <ac:spMkLst>
            <pc:docMk/>
            <pc:sldMk cId="1167656238" sldId="518"/>
            <ac:spMk id="3" creationId="{00000000-0000-0000-0000-000000000000}"/>
          </ac:spMkLst>
        </pc:spChg>
        <pc:picChg chg="del">
          <ac:chgData name="Frank Van Puyvelde" userId="ba4190df-4674-45fe-be59-1502c3515486" providerId="ADAL" clId="{23E50EC5-FCBF-44AA-B396-3C04EB1B22D7}" dt="2025-01-03T15:37:00.260" v="18" actId="478"/>
          <ac:picMkLst>
            <pc:docMk/>
            <pc:sldMk cId="1167656238" sldId="518"/>
            <ac:picMk id="4" creationId="{B4CED821-A911-4AD4-BC19-AC81D66E52CE}"/>
          </ac:picMkLst>
        </pc:picChg>
      </pc:sldChg>
      <pc:sldChg chg="delSp mod delAnim">
        <pc:chgData name="Frank Van Puyvelde" userId="ba4190df-4674-45fe-be59-1502c3515486" providerId="ADAL" clId="{23E50EC5-FCBF-44AA-B396-3C04EB1B22D7}" dt="2025-01-03T15:36:50.445" v="14" actId="478"/>
        <pc:sldMkLst>
          <pc:docMk/>
          <pc:sldMk cId="1245248398" sldId="519"/>
        </pc:sldMkLst>
        <pc:picChg chg="del">
          <ac:chgData name="Frank Van Puyvelde" userId="ba4190df-4674-45fe-be59-1502c3515486" providerId="ADAL" clId="{23E50EC5-FCBF-44AA-B396-3C04EB1B22D7}" dt="2025-01-03T15:36:50.445" v="14" actId="478"/>
          <ac:picMkLst>
            <pc:docMk/>
            <pc:sldMk cId="1245248398" sldId="519"/>
            <ac:picMk id="4" creationId="{FA9EB8A4-BDF0-41CB-B2EA-47E4460639E3}"/>
          </ac:picMkLst>
        </pc:picChg>
      </pc:sldChg>
      <pc:sldChg chg="delSp mod delAnim">
        <pc:chgData name="Frank Van Puyvelde" userId="ba4190df-4674-45fe-be59-1502c3515486" providerId="ADAL" clId="{23E50EC5-FCBF-44AA-B396-3C04EB1B22D7}" dt="2025-01-03T15:36:32.413" v="6" actId="478"/>
        <pc:sldMkLst>
          <pc:docMk/>
          <pc:sldMk cId="363818984" sldId="520"/>
        </pc:sldMkLst>
        <pc:picChg chg="del">
          <ac:chgData name="Frank Van Puyvelde" userId="ba4190df-4674-45fe-be59-1502c3515486" providerId="ADAL" clId="{23E50EC5-FCBF-44AA-B396-3C04EB1B22D7}" dt="2025-01-03T15:36:32.413" v="6" actId="478"/>
          <ac:picMkLst>
            <pc:docMk/>
            <pc:sldMk cId="363818984" sldId="520"/>
            <ac:picMk id="2" creationId="{B67EC585-2766-45D3-A451-1B442FDB25C4}"/>
          </ac:picMkLst>
        </pc:picChg>
      </pc:sldChg>
      <pc:sldChg chg="delSp mod delAnim">
        <pc:chgData name="Frank Van Puyvelde" userId="ba4190df-4674-45fe-be59-1502c3515486" providerId="ADAL" clId="{23E50EC5-FCBF-44AA-B396-3C04EB1B22D7}" dt="2025-01-03T15:36:38.356" v="10" actId="478"/>
        <pc:sldMkLst>
          <pc:docMk/>
          <pc:sldMk cId="3212810020" sldId="521"/>
        </pc:sldMkLst>
        <pc:picChg chg="del">
          <ac:chgData name="Frank Van Puyvelde" userId="ba4190df-4674-45fe-be59-1502c3515486" providerId="ADAL" clId="{23E50EC5-FCBF-44AA-B396-3C04EB1B22D7}" dt="2025-01-03T15:36:38.356" v="10" actId="478"/>
          <ac:picMkLst>
            <pc:docMk/>
            <pc:sldMk cId="3212810020" sldId="521"/>
            <ac:picMk id="6" creationId="{44FE7E74-42BA-4BA8-9F6F-9D11264981D0}"/>
          </ac:picMkLst>
        </pc:picChg>
      </pc:sldChg>
      <pc:sldChg chg="delSp mod delAnim">
        <pc:chgData name="Frank Van Puyvelde" userId="ba4190df-4674-45fe-be59-1502c3515486" providerId="ADAL" clId="{23E50EC5-FCBF-44AA-B396-3C04EB1B22D7}" dt="2025-01-03T15:37:01.612" v="19" actId="478"/>
        <pc:sldMkLst>
          <pc:docMk/>
          <pc:sldMk cId="3030721277" sldId="522"/>
        </pc:sldMkLst>
        <pc:picChg chg="del">
          <ac:chgData name="Frank Van Puyvelde" userId="ba4190df-4674-45fe-be59-1502c3515486" providerId="ADAL" clId="{23E50EC5-FCBF-44AA-B396-3C04EB1B22D7}" dt="2025-01-03T15:37:01.612" v="19" actId="478"/>
          <ac:picMkLst>
            <pc:docMk/>
            <pc:sldMk cId="3030721277" sldId="522"/>
            <ac:picMk id="6" creationId="{D80022A0-C98C-48AB-A964-EE68EDDB0ED3}"/>
          </ac:picMkLst>
        </pc:picChg>
      </pc:sldChg>
    </pc:docChg>
  </pc:docChgLst>
  <pc:docChgLst>
    <pc:chgData name="Frank Van Puyvelde" userId="ba4190df-4674-45fe-be59-1502c3515486" providerId="ADAL" clId="{91920BFA-2EC7-4B32-95D9-B899EEAAF299}"/>
    <pc:docChg chg="custSel modSld">
      <pc:chgData name="Frank Van Puyvelde" userId="ba4190df-4674-45fe-be59-1502c3515486" providerId="ADAL" clId="{91920BFA-2EC7-4B32-95D9-B899EEAAF299}" dt="2023-08-30T06:42:53.058" v="7" actId="6549"/>
      <pc:docMkLst>
        <pc:docMk/>
      </pc:docMkLst>
      <pc:sldChg chg="modSp mod">
        <pc:chgData name="Frank Van Puyvelde" userId="ba4190df-4674-45fe-be59-1502c3515486" providerId="ADAL" clId="{91920BFA-2EC7-4B32-95D9-B899EEAAF299}" dt="2023-08-30T06:42:53.058" v="7" actId="6549"/>
        <pc:sldMkLst>
          <pc:docMk/>
          <pc:sldMk cId="1162093710" sldId="492"/>
        </pc:sldMkLst>
        <pc:spChg chg="mod">
          <ac:chgData name="Frank Van Puyvelde" userId="ba4190df-4674-45fe-be59-1502c3515486" providerId="ADAL" clId="{91920BFA-2EC7-4B32-95D9-B899EEAAF299}" dt="2023-08-30T06:42:53.058" v="7" actId="6549"/>
          <ac:spMkLst>
            <pc:docMk/>
            <pc:sldMk cId="1162093710" sldId="492"/>
            <ac:spMk id="3" creationId="{00000000-0000-0000-0000-000000000000}"/>
          </ac:spMkLst>
        </pc:spChg>
      </pc:sldChg>
    </pc:docChg>
  </pc:docChgLst>
  <pc:docChgLst>
    <pc:chgData name="Frank Van Puyvelde" userId="ba4190df-4674-45fe-be59-1502c3515486" providerId="ADAL" clId="{3C5DDE0A-C67A-451E-BBD8-2FB95829E413}"/>
    <pc:docChg chg="undo custSel addSld delSld modSld sldOrd addSection modSection">
      <pc:chgData name="Frank Van Puyvelde" userId="ba4190df-4674-45fe-be59-1502c3515486" providerId="ADAL" clId="{3C5DDE0A-C67A-451E-BBD8-2FB95829E413}" dt="2022-11-12T14:40:23.548" v="869" actId="6549"/>
      <pc:docMkLst>
        <pc:docMk/>
      </pc:docMkLst>
      <pc:sldChg chg="modSp mod">
        <pc:chgData name="Frank Van Puyvelde" userId="ba4190df-4674-45fe-be59-1502c3515486" providerId="ADAL" clId="{3C5DDE0A-C67A-451E-BBD8-2FB95829E413}" dt="2022-11-12T09:41:28.859" v="153" actId="20577"/>
        <pc:sldMkLst>
          <pc:docMk/>
          <pc:sldMk cId="1162093710" sldId="492"/>
        </pc:sldMkLst>
        <pc:spChg chg="mod">
          <ac:chgData name="Frank Van Puyvelde" userId="ba4190df-4674-45fe-be59-1502c3515486" providerId="ADAL" clId="{3C5DDE0A-C67A-451E-BBD8-2FB95829E413}" dt="2022-11-12T09:41:28.859" v="153" actId="20577"/>
          <ac:spMkLst>
            <pc:docMk/>
            <pc:sldMk cId="1162093710" sldId="492"/>
            <ac:spMk id="3" creationId="{00000000-0000-0000-0000-000000000000}"/>
          </ac:spMkLst>
        </pc:spChg>
      </pc:sldChg>
      <pc:sldChg chg="modSp mod">
        <pc:chgData name="Frank Van Puyvelde" userId="ba4190df-4674-45fe-be59-1502c3515486" providerId="ADAL" clId="{3C5DDE0A-C67A-451E-BBD8-2FB95829E413}" dt="2022-11-12T10:02:29.370" v="479" actId="20577"/>
        <pc:sldMkLst>
          <pc:docMk/>
          <pc:sldMk cId="353346096" sldId="493"/>
        </pc:sldMkLst>
        <pc:spChg chg="mod">
          <ac:chgData name="Frank Van Puyvelde" userId="ba4190df-4674-45fe-be59-1502c3515486" providerId="ADAL" clId="{3C5DDE0A-C67A-451E-BBD8-2FB95829E413}" dt="2022-11-12T10:02:29.370" v="479" actId="20577"/>
          <ac:spMkLst>
            <pc:docMk/>
            <pc:sldMk cId="353346096" sldId="493"/>
            <ac:spMk id="3" creationId="{00000000-0000-0000-0000-000000000000}"/>
          </ac:spMkLst>
        </pc:spChg>
      </pc:sldChg>
      <pc:sldChg chg="modSp mod">
        <pc:chgData name="Frank Van Puyvelde" userId="ba4190df-4674-45fe-be59-1502c3515486" providerId="ADAL" clId="{3C5DDE0A-C67A-451E-BBD8-2FB95829E413}" dt="2022-11-12T10:00:54.355" v="470" actId="14"/>
        <pc:sldMkLst>
          <pc:docMk/>
          <pc:sldMk cId="1947287719" sldId="494"/>
        </pc:sldMkLst>
        <pc:spChg chg="mod">
          <ac:chgData name="Frank Van Puyvelde" userId="ba4190df-4674-45fe-be59-1502c3515486" providerId="ADAL" clId="{3C5DDE0A-C67A-451E-BBD8-2FB95829E413}" dt="2022-11-12T10:00:47.647" v="469" actId="20577"/>
          <ac:spMkLst>
            <pc:docMk/>
            <pc:sldMk cId="1947287719" sldId="494"/>
            <ac:spMk id="2" creationId="{00000000-0000-0000-0000-000000000000}"/>
          </ac:spMkLst>
        </pc:spChg>
        <pc:spChg chg="mod">
          <ac:chgData name="Frank Van Puyvelde" userId="ba4190df-4674-45fe-be59-1502c3515486" providerId="ADAL" clId="{3C5DDE0A-C67A-451E-BBD8-2FB95829E413}" dt="2022-11-12T10:00:54.355" v="470" actId="14"/>
          <ac:spMkLst>
            <pc:docMk/>
            <pc:sldMk cId="1947287719" sldId="494"/>
            <ac:spMk id="3" creationId="{00000000-0000-0000-0000-000000000000}"/>
          </ac:spMkLst>
        </pc:spChg>
      </pc:sldChg>
      <pc:sldChg chg="addSp modSp mod modClrScheme chgLayout">
        <pc:chgData name="Frank Van Puyvelde" userId="ba4190df-4674-45fe-be59-1502c3515486" providerId="ADAL" clId="{3C5DDE0A-C67A-451E-BBD8-2FB95829E413}" dt="2022-11-12T10:00:13.584" v="461" actId="27636"/>
        <pc:sldMkLst>
          <pc:docMk/>
          <pc:sldMk cId="3709969770" sldId="495"/>
        </pc:sldMkLst>
        <pc:spChg chg="mod ord">
          <ac:chgData name="Frank Van Puyvelde" userId="ba4190df-4674-45fe-be59-1502c3515486" providerId="ADAL" clId="{3C5DDE0A-C67A-451E-BBD8-2FB95829E413}" dt="2022-11-12T10:00:05.262" v="456" actId="700"/>
          <ac:spMkLst>
            <pc:docMk/>
            <pc:sldMk cId="3709969770" sldId="495"/>
            <ac:spMk id="2" creationId="{00000000-0000-0000-0000-000000000000}"/>
          </ac:spMkLst>
        </pc:spChg>
        <pc:spChg chg="mod ord">
          <ac:chgData name="Frank Van Puyvelde" userId="ba4190df-4674-45fe-be59-1502c3515486" providerId="ADAL" clId="{3C5DDE0A-C67A-451E-BBD8-2FB95829E413}" dt="2022-11-12T10:00:13.584" v="460" actId="27636"/>
          <ac:spMkLst>
            <pc:docMk/>
            <pc:sldMk cId="3709969770" sldId="495"/>
            <ac:spMk id="3" creationId="{00000000-0000-0000-0000-000000000000}"/>
          </ac:spMkLst>
        </pc:spChg>
        <pc:spChg chg="add mod ord">
          <ac:chgData name="Frank Van Puyvelde" userId="ba4190df-4674-45fe-be59-1502c3515486" providerId="ADAL" clId="{3C5DDE0A-C67A-451E-BBD8-2FB95829E413}" dt="2022-11-12T10:00:13.584" v="461" actId="27636"/>
          <ac:spMkLst>
            <pc:docMk/>
            <pc:sldMk cId="3709969770" sldId="495"/>
            <ac:spMk id="5" creationId="{4D87DE71-A739-4549-B9D3-29D7246EB08F}"/>
          </ac:spMkLst>
        </pc:spChg>
      </pc:sldChg>
      <pc:sldChg chg="ord">
        <pc:chgData name="Frank Van Puyvelde" userId="ba4190df-4674-45fe-be59-1502c3515486" providerId="ADAL" clId="{3C5DDE0A-C67A-451E-BBD8-2FB95829E413}" dt="2022-11-12T10:03:35.443" v="481"/>
        <pc:sldMkLst>
          <pc:docMk/>
          <pc:sldMk cId="4202270820" sldId="496"/>
        </pc:sldMkLst>
      </pc:sldChg>
      <pc:sldChg chg="modSp mod modShow">
        <pc:chgData name="Frank Van Puyvelde" userId="ba4190df-4674-45fe-be59-1502c3515486" providerId="ADAL" clId="{3C5DDE0A-C67A-451E-BBD8-2FB95829E413}" dt="2022-11-12T12:28:20.734" v="595" actId="729"/>
        <pc:sldMkLst>
          <pc:docMk/>
          <pc:sldMk cId="29647225" sldId="498"/>
        </pc:sldMkLst>
        <pc:spChg chg="mod">
          <ac:chgData name="Frank Van Puyvelde" userId="ba4190df-4674-45fe-be59-1502c3515486" providerId="ADAL" clId="{3C5DDE0A-C67A-451E-BBD8-2FB95829E413}" dt="2022-11-12T12:28:03.391" v="593" actId="20577"/>
          <ac:spMkLst>
            <pc:docMk/>
            <pc:sldMk cId="29647225" sldId="498"/>
            <ac:spMk id="3" creationId="{00000000-0000-0000-0000-000000000000}"/>
          </ac:spMkLst>
        </pc:spChg>
      </pc:sldChg>
      <pc:sldChg chg="ord">
        <pc:chgData name="Frank Van Puyvelde" userId="ba4190df-4674-45fe-be59-1502c3515486" providerId="ADAL" clId="{3C5DDE0A-C67A-451E-BBD8-2FB95829E413}" dt="2022-11-12T10:54:09.414" v="522"/>
        <pc:sldMkLst>
          <pc:docMk/>
          <pc:sldMk cId="1359296326" sldId="500"/>
        </pc:sldMkLst>
      </pc:sldChg>
      <pc:sldChg chg="modSp mod">
        <pc:chgData name="Frank Van Puyvelde" userId="ba4190df-4674-45fe-be59-1502c3515486" providerId="ADAL" clId="{3C5DDE0A-C67A-451E-BBD8-2FB95829E413}" dt="2022-11-12T11:59:59.331" v="589" actId="27636"/>
        <pc:sldMkLst>
          <pc:docMk/>
          <pc:sldMk cId="507629911" sldId="501"/>
        </pc:sldMkLst>
        <pc:spChg chg="mod">
          <ac:chgData name="Frank Van Puyvelde" userId="ba4190df-4674-45fe-be59-1502c3515486" providerId="ADAL" clId="{3C5DDE0A-C67A-451E-BBD8-2FB95829E413}" dt="2022-11-12T11:59:59.331" v="589" actId="27636"/>
          <ac:spMkLst>
            <pc:docMk/>
            <pc:sldMk cId="507629911" sldId="501"/>
            <ac:spMk id="3" creationId="{00000000-0000-0000-0000-000000000000}"/>
          </ac:spMkLst>
        </pc:spChg>
      </pc:sldChg>
      <pc:sldChg chg="modSp mod ord">
        <pc:chgData name="Frank Van Puyvelde" userId="ba4190df-4674-45fe-be59-1502c3515486" providerId="ADAL" clId="{3C5DDE0A-C67A-451E-BBD8-2FB95829E413}" dt="2022-11-12T12:37:24.978" v="620" actId="20578"/>
        <pc:sldMkLst>
          <pc:docMk/>
          <pc:sldMk cId="1474830645" sldId="503"/>
        </pc:sldMkLst>
        <pc:spChg chg="mod">
          <ac:chgData name="Frank Van Puyvelde" userId="ba4190df-4674-45fe-be59-1502c3515486" providerId="ADAL" clId="{3C5DDE0A-C67A-451E-BBD8-2FB95829E413}" dt="2022-11-12T10:15:04.686" v="491" actId="255"/>
          <ac:spMkLst>
            <pc:docMk/>
            <pc:sldMk cId="1474830645" sldId="503"/>
            <ac:spMk id="3" creationId="{00000000-0000-0000-0000-000000000000}"/>
          </ac:spMkLst>
        </pc:spChg>
      </pc:sldChg>
      <pc:sldChg chg="modSp mod ord modShow">
        <pc:chgData name="Frank Van Puyvelde" userId="ba4190df-4674-45fe-be59-1502c3515486" providerId="ADAL" clId="{3C5DDE0A-C67A-451E-BBD8-2FB95829E413}" dt="2022-11-12T13:31:48.105" v="781"/>
        <pc:sldMkLst>
          <pc:docMk/>
          <pc:sldMk cId="1703244392" sldId="504"/>
        </pc:sldMkLst>
        <pc:spChg chg="mod">
          <ac:chgData name="Frank Van Puyvelde" userId="ba4190df-4674-45fe-be59-1502c3515486" providerId="ADAL" clId="{3C5DDE0A-C67A-451E-BBD8-2FB95829E413}" dt="2022-11-12T13:28:42.760" v="778" actId="20577"/>
          <ac:spMkLst>
            <pc:docMk/>
            <pc:sldMk cId="1703244392" sldId="504"/>
            <ac:spMk id="3" creationId="{00000000-0000-0000-0000-000000000000}"/>
          </ac:spMkLst>
        </pc:spChg>
      </pc:sldChg>
      <pc:sldChg chg="ord">
        <pc:chgData name="Frank Van Puyvelde" userId="ba4190df-4674-45fe-be59-1502c3515486" providerId="ADAL" clId="{3C5DDE0A-C67A-451E-BBD8-2FB95829E413}" dt="2022-11-12T13:55:35.832" v="852"/>
        <pc:sldMkLst>
          <pc:docMk/>
          <pc:sldMk cId="1377270985" sldId="505"/>
        </pc:sldMkLst>
      </pc:sldChg>
      <pc:sldChg chg="del">
        <pc:chgData name="Frank Van Puyvelde" userId="ba4190df-4674-45fe-be59-1502c3515486" providerId="ADAL" clId="{3C5DDE0A-C67A-451E-BBD8-2FB95829E413}" dt="2022-11-12T13:18:51.972" v="700" actId="47"/>
        <pc:sldMkLst>
          <pc:docMk/>
          <pc:sldMk cId="1478910200" sldId="506"/>
        </pc:sldMkLst>
      </pc:sldChg>
      <pc:sldChg chg="del">
        <pc:chgData name="Frank Van Puyvelde" userId="ba4190df-4674-45fe-be59-1502c3515486" providerId="ADAL" clId="{3C5DDE0A-C67A-451E-BBD8-2FB95829E413}" dt="2022-11-12T13:18:55.552" v="701" actId="47"/>
        <pc:sldMkLst>
          <pc:docMk/>
          <pc:sldMk cId="2869315902" sldId="509"/>
        </pc:sldMkLst>
      </pc:sldChg>
      <pc:sldChg chg="modSp mod ord">
        <pc:chgData name="Frank Van Puyvelde" userId="ba4190df-4674-45fe-be59-1502c3515486" providerId="ADAL" clId="{3C5DDE0A-C67A-451E-BBD8-2FB95829E413}" dt="2022-11-12T13:40:19.540" v="833"/>
        <pc:sldMkLst>
          <pc:docMk/>
          <pc:sldMk cId="386546626" sldId="510"/>
        </pc:sldMkLst>
        <pc:spChg chg="mod">
          <ac:chgData name="Frank Van Puyvelde" userId="ba4190df-4674-45fe-be59-1502c3515486" providerId="ADAL" clId="{3C5DDE0A-C67A-451E-BBD8-2FB95829E413}" dt="2022-11-12T13:40:09.346" v="831" actId="6549"/>
          <ac:spMkLst>
            <pc:docMk/>
            <pc:sldMk cId="386546626" sldId="510"/>
            <ac:spMk id="3" creationId="{00000000-0000-0000-0000-000000000000}"/>
          </ac:spMkLst>
        </pc:spChg>
      </pc:sldChg>
      <pc:sldChg chg="modSp mod">
        <pc:chgData name="Frank Van Puyvelde" userId="ba4190df-4674-45fe-be59-1502c3515486" providerId="ADAL" clId="{3C5DDE0A-C67A-451E-BBD8-2FB95829E413}" dt="2022-11-12T12:33:19.192" v="619" actId="20577"/>
        <pc:sldMkLst>
          <pc:docMk/>
          <pc:sldMk cId="3061117252" sldId="513"/>
        </pc:sldMkLst>
        <pc:spChg chg="mod">
          <ac:chgData name="Frank Van Puyvelde" userId="ba4190df-4674-45fe-be59-1502c3515486" providerId="ADAL" clId="{3C5DDE0A-C67A-451E-BBD8-2FB95829E413}" dt="2022-11-12T12:33:19.192" v="619" actId="20577"/>
          <ac:spMkLst>
            <pc:docMk/>
            <pc:sldMk cId="3061117252" sldId="513"/>
            <ac:spMk id="3" creationId="{00000000-0000-0000-0000-000000000000}"/>
          </ac:spMkLst>
        </pc:spChg>
      </pc:sldChg>
      <pc:sldChg chg="modSp mod ord modShow">
        <pc:chgData name="Frank Van Puyvelde" userId="ba4190df-4674-45fe-be59-1502c3515486" providerId="ADAL" clId="{3C5DDE0A-C67A-451E-BBD8-2FB95829E413}" dt="2022-11-12T13:18:15.978" v="699" actId="27636"/>
        <pc:sldMkLst>
          <pc:docMk/>
          <pc:sldMk cId="433404238" sldId="514"/>
        </pc:sldMkLst>
        <pc:spChg chg="mod">
          <ac:chgData name="Frank Van Puyvelde" userId="ba4190df-4674-45fe-be59-1502c3515486" providerId="ADAL" clId="{3C5DDE0A-C67A-451E-BBD8-2FB95829E413}" dt="2022-11-12T13:18:15.978" v="699" actId="27636"/>
          <ac:spMkLst>
            <pc:docMk/>
            <pc:sldMk cId="433404238" sldId="514"/>
            <ac:spMk id="3" creationId="{00000000-0000-0000-0000-000000000000}"/>
          </ac:spMkLst>
        </pc:spChg>
      </pc:sldChg>
      <pc:sldChg chg="modSp mod">
        <pc:chgData name="Frank Van Puyvelde" userId="ba4190df-4674-45fe-be59-1502c3515486" providerId="ADAL" clId="{3C5DDE0A-C67A-451E-BBD8-2FB95829E413}" dt="2022-11-12T13:53:49.198" v="849" actId="20577"/>
        <pc:sldMkLst>
          <pc:docMk/>
          <pc:sldMk cId="1167656238" sldId="518"/>
        </pc:sldMkLst>
        <pc:spChg chg="mod">
          <ac:chgData name="Frank Van Puyvelde" userId="ba4190df-4674-45fe-be59-1502c3515486" providerId="ADAL" clId="{3C5DDE0A-C67A-451E-BBD8-2FB95829E413}" dt="2022-11-12T13:53:49.198" v="849" actId="20577"/>
          <ac:spMkLst>
            <pc:docMk/>
            <pc:sldMk cId="1167656238" sldId="518"/>
            <ac:spMk id="3" creationId="{00000000-0000-0000-0000-000000000000}"/>
          </ac:spMkLst>
        </pc:spChg>
      </pc:sldChg>
      <pc:sldChg chg="mod modShow">
        <pc:chgData name="Frank Van Puyvelde" userId="ba4190df-4674-45fe-be59-1502c3515486" providerId="ADAL" clId="{3C5DDE0A-C67A-451E-BBD8-2FB95829E413}" dt="2022-11-12T12:51:23.207" v="669" actId="729"/>
        <pc:sldMkLst>
          <pc:docMk/>
          <pc:sldMk cId="1245248398" sldId="519"/>
        </pc:sldMkLst>
      </pc:sldChg>
      <pc:sldChg chg="modSp mod">
        <pc:chgData name="Frank Van Puyvelde" userId="ba4190df-4674-45fe-be59-1502c3515486" providerId="ADAL" clId="{3C5DDE0A-C67A-451E-BBD8-2FB95829E413}" dt="2022-11-12T10:32:41.424" v="516" actId="255"/>
        <pc:sldMkLst>
          <pc:docMk/>
          <pc:sldMk cId="363818984" sldId="520"/>
        </pc:sldMkLst>
        <pc:spChg chg="mod">
          <ac:chgData name="Frank Van Puyvelde" userId="ba4190df-4674-45fe-be59-1502c3515486" providerId="ADAL" clId="{3C5DDE0A-C67A-451E-BBD8-2FB95829E413}" dt="2022-11-12T10:32:41.424" v="516" actId="255"/>
          <ac:spMkLst>
            <pc:docMk/>
            <pc:sldMk cId="363818984" sldId="520"/>
            <ac:spMk id="3" creationId="{57D133A8-A5C7-4ACE-B468-7875AA36713C}"/>
          </ac:spMkLst>
        </pc:spChg>
        <pc:spChg chg="mod">
          <ac:chgData name="Frank Van Puyvelde" userId="ba4190df-4674-45fe-be59-1502c3515486" providerId="ADAL" clId="{3C5DDE0A-C67A-451E-BBD8-2FB95829E413}" dt="2022-11-12T10:30:53.301" v="514" actId="255"/>
          <ac:spMkLst>
            <pc:docMk/>
            <pc:sldMk cId="363818984" sldId="520"/>
            <ac:spMk id="5" creationId="{DD5796B2-E023-4D1F-A732-9858EF883FA0}"/>
          </ac:spMkLst>
        </pc:spChg>
      </pc:sldChg>
      <pc:sldChg chg="modSp mod ord modShow">
        <pc:chgData name="Frank Van Puyvelde" userId="ba4190df-4674-45fe-be59-1502c3515486" providerId="ADAL" clId="{3C5DDE0A-C67A-451E-BBD8-2FB95829E413}" dt="2022-11-12T11:12:46.005" v="555" actId="20577"/>
        <pc:sldMkLst>
          <pc:docMk/>
          <pc:sldMk cId="3212810020" sldId="521"/>
        </pc:sldMkLst>
        <pc:spChg chg="mod">
          <ac:chgData name="Frank Van Puyvelde" userId="ba4190df-4674-45fe-be59-1502c3515486" providerId="ADAL" clId="{3C5DDE0A-C67A-451E-BBD8-2FB95829E413}" dt="2022-11-12T11:12:34.443" v="551"/>
          <ac:spMkLst>
            <pc:docMk/>
            <pc:sldMk cId="3212810020" sldId="521"/>
            <ac:spMk id="4" creationId="{151F6ED8-12FC-4DDE-91C8-1AC006AC9EC6}"/>
          </ac:spMkLst>
        </pc:spChg>
        <pc:spChg chg="mod">
          <ac:chgData name="Frank Van Puyvelde" userId="ba4190df-4674-45fe-be59-1502c3515486" providerId="ADAL" clId="{3C5DDE0A-C67A-451E-BBD8-2FB95829E413}" dt="2022-11-12T11:12:46.005" v="555" actId="20577"/>
          <ac:spMkLst>
            <pc:docMk/>
            <pc:sldMk cId="3212810020" sldId="521"/>
            <ac:spMk id="5" creationId="{15A98D28-33B6-4D89-9E54-54F9EBF0325D}"/>
          </ac:spMkLst>
        </pc:spChg>
      </pc:sldChg>
      <pc:sldChg chg="mod modShow">
        <pc:chgData name="Frank Van Puyvelde" userId="ba4190df-4674-45fe-be59-1502c3515486" providerId="ADAL" clId="{3C5DDE0A-C67A-451E-BBD8-2FB95829E413}" dt="2022-11-12T13:53:56.774" v="850" actId="729"/>
        <pc:sldMkLst>
          <pc:docMk/>
          <pc:sldMk cId="3030721277" sldId="522"/>
        </pc:sldMkLst>
      </pc:sldChg>
      <pc:sldChg chg="modSp new mod">
        <pc:chgData name="Frank Van Puyvelde" userId="ba4190df-4674-45fe-be59-1502c3515486" providerId="ADAL" clId="{3C5DDE0A-C67A-451E-BBD8-2FB95829E413}" dt="2022-11-12T09:47:31.079" v="326" actId="20577"/>
        <pc:sldMkLst>
          <pc:docMk/>
          <pc:sldMk cId="2567649965" sldId="523"/>
        </pc:sldMkLst>
        <pc:spChg chg="mod">
          <ac:chgData name="Frank Van Puyvelde" userId="ba4190df-4674-45fe-be59-1502c3515486" providerId="ADAL" clId="{3C5DDE0A-C67A-451E-BBD8-2FB95829E413}" dt="2022-11-12T09:44:54.049" v="175" actId="20577"/>
          <ac:spMkLst>
            <pc:docMk/>
            <pc:sldMk cId="2567649965" sldId="523"/>
            <ac:spMk id="2" creationId="{639C4B35-7619-447C-A558-FD2801DC42EE}"/>
          </ac:spMkLst>
        </pc:spChg>
        <pc:spChg chg="mod">
          <ac:chgData name="Frank Van Puyvelde" userId="ba4190df-4674-45fe-be59-1502c3515486" providerId="ADAL" clId="{3C5DDE0A-C67A-451E-BBD8-2FB95829E413}" dt="2022-11-12T09:47:31.079" v="326" actId="20577"/>
          <ac:spMkLst>
            <pc:docMk/>
            <pc:sldMk cId="2567649965" sldId="523"/>
            <ac:spMk id="3" creationId="{EA83F323-918C-4770-B6BB-15CC1ABD5393}"/>
          </ac:spMkLst>
        </pc:spChg>
      </pc:sldChg>
      <pc:sldChg chg="modSp new mod">
        <pc:chgData name="Frank Van Puyvelde" userId="ba4190df-4674-45fe-be59-1502c3515486" providerId="ADAL" clId="{3C5DDE0A-C67A-451E-BBD8-2FB95829E413}" dt="2022-11-12T09:56:41.335" v="450" actId="20577"/>
        <pc:sldMkLst>
          <pc:docMk/>
          <pc:sldMk cId="3041223899" sldId="524"/>
        </pc:sldMkLst>
        <pc:spChg chg="mod">
          <ac:chgData name="Frank Van Puyvelde" userId="ba4190df-4674-45fe-be59-1502c3515486" providerId="ADAL" clId="{3C5DDE0A-C67A-451E-BBD8-2FB95829E413}" dt="2022-11-12T09:52:40.599" v="358" actId="20577"/>
          <ac:spMkLst>
            <pc:docMk/>
            <pc:sldMk cId="3041223899" sldId="524"/>
            <ac:spMk id="2" creationId="{DE94FAE6-973F-4AAD-8DFD-B6BB36A1408D}"/>
          </ac:spMkLst>
        </pc:spChg>
        <pc:spChg chg="mod">
          <ac:chgData name="Frank Van Puyvelde" userId="ba4190df-4674-45fe-be59-1502c3515486" providerId="ADAL" clId="{3C5DDE0A-C67A-451E-BBD8-2FB95829E413}" dt="2022-11-12T09:56:41.335" v="450" actId="20577"/>
          <ac:spMkLst>
            <pc:docMk/>
            <pc:sldMk cId="3041223899" sldId="524"/>
            <ac:spMk id="3" creationId="{0A8A797D-F4FA-4996-BD48-CF04B29F7443}"/>
          </ac:spMkLst>
        </pc:spChg>
      </pc:sldChg>
      <pc:sldChg chg="modSp new del mod">
        <pc:chgData name="Frank Van Puyvelde" userId="ba4190df-4674-45fe-be59-1502c3515486" providerId="ADAL" clId="{3C5DDE0A-C67A-451E-BBD8-2FB95829E413}" dt="2022-11-12T12:28:14.590" v="594" actId="47"/>
        <pc:sldMkLst>
          <pc:docMk/>
          <pc:sldMk cId="982143775" sldId="525"/>
        </pc:sldMkLst>
        <pc:spChg chg="mod">
          <ac:chgData name="Frank Van Puyvelde" userId="ba4190df-4674-45fe-be59-1502c3515486" providerId="ADAL" clId="{3C5DDE0A-C67A-451E-BBD8-2FB95829E413}" dt="2022-11-12T12:13:31.914" v="591"/>
          <ac:spMkLst>
            <pc:docMk/>
            <pc:sldMk cId="982143775" sldId="525"/>
            <ac:spMk id="3" creationId="{69324063-5568-40A6-BE01-D542E39EFCB5}"/>
          </ac:spMkLst>
        </pc:spChg>
      </pc:sldChg>
      <pc:sldChg chg="new del">
        <pc:chgData name="Frank Van Puyvelde" userId="ba4190df-4674-45fe-be59-1502c3515486" providerId="ADAL" clId="{3C5DDE0A-C67A-451E-BBD8-2FB95829E413}" dt="2022-11-12T13:28:46.357" v="779" actId="47"/>
        <pc:sldMkLst>
          <pc:docMk/>
          <pc:sldMk cId="1545344526" sldId="525"/>
        </pc:sldMkLst>
      </pc:sldChg>
      <pc:sldChg chg="modSp new mod">
        <pc:chgData name="Frank Van Puyvelde" userId="ba4190df-4674-45fe-be59-1502c3515486" providerId="ADAL" clId="{3C5DDE0A-C67A-451E-BBD8-2FB95829E413}" dt="2022-11-12T14:40:23.548" v="869" actId="6549"/>
        <pc:sldMkLst>
          <pc:docMk/>
          <pc:sldMk cId="2686463887" sldId="525"/>
        </pc:sldMkLst>
        <pc:spChg chg="mod">
          <ac:chgData name="Frank Van Puyvelde" userId="ba4190df-4674-45fe-be59-1502c3515486" providerId="ADAL" clId="{3C5DDE0A-C67A-451E-BBD8-2FB95829E413}" dt="2022-11-12T14:39:39.921" v="864" actId="5793"/>
          <ac:spMkLst>
            <pc:docMk/>
            <pc:sldMk cId="2686463887" sldId="525"/>
            <ac:spMk id="2" creationId="{1942E58E-A9E1-43C1-B0F0-AC36887F1954}"/>
          </ac:spMkLst>
        </pc:spChg>
        <pc:spChg chg="mod">
          <ac:chgData name="Frank Van Puyvelde" userId="ba4190df-4674-45fe-be59-1502c3515486" providerId="ADAL" clId="{3C5DDE0A-C67A-451E-BBD8-2FB95829E413}" dt="2022-11-12T14:40:23.548" v="869" actId="6549"/>
          <ac:spMkLst>
            <pc:docMk/>
            <pc:sldMk cId="2686463887" sldId="525"/>
            <ac:spMk id="3" creationId="{BBBFAA67-C7D8-4105-8704-CF25BC19BAD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97849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nl-BE"/>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7A375BC9-5AAE-4E1F-9FAE-BC04149B1DB3}" type="datetimeFigureOut">
              <a:rPr lang="nl-BE" smtClean="0"/>
              <a:t>14/10/2025</a:t>
            </a:fld>
            <a:endParaRPr lang="nl-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40F272-7F92-4FF0-959A-28E623229BE1}" type="slidenum">
              <a:rPr lang="nl-BE" smtClean="0"/>
              <a:t>‹#›</a:t>
            </a:fld>
            <a:endParaRPr lang="nl-BE"/>
          </a:p>
        </p:txBody>
      </p:sp>
    </p:spTree>
    <p:extLst>
      <p:ext uri="{BB962C8B-B14F-4D97-AF65-F5344CB8AC3E}">
        <p14:creationId xmlns:p14="http://schemas.microsoft.com/office/powerpoint/2010/main" val="3613536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10"/>
          </p:nvPr>
        </p:nvSpPr>
        <p:spPr/>
        <p:txBody>
          <a:bodyPr/>
          <a:lstStyle/>
          <a:p>
            <a:fld id="{4D40F272-7F92-4FF0-959A-28E623229BE1}" type="slidenum">
              <a:rPr lang="nl-BE" smtClean="0"/>
              <a:t>5</a:t>
            </a:fld>
            <a:endParaRPr lang="nl-BE"/>
          </a:p>
        </p:txBody>
      </p:sp>
    </p:spTree>
    <p:extLst>
      <p:ext uri="{BB962C8B-B14F-4D97-AF65-F5344CB8AC3E}">
        <p14:creationId xmlns:p14="http://schemas.microsoft.com/office/powerpoint/2010/main" val="674422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4D40F272-7F92-4FF0-959A-28E623229BE1}" type="slidenum">
              <a:rPr lang="nl-BE" smtClean="0"/>
              <a:t>13</a:t>
            </a:fld>
            <a:endParaRPr lang="nl-BE"/>
          </a:p>
        </p:txBody>
      </p:sp>
    </p:spTree>
    <p:extLst>
      <p:ext uri="{BB962C8B-B14F-4D97-AF65-F5344CB8AC3E}">
        <p14:creationId xmlns:p14="http://schemas.microsoft.com/office/powerpoint/2010/main" val="28491756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 variables removal</a:t>
            </a:r>
          </a:p>
          <a:p>
            <a:endParaRPr lang="en-US" dirty="0"/>
          </a:p>
          <a:p>
            <a:r>
              <a:rPr lang="en-US" dirty="0"/>
              <a:t>%reset</a:t>
            </a:r>
          </a:p>
          <a:p>
            <a:r>
              <a:rPr lang="en-US" dirty="0"/>
              <a:t>%</a:t>
            </a:r>
            <a:r>
              <a:rPr lang="en-US" dirty="0" err="1"/>
              <a:t>reset_selective</a:t>
            </a:r>
            <a:r>
              <a:rPr lang="en-US" baseline="0" dirty="0"/>
              <a:t> –f </a:t>
            </a:r>
            <a:r>
              <a:rPr lang="en-US" baseline="0" dirty="0" err="1"/>
              <a:t>variable_name</a:t>
            </a:r>
            <a:endParaRPr lang="nl-BE" dirty="0"/>
          </a:p>
        </p:txBody>
      </p:sp>
      <p:sp>
        <p:nvSpPr>
          <p:cNvPr id="4" name="Slide Number Placeholder 3"/>
          <p:cNvSpPr>
            <a:spLocks noGrp="1"/>
          </p:cNvSpPr>
          <p:nvPr>
            <p:ph type="sldNum" sz="quarter" idx="10"/>
          </p:nvPr>
        </p:nvSpPr>
        <p:spPr/>
        <p:txBody>
          <a:bodyPr/>
          <a:lstStyle/>
          <a:p>
            <a:fld id="{4D40F272-7F92-4FF0-959A-28E623229BE1}" type="slidenum">
              <a:rPr lang="nl-BE" smtClean="0"/>
              <a:t>18</a:t>
            </a:fld>
            <a:endParaRPr lang="nl-BE"/>
          </a:p>
        </p:txBody>
      </p:sp>
    </p:spTree>
    <p:extLst>
      <p:ext uri="{BB962C8B-B14F-4D97-AF65-F5344CB8AC3E}">
        <p14:creationId xmlns:p14="http://schemas.microsoft.com/office/powerpoint/2010/main" val="2146623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10"/>
          </p:nvPr>
        </p:nvSpPr>
        <p:spPr/>
        <p:txBody>
          <a:bodyPr/>
          <a:lstStyle/>
          <a:p>
            <a:fld id="{4D40F272-7F92-4FF0-959A-28E623229BE1}" type="slidenum">
              <a:rPr lang="nl-BE" smtClean="0"/>
              <a:t>25</a:t>
            </a:fld>
            <a:endParaRPr lang="nl-BE"/>
          </a:p>
        </p:txBody>
      </p:sp>
    </p:spTree>
    <p:extLst>
      <p:ext uri="{BB962C8B-B14F-4D97-AF65-F5344CB8AC3E}">
        <p14:creationId xmlns:p14="http://schemas.microsoft.com/office/powerpoint/2010/main" val="36806124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40F272-7F92-4FF0-959A-28E623229BE1}" type="slidenum">
              <a:rPr lang="nl-BE" smtClean="0"/>
              <a:t>30</a:t>
            </a:fld>
            <a:endParaRPr lang="nl-BE"/>
          </a:p>
        </p:txBody>
      </p:sp>
    </p:spTree>
    <p:extLst>
      <p:ext uri="{BB962C8B-B14F-4D97-AF65-F5344CB8AC3E}">
        <p14:creationId xmlns:p14="http://schemas.microsoft.com/office/powerpoint/2010/main" val="1422618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https://data-flair.training/blogs/python-lambda-expressions/</a:t>
            </a:r>
            <a:endParaRPr lang="nl-BE" dirty="0"/>
          </a:p>
        </p:txBody>
      </p:sp>
      <p:sp>
        <p:nvSpPr>
          <p:cNvPr id="4" name="Slide Number Placeholder 3"/>
          <p:cNvSpPr>
            <a:spLocks noGrp="1"/>
          </p:cNvSpPr>
          <p:nvPr>
            <p:ph type="sldNum" sz="quarter" idx="10"/>
          </p:nvPr>
        </p:nvSpPr>
        <p:spPr/>
        <p:txBody>
          <a:bodyPr/>
          <a:lstStyle/>
          <a:p>
            <a:fld id="{4D40F272-7F92-4FF0-959A-28E623229BE1}" type="slidenum">
              <a:rPr lang="nl-BE" smtClean="0"/>
              <a:t>32</a:t>
            </a:fld>
            <a:endParaRPr lang="nl-BE"/>
          </a:p>
        </p:txBody>
      </p:sp>
    </p:spTree>
    <p:extLst>
      <p:ext uri="{BB962C8B-B14F-4D97-AF65-F5344CB8AC3E}">
        <p14:creationId xmlns:p14="http://schemas.microsoft.com/office/powerpoint/2010/main" val="32206118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96FBA-6E83-4457-8FD1-4BEB5FA529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22700B-AFD5-6F81-D968-D99EEA1ADA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2EBA4C-3654-1E6F-FC84-4DD4E3D63584}"/>
              </a:ext>
            </a:extLst>
          </p:cNvPr>
          <p:cNvSpPr>
            <a:spLocks noGrp="1"/>
          </p:cNvSpPr>
          <p:nvPr>
            <p:ph type="body" idx="1"/>
          </p:nvPr>
        </p:nvSpPr>
        <p:spPr/>
        <p:txBody>
          <a:bodyPr/>
          <a:lstStyle/>
          <a:p>
            <a:r>
              <a:rPr lang="en-US" dirty="0"/>
              <a:t>Based on https://data-flair.training/blogs/python-lambda-expressions/</a:t>
            </a:r>
            <a:endParaRPr lang="nl-BE" dirty="0"/>
          </a:p>
        </p:txBody>
      </p:sp>
      <p:sp>
        <p:nvSpPr>
          <p:cNvPr id="4" name="Slide Number Placeholder 3">
            <a:extLst>
              <a:ext uri="{FF2B5EF4-FFF2-40B4-BE49-F238E27FC236}">
                <a16:creationId xmlns:a16="http://schemas.microsoft.com/office/drawing/2014/main" id="{F4D6C8CA-A88C-14FD-3D0C-4F68DCA5EA1B}"/>
              </a:ext>
            </a:extLst>
          </p:cNvPr>
          <p:cNvSpPr>
            <a:spLocks noGrp="1"/>
          </p:cNvSpPr>
          <p:nvPr>
            <p:ph type="sldNum" sz="quarter" idx="10"/>
          </p:nvPr>
        </p:nvSpPr>
        <p:spPr/>
        <p:txBody>
          <a:bodyPr/>
          <a:lstStyle/>
          <a:p>
            <a:fld id="{4D40F272-7F92-4FF0-959A-28E623229BE1}" type="slidenum">
              <a:rPr lang="nl-BE" smtClean="0"/>
              <a:t>33</a:t>
            </a:fld>
            <a:endParaRPr lang="nl-BE"/>
          </a:p>
        </p:txBody>
      </p:sp>
    </p:spTree>
    <p:extLst>
      <p:ext uri="{BB962C8B-B14F-4D97-AF65-F5344CB8AC3E}">
        <p14:creationId xmlns:p14="http://schemas.microsoft.com/office/powerpoint/2010/main" val="5312879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D40F272-7F92-4FF0-959A-28E623229BE1}" type="slidenum">
              <a:rPr lang="nl-BE" smtClean="0"/>
              <a:t>35</a:t>
            </a:fld>
            <a:endParaRPr lang="nl-BE"/>
          </a:p>
        </p:txBody>
      </p:sp>
    </p:spTree>
    <p:extLst>
      <p:ext uri="{BB962C8B-B14F-4D97-AF65-F5344CB8AC3E}">
        <p14:creationId xmlns:p14="http://schemas.microsoft.com/office/powerpoint/2010/main" val="2218148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BE"/>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BE"/>
          </a:p>
        </p:txBody>
      </p:sp>
      <p:sp>
        <p:nvSpPr>
          <p:cNvPr id="4" name="Date Placeholder 3"/>
          <p:cNvSpPr>
            <a:spLocks noGrp="1"/>
          </p:cNvSpPr>
          <p:nvPr>
            <p:ph type="dt" sz="half" idx="10"/>
          </p:nvPr>
        </p:nvSpPr>
        <p:spPr/>
        <p:txBody>
          <a:bodyPr/>
          <a:lstStyle/>
          <a:p>
            <a:fld id="{25D4C14B-8B81-49E7-9BC7-8AE29B5E2ADB}" type="datetimeFigureOut">
              <a:rPr lang="nl-BE" smtClean="0"/>
              <a:t>14/10/2025</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4051317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25D4C14B-8B81-49E7-9BC7-8AE29B5E2ADB}" type="datetimeFigureOut">
              <a:rPr lang="nl-BE" smtClean="0"/>
              <a:t>14/10/2025</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2594574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BE"/>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5D4C14B-8B81-49E7-9BC7-8AE29B5E2ADB}" type="datetimeFigureOut">
              <a:rPr lang="nl-BE" smtClean="0"/>
              <a:t>14/10/2025</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4123210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Date Placeholder 4"/>
          <p:cNvSpPr>
            <a:spLocks noGrp="1"/>
          </p:cNvSpPr>
          <p:nvPr>
            <p:ph type="dt" sz="half" idx="10"/>
          </p:nvPr>
        </p:nvSpPr>
        <p:spPr/>
        <p:txBody>
          <a:bodyPr/>
          <a:lstStyle/>
          <a:p>
            <a:fld id="{25D4C14B-8B81-49E7-9BC7-8AE29B5E2ADB}" type="datetimeFigureOut">
              <a:rPr lang="nl-BE" smtClean="0"/>
              <a:t>14/10/2025</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3165426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nl-BE"/>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7" name="Date Placeholder 6"/>
          <p:cNvSpPr>
            <a:spLocks noGrp="1"/>
          </p:cNvSpPr>
          <p:nvPr>
            <p:ph type="dt" sz="half" idx="10"/>
          </p:nvPr>
        </p:nvSpPr>
        <p:spPr/>
        <p:txBody>
          <a:bodyPr/>
          <a:lstStyle/>
          <a:p>
            <a:fld id="{25D4C14B-8B81-49E7-9BC7-8AE29B5E2ADB}" type="datetimeFigureOut">
              <a:rPr lang="nl-BE" smtClean="0"/>
              <a:t>14/10/2025</a:t>
            </a:fld>
            <a:endParaRPr lang="nl-BE"/>
          </a:p>
        </p:txBody>
      </p:sp>
      <p:sp>
        <p:nvSpPr>
          <p:cNvPr id="8" name="Footer Placeholder 7"/>
          <p:cNvSpPr>
            <a:spLocks noGrp="1"/>
          </p:cNvSpPr>
          <p:nvPr>
            <p:ph type="ftr" sz="quarter" idx="11"/>
          </p:nvPr>
        </p:nvSpPr>
        <p:spPr/>
        <p:txBody>
          <a:bodyPr/>
          <a:lstStyle/>
          <a:p>
            <a:endParaRPr lang="nl-BE"/>
          </a:p>
        </p:txBody>
      </p:sp>
      <p:sp>
        <p:nvSpPr>
          <p:cNvPr id="9" name="Slide Number Placeholder 8"/>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3388363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Date Placeholder 2"/>
          <p:cNvSpPr>
            <a:spLocks noGrp="1"/>
          </p:cNvSpPr>
          <p:nvPr>
            <p:ph type="dt" sz="half" idx="10"/>
          </p:nvPr>
        </p:nvSpPr>
        <p:spPr/>
        <p:txBody>
          <a:bodyPr/>
          <a:lstStyle/>
          <a:p>
            <a:fld id="{25D4C14B-8B81-49E7-9BC7-8AE29B5E2ADB}" type="datetimeFigureOut">
              <a:rPr lang="nl-BE" smtClean="0"/>
              <a:t>14/10/2025</a:t>
            </a:fld>
            <a:endParaRPr lang="nl-BE"/>
          </a:p>
        </p:txBody>
      </p:sp>
      <p:sp>
        <p:nvSpPr>
          <p:cNvPr id="4" name="Footer Placeholder 3"/>
          <p:cNvSpPr>
            <a:spLocks noGrp="1"/>
          </p:cNvSpPr>
          <p:nvPr>
            <p:ph type="ftr" sz="quarter" idx="11"/>
          </p:nvPr>
        </p:nvSpPr>
        <p:spPr/>
        <p:txBody>
          <a:bodyPr/>
          <a:lstStyle/>
          <a:p>
            <a:endParaRPr lang="nl-BE"/>
          </a:p>
        </p:txBody>
      </p:sp>
      <p:sp>
        <p:nvSpPr>
          <p:cNvPr id="5" name="Slide Number Placeholder 4"/>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637128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D4C14B-8B81-49E7-9BC7-8AE29B5E2ADB}" type="datetimeFigureOut">
              <a:rPr lang="nl-BE" smtClean="0"/>
              <a:t>14/10/2025</a:t>
            </a:fld>
            <a:endParaRPr lang="nl-BE"/>
          </a:p>
        </p:txBody>
      </p:sp>
      <p:sp>
        <p:nvSpPr>
          <p:cNvPr id="3" name="Footer Placeholder 2"/>
          <p:cNvSpPr>
            <a:spLocks noGrp="1"/>
          </p:cNvSpPr>
          <p:nvPr>
            <p:ph type="ftr" sz="quarter" idx="11"/>
          </p:nvPr>
        </p:nvSpPr>
        <p:spPr/>
        <p:txBody>
          <a:bodyPr/>
          <a:lstStyle/>
          <a:p>
            <a:endParaRPr lang="nl-BE"/>
          </a:p>
        </p:txBody>
      </p:sp>
      <p:sp>
        <p:nvSpPr>
          <p:cNvPr id="4" name="Slide Number Placeholder 3"/>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800038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5D4C14B-8B81-49E7-9BC7-8AE29B5E2ADB}" type="datetimeFigureOut">
              <a:rPr lang="nl-BE" smtClean="0"/>
              <a:t>14/10/2025</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818197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5D4C14B-8B81-49E7-9BC7-8AE29B5E2ADB}" type="datetimeFigureOut">
              <a:rPr lang="nl-BE" smtClean="0"/>
              <a:t>14/10/2025</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2763940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25D4C14B-8B81-49E7-9BC7-8AE29B5E2ADB}" type="datetimeFigureOut">
              <a:rPr lang="nl-BE" smtClean="0"/>
              <a:t>14/10/2025</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1044971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nl-BE"/>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10"/>
          </p:nvPr>
        </p:nvSpPr>
        <p:spPr/>
        <p:txBody>
          <a:bodyPr/>
          <a:lstStyle/>
          <a:p>
            <a:fld id="{25D4C14B-8B81-49E7-9BC7-8AE29B5E2ADB}" type="datetimeFigureOut">
              <a:rPr lang="nl-BE" smtClean="0"/>
              <a:t>14/10/2025</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1720C1B6-92E4-4DE3-9E6A-1F6BB5BBD198}" type="slidenum">
              <a:rPr lang="nl-BE" smtClean="0"/>
              <a:t>‹#›</a:t>
            </a:fld>
            <a:endParaRPr lang="nl-BE"/>
          </a:p>
        </p:txBody>
      </p:sp>
    </p:spTree>
    <p:extLst>
      <p:ext uri="{BB962C8B-B14F-4D97-AF65-F5344CB8AC3E}">
        <p14:creationId xmlns:p14="http://schemas.microsoft.com/office/powerpoint/2010/main" val="1456513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BE"/>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D4C14B-8B81-49E7-9BC7-8AE29B5E2ADB}" type="datetimeFigureOut">
              <a:rPr lang="nl-BE" smtClean="0"/>
              <a:t>14/10/2025</a:t>
            </a:fld>
            <a:endParaRPr lang="nl-B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B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20C1B6-92E4-4DE3-9E6A-1F6BB5BBD198}" type="slidenum">
              <a:rPr lang="nl-BE" smtClean="0"/>
              <a:t>‹#›</a:t>
            </a:fld>
            <a:endParaRPr lang="nl-BE"/>
          </a:p>
        </p:txBody>
      </p:sp>
    </p:spTree>
    <p:extLst>
      <p:ext uri="{BB962C8B-B14F-4D97-AF65-F5344CB8AC3E}">
        <p14:creationId xmlns:p14="http://schemas.microsoft.com/office/powerpoint/2010/main" val="5403048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oreilly.com/programming/free/files/a-whirlwind-tour-of-python.pdf" TargetMode="External"/><Relationship Id="rId2" Type="http://schemas.openxmlformats.org/officeDocument/2006/relationships/hyperlink" Target="https://github.com/gjbex/training-material/tree/master/Python" TargetMode="External"/><Relationship Id="rId1" Type="http://schemas.openxmlformats.org/officeDocument/2006/relationships/slideLayout" Target="../slideLayouts/slideLayout2.xml"/><Relationship Id="rId6" Type="http://schemas.openxmlformats.org/officeDocument/2006/relationships/hyperlink" Target="https://fabienmaussion.info/scientific_programming/html/00-Introduction.html" TargetMode="External"/><Relationship Id="rId5" Type="http://schemas.openxmlformats.org/officeDocument/2006/relationships/hyperlink" Target="http://www.cs.cornell.edu/courses/cs1110/2018sp/" TargetMode="External"/><Relationship Id="rId4" Type="http://schemas.openxmlformats.org/officeDocument/2006/relationships/hyperlink" Target="https://arcs.virginia.edu/python-quickstart"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github.com/parrt/msan501" TargetMode="External"/><Relationship Id="rId3" Type="http://schemas.openxmlformats.org/officeDocument/2006/relationships/hyperlink" Target="http://troll.cs.ua.edu/ACP-PY/index.html" TargetMode="External"/><Relationship Id="rId7" Type="http://schemas.openxmlformats.org/officeDocument/2006/relationships/hyperlink" Target="https://www2.cs.duke.edu/courses/spring18/compsci101/index.php" TargetMode="External"/><Relationship Id="rId2" Type="http://schemas.openxmlformats.org/officeDocument/2006/relationships/hyperlink" Target="https://www.math.ubc.ca/~pwalls/math-python/" TargetMode="External"/><Relationship Id="rId1" Type="http://schemas.openxmlformats.org/officeDocument/2006/relationships/slideLayout" Target="../slideLayouts/slideLayout2.xml"/><Relationship Id="rId6" Type="http://schemas.openxmlformats.org/officeDocument/2006/relationships/hyperlink" Target="https://anh.cs.luc.edu/python/hands-on/3.1/handsonHtml/index.html" TargetMode="External"/><Relationship Id="rId5" Type="http://schemas.openxmlformats.org/officeDocument/2006/relationships/hyperlink" Target="http://pages.physics.cornell.edu/~myers/teaching/ComputationalMethods/GettingStarted.html" TargetMode="External"/><Relationship Id="rId4" Type="http://schemas.openxmlformats.org/officeDocument/2006/relationships/hyperlink" Target="https://data-flair.training/blogs/python-lambda-expressions/" TargetMode="External"/><Relationship Id="rId9" Type="http://schemas.openxmlformats.org/officeDocument/2006/relationships/hyperlink" Target="https://docs.python-guide.org/intro/learn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stackoverflow.com/questions/32051513/calling-python-functions-without-running-from-the-editor"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realpython.com/python-kwargs-and-args/" TargetMode="External"/><Relationship Id="rId2" Type="http://schemas.openxmlformats.org/officeDocument/2006/relationships/hyperlink" Target="https://www.saltycrane.com/blog/2008/01/how-to-use-args-and-kwargs-in-python/"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ocs.python.org/3/library/functions.html"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nbviewer.jupyter.org/github/jakevdp/WhirlwindTourOfPython/blob/master/13-Modules-and-Packages.ipynb"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realpython.com/lessons/scripts-modules-packages-and-libraries/#:~:text=04%3A41%20Packages%20are%20a,Python%20scripts%20without%20any%20issues"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nbviewer.jupyter.org/github/jakevdp/WhirlwindTourOfPython/blob/master/13-Modules-and-Packages.ipynb" TargetMode="External"/><Relationship Id="rId2" Type="http://schemas.openxmlformats.org/officeDocument/2006/relationships/hyperlink" Target="https://docs.python.org/3/library/"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hyperlink" Target="https://www.edureka.co/blog/file-handling-in-python/"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Python</a:t>
            </a:r>
            <a:endParaRPr lang="nl-BE" dirty="0"/>
          </a:p>
        </p:txBody>
      </p:sp>
      <p:sp>
        <p:nvSpPr>
          <p:cNvPr id="3" name="Subtitle 2"/>
          <p:cNvSpPr>
            <a:spLocks noGrp="1"/>
          </p:cNvSpPr>
          <p:nvPr>
            <p:ph type="subTitle" idx="1"/>
          </p:nvPr>
        </p:nvSpPr>
        <p:spPr/>
        <p:txBody>
          <a:bodyPr/>
          <a:lstStyle/>
          <a:p>
            <a:r>
              <a:rPr lang="en-US" dirty="0"/>
              <a:t>A </a:t>
            </a:r>
            <a:r>
              <a:rPr lang="en-US" dirty="0" err="1"/>
              <a:t>quickstart</a:t>
            </a:r>
            <a:r>
              <a:rPr lang="en-US" dirty="0"/>
              <a:t> into the key concepts of programming</a:t>
            </a:r>
          </a:p>
          <a:p>
            <a:r>
              <a:rPr lang="en-US" dirty="0"/>
              <a:t>Functions</a:t>
            </a:r>
            <a:endParaRPr lang="nl-BE" dirty="0"/>
          </a:p>
        </p:txBody>
      </p:sp>
    </p:spTree>
    <p:extLst>
      <p:ext uri="{BB962C8B-B14F-4D97-AF65-F5344CB8AC3E}">
        <p14:creationId xmlns:p14="http://schemas.microsoft.com/office/powerpoint/2010/main" val="3922655883"/>
      </p:ext>
    </p:extLst>
  </p:cSld>
  <p:clrMapOvr>
    <a:masterClrMapping/>
  </p:clrMapOvr>
  <mc:AlternateContent xmlns:mc="http://schemas.openxmlformats.org/markup-compatibility/2006" xmlns:p14="http://schemas.microsoft.com/office/powerpoint/2010/main">
    <mc:Choice Requires="p14">
      <p:transition spd="slow" p14:dur="2000" advTm="31552"/>
    </mc:Choice>
    <mc:Fallback xmlns="">
      <p:transition spd="slow" advTm="31552"/>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endParaRPr lang="nl-BE" dirty="0"/>
          </a:p>
        </p:txBody>
      </p:sp>
      <p:sp>
        <p:nvSpPr>
          <p:cNvPr id="3" name="Content Placeholder 2"/>
          <p:cNvSpPr>
            <a:spLocks noGrp="1"/>
          </p:cNvSpPr>
          <p:nvPr>
            <p:ph idx="1"/>
          </p:nvPr>
        </p:nvSpPr>
        <p:spPr/>
        <p:txBody>
          <a:bodyPr>
            <a:normAutofit fontScale="92500" lnSpcReduction="10000"/>
          </a:bodyPr>
          <a:lstStyle/>
          <a:p>
            <a:r>
              <a:rPr lang="nl-BE" dirty="0">
                <a:hlinkClick r:id="rId2"/>
              </a:rPr>
              <a:t>https://github.com/gjbex/training-material/tree/master/Python</a:t>
            </a:r>
            <a:endParaRPr lang="en-US" i="1" dirty="0"/>
          </a:p>
          <a:p>
            <a:r>
              <a:rPr lang="en-US" i="1" dirty="0"/>
              <a:t>Whirlwind Tour of Python </a:t>
            </a:r>
            <a:r>
              <a:rPr lang="en-US" dirty="0"/>
              <a:t>by Jake </a:t>
            </a:r>
            <a:r>
              <a:rPr lang="en-US" dirty="0" err="1"/>
              <a:t>VanderPlas</a:t>
            </a:r>
            <a:r>
              <a:rPr lang="en-US" dirty="0"/>
              <a:t> (O’Reilly). </a:t>
            </a:r>
            <a:br>
              <a:rPr lang="en-US" dirty="0"/>
            </a:br>
            <a:r>
              <a:rPr lang="en-US" dirty="0"/>
              <a:t>Copyright </a:t>
            </a:r>
            <a:r>
              <a:rPr lang="es-ES" dirty="0"/>
              <a:t>2016 </a:t>
            </a:r>
            <a:r>
              <a:rPr lang="es-ES" dirty="0" err="1"/>
              <a:t>O’Reilly</a:t>
            </a:r>
            <a:r>
              <a:rPr lang="es-ES" dirty="0"/>
              <a:t> Media, Inc., 978-1-491-96465-1.</a:t>
            </a:r>
            <a:br>
              <a:rPr lang="es-ES" dirty="0"/>
            </a:br>
            <a:r>
              <a:rPr lang="es-ES" dirty="0">
                <a:hlinkClick r:id="rId3"/>
              </a:rPr>
              <a:t>https://www.oreilly.com/programming/free/files/a-whirlwind-tour-of-python.pdf</a:t>
            </a:r>
            <a:r>
              <a:rPr lang="es-ES" dirty="0"/>
              <a:t> </a:t>
            </a:r>
          </a:p>
          <a:p>
            <a:r>
              <a:rPr lang="es-ES" dirty="0" err="1"/>
              <a:t>University</a:t>
            </a:r>
            <a:r>
              <a:rPr lang="es-ES" dirty="0"/>
              <a:t> of Virginia, </a:t>
            </a:r>
            <a:r>
              <a:rPr lang="es-ES" dirty="0" err="1"/>
              <a:t>Advanced</a:t>
            </a:r>
            <a:r>
              <a:rPr lang="es-ES" dirty="0"/>
              <a:t> </a:t>
            </a:r>
            <a:r>
              <a:rPr lang="es-ES" dirty="0" err="1"/>
              <a:t>Research</a:t>
            </a:r>
            <a:r>
              <a:rPr lang="es-ES" dirty="0"/>
              <a:t> Computing </a:t>
            </a:r>
            <a:r>
              <a:rPr lang="es-ES" dirty="0" err="1"/>
              <a:t>Services</a:t>
            </a:r>
            <a:r>
              <a:rPr lang="es-ES" dirty="0"/>
              <a:t>, Python </a:t>
            </a:r>
            <a:r>
              <a:rPr lang="es-ES" dirty="0" err="1"/>
              <a:t>Quickstart</a:t>
            </a:r>
            <a:br>
              <a:rPr lang="es-ES" dirty="0"/>
            </a:br>
            <a:r>
              <a:rPr lang="es-ES" dirty="0">
                <a:hlinkClick r:id="rId4"/>
              </a:rPr>
              <a:t>https://arcs.virginia.edu/python-quickstart</a:t>
            </a:r>
            <a:r>
              <a:rPr lang="es-ES" dirty="0"/>
              <a:t> </a:t>
            </a:r>
          </a:p>
          <a:p>
            <a:r>
              <a:rPr lang="es-ES" dirty="0">
                <a:hlinkClick r:id="rId5"/>
              </a:rPr>
              <a:t>http://www.cs.cornell.edu/courses/cs1110/2018sp/</a:t>
            </a:r>
            <a:r>
              <a:rPr lang="es-ES" dirty="0"/>
              <a:t> </a:t>
            </a:r>
          </a:p>
          <a:p>
            <a:r>
              <a:rPr lang="es-ES" dirty="0">
                <a:hlinkClick r:id="rId6"/>
              </a:rPr>
              <a:t>https://fabienmaussion.info/scientific_programming/html/00-Introduction.html</a:t>
            </a:r>
            <a:r>
              <a:rPr lang="es-ES" dirty="0"/>
              <a:t> </a:t>
            </a:r>
          </a:p>
          <a:p>
            <a:endParaRPr lang="nl-BE" dirty="0"/>
          </a:p>
        </p:txBody>
      </p:sp>
    </p:spTree>
    <p:extLst>
      <p:ext uri="{BB962C8B-B14F-4D97-AF65-F5344CB8AC3E}">
        <p14:creationId xmlns:p14="http://schemas.microsoft.com/office/powerpoint/2010/main" val="241291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See also</a:t>
            </a:r>
            <a:endParaRPr lang="nl-BE" dirty="0"/>
          </a:p>
        </p:txBody>
      </p:sp>
      <p:sp>
        <p:nvSpPr>
          <p:cNvPr id="3" name="Content Placeholder 2"/>
          <p:cNvSpPr>
            <a:spLocks noGrp="1"/>
          </p:cNvSpPr>
          <p:nvPr>
            <p:ph idx="1"/>
          </p:nvPr>
        </p:nvSpPr>
        <p:spPr/>
        <p:txBody>
          <a:bodyPr>
            <a:normAutofit fontScale="92500"/>
          </a:bodyPr>
          <a:lstStyle/>
          <a:p>
            <a:r>
              <a:rPr lang="nl-BE" dirty="0">
                <a:hlinkClick r:id="rId2"/>
              </a:rPr>
              <a:t>https://www.math.ubc.ca/~pwalls/math-python/</a:t>
            </a:r>
            <a:endParaRPr lang="nl-BE" dirty="0"/>
          </a:p>
          <a:p>
            <a:r>
              <a:rPr lang="nl-BE" dirty="0">
                <a:hlinkClick r:id="rId3"/>
              </a:rPr>
              <a:t>http://troll.cs.ua.edu/ACP-PY/index.html</a:t>
            </a:r>
            <a:endParaRPr lang="nl-BE" dirty="0"/>
          </a:p>
          <a:p>
            <a:r>
              <a:rPr lang="nl-BE" dirty="0">
                <a:hlinkClick r:id="rId4"/>
              </a:rPr>
              <a:t>https://data-flair.training/blogs/python-lambda-expressions/</a:t>
            </a:r>
            <a:r>
              <a:rPr lang="nl-BE" dirty="0"/>
              <a:t> </a:t>
            </a:r>
          </a:p>
          <a:p>
            <a:r>
              <a:rPr lang="nl-BE" dirty="0">
                <a:hlinkClick r:id="rId5"/>
              </a:rPr>
              <a:t>http://pages.physics.cornell.edu/~myers/teaching/ComputationalMethods/GettingStarted.html</a:t>
            </a:r>
            <a:endParaRPr lang="nl-BE" dirty="0"/>
          </a:p>
          <a:p>
            <a:r>
              <a:rPr lang="nl-BE" dirty="0">
                <a:hlinkClick r:id="rId6"/>
              </a:rPr>
              <a:t>https://anh.cs.luc.edu/python/hands-on/3.1/handsonHtml/index.html</a:t>
            </a:r>
            <a:r>
              <a:rPr lang="nl-BE" dirty="0"/>
              <a:t> </a:t>
            </a:r>
          </a:p>
          <a:p>
            <a:r>
              <a:rPr lang="nl-BE" dirty="0">
                <a:hlinkClick r:id="rId7"/>
              </a:rPr>
              <a:t>https://www2.cs.duke.edu/courses/spring18/compsci101/index.php</a:t>
            </a:r>
            <a:r>
              <a:rPr lang="nl-BE" dirty="0"/>
              <a:t> </a:t>
            </a:r>
          </a:p>
          <a:p>
            <a:r>
              <a:rPr lang="nl-BE" dirty="0">
                <a:hlinkClick r:id="rId8"/>
              </a:rPr>
              <a:t>https://github.com/parrt/msan501</a:t>
            </a:r>
            <a:r>
              <a:rPr lang="nl-BE" dirty="0"/>
              <a:t> </a:t>
            </a:r>
          </a:p>
          <a:p>
            <a:r>
              <a:rPr lang="nl-BE" dirty="0">
                <a:hlinkClick r:id="rId9"/>
              </a:rPr>
              <a:t>https://docs.python-guide.org/intro/learning/</a:t>
            </a:r>
            <a:r>
              <a:rPr lang="nl-BE" dirty="0"/>
              <a:t> </a:t>
            </a:r>
          </a:p>
          <a:p>
            <a:endParaRPr lang="nl-BE" dirty="0"/>
          </a:p>
        </p:txBody>
      </p:sp>
    </p:spTree>
    <p:extLst>
      <p:ext uri="{BB962C8B-B14F-4D97-AF65-F5344CB8AC3E}">
        <p14:creationId xmlns:p14="http://schemas.microsoft.com/office/powerpoint/2010/main" val="3695202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functions</a:t>
            </a:r>
            <a:endParaRPr lang="nl-BE" dirty="0"/>
          </a:p>
        </p:txBody>
      </p:sp>
      <p:sp>
        <p:nvSpPr>
          <p:cNvPr id="5" name="Text Placeholder 4"/>
          <p:cNvSpPr>
            <a:spLocks noGrp="1"/>
          </p:cNvSpPr>
          <p:nvPr>
            <p:ph type="body" idx="1"/>
          </p:nvPr>
        </p:nvSpPr>
        <p:spPr/>
        <p:txBody>
          <a:bodyPr/>
          <a:lstStyle/>
          <a:p>
            <a:r>
              <a:rPr lang="en-US" dirty="0" err="1"/>
              <a:t>functions.ipynb</a:t>
            </a:r>
            <a:endParaRPr lang="nl-BE" dirty="0"/>
          </a:p>
        </p:txBody>
      </p:sp>
    </p:spTree>
    <p:extLst>
      <p:ext uri="{BB962C8B-B14F-4D97-AF65-F5344CB8AC3E}">
        <p14:creationId xmlns:p14="http://schemas.microsoft.com/office/powerpoint/2010/main" val="458114454"/>
      </p:ext>
    </p:extLst>
  </p:cSld>
  <p:clrMapOvr>
    <a:masterClrMapping/>
  </p:clrMapOvr>
  <mc:AlternateContent xmlns:mc="http://schemas.openxmlformats.org/markup-compatibility/2006" xmlns:p14="http://schemas.microsoft.com/office/powerpoint/2010/main">
    <mc:Choice Requires="p14">
      <p:transition spd="slow" p14:dur="2000" advTm="7000"/>
    </mc:Choice>
    <mc:Fallback xmlns="">
      <p:transition spd="slow" advTm="7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a:t>
            </a:r>
            <a:endParaRPr lang="nl-BE" dirty="0"/>
          </a:p>
        </p:txBody>
      </p:sp>
      <p:sp>
        <p:nvSpPr>
          <p:cNvPr id="3" name="Content Placeholder 2"/>
          <p:cNvSpPr>
            <a:spLocks noGrp="1"/>
          </p:cNvSpPr>
          <p:nvPr>
            <p:ph idx="1"/>
          </p:nvPr>
        </p:nvSpPr>
        <p:spPr/>
        <p:txBody>
          <a:bodyPr>
            <a:normAutofit fontScale="92500" lnSpcReduction="10000"/>
          </a:bodyPr>
          <a:lstStyle/>
          <a:p>
            <a:r>
              <a:rPr lang="en-US" dirty="0"/>
              <a:t>A function is a named block of programming statements designed to perform a certain task. Named piece of functionality into which data is passed</a:t>
            </a:r>
          </a:p>
          <a:p>
            <a:r>
              <a:rPr lang="en-US" dirty="0"/>
              <a:t>Wrap code up in a </a:t>
            </a:r>
            <a:r>
              <a:rPr lang="en-US" b="1" dirty="0"/>
              <a:t>function</a:t>
            </a:r>
            <a:r>
              <a:rPr lang="en-US" dirty="0"/>
              <a:t>, be able to repeatedly use it</a:t>
            </a:r>
          </a:p>
          <a:p>
            <a:pPr lvl="1"/>
            <a:r>
              <a:rPr lang="en-US" dirty="0"/>
              <a:t>A piece of code written to carry out a specified task.</a:t>
            </a:r>
          </a:p>
          <a:p>
            <a:pPr lvl="1"/>
            <a:r>
              <a:rPr lang="en-US" dirty="0"/>
              <a:t>This makes code easier to read, maintain and debug.</a:t>
            </a:r>
          </a:p>
          <a:p>
            <a:pPr lvl="1"/>
            <a:r>
              <a:rPr lang="en-US" dirty="0"/>
              <a:t>Code can be tested separately</a:t>
            </a:r>
          </a:p>
          <a:p>
            <a:r>
              <a:rPr lang="en-US" dirty="0"/>
              <a:t>The output of the function is stated by “return” </a:t>
            </a:r>
          </a:p>
          <a:p>
            <a:r>
              <a:rPr lang="en-US" dirty="0"/>
              <a:t>Programming functions (usually) take </a:t>
            </a:r>
            <a:r>
              <a:rPr lang="en-US" i="1" dirty="0"/>
              <a:t>arguments</a:t>
            </a:r>
            <a:r>
              <a:rPr lang="en-US" dirty="0"/>
              <a:t>.  </a:t>
            </a:r>
          </a:p>
          <a:p>
            <a:pPr lvl="1"/>
            <a:r>
              <a:rPr lang="en-US" dirty="0"/>
              <a:t>The input comes in parentheses after the function name:</a:t>
            </a:r>
          </a:p>
          <a:p>
            <a:pPr lvl="1"/>
            <a:r>
              <a:rPr lang="en-US" dirty="0"/>
              <a:t>The ordered sequence of variables is strictly speaking, called the </a:t>
            </a:r>
            <a:r>
              <a:rPr lang="en-US" i="1" dirty="0"/>
              <a:t>argument list </a:t>
            </a:r>
            <a:r>
              <a:rPr lang="en-US" dirty="0"/>
              <a:t>in the caller and the </a:t>
            </a:r>
            <a:r>
              <a:rPr lang="en-US" i="1" dirty="0"/>
              <a:t>parameter list </a:t>
            </a:r>
            <a:r>
              <a:rPr lang="en-US" dirty="0"/>
              <a:t>in the function definition.  </a:t>
            </a:r>
          </a:p>
          <a:p>
            <a:pPr lvl="1"/>
            <a:endParaRPr lang="en-US" dirty="0"/>
          </a:p>
          <a:p>
            <a:endParaRPr lang="nl-BE" dirty="0"/>
          </a:p>
        </p:txBody>
      </p:sp>
    </p:spTree>
    <p:extLst>
      <p:ext uri="{BB962C8B-B14F-4D97-AF65-F5344CB8AC3E}">
        <p14:creationId xmlns:p14="http://schemas.microsoft.com/office/powerpoint/2010/main" val="1162093710"/>
      </p:ext>
    </p:extLst>
  </p:cSld>
  <p:clrMapOvr>
    <a:masterClrMapping/>
  </p:clrMapOvr>
  <mc:AlternateContent xmlns:mc="http://schemas.openxmlformats.org/markup-compatibility/2006" xmlns:p14="http://schemas.microsoft.com/office/powerpoint/2010/main">
    <mc:Choice Requires="p14">
      <p:transition spd="slow" p14:dur="2000" advTm="56174"/>
    </mc:Choice>
    <mc:Fallback xmlns="">
      <p:transition spd="slow" advTm="5617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C4B35-7619-447C-A558-FD2801DC42EE}"/>
              </a:ext>
            </a:extLst>
          </p:cNvPr>
          <p:cNvSpPr>
            <a:spLocks noGrp="1"/>
          </p:cNvSpPr>
          <p:nvPr>
            <p:ph type="title"/>
          </p:nvPr>
        </p:nvSpPr>
        <p:spPr/>
        <p:txBody>
          <a:bodyPr/>
          <a:lstStyle/>
          <a:p>
            <a:r>
              <a:rPr lang="en-US" dirty="0"/>
              <a:t>Why functions?</a:t>
            </a:r>
            <a:endParaRPr lang="en-BE" dirty="0"/>
          </a:p>
        </p:txBody>
      </p:sp>
      <p:sp>
        <p:nvSpPr>
          <p:cNvPr id="3" name="Content Placeholder 2">
            <a:extLst>
              <a:ext uri="{FF2B5EF4-FFF2-40B4-BE49-F238E27FC236}">
                <a16:creationId xmlns:a16="http://schemas.microsoft.com/office/drawing/2014/main" id="{EA83F323-918C-4770-B6BB-15CC1ABD5393}"/>
              </a:ext>
            </a:extLst>
          </p:cNvPr>
          <p:cNvSpPr>
            <a:spLocks noGrp="1"/>
          </p:cNvSpPr>
          <p:nvPr>
            <p:ph idx="1"/>
          </p:nvPr>
        </p:nvSpPr>
        <p:spPr/>
        <p:txBody>
          <a:bodyPr>
            <a:normAutofit/>
          </a:bodyPr>
          <a:lstStyle/>
          <a:p>
            <a:pPr marL="342900" indent="-342900"/>
            <a:r>
              <a:rPr lang="en-US" dirty="0"/>
              <a:t>Name a group of statements, which makes your program easier to read. </a:t>
            </a:r>
            <a:r>
              <a:rPr lang="en-US" b="1" dirty="0"/>
              <a:t>D</a:t>
            </a:r>
            <a:r>
              <a:rPr lang="en-US" dirty="0"/>
              <a:t>on’t </a:t>
            </a:r>
            <a:r>
              <a:rPr lang="en-US" b="1" dirty="0"/>
              <a:t>R</a:t>
            </a:r>
            <a:r>
              <a:rPr lang="en-US" dirty="0"/>
              <a:t>epeat </a:t>
            </a:r>
            <a:r>
              <a:rPr lang="en-US" b="1" dirty="0"/>
              <a:t>Y</a:t>
            </a:r>
            <a:r>
              <a:rPr lang="en-US" dirty="0"/>
              <a:t>ourself (DRY principle)</a:t>
            </a:r>
          </a:p>
          <a:p>
            <a:pPr marL="342900" indent="-342900">
              <a:buFont typeface="Arial" panose="020B0604020202020204" pitchFamily="34" charset="0"/>
              <a:buChar char="•"/>
            </a:pPr>
            <a:r>
              <a:rPr lang="en-US" dirty="0"/>
              <a:t>Functions make programs smaller by reusing the same code.</a:t>
            </a:r>
          </a:p>
          <a:p>
            <a:pPr marL="342900" indent="-342900">
              <a:buFont typeface="Arial" panose="020B0604020202020204" pitchFamily="34" charset="0"/>
              <a:buChar char="•"/>
            </a:pPr>
            <a:r>
              <a:rPr lang="en-US" dirty="0"/>
              <a:t>Dividing programs into functions allow for debugging sections at a time. Easier maintenance of the code.</a:t>
            </a:r>
          </a:p>
          <a:p>
            <a:pPr marL="342900" indent="-342900">
              <a:buFont typeface="Arial" panose="020B0604020202020204" pitchFamily="34" charset="0"/>
              <a:buChar char="•"/>
            </a:pPr>
            <a:r>
              <a:rPr lang="en-US" dirty="0"/>
              <a:t>Well defined functions can be used in other programming projects  (code refactoring).</a:t>
            </a:r>
          </a:p>
          <a:p>
            <a:pPr marL="0" indent="0">
              <a:buNone/>
            </a:pPr>
            <a:endParaRPr lang="en-BE" dirty="0"/>
          </a:p>
        </p:txBody>
      </p:sp>
    </p:spTree>
    <p:extLst>
      <p:ext uri="{BB962C8B-B14F-4D97-AF65-F5344CB8AC3E}">
        <p14:creationId xmlns:p14="http://schemas.microsoft.com/office/powerpoint/2010/main" val="2567649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4FAE6-973F-4AAD-8DFD-B6BB36A1408D}"/>
              </a:ext>
            </a:extLst>
          </p:cNvPr>
          <p:cNvSpPr>
            <a:spLocks noGrp="1"/>
          </p:cNvSpPr>
          <p:nvPr>
            <p:ph type="title"/>
          </p:nvPr>
        </p:nvSpPr>
        <p:spPr/>
        <p:txBody>
          <a:bodyPr/>
          <a:lstStyle/>
          <a:p>
            <a:r>
              <a:rPr lang="en-US" dirty="0"/>
              <a:t>How to design a function?</a:t>
            </a:r>
            <a:endParaRPr lang="en-BE" dirty="0"/>
          </a:p>
        </p:txBody>
      </p:sp>
      <p:sp>
        <p:nvSpPr>
          <p:cNvPr id="3" name="Content Placeholder 2">
            <a:extLst>
              <a:ext uri="{FF2B5EF4-FFF2-40B4-BE49-F238E27FC236}">
                <a16:creationId xmlns:a16="http://schemas.microsoft.com/office/drawing/2014/main" id="{0A8A797D-F4FA-4996-BD48-CF04B29F7443}"/>
              </a:ext>
            </a:extLst>
          </p:cNvPr>
          <p:cNvSpPr>
            <a:spLocks noGrp="1"/>
          </p:cNvSpPr>
          <p:nvPr>
            <p:ph idx="1"/>
          </p:nvPr>
        </p:nvSpPr>
        <p:spPr/>
        <p:txBody>
          <a:bodyPr>
            <a:normAutofit lnSpcReduction="10000"/>
          </a:bodyPr>
          <a:lstStyle/>
          <a:p>
            <a:pPr marL="514350" indent="-514350">
              <a:buFont typeface="+mj-lt"/>
              <a:buAutoNum type="arabicPeriod"/>
            </a:pPr>
            <a:r>
              <a:rPr lang="en-US" dirty="0"/>
              <a:t>Wishful thinking:  Write the program as if the function already exists</a:t>
            </a:r>
          </a:p>
          <a:p>
            <a:pPr marL="514350" indent="-514350">
              <a:buFont typeface="+mj-lt"/>
              <a:buAutoNum type="arabicPeriod"/>
            </a:pPr>
            <a:r>
              <a:rPr lang="en-US" dirty="0"/>
              <a:t>Write a specification:  Describe the inputs and output, including their types</a:t>
            </a:r>
          </a:p>
          <a:p>
            <a:pPr lvl="1"/>
            <a:r>
              <a:rPr lang="en-US" dirty="0"/>
              <a:t>No implementation yet!</a:t>
            </a:r>
          </a:p>
          <a:p>
            <a:pPr marL="514350" indent="-514350">
              <a:buFont typeface="+mj-lt"/>
              <a:buAutoNum type="arabicPeriod"/>
            </a:pPr>
            <a:r>
              <a:rPr lang="en-US" dirty="0"/>
              <a:t>Write tests:  Example inputs and outputs</a:t>
            </a:r>
          </a:p>
          <a:p>
            <a:pPr marL="514350" indent="-514350">
              <a:buFont typeface="+mj-lt"/>
              <a:buAutoNum type="arabicPeriod"/>
            </a:pPr>
            <a:r>
              <a:rPr lang="en-US" dirty="0"/>
              <a:t>Write the function body (the implementation)</a:t>
            </a:r>
          </a:p>
          <a:p>
            <a:pPr lvl="1"/>
            <a:r>
              <a:rPr lang="en-US" dirty="0"/>
              <a:t>write your plan in words, pseudo-code</a:t>
            </a:r>
          </a:p>
          <a:p>
            <a:pPr lvl="1"/>
            <a:r>
              <a:rPr lang="en-US" dirty="0"/>
              <a:t>then translate to Python</a:t>
            </a:r>
          </a:p>
          <a:p>
            <a:pPr lvl="1"/>
            <a:endParaRPr lang="en-US" dirty="0"/>
          </a:p>
          <a:p>
            <a:r>
              <a:rPr lang="en-US" sz="2000" dirty="0"/>
              <a:t>Source: https://courses.cs.washington.edu/courses/cse160/15sp/lectures/04-functions.pptx</a:t>
            </a:r>
          </a:p>
          <a:p>
            <a:endParaRPr lang="en-BE" dirty="0"/>
          </a:p>
        </p:txBody>
      </p:sp>
    </p:spTree>
    <p:extLst>
      <p:ext uri="{BB962C8B-B14F-4D97-AF65-F5344CB8AC3E}">
        <p14:creationId xmlns:p14="http://schemas.microsoft.com/office/powerpoint/2010/main" val="3041223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 and </a:t>
            </a:r>
            <a:r>
              <a:rPr lang="en-US" dirty="0" err="1"/>
              <a:t>Spyder</a:t>
            </a:r>
            <a:endParaRPr lang="nl-BE" dirty="0"/>
          </a:p>
        </p:txBody>
      </p:sp>
      <p:sp>
        <p:nvSpPr>
          <p:cNvPr id="3" name="Content Placeholder 2"/>
          <p:cNvSpPr>
            <a:spLocks noGrp="1"/>
          </p:cNvSpPr>
          <p:nvPr>
            <p:ph idx="1"/>
          </p:nvPr>
        </p:nvSpPr>
        <p:spPr/>
        <p:txBody>
          <a:bodyPr>
            <a:normAutofit fontScale="85000" lnSpcReduction="20000"/>
          </a:bodyPr>
          <a:lstStyle/>
          <a:p>
            <a:r>
              <a:rPr lang="nl-BE" dirty="0">
                <a:hlinkClick r:id="rId2"/>
              </a:rPr>
              <a:t>https://stackoverflow.com/questions/32051513/calling-python-functions-without-running-from-the-editor</a:t>
            </a:r>
            <a:endParaRPr lang="nl-BE" dirty="0"/>
          </a:p>
          <a:p>
            <a:r>
              <a:rPr lang="en-US" dirty="0"/>
              <a:t>Calling a function in </a:t>
            </a:r>
            <a:r>
              <a:rPr lang="en-US" dirty="0" err="1"/>
              <a:t>Spyder</a:t>
            </a:r>
            <a:endParaRPr lang="en-US" dirty="0"/>
          </a:p>
          <a:p>
            <a:pPr lvl="1"/>
            <a:r>
              <a:rPr lang="en-US" dirty="0"/>
              <a:t>if you want to use functions defined in a particular file in Python you need to "import" that file first. </a:t>
            </a:r>
          </a:p>
          <a:p>
            <a:pPr lvl="1"/>
            <a:r>
              <a:rPr lang="en-US" dirty="0"/>
              <a:t>This is similar to running the code in that file. </a:t>
            </a:r>
          </a:p>
          <a:p>
            <a:pPr lvl="1"/>
            <a:r>
              <a:rPr lang="en-US" dirty="0" err="1"/>
              <a:t>Matlab</a:t>
            </a:r>
            <a:r>
              <a:rPr lang="en-US" dirty="0"/>
              <a:t> doesn't require you to do this because it searches for files with a matching name and automagically reads in the code for you.</a:t>
            </a:r>
          </a:p>
          <a:p>
            <a:r>
              <a:rPr lang="en-US" dirty="0"/>
              <a:t>myFunction.py is a file containing</a:t>
            </a:r>
          </a:p>
          <a:p>
            <a:pPr marL="457200" lvl="1" indent="0">
              <a:buNone/>
            </a:pPr>
            <a:r>
              <a:rPr lang="en-US" dirty="0" err="1">
                <a:latin typeface="Courier New" panose="02070309020205020404" pitchFamily="49" charset="0"/>
                <a:cs typeface="Courier New" panose="02070309020205020404" pitchFamily="49" charset="0"/>
              </a:rPr>
              <a:t>def</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myAdd</a:t>
            </a:r>
            <a:r>
              <a:rPr lang="en-US" dirty="0">
                <a:latin typeface="Courier New" panose="02070309020205020404" pitchFamily="49" charset="0"/>
                <a:cs typeface="Courier New" panose="02070309020205020404" pitchFamily="49" charset="0"/>
              </a:rPr>
              <a:t>(a, b):</a:t>
            </a:r>
          </a:p>
          <a:p>
            <a:pPr marL="457200" lvl="1" indent="0">
              <a:buNone/>
            </a:pPr>
            <a:r>
              <a:rPr lang="en-US" dirty="0">
                <a:latin typeface="Courier New" panose="02070309020205020404" pitchFamily="49" charset="0"/>
                <a:cs typeface="Courier New" panose="02070309020205020404" pitchFamily="49" charset="0"/>
              </a:rPr>
              <a:t>    return a + b</a:t>
            </a:r>
          </a:p>
          <a:p>
            <a:pPr lvl="1"/>
            <a:r>
              <a:rPr lang="en-US" dirty="0"/>
              <a:t>In order to access this function from the Python command line or another file, type</a:t>
            </a:r>
          </a:p>
          <a:p>
            <a:pPr marL="457200" lvl="1" indent="0">
              <a:buNone/>
            </a:pPr>
            <a:r>
              <a:rPr lang="en-US" dirty="0">
                <a:latin typeface="Courier New" panose="02070309020205020404" pitchFamily="49" charset="0"/>
                <a:cs typeface="Courier New" panose="02070309020205020404" pitchFamily="49" charset="0"/>
              </a:rPr>
              <a:t>from </a:t>
            </a:r>
            <a:r>
              <a:rPr lang="en-US" dirty="0" err="1">
                <a:latin typeface="Courier New" panose="02070309020205020404" pitchFamily="49" charset="0"/>
                <a:cs typeface="Courier New" panose="02070309020205020404" pitchFamily="49" charset="0"/>
              </a:rPr>
              <a:t>myFunction</a:t>
            </a:r>
            <a:r>
              <a:rPr lang="en-US" dirty="0">
                <a:latin typeface="Courier New" panose="02070309020205020404" pitchFamily="49" charset="0"/>
                <a:cs typeface="Courier New" panose="02070309020205020404" pitchFamily="49" charset="0"/>
              </a:rPr>
              <a:t> import </a:t>
            </a:r>
            <a:r>
              <a:rPr lang="en-US" dirty="0" err="1">
                <a:latin typeface="Courier New" panose="02070309020205020404" pitchFamily="49" charset="0"/>
                <a:cs typeface="Courier New" panose="02070309020205020404" pitchFamily="49" charset="0"/>
              </a:rPr>
              <a:t>myAdd</a:t>
            </a:r>
            <a:endParaRPr lang="en-US" dirty="0">
              <a:latin typeface="Courier New" panose="02070309020205020404" pitchFamily="49" charset="0"/>
              <a:cs typeface="Courier New" panose="02070309020205020404" pitchFamily="49" charset="0"/>
            </a:endParaRPr>
          </a:p>
          <a:p>
            <a:pPr lvl="1"/>
            <a:r>
              <a:rPr lang="en-US" dirty="0"/>
              <a:t>And then during this session you can type</a:t>
            </a:r>
          </a:p>
          <a:p>
            <a:pPr marL="914400" lvl="2" indent="0">
              <a:buNone/>
            </a:pPr>
            <a:r>
              <a:rPr lang="en-US" dirty="0" err="1">
                <a:latin typeface="Courier New" panose="02070309020205020404" pitchFamily="49" charset="0"/>
                <a:cs typeface="Courier New" panose="02070309020205020404" pitchFamily="49" charset="0"/>
              </a:rPr>
              <a:t>myAdd</a:t>
            </a:r>
            <a:r>
              <a:rPr lang="en-US" dirty="0">
                <a:latin typeface="Courier New" panose="02070309020205020404" pitchFamily="49" charset="0"/>
                <a:cs typeface="Courier New" panose="02070309020205020404" pitchFamily="49" charset="0"/>
              </a:rPr>
              <a:t>(1, 2)</a:t>
            </a:r>
            <a:endParaRPr lang="nl-BE" dirty="0">
              <a:latin typeface="Courier New" panose="02070309020205020404" pitchFamily="49" charset="0"/>
              <a:cs typeface="Courier New" panose="02070309020205020404" pitchFamily="49" charset="0"/>
            </a:endParaRPr>
          </a:p>
          <a:p>
            <a:pPr marL="914400" lvl="2" indent="0">
              <a:buNone/>
            </a:pP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04403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 </a:t>
            </a:r>
          </a:p>
        </p:txBody>
      </p:sp>
      <p:sp>
        <p:nvSpPr>
          <p:cNvPr id="3" name="Content Placeholder 2"/>
          <p:cNvSpPr>
            <a:spLocks noGrp="1"/>
          </p:cNvSpPr>
          <p:nvPr>
            <p:ph sz="half" idx="1"/>
          </p:nvPr>
        </p:nvSpPr>
        <p:spPr/>
        <p:txBody>
          <a:bodyPr>
            <a:normAutofit fontScale="92500" lnSpcReduction="20000"/>
          </a:bodyPr>
          <a:lstStyle/>
          <a:p>
            <a:r>
              <a:rPr lang="en-US" dirty="0"/>
              <a:t>Skeleton / syntax</a:t>
            </a:r>
          </a:p>
          <a:p>
            <a:pPr marL="0" indent="0">
              <a:buNone/>
            </a:pPr>
            <a:r>
              <a:rPr lang="en-US" b="1" dirty="0">
                <a:latin typeface="Courier New" panose="02070309020205020404" pitchFamily="49" charset="0"/>
                <a:cs typeface="Courier New" panose="02070309020205020404" pitchFamily="49" charset="0"/>
              </a:rPr>
              <a:t>def</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funcname</a:t>
            </a:r>
            <a:r>
              <a:rPr lang="en-US" dirty="0">
                <a:latin typeface="Courier New" panose="02070309020205020404" pitchFamily="49" charset="0"/>
                <a:cs typeface="Courier New" panose="02070309020205020404" pitchFamily="49" charset="0"/>
              </a:rPr>
              <a:t>(p1, p2, ..)</a:t>
            </a:r>
            <a:r>
              <a:rPr lang="en-US" b="1"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 docstring “””</a:t>
            </a:r>
          </a:p>
          <a:p>
            <a:pPr marL="0" indent="0">
              <a:buNone/>
            </a:pPr>
            <a:r>
              <a:rPr lang="en-US" dirty="0">
                <a:latin typeface="Courier New" panose="02070309020205020404" pitchFamily="49" charset="0"/>
                <a:cs typeface="Courier New" panose="02070309020205020404" pitchFamily="49" charset="0"/>
              </a:rPr>
              <a:t>    statement 1</a:t>
            </a:r>
          </a:p>
          <a:p>
            <a:pPr marL="0" indent="0">
              <a:buNone/>
            </a:pPr>
            <a:r>
              <a:rPr lang="en-US" dirty="0">
                <a:latin typeface="Courier New" panose="02070309020205020404" pitchFamily="49" charset="0"/>
                <a:cs typeface="Courier New" panose="02070309020205020404" pitchFamily="49" charset="0"/>
              </a:rPr>
              <a:t>    statement 2</a:t>
            </a:r>
          </a:p>
          <a:p>
            <a:pPr marL="0" indent="0">
              <a:buNone/>
            </a:pP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return</a:t>
            </a:r>
            <a:r>
              <a:rPr lang="en-US" dirty="0">
                <a:latin typeface="Courier New" panose="02070309020205020404" pitchFamily="49" charset="0"/>
                <a:cs typeface="Courier New" panose="02070309020205020404" pitchFamily="49" charset="0"/>
              </a:rPr>
              <a:t> statement</a:t>
            </a:r>
          </a:p>
        </p:txBody>
      </p:sp>
      <p:sp>
        <p:nvSpPr>
          <p:cNvPr id="5" name="Content Placeholder 4">
            <a:extLst>
              <a:ext uri="{FF2B5EF4-FFF2-40B4-BE49-F238E27FC236}">
                <a16:creationId xmlns:a16="http://schemas.microsoft.com/office/drawing/2014/main" id="{4D87DE71-A739-4549-B9D3-29D7246EB08F}"/>
              </a:ext>
            </a:extLst>
          </p:cNvPr>
          <p:cNvSpPr>
            <a:spLocks noGrp="1"/>
          </p:cNvSpPr>
          <p:nvPr>
            <p:ph sz="half" idx="2"/>
          </p:nvPr>
        </p:nvSpPr>
        <p:spPr/>
        <p:txBody>
          <a:bodyPr>
            <a:normAutofit fontScale="92500" lnSpcReduction="20000"/>
          </a:bodyPr>
          <a:lstStyle/>
          <a:p>
            <a:r>
              <a:rPr lang="en-US" dirty="0"/>
              <a:t>The </a:t>
            </a:r>
            <a:r>
              <a:rPr lang="en-US" i="1" dirty="0"/>
              <a:t>def</a:t>
            </a:r>
            <a:r>
              <a:rPr lang="en-US" dirty="0"/>
              <a:t> keyword introduces the function.</a:t>
            </a:r>
          </a:p>
          <a:p>
            <a:r>
              <a:rPr lang="en-US" dirty="0"/>
              <a:t>A colon </a:t>
            </a:r>
            <a:r>
              <a:rPr lang="en-US" i="1" dirty="0"/>
              <a:t>‘ : ‘ </a:t>
            </a:r>
            <a:r>
              <a:rPr lang="en-US" dirty="0"/>
              <a:t>ends the introduction to the function.</a:t>
            </a:r>
          </a:p>
          <a:p>
            <a:r>
              <a:rPr lang="en-US" i="1" dirty="0" err="1"/>
              <a:t>funcname</a:t>
            </a:r>
            <a:r>
              <a:rPr lang="en-US" dirty="0"/>
              <a:t> is the name of the function. </a:t>
            </a:r>
          </a:p>
          <a:p>
            <a:r>
              <a:rPr lang="en-US" i="1" dirty="0"/>
              <a:t>parameter</a:t>
            </a:r>
            <a:r>
              <a:rPr lang="en-US" b="1" dirty="0"/>
              <a:t> list </a:t>
            </a:r>
            <a:r>
              <a:rPr lang="en-US" dirty="0"/>
              <a:t>inside () </a:t>
            </a:r>
          </a:p>
          <a:p>
            <a:pPr lvl="1"/>
            <a:r>
              <a:rPr lang="en-US" dirty="0"/>
              <a:t>Empty parentheses when no parameters are used. </a:t>
            </a:r>
          </a:p>
          <a:p>
            <a:r>
              <a:rPr lang="en-US" dirty="0"/>
              <a:t>All statements are indented</a:t>
            </a:r>
          </a:p>
          <a:p>
            <a:r>
              <a:rPr lang="en-US" dirty="0"/>
              <a:t>Usually an (optional) </a:t>
            </a:r>
            <a:r>
              <a:rPr lang="en-US" dirty="0">
                <a:latin typeface="Courier New" panose="02070309020205020404" pitchFamily="49" charset="0"/>
                <a:cs typeface="Courier New" panose="02070309020205020404" pitchFamily="49" charset="0"/>
              </a:rPr>
              <a:t>return</a:t>
            </a:r>
            <a:r>
              <a:rPr lang="en-US" dirty="0"/>
              <a:t> statement that can return the result to the calling program.</a:t>
            </a:r>
          </a:p>
          <a:p>
            <a:endParaRPr lang="en-BE" dirty="0"/>
          </a:p>
        </p:txBody>
      </p:sp>
    </p:spTree>
    <p:extLst>
      <p:ext uri="{BB962C8B-B14F-4D97-AF65-F5344CB8AC3E}">
        <p14:creationId xmlns:p14="http://schemas.microsoft.com/office/powerpoint/2010/main" val="3709969770"/>
      </p:ext>
    </p:extLst>
  </p:cSld>
  <p:clrMapOvr>
    <a:masterClrMapping/>
  </p:clrMapOvr>
  <mc:AlternateContent xmlns:mc="http://schemas.openxmlformats.org/markup-compatibility/2006" xmlns:p14="http://schemas.microsoft.com/office/powerpoint/2010/main">
    <mc:Choice Requires="p14">
      <p:transition spd="slow" p14:dur="2000" advTm="76032"/>
    </mc:Choice>
    <mc:Fallback xmlns="">
      <p:transition spd="slow" advTm="76032"/>
    </mc:Fallback>
  </mc:AlternateContent>
  <p:extLst>
    <p:ext uri="{3A86A75C-4F4B-4683-9AE1-C65F6400EC91}">
      <p14:laserTraceLst xmlns:p14="http://schemas.microsoft.com/office/powerpoint/2010/main">
        <p14:tracePtLst>
          <p14:tracePt t="15085" x="1765300" y="2241550"/>
          <p14:tracePt t="15115" x="1657350" y="2241550"/>
          <p14:tracePt t="15146" x="1631950" y="2241550"/>
          <p14:tracePt t="15194" x="1625600" y="2241550"/>
          <p14:tracePt t="15210" x="1612900" y="2241550"/>
          <p14:tracePt t="15227" x="1600200" y="2247900"/>
          <p14:tracePt t="15234" x="1587500" y="2247900"/>
          <p14:tracePt t="15240" x="1581150" y="2247900"/>
          <p14:tracePt t="15259" x="1562100" y="2254250"/>
          <p14:tracePt t="15273" x="1555750" y="2260600"/>
          <p14:tracePt t="15291" x="1549400" y="2266950"/>
          <p14:tracePt t="15330" x="1549400" y="2273300"/>
          <p14:tracePt t="15346" x="1549400" y="2279650"/>
          <p14:tracePt t="15355" x="1549400" y="2292350"/>
          <p14:tracePt t="15373" x="1549400" y="2298700"/>
          <p14:tracePt t="15389" x="1555750" y="2311400"/>
          <p14:tracePt t="15406" x="1562100" y="2324100"/>
          <p14:tracePt t="15423" x="1568450" y="2336800"/>
          <p14:tracePt t="15444" x="1568450" y="2343150"/>
          <p14:tracePt t="15456" x="1581150" y="2349500"/>
          <p14:tracePt t="15458" x="1581150" y="2355850"/>
          <p14:tracePt t="15472" x="1587500" y="2362200"/>
          <p14:tracePt t="15490" x="1606550" y="2381250"/>
          <p14:tracePt t="15492" x="1619250" y="2381250"/>
          <p14:tracePt t="15507" x="1638300" y="2393950"/>
          <p14:tracePt t="15523" x="1657350" y="2413000"/>
          <p14:tracePt t="15540" x="1670050" y="2425700"/>
          <p14:tracePt t="15556" x="1682750" y="2432050"/>
          <p14:tracePt t="15573" x="1701800" y="2438400"/>
          <p14:tracePt t="15590" x="1701800" y="2444750"/>
          <p14:tracePt t="15596" x="1708150" y="2444750"/>
          <p14:tracePt t="15623" x="1714500" y="2451100"/>
          <p14:tracePt t="15640" x="1727200" y="2451100"/>
          <p14:tracePt t="15656" x="1739900" y="2463800"/>
          <p14:tracePt t="15673" x="1758950" y="2463800"/>
          <p14:tracePt t="15690" x="1778000" y="2470150"/>
          <p14:tracePt t="15694" x="1790700" y="2470150"/>
          <p14:tracePt t="15706" x="1809750" y="2476500"/>
          <p14:tracePt t="15723" x="1828800" y="2476500"/>
          <p14:tracePt t="15726" x="1841500" y="2482850"/>
          <p14:tracePt t="15739" x="1854200" y="2482850"/>
          <p14:tracePt t="15757" x="1885950" y="2482850"/>
          <p14:tracePt t="15773" x="1905000" y="2482850"/>
          <p14:tracePt t="15790" x="1930400" y="2482850"/>
          <p14:tracePt t="15806" x="1955800" y="2482850"/>
          <p14:tracePt t="15823" x="1974850" y="2482850"/>
          <p14:tracePt t="15840" x="1993900" y="2482850"/>
          <p14:tracePt t="15856" x="2019300" y="2482850"/>
          <p14:tracePt t="15873" x="2057400" y="2482850"/>
          <p14:tracePt t="15880" x="2076450" y="2482850"/>
          <p14:tracePt t="15890" x="2095500" y="2482850"/>
          <p14:tracePt t="15906" x="2120900" y="2482850"/>
          <p14:tracePt t="15923" x="2139950" y="2482850"/>
          <p14:tracePt t="15930" x="2152650" y="2482850"/>
          <p14:tracePt t="15940" x="2165350" y="2482850"/>
          <p14:tracePt t="15956" x="2178050" y="2482850"/>
          <p14:tracePt t="15959" x="2184400" y="2482850"/>
          <p14:tracePt t="15973" x="2197100" y="2482850"/>
          <p14:tracePt t="15990" x="2216150" y="2482850"/>
          <p14:tracePt t="15993" x="2222500" y="2482850"/>
          <p14:tracePt t="16007" x="2247900" y="2482850"/>
          <p14:tracePt t="16023" x="2266950" y="2482850"/>
          <p14:tracePt t="16040" x="2286000" y="2476500"/>
          <p14:tracePt t="16056" x="2305050" y="2470150"/>
          <p14:tracePt t="16073" x="2317750" y="2463800"/>
          <p14:tracePt t="16090" x="2336800" y="2457450"/>
          <p14:tracePt t="16106" x="2355850" y="2457450"/>
          <p14:tracePt t="16123" x="2374900" y="2451100"/>
          <p14:tracePt t="16127" x="2387600" y="2444750"/>
          <p14:tracePt t="16140" x="2400300" y="2444750"/>
          <p14:tracePt t="16156" x="2425700" y="2432050"/>
          <p14:tracePt t="16173" x="2444750" y="2432050"/>
          <p14:tracePt t="16190" x="2463800" y="2419350"/>
          <p14:tracePt t="16194" x="2470150" y="2419350"/>
          <p14:tracePt t="16206" x="2476500" y="2419350"/>
          <p14:tracePt t="16223" x="2495550" y="2413000"/>
          <p14:tracePt t="16226" x="2501900" y="2406650"/>
          <p14:tracePt t="16240" x="2514600" y="2406650"/>
          <p14:tracePt t="16257" x="2540000" y="2393950"/>
          <p14:tracePt t="16275" x="2546350" y="2387600"/>
          <p14:tracePt t="16290" x="2559050" y="2374900"/>
          <p14:tracePt t="16306" x="2565400" y="2368550"/>
          <p14:tracePt t="16323" x="2565400" y="2362200"/>
          <p14:tracePt t="16340" x="2571750" y="2355850"/>
          <p14:tracePt t="16356" x="2571750" y="2349500"/>
          <p14:tracePt t="16373" x="2571750" y="2343150"/>
          <p14:tracePt t="16390" x="2571750" y="2336800"/>
          <p14:tracePt t="16393" x="2571750" y="2330450"/>
          <p14:tracePt t="16410" x="2571750" y="2324100"/>
          <p14:tracePt t="16423" x="2565400" y="2324100"/>
          <p14:tracePt t="16439" x="2559050" y="2311400"/>
          <p14:tracePt t="16456" x="2533650" y="2286000"/>
          <p14:tracePt t="16463" x="2527300" y="2286000"/>
          <p14:tracePt t="16473" x="2520950" y="2273300"/>
          <p14:tracePt t="16490" x="2489200" y="2254250"/>
          <p14:tracePt t="16494" x="2476500" y="2247900"/>
          <p14:tracePt t="16507" x="2444750" y="2228850"/>
          <p14:tracePt t="16523" x="2381250" y="2197100"/>
          <p14:tracePt t="16540" x="2336800" y="2184400"/>
          <p14:tracePt t="16556" x="2279650" y="2184400"/>
          <p14:tracePt t="16573" x="2216150" y="2178050"/>
          <p14:tracePt t="16590" x="2159000" y="2171700"/>
          <p14:tracePt t="16606" x="2089150" y="2165350"/>
          <p14:tracePt t="16623" x="2019300" y="2159000"/>
          <p14:tracePt t="16628" x="1981200" y="2159000"/>
          <p14:tracePt t="16639" x="1949450" y="2159000"/>
          <p14:tracePt t="16656" x="1898650" y="2152650"/>
          <p14:tracePt t="16660" x="1873250" y="2146300"/>
          <p14:tracePt t="16673" x="1854200" y="2146300"/>
          <p14:tracePt t="16690" x="1822450" y="2139950"/>
          <p14:tracePt t="16693" x="1809750" y="2139950"/>
          <p14:tracePt t="16706" x="1797050" y="2139950"/>
          <p14:tracePt t="16723" x="1771650" y="2139950"/>
          <p14:tracePt t="16727" x="1752600" y="2139950"/>
          <p14:tracePt t="16740" x="1733550" y="2139950"/>
          <p14:tracePt t="16757" x="1663700" y="2139950"/>
          <p14:tracePt t="16773" x="1631950" y="2146300"/>
          <p14:tracePt t="16790" x="1574800" y="2159000"/>
          <p14:tracePt t="16806" x="1555750" y="2165350"/>
          <p14:tracePt t="16823" x="1530350" y="2171700"/>
          <p14:tracePt t="16841" x="1511300" y="2178050"/>
          <p14:tracePt t="16847" x="1504950" y="2178050"/>
          <p14:tracePt t="16856" x="1498600" y="2178050"/>
          <p14:tracePt t="16873" x="1492250" y="2184400"/>
          <p14:tracePt t="16879" x="1492250" y="2190750"/>
          <p14:tracePt t="16889" x="1485900" y="2190750"/>
          <p14:tracePt t="16907" x="1473200" y="2203450"/>
          <p14:tracePt t="16911" x="1460500" y="2209800"/>
          <p14:tracePt t="16923" x="1460500" y="2216150"/>
          <p14:tracePt t="16940" x="1454150" y="2222500"/>
          <p14:tracePt t="16943" x="1447800" y="2228850"/>
          <p14:tracePt t="16956" x="1447800" y="2235200"/>
          <p14:tracePt t="16973" x="1441450" y="2241550"/>
          <p14:tracePt t="16976" x="1441450" y="2247900"/>
          <p14:tracePt t="16990" x="1441450" y="2254250"/>
          <p14:tracePt t="17007" x="1435100" y="2266950"/>
          <p14:tracePt t="17023" x="1435100" y="2279650"/>
          <p14:tracePt t="17040" x="1435100" y="2298700"/>
          <p14:tracePt t="17056" x="1435100" y="2311400"/>
          <p14:tracePt t="17073" x="1441450" y="2336800"/>
          <p14:tracePt t="17090" x="1454150" y="2349500"/>
          <p14:tracePt t="17106" x="1466850" y="2368550"/>
          <p14:tracePt t="17123" x="1498600" y="2387600"/>
          <p14:tracePt t="17140" x="1524000" y="2400300"/>
          <p14:tracePt t="17143" x="1536700" y="2406650"/>
          <p14:tracePt t="17156" x="1549400" y="2419350"/>
          <p14:tracePt t="17173" x="1587500" y="2432050"/>
          <p14:tracePt t="17176" x="1619250" y="2438400"/>
          <p14:tracePt t="17190" x="1644650" y="2444750"/>
          <p14:tracePt t="17206" x="1695450" y="2457450"/>
          <p14:tracePt t="17209" x="1720850" y="2463800"/>
          <p14:tracePt t="17223" x="1746250" y="2470150"/>
          <p14:tracePt t="17240" x="1790700" y="2476500"/>
          <p14:tracePt t="17243" x="1822450" y="2482850"/>
          <p14:tracePt t="17257" x="1873250" y="2489200"/>
          <p14:tracePt t="17274" x="1917700" y="2495550"/>
          <p14:tracePt t="17290" x="1974850" y="2501900"/>
          <p14:tracePt t="17306" x="2000250" y="2508250"/>
          <p14:tracePt t="17323" x="2019300" y="2508250"/>
          <p14:tracePt t="17340" x="2044700" y="2514600"/>
          <p14:tracePt t="17357" x="2057400" y="2514600"/>
          <p14:tracePt t="17373" x="2082800" y="2514600"/>
          <p14:tracePt t="17378" x="2089150" y="2514600"/>
          <p14:tracePt t="17389" x="2095500" y="2514600"/>
          <p14:tracePt t="17406" x="2108200" y="2508250"/>
          <p14:tracePt t="17423" x="2114550" y="2508250"/>
          <p14:tracePt t="17556" x="2120900" y="2501900"/>
          <p14:tracePt t="17603" x="2127250" y="2501900"/>
          <p14:tracePt t="17612" x="2127250" y="2495550"/>
          <p14:tracePt t="17623" x="2133600" y="2495550"/>
          <p14:tracePt t="17640" x="2133600" y="2489200"/>
          <p14:tracePt t="17656" x="2146300" y="2482850"/>
          <p14:tracePt t="17661" x="0" y="0"/>
        </p14:tracePtLst>
        <p14:tracePtLst>
          <p14:tracePt t="20746" x="2508250" y="2222500"/>
          <p14:tracePt t="20906" x="2508250" y="2228850"/>
          <p14:tracePt t="20923" x="2514600" y="2241550"/>
          <p14:tracePt t="20930" x="2514600" y="2254250"/>
          <p14:tracePt t="20940" x="2520950" y="2260600"/>
          <p14:tracePt t="20956" x="2520950" y="2279650"/>
          <p14:tracePt t="20973" x="2533650" y="2298700"/>
          <p14:tracePt t="20980" x="2533650" y="2311400"/>
          <p14:tracePt t="20990" x="2540000" y="2317750"/>
          <p14:tracePt t="21006" x="2559050" y="2343150"/>
          <p14:tracePt t="21010" x="2565400" y="2343150"/>
          <p14:tracePt t="21023" x="2565400" y="2355850"/>
          <p14:tracePt t="21040" x="2584450" y="2368550"/>
          <p14:tracePt t="21044" x="2603500" y="2387600"/>
          <p14:tracePt t="21057" x="2622550" y="2400300"/>
          <p14:tracePt t="21073" x="2641600" y="2406650"/>
          <p14:tracePt t="21090" x="2660650" y="2419350"/>
          <p14:tracePt t="21106" x="2686050" y="2444750"/>
          <p14:tracePt t="21113" x="2705100" y="2444750"/>
          <p14:tracePt t="21123" x="2717800" y="2451100"/>
          <p14:tracePt t="21140" x="2736850" y="2463800"/>
          <p14:tracePt t="21156" x="2768600" y="2476500"/>
          <p14:tracePt t="21173" x="2794000" y="2489200"/>
          <p14:tracePt t="21190" x="2825750" y="2495550"/>
          <p14:tracePt t="21206" x="2851150" y="2501900"/>
          <p14:tracePt t="21211" x="2863850" y="2508250"/>
          <p14:tracePt t="21223" x="2876550" y="2514600"/>
          <p14:tracePt t="21240" x="2914650" y="2520950"/>
          <p14:tracePt t="21247" x="2927350" y="2520950"/>
          <p14:tracePt t="21252" x="2946400" y="2527300"/>
          <p14:tracePt t="21261" x="2965450" y="2533650"/>
          <p14:tracePt t="21273" x="2984500" y="2533650"/>
          <p14:tracePt t="21290" x="3028950" y="2533650"/>
          <p14:tracePt t="21292" x="3054350" y="2540000"/>
          <p14:tracePt t="21307" x="3092450" y="2546350"/>
          <p14:tracePt t="21323" x="3130550" y="2559050"/>
          <p14:tracePt t="21340" x="3168650" y="2559050"/>
          <p14:tracePt t="21356" x="3225800" y="2559050"/>
          <p14:tracePt t="21373" x="3276600" y="2559050"/>
          <p14:tracePt t="21390" x="3333750" y="2559050"/>
          <p14:tracePt t="21406" x="3403600" y="2559050"/>
          <p14:tracePt t="21423" x="3467100" y="2559050"/>
          <p14:tracePt t="21440" x="3524250" y="2559050"/>
          <p14:tracePt t="21456" x="3562350" y="2559050"/>
          <p14:tracePt t="21473" x="3606800" y="2559050"/>
          <p14:tracePt t="21479" x="3632200" y="2559050"/>
          <p14:tracePt t="21490" x="3657600" y="2559050"/>
          <p14:tracePt t="21506" x="3708400" y="2565400"/>
          <p14:tracePt t="21510" x="3740150" y="2571750"/>
          <p14:tracePt t="21529" x="3765550" y="2571750"/>
          <p14:tracePt t="21540" x="3790950" y="2571750"/>
          <p14:tracePt t="21557" x="3898900" y="2571750"/>
          <p14:tracePt t="21573" x="3956050" y="2565400"/>
          <p14:tracePt t="21590" x="3987800" y="2559050"/>
          <p14:tracePt t="21607" x="4038600" y="2552700"/>
          <p14:tracePt t="21623" x="4089400" y="2540000"/>
          <p14:tracePt t="21640" x="4108450" y="2533650"/>
          <p14:tracePt t="21656" x="4133850" y="2527300"/>
          <p14:tracePt t="21673" x="4152900" y="2520950"/>
          <p14:tracePt t="21690" x="4184650" y="2508250"/>
          <p14:tracePt t="21706" x="4210050" y="2495550"/>
          <p14:tracePt t="21723" x="4216400" y="2495550"/>
          <p14:tracePt t="21740" x="4248150" y="2476500"/>
          <p14:tracePt t="21744" x="4260850" y="2470150"/>
          <p14:tracePt t="21757" x="4273550" y="2463800"/>
          <p14:tracePt t="21773" x="4292600" y="2457450"/>
          <p14:tracePt t="21778" x="4305300" y="2444750"/>
          <p14:tracePt t="21790" x="4318000" y="2432050"/>
          <p14:tracePt t="21807" x="4349750" y="2413000"/>
          <p14:tracePt t="21825" x="4362450" y="2393950"/>
          <p14:tracePt t="21840" x="4381500" y="2387600"/>
          <p14:tracePt t="21858" x="4400550" y="2362200"/>
          <p14:tracePt t="21876" x="4406900" y="2349500"/>
          <p14:tracePt t="21891" x="4419600" y="2324100"/>
          <p14:tracePt t="21906" x="4419600" y="2317750"/>
          <p14:tracePt t="21923" x="4419600" y="2286000"/>
          <p14:tracePt t="21940" x="4419600" y="2273300"/>
          <p14:tracePt t="21956" x="4413250" y="2254250"/>
          <p14:tracePt t="21973" x="4406900" y="2235200"/>
          <p14:tracePt t="21990" x="4387850" y="2222500"/>
          <p14:tracePt t="22007" x="4375150" y="2209800"/>
          <p14:tracePt t="22023" x="4356100" y="2184400"/>
          <p14:tracePt t="22040" x="4330700" y="2178050"/>
          <p14:tracePt t="22057" x="4254500" y="2139950"/>
          <p14:tracePt t="22073" x="4197350" y="2127250"/>
          <p14:tracePt t="22090" x="4165600" y="2114550"/>
          <p14:tracePt t="22106" x="4076700" y="2101850"/>
          <p14:tracePt t="22123" x="4000500" y="2089150"/>
          <p14:tracePt t="22140" x="3937000" y="2082800"/>
          <p14:tracePt t="22156" x="3892550" y="2076450"/>
          <p14:tracePt t="22173" x="3854450" y="2070100"/>
          <p14:tracePt t="22190" x="3822700" y="2070100"/>
          <p14:tracePt t="22195" x="3797300" y="2070100"/>
          <p14:tracePt t="22206" x="3790950" y="2070100"/>
          <p14:tracePt t="22223" x="3759200" y="2070100"/>
          <p14:tracePt t="22227" x="3752850" y="2070100"/>
          <p14:tracePt t="22240" x="3714750" y="2076450"/>
          <p14:tracePt t="22256" x="3670300" y="2082800"/>
          <p14:tracePt t="22259" x="3657600" y="2082800"/>
          <p14:tracePt t="22273" x="3638550" y="2082800"/>
          <p14:tracePt t="22290" x="3581400" y="2089150"/>
          <p14:tracePt t="22294" x="3562350" y="2089150"/>
          <p14:tracePt t="22307" x="3492500" y="2089150"/>
          <p14:tracePt t="22323" x="3460750" y="2089150"/>
          <p14:tracePt t="22340" x="3390900" y="2089150"/>
          <p14:tracePt t="22356" x="3352800" y="2089150"/>
          <p14:tracePt t="22373" x="3308350" y="2089150"/>
          <p14:tracePt t="22390" x="3289300" y="2089150"/>
          <p14:tracePt t="22406" x="3238500" y="2089150"/>
          <p14:tracePt t="22423" x="3206750" y="2095500"/>
          <p14:tracePt t="22428" x="3187700" y="2101850"/>
          <p14:tracePt t="22440" x="3168650" y="2101850"/>
          <p14:tracePt t="22456" x="3136900" y="2101850"/>
          <p14:tracePt t="22459" x="3098800" y="2108200"/>
          <p14:tracePt t="22473" x="3079750" y="2114550"/>
          <p14:tracePt t="22490" x="3054350" y="2120900"/>
          <p14:tracePt t="22497" x="3041650" y="2120900"/>
          <p14:tracePt t="22502" x="3028950" y="2120900"/>
          <p14:tracePt t="22523" x="3003550" y="2133600"/>
          <p14:tracePt t="22526" x="2978150" y="2146300"/>
          <p14:tracePt t="22540" x="2965450" y="2146300"/>
          <p14:tracePt t="22557" x="2914650" y="2165350"/>
          <p14:tracePt t="22573" x="2889250" y="2184400"/>
          <p14:tracePt t="22590" x="2851150" y="2209800"/>
          <p14:tracePt t="22606" x="2813050" y="2228850"/>
          <p14:tracePt t="22623" x="2794000" y="2241550"/>
          <p14:tracePt t="22640" x="2762250" y="2260600"/>
          <p14:tracePt t="22657" x="2743200" y="2273300"/>
          <p14:tracePt t="22664" x="2743200" y="2286000"/>
          <p14:tracePt t="22673" x="2730500" y="2292350"/>
          <p14:tracePt t="22690" x="2717800" y="2311400"/>
          <p14:tracePt t="22693" x="2717800" y="2317750"/>
          <p14:tracePt t="22706" x="2711450" y="2330450"/>
          <p14:tracePt t="22723" x="2698750" y="2343150"/>
          <p14:tracePt t="22740" x="2692400" y="2355850"/>
          <p14:tracePt t="22756" x="2686050" y="2374900"/>
          <p14:tracePt t="22763" x="2686050" y="2381250"/>
          <p14:tracePt t="22767" x="2679700" y="2393950"/>
          <p14:tracePt t="22791" x="2673350" y="2419350"/>
          <p14:tracePt t="22808" x="2667000" y="2425700"/>
          <p14:tracePt t="22823" x="2667000" y="2438400"/>
          <p14:tracePt t="22840" x="2667000" y="2451100"/>
          <p14:tracePt t="22856" x="2667000" y="2457450"/>
          <p14:tracePt t="22873" x="2667000" y="2470150"/>
          <p14:tracePt t="22883" x="2667000" y="2476500"/>
          <p14:tracePt t="22890" x="2667000" y="2482850"/>
          <p14:tracePt t="22907" x="2679700" y="2495550"/>
          <p14:tracePt t="22923" x="2692400" y="2501900"/>
          <p14:tracePt t="22930" x="2698750" y="2501900"/>
          <p14:tracePt t="22940" x="2705100" y="2508250"/>
          <p14:tracePt t="22956" x="2717800" y="2514600"/>
          <p14:tracePt t="22961" x="2724150" y="2514600"/>
          <p14:tracePt t="22973" x="2730500" y="2514600"/>
          <p14:tracePt t="22990" x="2743200" y="2520950"/>
          <p14:tracePt t="23252" x="2749550" y="2520950"/>
          <p14:tracePt t="23262" x="2749550" y="2514600"/>
          <p14:tracePt t="23265" x="0" y="0"/>
        </p14:tracePtLst>
        <p14:tracePtLst>
          <p14:tracePt t="24567" x="1898650" y="2495550"/>
          <p14:tracePt t="24599" x="1892300" y="2495550"/>
          <p14:tracePt t="24616" x="1885950" y="2495550"/>
          <p14:tracePt t="24631" x="1873250" y="2495550"/>
          <p14:tracePt t="24640" x="1866900" y="2495550"/>
          <p14:tracePt t="24657" x="1847850" y="2495550"/>
          <p14:tracePt t="24673" x="1822450" y="2495550"/>
          <p14:tracePt t="24677" x="1809750" y="2495550"/>
          <p14:tracePt t="24690" x="1797050" y="2495550"/>
          <p14:tracePt t="24707" x="1771650" y="2495550"/>
          <p14:tracePt t="24710" x="1758950" y="2495550"/>
          <p14:tracePt t="24723" x="1746250" y="2495550"/>
          <p14:tracePt t="24740" x="1720850" y="2495550"/>
          <p14:tracePt t="24742" x="1714500" y="2495550"/>
          <p14:tracePt t="24757" x="1689100" y="2495550"/>
          <p14:tracePt t="24773" x="1663700" y="2495550"/>
          <p14:tracePt t="24790" x="1651000" y="2495550"/>
          <p14:tracePt t="24806" x="1631950" y="2495550"/>
          <p14:tracePt t="24823" x="1619250" y="2495550"/>
          <p14:tracePt t="24840" x="1606550" y="2495550"/>
          <p14:tracePt t="24857" x="1593850" y="2495550"/>
          <p14:tracePt t="24873" x="1581150" y="2501900"/>
          <p14:tracePt t="24890" x="1568450" y="2501900"/>
          <p14:tracePt t="24906" x="1562100" y="2508250"/>
          <p14:tracePt t="24912" x="1549400" y="2508250"/>
          <p14:tracePt t="24923" x="1543050" y="2508250"/>
          <p14:tracePt t="24940" x="1530350" y="2514600"/>
          <p14:tracePt t="24944" x="1517650" y="2514600"/>
          <p14:tracePt t="24956" x="1504950" y="2520950"/>
          <p14:tracePt t="24973" x="1492250" y="2520950"/>
          <p14:tracePt t="24977" x="1485900" y="2527300"/>
          <p14:tracePt t="24990" x="1479550" y="2533650"/>
          <p14:tracePt t="25007" x="1466850" y="2533650"/>
          <p14:tracePt t="25023" x="1466850" y="2540000"/>
          <p14:tracePt t="25040" x="1454150" y="2546350"/>
          <p14:tracePt t="25057" x="1447800" y="2559050"/>
          <p14:tracePt t="25073" x="1435100" y="2571750"/>
          <p14:tracePt t="25090" x="1428750" y="2584450"/>
          <p14:tracePt t="25106" x="1422400" y="2603500"/>
          <p14:tracePt t="25125" x="1416050" y="2609850"/>
          <p14:tracePt t="25130" x="1409700" y="2616200"/>
          <p14:tracePt t="25140" x="1409700" y="2622550"/>
          <p14:tracePt t="25157" x="1403350" y="2628900"/>
          <p14:tracePt t="25173" x="1403350" y="2635250"/>
          <p14:tracePt t="25249" x="1403350" y="2641600"/>
          <p14:tracePt t="25274" x="1403350" y="2647950"/>
          <p14:tracePt t="25293" x="1409700" y="2654300"/>
          <p14:tracePt t="25300" x="1409700" y="2660650"/>
          <p14:tracePt t="25306" x="1409700" y="2667000"/>
          <p14:tracePt t="25323" x="1422400" y="2673350"/>
          <p14:tracePt t="25340" x="1428750" y="2686050"/>
          <p14:tracePt t="25357" x="1441450" y="2692400"/>
          <p14:tracePt t="25373" x="1447800" y="2698750"/>
          <p14:tracePt t="25390" x="1454150" y="2698750"/>
          <p14:tracePt t="25406" x="1460500" y="2705100"/>
          <p14:tracePt t="25423" x="1473200" y="2705100"/>
          <p14:tracePt t="25427" x="1479550" y="2711450"/>
          <p14:tracePt t="25440" x="1485900" y="2711450"/>
          <p14:tracePt t="25456" x="1498600" y="2717800"/>
          <p14:tracePt t="25460" x="1504950" y="2717800"/>
          <p14:tracePt t="25473" x="1504950" y="2724150"/>
          <p14:tracePt t="25490" x="1530350" y="2724150"/>
          <p14:tracePt t="25494" x="1536700" y="2730500"/>
          <p14:tracePt t="25508" x="1555750" y="2736850"/>
          <p14:tracePt t="25523" x="1574800" y="2743200"/>
          <p14:tracePt t="25540" x="1587500" y="2743200"/>
          <p14:tracePt t="25556" x="1600200" y="2743200"/>
          <p14:tracePt t="25573" x="1619250" y="2749550"/>
          <p14:tracePt t="25590" x="1638300" y="2749550"/>
          <p14:tracePt t="25607" x="1663700" y="2749550"/>
          <p14:tracePt t="25623" x="1689100" y="2755900"/>
          <p14:tracePt t="25630" x="1701800" y="2755900"/>
          <p14:tracePt t="25640" x="1714500" y="2755900"/>
          <p14:tracePt t="25657" x="1765300" y="2762250"/>
          <p14:tracePt t="25661" x="1784350" y="2768600"/>
          <p14:tracePt t="25673" x="1803400" y="2768600"/>
          <p14:tracePt t="25690" x="1841500" y="2768600"/>
          <p14:tracePt t="25693" x="1860550" y="2768600"/>
          <p14:tracePt t="25706" x="1879600" y="2774950"/>
          <p14:tracePt t="25723" x="1917700" y="2781300"/>
          <p14:tracePt t="25727" x="1930400" y="2781300"/>
          <p14:tracePt t="25740" x="1962150" y="2787650"/>
          <p14:tracePt t="25758" x="2000250" y="2794000"/>
          <p14:tracePt t="25766" x="2012950" y="2794000"/>
          <p14:tracePt t="25773" x="2019300" y="2794000"/>
          <p14:tracePt t="25790" x="2044700" y="2800350"/>
          <p14:tracePt t="25806" x="2070100" y="2800350"/>
          <p14:tracePt t="25823" x="2089150" y="2806700"/>
          <p14:tracePt t="25840" x="2120900" y="2806700"/>
          <p14:tracePt t="25857" x="2146300" y="2806700"/>
          <p14:tracePt t="25861" x="2165350" y="2806700"/>
          <p14:tracePt t="25873" x="2178050" y="2806700"/>
          <p14:tracePt t="25890" x="2209800" y="2813050"/>
          <p14:tracePt t="25897" x="2222500" y="2819400"/>
          <p14:tracePt t="25906" x="2241550" y="2819400"/>
          <p14:tracePt t="25923" x="2266950" y="2825750"/>
          <p14:tracePt t="25928" x="2279650" y="2825750"/>
          <p14:tracePt t="25940" x="2298700" y="2825750"/>
          <p14:tracePt t="25957" x="2330450" y="2825750"/>
          <p14:tracePt t="25960" x="2349500" y="2825750"/>
          <p14:tracePt t="25973" x="2374900" y="2825750"/>
          <p14:tracePt t="25990" x="2438400" y="2825750"/>
          <p14:tracePt t="25993" x="2463800" y="2825750"/>
          <p14:tracePt t="26008" x="2508250" y="2825750"/>
          <p14:tracePt t="26023" x="2590800" y="2825750"/>
          <p14:tracePt t="26040" x="2635250" y="2825750"/>
          <p14:tracePt t="26056" x="2667000" y="2825750"/>
          <p14:tracePt t="26073" x="2724150" y="2825750"/>
          <p14:tracePt t="26090" x="2755900" y="2825750"/>
          <p14:tracePt t="26107" x="2781300" y="2825750"/>
          <p14:tracePt t="26123" x="2806700" y="2825750"/>
          <p14:tracePt t="26128" x="2844800" y="2825750"/>
          <p14:tracePt t="26140" x="2863850" y="2825750"/>
          <p14:tracePt t="26157" x="2889250" y="2825750"/>
          <p14:tracePt t="26162" x="2901950" y="2825750"/>
          <p14:tracePt t="26173" x="2921000" y="2825750"/>
          <p14:tracePt t="26190" x="2952750" y="2825750"/>
          <p14:tracePt t="26196" x="2971800" y="2825750"/>
          <p14:tracePt t="26207" x="2990850" y="2825750"/>
          <p14:tracePt t="26223" x="3028950" y="2825750"/>
          <p14:tracePt t="26226" x="3048000" y="2825750"/>
          <p14:tracePt t="26240" x="3067050" y="2825750"/>
          <p14:tracePt t="26257" x="3117850" y="2825750"/>
          <p14:tracePt t="26273" x="3187700" y="2819400"/>
          <p14:tracePt t="26290" x="3225800" y="2813050"/>
          <p14:tracePt t="26307" x="3257550" y="2813050"/>
          <p14:tracePt t="26323" x="3282950" y="2800350"/>
          <p14:tracePt t="26340" x="3314700" y="2794000"/>
          <p14:tracePt t="26357" x="3333750" y="2794000"/>
          <p14:tracePt t="26363" x="3340100" y="2787650"/>
          <p14:tracePt t="26373" x="3359150" y="2781300"/>
          <p14:tracePt t="26390" x="3371850" y="2781300"/>
          <p14:tracePt t="26393" x="3384550" y="2774950"/>
          <p14:tracePt t="26410" x="3390900" y="2768600"/>
          <p14:tracePt t="26423" x="3397250" y="2768600"/>
          <p14:tracePt t="26440" x="3422650" y="2762250"/>
          <p14:tracePt t="26456" x="3448050" y="2749550"/>
          <p14:tracePt t="26460" x="3467100" y="2743200"/>
          <p14:tracePt t="26468" x="3486150" y="2743200"/>
          <p14:tracePt t="26490" x="3530600" y="2724150"/>
          <p14:tracePt t="26493" x="3549650" y="2724150"/>
          <p14:tracePt t="26512" x="3568700" y="2717800"/>
          <p14:tracePt t="26523" x="3600450" y="2698750"/>
          <p14:tracePt t="26540" x="3625850" y="2692400"/>
          <p14:tracePt t="26556" x="3632200" y="2686050"/>
          <p14:tracePt t="26573" x="3638550" y="2686050"/>
          <p14:tracePt t="26590" x="3638550" y="2679700"/>
          <p14:tracePt t="26623" x="3638550" y="2673350"/>
          <p14:tracePt t="26640" x="3638550" y="2667000"/>
          <p14:tracePt t="26657" x="3638550" y="2654300"/>
          <p14:tracePt t="26673" x="3632200" y="2635250"/>
          <p14:tracePt t="26678" x="3632200" y="2628900"/>
          <p14:tracePt t="26690" x="3625850" y="2622550"/>
          <p14:tracePt t="26708" x="3619500" y="2603500"/>
          <p14:tracePt t="26713" x="3613150" y="2597150"/>
          <p14:tracePt t="26723" x="3606800" y="2590800"/>
          <p14:tracePt t="26741" x="3600450" y="2571750"/>
          <p14:tracePt t="26744" x="3594100" y="2565400"/>
          <p14:tracePt t="26757" x="3568700" y="2540000"/>
          <p14:tracePt t="26775" x="3549650" y="2520950"/>
          <p14:tracePt t="26790" x="3524250" y="2508250"/>
          <p14:tracePt t="26807" x="3492500" y="2495550"/>
          <p14:tracePt t="26823" x="3454400" y="2482850"/>
          <p14:tracePt t="26840" x="3390900" y="2463800"/>
          <p14:tracePt t="26857" x="3346450" y="2451100"/>
          <p14:tracePt t="26874" x="3295650" y="2444750"/>
          <p14:tracePt t="26880" x="3257550" y="2438400"/>
          <p14:tracePt t="26890" x="3232150" y="2438400"/>
          <p14:tracePt t="26906" x="3194050" y="2432050"/>
          <p14:tracePt t="26910" x="3168650" y="2432050"/>
          <p14:tracePt t="26923" x="3143250" y="2432050"/>
          <p14:tracePt t="26940" x="3105150" y="2432050"/>
          <p14:tracePt t="26944" x="3073400" y="2432050"/>
          <p14:tracePt t="26957" x="3009900" y="2432050"/>
          <p14:tracePt t="26973" x="2990850" y="2432050"/>
          <p14:tracePt t="26978" x="2946400" y="2432050"/>
          <p14:tracePt t="26990" x="2927350" y="2432050"/>
          <p14:tracePt t="27007" x="2819400" y="2432050"/>
          <p14:tracePt t="27040" x="2686050" y="2425700"/>
          <p14:tracePt t="27057" x="2647950" y="2425700"/>
          <p14:tracePt t="27073" x="2578100" y="2425700"/>
          <p14:tracePt t="27090" x="2508250" y="2425700"/>
          <p14:tracePt t="27107" x="2463800" y="2425700"/>
          <p14:tracePt t="27123" x="2374900" y="2425700"/>
          <p14:tracePt t="27140" x="2292350" y="2425700"/>
          <p14:tracePt t="27144" x="2273300" y="2425700"/>
          <p14:tracePt t="27156" x="2247900" y="2425700"/>
          <p14:tracePt t="27173" x="2184400" y="2419350"/>
          <p14:tracePt t="27176" x="2165350" y="2419350"/>
          <p14:tracePt t="27190" x="2146300" y="2419350"/>
          <p14:tracePt t="27207" x="2063750" y="2419350"/>
          <p14:tracePt t="27223" x="2044700" y="2419350"/>
          <p14:tracePt t="27240" x="1987550" y="2419350"/>
          <p14:tracePt t="27244" x="1962150" y="2419350"/>
          <p14:tracePt t="27257" x="1841500" y="2419350"/>
          <p14:tracePt t="27273" x="1778000" y="2419350"/>
          <p14:tracePt t="27290" x="1714500" y="2419350"/>
          <p14:tracePt t="27306" x="1670050" y="2425700"/>
          <p14:tracePt t="27323" x="1606550" y="2425700"/>
          <p14:tracePt t="27340" x="1581150" y="2432050"/>
          <p14:tracePt t="27356" x="1555750" y="2432050"/>
          <p14:tracePt t="27373" x="1536700" y="2438400"/>
          <p14:tracePt t="27377" x="1530350" y="2438400"/>
          <p14:tracePt t="27390" x="1498600" y="2451100"/>
          <p14:tracePt t="27407" x="1460500" y="2457450"/>
          <p14:tracePt t="27410" x="1454150" y="2463800"/>
          <p14:tracePt t="27423" x="1428750" y="2482850"/>
          <p14:tracePt t="27440" x="1409700" y="2489200"/>
          <p14:tracePt t="27443" x="1397000" y="2501900"/>
          <p14:tracePt t="27457" x="1377950" y="2514600"/>
          <p14:tracePt t="27473" x="1371600" y="2514600"/>
          <p14:tracePt t="27479" x="1371600" y="2520950"/>
          <p14:tracePt t="27490" x="1365250" y="2520950"/>
          <p14:tracePt t="27507" x="1352550" y="2533650"/>
          <p14:tracePt t="27523" x="1346200" y="2540000"/>
          <p14:tracePt t="27540" x="1339850" y="2546350"/>
          <p14:tracePt t="27556" x="1333500" y="2559050"/>
          <p14:tracePt t="27573" x="1327150" y="2565400"/>
          <p14:tracePt t="27590" x="1320800" y="2584450"/>
          <p14:tracePt t="27606" x="1314450" y="2597150"/>
          <p14:tracePt t="27623" x="1314450" y="2609850"/>
          <p14:tracePt t="27640" x="1314450" y="2628900"/>
          <p14:tracePt t="27645" x="1314450" y="2635250"/>
          <p14:tracePt t="27657" x="1314450" y="2641600"/>
          <p14:tracePt t="27673" x="1320800" y="2654300"/>
          <p14:tracePt t="27677" x="1327150" y="2654300"/>
          <p14:tracePt t="27690" x="1327150" y="2660650"/>
          <p14:tracePt t="27707" x="1339850" y="2679700"/>
          <p14:tracePt t="27723" x="1346200" y="2692400"/>
          <p14:tracePt t="27740" x="1352550" y="2692400"/>
          <p14:tracePt t="27744" x="1352550" y="2698750"/>
          <p14:tracePt t="27757" x="1365250" y="2711450"/>
          <p14:tracePt t="27773" x="1377950" y="2717800"/>
          <p14:tracePt t="27790" x="1390650" y="2724150"/>
          <p14:tracePt t="27807" x="1403350" y="2730500"/>
          <p14:tracePt t="27823" x="1416050" y="2736850"/>
          <p14:tracePt t="27840" x="1435100" y="2743200"/>
          <p14:tracePt t="27846" x="1441450" y="2749550"/>
          <p14:tracePt t="27856" x="1447800" y="2749550"/>
          <p14:tracePt t="27873" x="1460500" y="2749550"/>
          <p14:tracePt t="27877" x="1473200" y="2755900"/>
          <p14:tracePt t="27897" x="1485900" y="2755900"/>
          <p14:tracePt t="27906" x="1492250" y="2762250"/>
          <p14:tracePt t="27923" x="1504950" y="2762250"/>
          <p14:tracePt t="27940" x="1530350" y="2768600"/>
          <p14:tracePt t="27944" x="1543050" y="2768600"/>
          <p14:tracePt t="27957" x="1568450" y="2768600"/>
          <p14:tracePt t="27973" x="1593850" y="2768600"/>
          <p14:tracePt t="27990" x="1600200" y="2768600"/>
          <p14:tracePt t="28008" x="1638300" y="2774950"/>
          <p14:tracePt t="28023" x="1663700" y="2781300"/>
          <p14:tracePt t="28040" x="1676400" y="2781300"/>
          <p14:tracePt t="28057" x="1701800" y="2787650"/>
          <p14:tracePt t="28073" x="1727200" y="2787650"/>
          <p14:tracePt t="28090" x="1752600" y="2794000"/>
          <p14:tracePt t="28107" x="1771650" y="2800350"/>
          <p14:tracePt t="28111" x="1790700" y="2800350"/>
          <p14:tracePt t="28140" x="1835150" y="2806700"/>
          <p14:tracePt t="28144" x="1854200" y="2813050"/>
          <p14:tracePt t="28157" x="1866900" y="2819400"/>
          <p14:tracePt t="28173" x="1892300" y="2819400"/>
          <p14:tracePt t="28177" x="1911350" y="2819400"/>
          <p14:tracePt t="28190" x="1943100" y="2825750"/>
          <p14:tracePt t="28207" x="2012950" y="2832100"/>
          <p14:tracePt t="28223" x="2063750" y="2838450"/>
          <p14:tracePt t="28240" x="2101850" y="2838450"/>
          <p14:tracePt t="28257" x="2127250" y="2838450"/>
          <p14:tracePt t="28273" x="2139950" y="2838450"/>
          <p14:tracePt t="28290" x="2159000" y="2838450"/>
          <p14:tracePt t="28307" x="2165350" y="2838450"/>
          <p14:tracePt t="28323" x="2178050" y="2844800"/>
          <p14:tracePt t="28340" x="2190750" y="2844800"/>
          <p14:tracePt t="28357" x="2235200" y="2844800"/>
          <p14:tracePt t="28373" x="2260600" y="2844800"/>
          <p14:tracePt t="28379" x="2279650" y="2844800"/>
          <p14:tracePt t="28391" x="2292350" y="2851150"/>
          <p14:tracePt t="28395" x="2311400" y="2851150"/>
          <p14:tracePt t="28407" x="2330450" y="2851150"/>
          <p14:tracePt t="28424" x="2374900" y="2851150"/>
          <p14:tracePt t="28427" x="2393950" y="2851150"/>
          <p14:tracePt t="28440" x="2419350" y="2851150"/>
          <p14:tracePt t="28458" x="2489200" y="2851150"/>
          <p14:tracePt t="28473" x="2540000" y="2857500"/>
          <p14:tracePt t="28491" x="2603500" y="2857500"/>
          <p14:tracePt t="28507" x="2673350" y="2857500"/>
          <p14:tracePt t="28524" x="2749550" y="2857500"/>
          <p14:tracePt t="28540" x="2819400" y="2857500"/>
          <p14:tracePt t="28557" x="2895600" y="2857500"/>
          <p14:tracePt t="28573" x="2965450" y="2857500"/>
          <p14:tracePt t="28590" x="3041650" y="2857500"/>
          <p14:tracePt t="28607" x="3111500" y="2857500"/>
          <p14:tracePt t="28623" x="3181350" y="2857500"/>
          <p14:tracePt t="28628" x="3213100" y="2857500"/>
          <p14:tracePt t="28640" x="3238500" y="2857500"/>
          <p14:tracePt t="28657" x="3302000" y="2857500"/>
          <p14:tracePt t="28673" x="3333750" y="2857500"/>
          <p14:tracePt t="28690" x="3390900" y="2857500"/>
          <p14:tracePt t="28693" x="3422650" y="2857500"/>
          <p14:tracePt t="28707" x="3486150" y="2851150"/>
          <p14:tracePt t="28723" x="3556000" y="2851150"/>
          <p14:tracePt t="28741" x="3587750" y="2844800"/>
          <p14:tracePt t="28757" x="3657600" y="2838450"/>
          <p14:tracePt t="28765" x="3695700" y="2838450"/>
          <p14:tracePt t="28773" x="3721100" y="2838450"/>
          <p14:tracePt t="28790" x="3771900" y="2838450"/>
          <p14:tracePt t="28807" x="3790950" y="2838450"/>
          <p14:tracePt t="28823" x="3822700" y="2832100"/>
          <p14:tracePt t="28840" x="3835400" y="2832100"/>
          <p14:tracePt t="29105" x="0" y="0"/>
        </p14:tracePtLst>
        <p14:tracePtLst>
          <p14:tracePt t="39202" x="2908300" y="2832100"/>
          <p14:tracePt t="39206" x="2908300" y="2825750"/>
          <p14:tracePt t="39223" x="2901950" y="2825750"/>
          <p14:tracePt t="39240" x="2901950" y="2819400"/>
          <p14:tracePt t="39257" x="2895600" y="2813050"/>
          <p14:tracePt t="39265" x="2889250" y="2813050"/>
          <p14:tracePt t="39273" x="2882900" y="2813050"/>
          <p14:tracePt t="39290" x="2876550" y="2813050"/>
          <p14:tracePt t="39307" x="2851150" y="2800350"/>
          <p14:tracePt t="39323" x="2832100" y="2800350"/>
          <p14:tracePt t="39328" x="2813050" y="2800350"/>
          <p14:tracePt t="39340" x="2806700" y="2800350"/>
          <p14:tracePt t="39357" x="2768600" y="2794000"/>
          <p14:tracePt t="39360" x="2755900" y="2794000"/>
          <p14:tracePt t="39373" x="2749550" y="2794000"/>
          <p14:tracePt t="39390" x="2705100" y="2794000"/>
          <p14:tracePt t="39394" x="2698750" y="2794000"/>
          <p14:tracePt t="39407" x="2647950" y="2794000"/>
          <p14:tracePt t="39423" x="2622550" y="2794000"/>
          <p14:tracePt t="39440" x="2578100" y="2794000"/>
          <p14:tracePt t="39457" x="2546350" y="2794000"/>
          <p14:tracePt t="39474" x="2508250" y="2794000"/>
          <p14:tracePt t="39490" x="2419350" y="2800350"/>
          <p14:tracePt t="39507" x="2374900" y="2800350"/>
          <p14:tracePt t="39524" x="2324100" y="2806700"/>
          <p14:tracePt t="39530" x="2298700" y="2813050"/>
          <p14:tracePt t="39540" x="2266950" y="2813050"/>
          <p14:tracePt t="39557" x="2165350" y="2819400"/>
          <p14:tracePt t="39573" x="2101850" y="2825750"/>
          <p14:tracePt t="39590" x="2038350" y="2825750"/>
          <p14:tracePt t="39607" x="1987550" y="2825750"/>
          <p14:tracePt t="39613" x="1962150" y="2825750"/>
          <p14:tracePt t="39624" x="1943100" y="2832100"/>
          <p14:tracePt t="39640" x="1905000" y="2832100"/>
          <p14:tracePt t="39643" x="1866900" y="2838450"/>
          <p14:tracePt t="39658" x="1835150" y="2844800"/>
          <p14:tracePt t="39674" x="1816100" y="2851150"/>
          <p14:tracePt t="39690" x="1778000" y="2857500"/>
          <p14:tracePt t="39707" x="1746250" y="2876550"/>
          <p14:tracePt t="39723" x="1701800" y="2882900"/>
          <p14:tracePt t="39740" x="1657350" y="2901950"/>
          <p14:tracePt t="39757" x="1593850" y="2921000"/>
          <p14:tracePt t="39773" x="1543050" y="2927350"/>
          <p14:tracePt t="39790" x="1498600" y="2946400"/>
          <p14:tracePt t="39807" x="1441450" y="2965450"/>
          <p14:tracePt t="39823" x="1397000" y="2997200"/>
          <p14:tracePt t="39828" x="1371600" y="3009900"/>
          <p14:tracePt t="39840" x="1352550" y="3022600"/>
          <p14:tracePt t="39857" x="1333500" y="3041650"/>
          <p14:tracePt t="39863" x="1327150" y="3048000"/>
          <p14:tracePt t="39875" x="1320800" y="3054350"/>
          <p14:tracePt t="39878" x="1314450" y="3054350"/>
          <p14:tracePt t="39890" x="1314450" y="3060700"/>
          <p14:tracePt t="39933" x="1308100" y="3060700"/>
          <p14:tracePt t="39944" x="1308100" y="3067050"/>
          <p14:tracePt t="39957" x="1308100" y="3079750"/>
          <p14:tracePt t="39975" x="1308100" y="3092450"/>
          <p14:tracePt t="39980" x="1308100" y="3098800"/>
          <p14:tracePt t="39990" x="1301750" y="3111500"/>
          <p14:tracePt t="40008" x="1295400" y="3149600"/>
          <p14:tracePt t="40012" x="1295400" y="3155950"/>
          <p14:tracePt t="40024" x="1295400" y="3168650"/>
          <p14:tracePt t="40041" x="1295400" y="3200400"/>
          <p14:tracePt t="40044" x="1295400" y="3206750"/>
          <p14:tracePt t="40057" x="1295400" y="3232150"/>
          <p14:tracePt t="40074" x="1295400" y="3263900"/>
          <p14:tracePt t="40078" x="1295400" y="3270250"/>
          <p14:tracePt t="40090" x="1295400" y="3276600"/>
          <p14:tracePt t="40107" x="1301750" y="3295650"/>
          <p14:tracePt t="40109" x="1308100" y="3295650"/>
          <p14:tracePt t="40123" x="1308100" y="3302000"/>
          <p14:tracePt t="40140" x="1320800" y="3321050"/>
          <p14:tracePt t="40158" x="1339850" y="3346450"/>
          <p14:tracePt t="40173" x="1358900" y="3384550"/>
          <p14:tracePt t="40190" x="1384300" y="3422650"/>
          <p14:tracePt t="40207" x="1390650" y="3448050"/>
          <p14:tracePt t="40214" x="1403350" y="3460750"/>
          <p14:tracePt t="40224" x="1409700" y="3479800"/>
          <p14:tracePt t="40240" x="1416050" y="3498850"/>
          <p14:tracePt t="40257" x="1428750" y="3517900"/>
          <p14:tracePt t="40273" x="1435100" y="3536950"/>
          <p14:tracePt t="40290" x="1454150" y="3562350"/>
          <p14:tracePt t="40307" x="1473200" y="3594100"/>
          <p14:tracePt t="40310" x="1479550" y="3600450"/>
          <p14:tracePt t="40323" x="1485900" y="3619500"/>
          <p14:tracePt t="40340" x="1498600" y="3632200"/>
          <p14:tracePt t="40344" x="1517650" y="3657600"/>
          <p14:tracePt t="40357" x="1517650" y="3663950"/>
          <p14:tracePt t="40374" x="1536700" y="3689350"/>
          <p14:tracePt t="40377" x="1543050" y="3689350"/>
          <p14:tracePt t="40390" x="1555750" y="3702050"/>
          <p14:tracePt t="40408" x="1568450" y="3727450"/>
          <p14:tracePt t="40423" x="1581150" y="3733800"/>
          <p14:tracePt t="40440" x="1600200" y="3740150"/>
          <p14:tracePt t="40457" x="1619250" y="3752850"/>
          <p14:tracePt t="40474" x="1638300" y="3759200"/>
          <p14:tracePt t="40491" x="1676400" y="3778250"/>
          <p14:tracePt t="40507" x="1708150" y="3784600"/>
          <p14:tracePt t="40523" x="1765300" y="3797300"/>
          <p14:tracePt t="40541" x="1803400" y="3803650"/>
          <p14:tracePt t="40546" x="1822450" y="3803650"/>
          <p14:tracePt t="40557" x="1841500" y="3810000"/>
          <p14:tracePt t="40573" x="1924050" y="3816350"/>
          <p14:tracePt t="40575" x="1943100" y="3816350"/>
          <p14:tracePt t="40590" x="1962150" y="3822700"/>
          <p14:tracePt t="40607" x="2006600" y="3829050"/>
          <p14:tracePt t="40609" x="2025650" y="3829050"/>
          <p14:tracePt t="40623" x="2051050" y="3835400"/>
          <p14:tracePt t="40640" x="2095500" y="3841750"/>
          <p14:tracePt t="40643" x="2165350" y="3848100"/>
          <p14:tracePt t="40658" x="2235200" y="3848100"/>
          <p14:tracePt t="40674" x="2305050" y="3848100"/>
          <p14:tracePt t="40690" x="2374900" y="3848100"/>
          <p14:tracePt t="40707" x="2444750" y="3835400"/>
          <p14:tracePt t="40723" x="2501900" y="3822700"/>
          <p14:tracePt t="40741" x="2565400" y="3803650"/>
          <p14:tracePt t="40746" x="2578100" y="3803650"/>
          <p14:tracePt t="40757" x="2584450" y="3797300"/>
          <p14:tracePt t="40773" x="2635250" y="3784600"/>
          <p14:tracePt t="40777" x="2641600" y="3784600"/>
          <p14:tracePt t="40790" x="2654300" y="3784600"/>
          <p14:tracePt t="40807" x="2711450" y="3771900"/>
          <p14:tracePt t="40810" x="2736850" y="3765550"/>
          <p14:tracePt t="40824" x="2762250" y="3759200"/>
          <p14:tracePt t="40840" x="2857500" y="3733800"/>
          <p14:tracePt t="40844" x="2895600" y="3727450"/>
          <p14:tracePt t="40857" x="2927350" y="3721100"/>
          <p14:tracePt t="40873" x="2997200" y="3708400"/>
          <p14:tracePt t="40877" x="3073400" y="3683000"/>
          <p14:tracePt t="40890" x="3098800" y="3676650"/>
          <p14:tracePt t="40907" x="3168650" y="3657600"/>
          <p14:tracePt t="40923" x="3200400" y="3644900"/>
          <p14:tracePt t="40940" x="3238500" y="3632200"/>
          <p14:tracePt t="40957" x="3251200" y="3625850"/>
          <p14:tracePt t="40973" x="3263900" y="3613150"/>
          <p14:tracePt t="40990" x="3276600" y="3606800"/>
          <p14:tracePt t="41007" x="3282950" y="3594100"/>
          <p14:tracePt t="41012" x="3289300" y="3587750"/>
          <p14:tracePt t="41024" x="3295650" y="3581400"/>
          <p14:tracePt t="41040" x="3308350" y="3568700"/>
          <p14:tracePt t="41046" x="3327400" y="3536950"/>
          <p14:tracePt t="41056" x="3333750" y="3536950"/>
          <p14:tracePt t="41074" x="3346450" y="3511550"/>
          <p14:tracePt t="41079" x="3352800" y="3492500"/>
          <p14:tracePt t="41090" x="3359150" y="3486150"/>
          <p14:tracePt t="41107" x="3371850" y="3454400"/>
          <p14:tracePt t="41110" x="3378200" y="3448050"/>
          <p14:tracePt t="41123" x="3384550" y="3422650"/>
          <p14:tracePt t="41140" x="3397250" y="3403600"/>
          <p14:tracePt t="41143" x="3403600" y="3378200"/>
          <p14:tracePt t="41157" x="3409950" y="3359150"/>
          <p14:tracePt t="41174" x="3416300" y="3346450"/>
          <p14:tracePt t="41190" x="3422650" y="3333750"/>
          <p14:tracePt t="41207" x="3422650" y="3327400"/>
          <p14:tracePt t="41232" x="3422650" y="3321050"/>
          <p14:tracePt t="41240" x="3422650" y="3314700"/>
          <p14:tracePt t="41257" x="3429000" y="3308350"/>
          <p14:tracePt t="41361" x="3429000" y="3302000"/>
          <p14:tracePt t="41609" x="0" y="0"/>
        </p14:tracePtLst>
        <p14:tracePtLst>
          <p14:tracePt t="42312" x="2552700" y="3797300"/>
          <p14:tracePt t="42440" x="2546350" y="3797300"/>
          <p14:tracePt t="42450" x="2540000" y="3797300"/>
          <p14:tracePt t="42457" x="2533650" y="3797300"/>
          <p14:tracePt t="42474" x="2514600" y="3790950"/>
          <p14:tracePt t="42490" x="2470150" y="3790950"/>
          <p14:tracePt t="42496" x="2451100" y="3784600"/>
          <p14:tracePt t="42507" x="2406650" y="3778250"/>
          <p14:tracePt t="42524" x="2324100" y="3771900"/>
          <p14:tracePt t="42528" x="2292350" y="3771900"/>
          <p14:tracePt t="42540" x="2247900" y="3765550"/>
          <p14:tracePt t="42558" x="2165350" y="3759200"/>
          <p14:tracePt t="42561" x="2120900" y="3752850"/>
          <p14:tracePt t="42573" x="2082800" y="3746500"/>
          <p14:tracePt t="42590" x="2038350" y="3746500"/>
          <p14:tracePt t="42594" x="2025650" y="3746500"/>
          <p14:tracePt t="42607" x="1987550" y="3740150"/>
          <p14:tracePt t="42623" x="1955800" y="3740150"/>
          <p14:tracePt t="42640" x="1911350" y="3733800"/>
          <p14:tracePt t="42657" x="1854200" y="3727450"/>
          <p14:tracePt t="42674" x="1790700" y="3721100"/>
          <p14:tracePt t="42690" x="1720850" y="3721100"/>
          <p14:tracePt t="42707" x="1651000" y="3714750"/>
          <p14:tracePt t="42724" x="1600200" y="3714750"/>
          <p14:tracePt t="42731" x="1574800" y="3714750"/>
          <p14:tracePt t="42741" x="1549400" y="3714750"/>
          <p14:tracePt t="42757" x="1511300" y="3714750"/>
          <p14:tracePt t="42773" x="1479550" y="3714750"/>
          <p14:tracePt t="42790" x="1416050" y="3721100"/>
          <p14:tracePt t="42794" x="1403350" y="3721100"/>
          <p14:tracePt t="42807" x="1371600" y="3727450"/>
          <p14:tracePt t="42823" x="1327150" y="3727450"/>
          <p14:tracePt t="42826" x="1301750" y="3733800"/>
          <p14:tracePt t="42840" x="1270000" y="3740150"/>
          <p14:tracePt t="42857" x="1219200" y="3752850"/>
          <p14:tracePt t="42874" x="1193800" y="3765550"/>
          <p14:tracePt t="42884" x="1181100" y="3771900"/>
          <p14:tracePt t="42899" x="1174750" y="3784600"/>
          <p14:tracePt t="42915" x="1168400" y="3790950"/>
          <p14:tracePt t="42923" x="1162050" y="3797300"/>
          <p14:tracePt t="42940" x="1155700" y="3816350"/>
          <p14:tracePt t="42957" x="1149350" y="3829050"/>
          <p14:tracePt t="42974" x="1149350" y="3854450"/>
          <p14:tracePt t="42990" x="1143000" y="3873500"/>
          <p14:tracePt t="43007" x="1143000" y="3892550"/>
          <p14:tracePt t="43024" x="1143000" y="3917950"/>
          <p14:tracePt t="43028" x="1143000" y="3924300"/>
          <p14:tracePt t="43040" x="1149350" y="3937000"/>
          <p14:tracePt t="43057" x="1155700" y="3949700"/>
          <p14:tracePt t="43061" x="1162050" y="3956050"/>
          <p14:tracePt t="43090" x="1193800" y="3975100"/>
          <p14:tracePt t="43094" x="1212850" y="3987800"/>
          <p14:tracePt t="43109" x="1250950" y="4000500"/>
          <p14:tracePt t="43124" x="1282700" y="4019550"/>
          <p14:tracePt t="43140" x="1327150" y="4025900"/>
          <p14:tracePt t="43157" x="1365250" y="4032250"/>
          <p14:tracePt t="43176" x="1422400" y="4038600"/>
          <p14:tracePt t="43180" x="1460500" y="4044950"/>
          <p14:tracePt t="43190" x="1485900" y="4051300"/>
          <p14:tracePt t="43209" x="1562100" y="4057650"/>
          <p14:tracePt t="43224" x="1657350" y="4076700"/>
          <p14:tracePt t="43241" x="1733550" y="4083050"/>
          <p14:tracePt t="43246" x="1803400" y="4102100"/>
          <p14:tracePt t="43257" x="1847850" y="4108450"/>
          <p14:tracePt t="43275" x="1943100" y="4121150"/>
          <p14:tracePt t="43278" x="1993900" y="4127500"/>
          <p14:tracePt t="43290" x="2038350" y="4133850"/>
          <p14:tracePt t="43308" x="2127250" y="4140200"/>
          <p14:tracePt t="43312" x="2139950" y="4140200"/>
          <p14:tracePt t="43324" x="2178050" y="4140200"/>
          <p14:tracePt t="43340" x="2260600" y="4140200"/>
          <p14:tracePt t="43343" x="2298700" y="4140200"/>
          <p14:tracePt t="43357" x="2336800" y="4140200"/>
          <p14:tracePt t="43374" x="2362200" y="4140200"/>
          <p14:tracePt t="43390" x="2387600" y="4127500"/>
          <p14:tracePt t="43424" x="2438400" y="4102100"/>
          <p14:tracePt t="43440" x="2463800" y="4076700"/>
          <p14:tracePt t="43458" x="2482850" y="4051300"/>
          <p14:tracePt t="43474" x="2489200" y="4038600"/>
          <p14:tracePt t="43491" x="2501900" y="4032250"/>
          <p14:tracePt t="43507" x="2514600" y="4019550"/>
          <p14:tracePt t="43540" x="2540000" y="3994150"/>
          <p14:tracePt t="43544" x="2546350" y="3987800"/>
          <p14:tracePt t="43557" x="2552700" y="3987800"/>
          <p14:tracePt t="43574" x="2571750" y="3962400"/>
          <p14:tracePt t="43577" x="2578100" y="3956050"/>
          <p14:tracePt t="43590" x="2584450" y="3949700"/>
          <p14:tracePt t="43607" x="2603500" y="3924300"/>
          <p14:tracePt t="43623" x="2609850" y="3898900"/>
          <p14:tracePt t="43640" x="2616200" y="3886200"/>
          <p14:tracePt t="43656" x="2616200" y="3879850"/>
          <p14:tracePt t="43674" x="2616200" y="3873500"/>
          <p14:tracePt t="43707" x="2609850" y="3854450"/>
          <p14:tracePt t="43724" x="2603500" y="3848100"/>
          <p14:tracePt t="43740" x="2590800" y="3841750"/>
          <p14:tracePt t="43758" x="2584450" y="3835400"/>
          <p14:tracePt t="43774" x="2559050" y="3829050"/>
          <p14:tracePt t="43780" x="2552700" y="3829050"/>
          <p14:tracePt t="43790" x="2540000" y="3822700"/>
          <p14:tracePt t="43807" x="2514600" y="3816350"/>
          <p14:tracePt t="43810" x="2489200" y="3816350"/>
          <p14:tracePt t="43823" x="2463800" y="3810000"/>
          <p14:tracePt t="43840" x="2419350" y="3803650"/>
          <p14:tracePt t="43843" x="2406650" y="3803650"/>
          <p14:tracePt t="43857" x="2374900" y="3803650"/>
          <p14:tracePt t="43873" x="2349500" y="3803650"/>
          <p14:tracePt t="43890" x="2330450" y="3803650"/>
          <p14:tracePt t="44045" x="0" y="0"/>
        </p14:tracePtLst>
        <p14:tracePtLst>
          <p14:tracePt t="51133" x="889000" y="2609850"/>
          <p14:tracePt t="51273" x="895350" y="2609850"/>
          <p14:tracePt t="51281" x="901700" y="2609850"/>
          <p14:tracePt t="51290" x="908050" y="2609850"/>
          <p14:tracePt t="51307" x="946150" y="2609850"/>
          <p14:tracePt t="51312" x="965200" y="2616200"/>
          <p14:tracePt t="51325" x="990600" y="2616200"/>
          <p14:tracePt t="51341" x="1060450" y="2628900"/>
          <p14:tracePt t="51346" x="1098550" y="2628900"/>
          <p14:tracePt t="51357" x="1130300" y="2635250"/>
          <p14:tracePt t="51374" x="1193800" y="2641600"/>
          <p14:tracePt t="51390" x="1219200" y="2641600"/>
          <p14:tracePt t="51407" x="1250950" y="2641600"/>
          <p14:tracePt t="51413" x="1257300" y="2641600"/>
          <p14:tracePt t="51428" x="1263650" y="2641600"/>
          <p14:tracePt t="51450" x="1270000" y="2641600"/>
          <p14:tracePt t="51749" x="1276350" y="2641600"/>
          <p14:tracePt t="51765" x="1282700" y="2647950"/>
          <p14:tracePt t="51780" x="1289050" y="2654300"/>
          <p14:tracePt t="51790" x="1295400" y="2654300"/>
          <p14:tracePt t="51807" x="1295400" y="2660650"/>
          <p14:tracePt t="51824" x="1301750" y="2667000"/>
          <p14:tracePt t="51829" x="1301750" y="2673350"/>
          <p14:tracePt t="51841" x="1301750" y="2679700"/>
          <p14:tracePt t="51857" x="1301750" y="2724150"/>
          <p14:tracePt t="51874" x="1301750" y="2781300"/>
          <p14:tracePt t="51880" x="1301750" y="2813050"/>
          <p14:tracePt t="51890" x="1301750" y="2851150"/>
          <p14:tracePt t="51894" x="1301750" y="2870200"/>
          <p14:tracePt t="51907" x="1301750" y="2901950"/>
          <p14:tracePt t="51924" x="1308100" y="2933700"/>
          <p14:tracePt t="51928" x="1314450" y="2952750"/>
          <p14:tracePt t="51940" x="1320800" y="2990850"/>
          <p14:tracePt t="51957" x="1346200" y="3041650"/>
          <p14:tracePt t="51973" x="1358900" y="3092450"/>
          <p14:tracePt t="51991" x="1371600" y="3143250"/>
          <p14:tracePt t="52007" x="1384300" y="3194050"/>
          <p14:tracePt t="52024" x="1397000" y="3282950"/>
          <p14:tracePt t="52040" x="1397000" y="3340100"/>
          <p14:tracePt t="52057" x="1397000" y="3429000"/>
          <p14:tracePt t="52063" x="1397000" y="3448050"/>
          <p14:tracePt t="52074" x="1397000" y="3479800"/>
          <p14:tracePt t="52091" x="1397000" y="3530600"/>
          <p14:tracePt t="52096" x="1390650" y="3562350"/>
          <p14:tracePt t="52107" x="1390650" y="3575050"/>
          <p14:tracePt t="52124" x="1390650" y="3600450"/>
          <p14:tracePt t="52128" x="1384300" y="3613150"/>
          <p14:tracePt t="52140" x="1384300" y="3619500"/>
          <p14:tracePt t="52157" x="1384300" y="3638550"/>
          <p14:tracePt t="52160" x="1384300" y="3657600"/>
          <p14:tracePt t="52174" x="1377950" y="3663950"/>
          <p14:tracePt t="52191" x="1377950" y="3695700"/>
          <p14:tracePt t="52193" x="1377950" y="3708400"/>
          <p14:tracePt t="52208" x="1371600" y="3759200"/>
          <p14:tracePt t="52224" x="1365250" y="3803650"/>
          <p14:tracePt t="52241" x="1358900" y="3841750"/>
          <p14:tracePt t="52257" x="1358900" y="3867150"/>
          <p14:tracePt t="52274" x="1352550" y="3892550"/>
          <p14:tracePt t="52291" x="1352550" y="3898900"/>
          <p14:tracePt t="52313" x="1352550" y="3905250"/>
          <p14:tracePt t="52360" x="1352550" y="3911600"/>
          <p14:tracePt t="52377" x="1352550" y="3917950"/>
          <p14:tracePt t="52395" x="1352550" y="3924300"/>
          <p14:tracePt t="52409" x="1352550" y="3930650"/>
          <p14:tracePt t="52523" x="1346200" y="3930650"/>
          <p14:tracePt t="52531" x="1346200" y="3924300"/>
          <p14:tracePt t="52540" x="1346200" y="3917950"/>
          <p14:tracePt t="52557" x="1339850" y="3911600"/>
          <p14:tracePt t="52574" x="1327150" y="3905250"/>
          <p14:tracePt t="52590" x="1320800" y="3898900"/>
          <p14:tracePt t="52595" x="1308100" y="3898900"/>
          <p14:tracePt t="52607" x="1301750" y="3898900"/>
          <p14:tracePt t="52624" x="1282700" y="3898900"/>
          <p14:tracePt t="52627" x="1270000" y="3898900"/>
          <p14:tracePt t="52641" x="1257300" y="3898900"/>
          <p14:tracePt t="52657" x="1225550" y="3898900"/>
          <p14:tracePt t="52660" x="1206500" y="3898900"/>
          <p14:tracePt t="52674" x="1200150" y="3898900"/>
          <p14:tracePt t="52690" x="1162050" y="3898900"/>
          <p14:tracePt t="52694" x="1136650" y="3898900"/>
          <p14:tracePt t="52708" x="1098550" y="3898900"/>
          <p14:tracePt t="52724" x="1073150" y="3898900"/>
          <p14:tracePt t="52741" x="1035050" y="3898900"/>
          <p14:tracePt t="52758" x="990600" y="3892550"/>
          <p14:tracePt t="52765" x="971550" y="3886200"/>
          <p14:tracePt t="52774" x="952500" y="3879850"/>
          <p14:tracePt t="52790" x="920750" y="3879850"/>
          <p14:tracePt t="52807" x="914400" y="3873500"/>
          <p14:tracePt t="52824" x="908050" y="3873500"/>
          <p14:tracePt t="52935" x="908050" y="3867150"/>
          <p14:tracePt t="52983" x="908050" y="3860800"/>
          <p14:tracePt t="52999" x="908050" y="3854450"/>
          <p14:tracePt t="53015" x="914400" y="3848100"/>
          <p14:tracePt t="53024" x="914400" y="3841750"/>
          <p14:tracePt t="53041" x="914400" y="3835400"/>
          <p14:tracePt t="53058" x="920750" y="3822700"/>
          <p14:tracePt t="53062" x="927100" y="3803650"/>
          <p14:tracePt t="53074" x="927100" y="3790950"/>
          <p14:tracePt t="53080" x="927100" y="3778250"/>
          <p14:tracePt t="53091" x="933450" y="3752850"/>
          <p14:tracePt t="53108" x="939800" y="3708400"/>
          <p14:tracePt t="53112" x="939800" y="3683000"/>
          <p14:tracePt t="53124" x="946150" y="3632200"/>
          <p14:tracePt t="53142" x="958850" y="3530600"/>
          <p14:tracePt t="53158" x="965200" y="3460750"/>
          <p14:tracePt t="53175" x="971550" y="3435350"/>
          <p14:tracePt t="53178" x="971550" y="3397250"/>
          <p14:tracePt t="53190" x="971550" y="3390900"/>
          <p14:tracePt t="53208" x="977900" y="3289300"/>
          <p14:tracePt t="53224" x="984250" y="3200400"/>
          <p14:tracePt t="53242" x="990600" y="3143250"/>
          <p14:tracePt t="53257" x="990600" y="3041650"/>
          <p14:tracePt t="53274" x="990600" y="2952750"/>
          <p14:tracePt t="53291" x="990600" y="2876550"/>
          <p14:tracePt t="53307" x="990600" y="2806700"/>
          <p14:tracePt t="53324" x="990600" y="2755900"/>
          <p14:tracePt t="53341" x="990600" y="2686050"/>
          <p14:tracePt t="53346" x="990600" y="2673350"/>
          <p14:tracePt t="53357" x="990600" y="2660650"/>
          <p14:tracePt t="53374" x="990600" y="2616200"/>
          <p14:tracePt t="53376" x="990600" y="2603500"/>
          <p14:tracePt t="53393" x="990600" y="2597150"/>
          <p14:tracePt t="53407" x="996950" y="2597150"/>
          <p14:tracePt t="53425" x="996950" y="2590800"/>
          <p14:tracePt t="53441" x="996950" y="2584450"/>
          <p14:tracePt t="53458" x="996950" y="2578100"/>
          <p14:tracePt t="53474" x="996950" y="2571750"/>
          <p14:tracePt t="53490" x="996950" y="2546350"/>
          <p14:tracePt t="53507" x="1003300" y="2533650"/>
          <p14:tracePt t="53524" x="1003300" y="2527300"/>
          <p14:tracePt t="53541" x="1003300" y="2514600"/>
          <p14:tracePt t="53547" x="1003300" y="2508250"/>
          <p14:tracePt t="53790" x="0" y="0"/>
        </p14:tracePtLst>
        <p14:tracePtLst>
          <p14:tracePt t="64995" x="1720850" y="4267200"/>
          <p14:tracePt t="65000" x="1714500" y="4267200"/>
          <p14:tracePt t="65011" x="1714500" y="4260850"/>
          <p14:tracePt t="65025" x="1708150" y="4260850"/>
          <p14:tracePt t="65040" x="1708150" y="4254500"/>
          <p14:tracePt t="65058" x="1701800" y="4254500"/>
          <p14:tracePt t="65074" x="1695450" y="4248150"/>
          <p14:tracePt t="65091" x="1682750" y="4241800"/>
          <p14:tracePt t="65107" x="1670050" y="4241800"/>
          <p14:tracePt t="65124" x="1631950" y="4235450"/>
          <p14:tracePt t="65131" x="1619250" y="4235450"/>
          <p14:tracePt t="65141" x="1600200" y="4229100"/>
          <p14:tracePt t="65157" x="1555750" y="4229100"/>
          <p14:tracePt t="65160" x="1511300" y="4229100"/>
          <p14:tracePt t="65174" x="1479550" y="4229100"/>
          <p14:tracePt t="65191" x="1435100" y="4229100"/>
          <p14:tracePt t="65194" x="1409700" y="4235450"/>
          <p14:tracePt t="65208" x="1371600" y="4241800"/>
          <p14:tracePt t="65224" x="1339850" y="4260850"/>
          <p14:tracePt t="65241" x="1314450" y="4267200"/>
          <p14:tracePt t="65258" x="1289050" y="4292600"/>
          <p14:tracePt t="65274" x="1270000" y="4311650"/>
          <p14:tracePt t="65291" x="1250950" y="4343400"/>
          <p14:tracePt t="65307" x="1231900" y="4381500"/>
          <p14:tracePt t="65324" x="1225550" y="4419600"/>
          <p14:tracePt t="65340" x="1219200" y="4451350"/>
          <p14:tracePt t="65357" x="1219200" y="4476750"/>
          <p14:tracePt t="65374" x="1219200" y="4502150"/>
          <p14:tracePt t="65391" x="1231900" y="4527550"/>
          <p14:tracePt t="65396" x="1250950" y="4546600"/>
          <p14:tracePt t="65407" x="1257300" y="4552950"/>
          <p14:tracePt t="65424" x="1282700" y="4572000"/>
          <p14:tracePt t="65427" x="1289050" y="4578350"/>
          <p14:tracePt t="65441" x="1301750" y="4591050"/>
          <p14:tracePt t="65458" x="1384300" y="4622800"/>
          <p14:tracePt t="65474" x="1466850" y="4648200"/>
          <p14:tracePt t="65491" x="1536700" y="4660900"/>
          <p14:tracePt t="65507" x="1625600" y="4673600"/>
          <p14:tracePt t="65524" x="1670050" y="4673600"/>
          <p14:tracePt t="65540" x="1695450" y="4673600"/>
          <p14:tracePt t="65557" x="1714500" y="4673600"/>
          <p14:tracePt t="65574" x="1733550" y="4667250"/>
          <p14:tracePt t="65590" x="1746250" y="4648200"/>
          <p14:tracePt t="65607" x="1765300" y="4622800"/>
          <p14:tracePt t="65624" x="1784350" y="4597400"/>
          <p14:tracePt t="65641" x="1797050" y="4572000"/>
          <p14:tracePt t="65658" x="1803400" y="4552950"/>
          <p14:tracePt t="65661" x="1809750" y="4533900"/>
          <p14:tracePt t="65674" x="1809750" y="4527550"/>
          <p14:tracePt t="65691" x="1809750" y="4502150"/>
          <p14:tracePt t="65708" x="1809750" y="4489450"/>
          <p14:tracePt t="65724" x="1809750" y="4483100"/>
          <p14:tracePt t="65742" x="0" y="0"/>
        </p14:tracePtLst>
        <p14:tracePtLst>
          <p14:tracePt t="66221" x="2222500" y="4533900"/>
          <p14:tracePt t="66227" x="2184400" y="4521200"/>
          <p14:tracePt t="66242" x="2159000" y="4508500"/>
          <p14:tracePt t="66258" x="2127250" y="4508500"/>
          <p14:tracePt t="66276" x="2114550" y="4508500"/>
          <p14:tracePt t="66292" x="2063750" y="4508500"/>
          <p14:tracePt t="66309" x="2025650" y="4521200"/>
          <p14:tracePt t="66313" x="1993900" y="4533900"/>
          <p14:tracePt t="66324" x="1968500" y="4546600"/>
          <p14:tracePt t="66342" x="1892300" y="4578350"/>
          <p14:tracePt t="66346" x="1854200" y="4591050"/>
          <p14:tracePt t="66357" x="1816100" y="4603750"/>
          <p14:tracePt t="66374" x="1752600" y="4629150"/>
          <p14:tracePt t="66377" x="1720850" y="4641850"/>
          <p14:tracePt t="66391" x="1701800" y="4654550"/>
          <p14:tracePt t="66407" x="1676400" y="4667250"/>
          <p14:tracePt t="66410" x="1663700" y="4673600"/>
          <p14:tracePt t="66424" x="1657350" y="4679950"/>
          <p14:tracePt t="66441" x="1644650" y="4699000"/>
          <p14:tracePt t="66445" x="1644650" y="4705350"/>
          <p14:tracePt t="66451" x="1638300" y="4711700"/>
          <p14:tracePt t="66458" x="1631950" y="4737100"/>
          <p14:tracePt t="66474" x="1631950" y="4762500"/>
          <p14:tracePt t="66491" x="1631950" y="4787900"/>
          <p14:tracePt t="66508" x="1638300" y="4826000"/>
          <p14:tracePt t="66524" x="1657350" y="4857750"/>
          <p14:tracePt t="66541" x="1676400" y="4876800"/>
          <p14:tracePt t="66558" x="1701800" y="4908550"/>
          <p14:tracePt t="66574" x="1758950" y="4940300"/>
          <p14:tracePt t="66579" x="1790700" y="4953000"/>
          <p14:tracePt t="66591" x="1847850" y="4965700"/>
          <p14:tracePt t="66608" x="1955800" y="4991100"/>
          <p14:tracePt t="66612" x="2012950" y="4991100"/>
          <p14:tracePt t="66624" x="2082800" y="4991100"/>
          <p14:tracePt t="66641" x="2216150" y="4991100"/>
          <p14:tracePt t="66645" x="2286000" y="4991100"/>
          <p14:tracePt t="66657" x="2349500" y="4978400"/>
          <p14:tracePt t="66674" x="2457450" y="4946650"/>
          <p14:tracePt t="66677" x="2495550" y="4927600"/>
          <p14:tracePt t="66691" x="2514600" y="4921250"/>
          <p14:tracePt t="66708" x="2552700" y="4876800"/>
          <p14:tracePt t="66724" x="2552700" y="4851400"/>
          <p14:tracePt t="66741" x="2559050" y="4826000"/>
          <p14:tracePt t="66758" x="2559050" y="4794250"/>
          <p14:tracePt t="66774" x="2559050" y="4749800"/>
          <p14:tracePt t="66791" x="2533650" y="4711700"/>
          <p14:tracePt t="66807" x="2501900" y="4673600"/>
          <p14:tracePt t="66824" x="2463800" y="4635500"/>
          <p14:tracePt t="66841" x="2432050" y="4616450"/>
          <p14:tracePt t="66844" x="2413000" y="4603750"/>
          <p14:tracePt t="66857" x="2400300" y="4603750"/>
          <p14:tracePt t="66874" x="2374900" y="4591050"/>
          <p14:tracePt t="66878" x="2368550" y="4591050"/>
          <p14:tracePt t="66891" x="2362200" y="4591050"/>
          <p14:tracePt t="66908" x="2349500" y="4584700"/>
          <p14:tracePt t="66924" x="2343150" y="4584700"/>
          <p14:tracePt t="66992" x="0" y="0"/>
        </p14:tracePtLst>
        <p14:tracePtLst>
          <p14:tracePt t="67769" x="2552700" y="5162550"/>
          <p14:tracePt t="67772" x="2552700" y="5156200"/>
          <p14:tracePt t="67777" x="2546350" y="5149850"/>
          <p14:tracePt t="67791" x="2540000" y="5143500"/>
          <p14:tracePt t="67808" x="2520950" y="5137150"/>
          <p14:tracePt t="67824" x="2489200" y="5137150"/>
          <p14:tracePt t="67841" x="2463800" y="5137150"/>
          <p14:tracePt t="67859" x="2438400" y="5149850"/>
          <p14:tracePt t="67866" x="2425700" y="5149850"/>
          <p14:tracePt t="67877" x="2419350" y="5149850"/>
          <p14:tracePt t="67892" x="2406650" y="5156200"/>
          <p14:tracePt t="67907" x="2393950" y="5156200"/>
          <p14:tracePt t="67925" x="2387600" y="5168900"/>
          <p14:tracePt t="67930" x="2381250" y="5168900"/>
          <p14:tracePt t="67941" x="2381250" y="5175250"/>
          <p14:tracePt t="67959" x="2374900" y="5181600"/>
          <p14:tracePt t="67965" x="2368550" y="5187950"/>
          <p14:tracePt t="67974" x="2362200" y="5200650"/>
          <p14:tracePt t="67992" x="2355850" y="5207000"/>
          <p14:tracePt t="67995" x="2355850" y="5219700"/>
          <p14:tracePt t="68007" x="2355850" y="5226050"/>
          <p14:tracePt t="68024" x="2355850" y="5245100"/>
          <p14:tracePt t="68029" x="2355850" y="5257800"/>
          <p14:tracePt t="68041" x="2355850" y="5264150"/>
          <p14:tracePt t="68058" x="2368550" y="5283200"/>
          <p14:tracePt t="68074" x="2387600" y="5302250"/>
          <p14:tracePt t="68091" x="2419350" y="5321300"/>
          <p14:tracePt t="68107" x="2482850" y="5359400"/>
          <p14:tracePt t="68124" x="2565400" y="5384800"/>
          <p14:tracePt t="68141" x="2667000" y="5403850"/>
          <p14:tracePt t="68157" x="2787650" y="5422900"/>
          <p14:tracePt t="68174" x="2952750" y="5435600"/>
          <p14:tracePt t="68191" x="3092450" y="5441950"/>
          <p14:tracePt t="68197" x="3155950" y="5448300"/>
          <p14:tracePt t="68207" x="3225800" y="5448300"/>
          <p14:tracePt t="68224" x="3352800" y="5448300"/>
          <p14:tracePt t="68228" x="3409950" y="5448300"/>
          <p14:tracePt t="68241" x="3460750" y="5448300"/>
          <p14:tracePt t="68257" x="3549650" y="5435600"/>
          <p14:tracePt t="68261" x="3581400" y="5422900"/>
          <p14:tracePt t="68274" x="3606800" y="5416550"/>
          <p14:tracePt t="68291" x="3651250" y="5384800"/>
          <p14:tracePt t="68296" x="3663950" y="5365750"/>
          <p14:tracePt t="68302" x="3676650" y="5346700"/>
          <p14:tracePt t="68309" x="3689350" y="5334000"/>
          <p14:tracePt t="68324" x="3708400" y="5302250"/>
          <p14:tracePt t="68341" x="3721100" y="5283200"/>
          <p14:tracePt t="68358" x="3721100" y="5264150"/>
          <p14:tracePt t="68374" x="3721100" y="5245100"/>
          <p14:tracePt t="68391" x="3721100" y="5238750"/>
          <p14:tracePt t="68407" x="3721100" y="5226050"/>
          <p14:tracePt t="68424" x="3721100" y="5200650"/>
          <p14:tracePt t="68428" x="3714750" y="5194300"/>
          <p14:tracePt t="68441" x="3708400" y="5181600"/>
          <p14:tracePt t="68458" x="3670300" y="5156200"/>
          <p14:tracePt t="68464" x="3651250" y="5137150"/>
          <p14:tracePt t="68474" x="3632200" y="5130800"/>
          <p14:tracePt t="68491" x="3549650" y="5092700"/>
          <p14:tracePt t="68495" x="3517900" y="5086350"/>
          <p14:tracePt t="68508" x="3486150" y="5073650"/>
          <p14:tracePt t="68524" x="3422650" y="5060950"/>
          <p14:tracePt t="68528" x="3390900" y="5054600"/>
          <p14:tracePt t="68541" x="3378200" y="5054600"/>
          <p14:tracePt t="68558" x="3308350" y="5048250"/>
          <p14:tracePt t="68574" x="3276600" y="5048250"/>
          <p14:tracePt t="68591" x="3225800" y="5048250"/>
          <p14:tracePt t="68608" x="3200400" y="5054600"/>
          <p14:tracePt t="68624" x="3181350" y="5060950"/>
          <p14:tracePt t="68641" x="3168650" y="5067300"/>
          <p14:tracePt t="68657" x="3155950" y="5073650"/>
          <p14:tracePt t="68689" x="0" y="0"/>
        </p14:tracePtLst>
        <p14:tracePtLst>
          <p14:tracePt t="69708" x="4260850" y="5391150"/>
          <p14:tracePt t="69711" x="4210050" y="5372100"/>
          <p14:tracePt t="69719" x="4191000" y="5365750"/>
          <p14:tracePt t="69728" x="4133850" y="5346700"/>
          <p14:tracePt t="69741" x="4114800" y="5346700"/>
          <p14:tracePt t="69745" x="4064000" y="5334000"/>
          <p14:tracePt t="69759" x="4032250" y="5334000"/>
          <p14:tracePt t="69774" x="4006850" y="5327650"/>
          <p14:tracePt t="69778" x="3994150" y="5327650"/>
          <p14:tracePt t="69784" x="3975100" y="5327650"/>
          <p14:tracePt t="69808" x="3943350" y="5327650"/>
          <p14:tracePt t="69824" x="3905250" y="5327650"/>
          <p14:tracePt t="69841" x="3829050" y="5353050"/>
          <p14:tracePt t="69857" x="3784600" y="5372100"/>
          <p14:tracePt t="69874" x="3676650" y="5410200"/>
          <p14:tracePt t="69891" x="3619500" y="5429250"/>
          <p14:tracePt t="69908" x="3543300" y="5454650"/>
          <p14:tracePt t="69913" x="3530600" y="5454650"/>
          <p14:tracePt t="69924" x="3524250" y="5461000"/>
          <p14:tracePt t="69941" x="3505200" y="5467350"/>
          <p14:tracePt t="69957" x="3492500" y="5473700"/>
          <p14:tracePt t="69974" x="3486150" y="5480050"/>
          <p14:tracePt t="69978" x="3479800" y="5486400"/>
          <p14:tracePt t="69991" x="3473450" y="5492750"/>
          <p14:tracePt t="70008" x="3448050" y="5518150"/>
          <p14:tracePt t="70024" x="3422650" y="5543550"/>
          <p14:tracePt t="70041" x="3403600" y="5562600"/>
          <p14:tracePt t="70045" x="3397250" y="5568950"/>
          <p14:tracePt t="70058" x="3384550" y="5594350"/>
          <p14:tracePt t="70091" x="3371850" y="5619750"/>
          <p14:tracePt t="70108" x="3365500" y="5632450"/>
          <p14:tracePt t="70124" x="3365500" y="5638800"/>
          <p14:tracePt t="70141" x="3365500" y="5664200"/>
          <p14:tracePt t="70157" x="3365500" y="5670550"/>
          <p14:tracePt t="70174" x="3378200" y="5695950"/>
          <p14:tracePt t="70179" x="3397250" y="5721350"/>
          <p14:tracePt t="70191" x="3454400" y="5759450"/>
          <p14:tracePt t="70208" x="3517900" y="5791200"/>
          <p14:tracePt t="70211" x="3562350" y="5816600"/>
          <p14:tracePt t="70224" x="3619500" y="5835650"/>
          <p14:tracePt t="70241" x="3708400" y="5867400"/>
          <p14:tracePt t="70245" x="3759200" y="5886450"/>
          <p14:tracePt t="70258" x="3848100" y="5911850"/>
          <p14:tracePt t="70274" x="3905250" y="5930900"/>
          <p14:tracePt t="70291" x="3956050" y="5943600"/>
          <p14:tracePt t="70308" x="3975100" y="5949950"/>
          <p14:tracePt t="70324" x="4000500" y="5949950"/>
          <p14:tracePt t="70341" x="4013200" y="5949950"/>
          <p14:tracePt t="70358" x="4038600" y="5943600"/>
          <p14:tracePt t="70374" x="4064000" y="5930900"/>
          <p14:tracePt t="70391" x="4095750" y="5899150"/>
          <p14:tracePt t="70408" x="4127500" y="5873750"/>
          <p14:tracePt t="70413" x="4146550" y="5854700"/>
          <p14:tracePt t="70424" x="4165600" y="5835650"/>
          <p14:tracePt t="70441" x="4184650" y="5803900"/>
          <p14:tracePt t="70445" x="4197350" y="5784850"/>
          <p14:tracePt t="70457" x="4203700" y="5772150"/>
          <p14:tracePt t="70474" x="4222750" y="5734050"/>
          <p14:tracePt t="70477" x="4222750" y="5708650"/>
          <p14:tracePt t="70491" x="4229100" y="5695950"/>
          <p14:tracePt t="70508" x="4241800" y="5651500"/>
          <p14:tracePt t="70524" x="4248150" y="5626100"/>
          <p14:tracePt t="70541" x="4254500" y="5613400"/>
          <p14:tracePt t="70558" x="4254500" y="5600700"/>
          <p14:tracePt t="70574" x="4254500" y="5588000"/>
          <p14:tracePt t="70591" x="4254500" y="5568950"/>
          <p14:tracePt t="70608" x="4248150" y="5556250"/>
          <p14:tracePt t="70624" x="4241800" y="5524500"/>
          <p14:tracePt t="70641" x="4222750" y="5505450"/>
          <p14:tracePt t="70647" x="4210050" y="5486400"/>
          <p14:tracePt t="70658" x="4203700" y="5480050"/>
          <p14:tracePt t="70674" x="4171950" y="5448300"/>
          <p14:tracePt t="70679" x="4159250" y="5441950"/>
          <p14:tracePt t="70691" x="4140200" y="5429250"/>
          <p14:tracePt t="70707" x="4121150" y="5410200"/>
          <p14:tracePt t="70712" x="4095750" y="5397500"/>
          <p14:tracePt t="70724" x="4089400" y="5391150"/>
          <p14:tracePt t="70741" x="4070350" y="5384800"/>
          <p14:tracePt t="70743" x="4064000" y="5378450"/>
          <p14:tracePt t="70758" x="4038600" y="5372100"/>
          <p14:tracePt t="70774" x="4032250" y="5372100"/>
          <p14:tracePt t="70807" x="4000500" y="5365750"/>
          <p14:tracePt t="70824" x="3987800" y="5365750"/>
          <p14:tracePt t="70841" x="3981450" y="5365750"/>
          <p14:tracePt t="70891" x="0" y="0"/>
        </p14:tracePtLst>
      </p14:laserTraceLst>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Naming rules</a:t>
            </a:r>
            <a:endParaRPr lang="nl-BE" dirty="0"/>
          </a:p>
        </p:txBody>
      </p:sp>
      <p:sp>
        <p:nvSpPr>
          <p:cNvPr id="3" name="Content Placeholder 2"/>
          <p:cNvSpPr>
            <a:spLocks noGrp="1"/>
          </p:cNvSpPr>
          <p:nvPr>
            <p:ph idx="1"/>
          </p:nvPr>
        </p:nvSpPr>
        <p:spPr/>
        <p:txBody>
          <a:bodyPr>
            <a:normAutofit/>
          </a:bodyPr>
          <a:lstStyle/>
          <a:p>
            <a:r>
              <a:rPr lang="en-US" dirty="0"/>
              <a:t>Must start with a letter or an underscore( _)</a:t>
            </a:r>
          </a:p>
          <a:p>
            <a:r>
              <a:rPr lang="en-US" dirty="0"/>
              <a:t>Should be lowercase.</a:t>
            </a:r>
          </a:p>
          <a:p>
            <a:r>
              <a:rPr lang="en-US" dirty="0"/>
              <a:t>Can contain numbers.</a:t>
            </a:r>
          </a:p>
          <a:p>
            <a:r>
              <a:rPr lang="en-US" dirty="0"/>
              <a:t>No spaces</a:t>
            </a:r>
          </a:p>
          <a:p>
            <a:r>
              <a:rPr lang="en-US" dirty="0"/>
              <a:t>Case sensitive</a:t>
            </a:r>
          </a:p>
          <a:p>
            <a:r>
              <a:rPr lang="en-US" dirty="0"/>
              <a:t>Can be any length (reasonably short), meaningful</a:t>
            </a:r>
          </a:p>
          <a:p>
            <a:r>
              <a:rPr lang="en-US" dirty="0"/>
              <a:t>Two different functions can’t have the same name </a:t>
            </a:r>
          </a:p>
          <a:p>
            <a:r>
              <a:rPr lang="en-US" dirty="0"/>
              <a:t>Cannot use any of Python’s keywords</a:t>
            </a:r>
          </a:p>
          <a:p>
            <a:pPr lvl="1"/>
            <a:endParaRPr lang="en-US" dirty="0"/>
          </a:p>
        </p:txBody>
      </p:sp>
    </p:spTree>
    <p:extLst>
      <p:ext uri="{BB962C8B-B14F-4D97-AF65-F5344CB8AC3E}">
        <p14:creationId xmlns:p14="http://schemas.microsoft.com/office/powerpoint/2010/main" val="1947287719"/>
      </p:ext>
    </p:extLst>
  </p:cSld>
  <p:clrMapOvr>
    <a:masterClrMapping/>
  </p:clrMapOvr>
  <mc:AlternateContent xmlns:mc="http://schemas.openxmlformats.org/markup-compatibility/2006" xmlns:p14="http://schemas.microsoft.com/office/powerpoint/2010/main">
    <mc:Choice Requires="p14">
      <p:transition spd="slow" p14:dur="2000" advTm="39408"/>
    </mc:Choice>
    <mc:Fallback xmlns="">
      <p:transition spd="slow" advTm="3940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 </a:t>
            </a:r>
            <a:endParaRPr lang="nl-BE" dirty="0"/>
          </a:p>
        </p:txBody>
      </p:sp>
      <p:sp>
        <p:nvSpPr>
          <p:cNvPr id="3" name="Content Placeholder 2"/>
          <p:cNvSpPr>
            <a:spLocks noGrp="1"/>
          </p:cNvSpPr>
          <p:nvPr>
            <p:ph idx="1"/>
          </p:nvPr>
        </p:nvSpPr>
        <p:spPr/>
        <p:txBody>
          <a:bodyPr>
            <a:normAutofit/>
          </a:bodyPr>
          <a:lstStyle/>
          <a:p>
            <a:r>
              <a:rPr lang="en-US" dirty="0"/>
              <a:t>A function must be </a:t>
            </a:r>
            <a:r>
              <a:rPr lang="en-US" u="sng" dirty="0"/>
              <a:t>called</a:t>
            </a:r>
            <a:r>
              <a:rPr lang="en-US" dirty="0"/>
              <a:t>, it does nothing by itself. </a:t>
            </a:r>
          </a:p>
          <a:p>
            <a:r>
              <a:rPr lang="en-US" dirty="0"/>
              <a:t>The interpreter must see the function definition before it can be called.</a:t>
            </a:r>
          </a:p>
          <a:p>
            <a:pPr lvl="1"/>
            <a:r>
              <a:rPr lang="en-US" dirty="0"/>
              <a:t>Best practice is to put all the functions at the top of a file, right after the main docstring.</a:t>
            </a:r>
          </a:p>
          <a:p>
            <a:r>
              <a:rPr lang="en-US" dirty="0"/>
              <a:t>End the function with a </a:t>
            </a:r>
            <a:r>
              <a:rPr lang="en-US" dirty="0">
                <a:latin typeface="Courier New" panose="02070309020205020404" pitchFamily="49" charset="0"/>
                <a:cs typeface="Courier New" panose="02070309020205020404" pitchFamily="49" charset="0"/>
              </a:rPr>
              <a:t>return</a:t>
            </a:r>
            <a:r>
              <a:rPr lang="en-US" dirty="0"/>
              <a:t> statement if the function should output something. </a:t>
            </a:r>
          </a:p>
          <a:p>
            <a:pPr lvl="1"/>
            <a:r>
              <a:rPr lang="en-US" dirty="0"/>
              <a:t>Without the return statement, the function will return an object </a:t>
            </a:r>
            <a:r>
              <a:rPr lang="en-US" dirty="0">
                <a:latin typeface="Courier New" panose="02070309020205020404" pitchFamily="49" charset="0"/>
                <a:cs typeface="Courier New" panose="02070309020205020404" pitchFamily="49" charset="0"/>
              </a:rPr>
              <a:t>None</a:t>
            </a:r>
            <a:r>
              <a:rPr lang="en-US" dirty="0"/>
              <a:t>.</a:t>
            </a:r>
          </a:p>
          <a:p>
            <a:pPr lvl="1"/>
            <a:r>
              <a:rPr lang="en-US" dirty="0"/>
              <a:t>Return multiple values in a tuple ()</a:t>
            </a:r>
          </a:p>
          <a:p>
            <a:r>
              <a:rPr lang="en-US" i="1" dirty="0"/>
              <a:t>File: function_1.py</a:t>
            </a:r>
            <a:endParaRPr lang="nl-BE" i="1" dirty="0"/>
          </a:p>
        </p:txBody>
      </p:sp>
    </p:spTree>
    <p:extLst>
      <p:ext uri="{BB962C8B-B14F-4D97-AF65-F5344CB8AC3E}">
        <p14:creationId xmlns:p14="http://schemas.microsoft.com/office/powerpoint/2010/main" val="353346096"/>
      </p:ext>
    </p:extLst>
  </p:cSld>
  <p:clrMapOvr>
    <a:masterClrMapping/>
  </p:clrMapOvr>
  <mc:AlternateContent xmlns:mc="http://schemas.openxmlformats.org/markup-compatibility/2006" xmlns:p14="http://schemas.microsoft.com/office/powerpoint/2010/main">
    <mc:Choice Requires="p14">
      <p:transition spd="slow" p14:dur="2000" advTm="53021"/>
    </mc:Choice>
    <mc:Fallback xmlns="">
      <p:transition spd="slow" advTm="5302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95C510-8025-4B10-B464-66DB5104919D}"/>
              </a:ext>
            </a:extLst>
          </p:cNvPr>
          <p:cNvSpPr>
            <a:spLocks noGrp="1"/>
          </p:cNvSpPr>
          <p:nvPr>
            <p:ph type="title"/>
          </p:nvPr>
        </p:nvSpPr>
        <p:spPr/>
        <p:txBody>
          <a:bodyPr/>
          <a:lstStyle/>
          <a:p>
            <a:r>
              <a:rPr lang="en-US" i="1" dirty="0"/>
              <a:t>function_1.py</a:t>
            </a:r>
            <a:endParaRPr lang="en-US" dirty="0"/>
          </a:p>
        </p:txBody>
      </p:sp>
      <p:sp>
        <p:nvSpPr>
          <p:cNvPr id="3" name="Content Placeholder 2">
            <a:extLst>
              <a:ext uri="{FF2B5EF4-FFF2-40B4-BE49-F238E27FC236}">
                <a16:creationId xmlns:a16="http://schemas.microsoft.com/office/drawing/2014/main" id="{57D133A8-A5C7-4ACE-B468-7875AA36713C}"/>
              </a:ext>
            </a:extLst>
          </p:cNvPr>
          <p:cNvSpPr>
            <a:spLocks noGrp="1"/>
          </p:cNvSpPr>
          <p:nvPr>
            <p:ph sz="half" idx="1"/>
          </p:nvPr>
        </p:nvSpPr>
        <p:spPr/>
        <p:txBody>
          <a:bodyPr>
            <a:normAutofit fontScale="25000" lnSpcReduction="20000"/>
          </a:bodyPr>
          <a:lstStyle/>
          <a:p>
            <a:pPr marL="0" indent="0">
              <a:buNone/>
            </a:pPr>
            <a:r>
              <a:rPr lang="en-US" sz="4800" dirty="0">
                <a:latin typeface="Courier New" panose="02070309020205020404" pitchFamily="49" charset="0"/>
                <a:cs typeface="Courier New" panose="02070309020205020404" pitchFamily="49" charset="0"/>
              </a:rPr>
              <a:t>def my_func_1 ():</a:t>
            </a:r>
          </a:p>
          <a:p>
            <a:pPr marL="0" indent="0">
              <a:buNone/>
            </a:pPr>
            <a:r>
              <a:rPr lang="en-US" sz="4800" dirty="0">
                <a:latin typeface="Courier New" panose="02070309020205020404" pitchFamily="49" charset="0"/>
                <a:cs typeface="Courier New" panose="02070309020205020404" pitchFamily="49" charset="0"/>
              </a:rPr>
              <a:t>    </a:t>
            </a:r>
            <a:r>
              <a:rPr lang="en-US" sz="4800">
                <a:latin typeface="Courier New" panose="02070309020205020404" pitchFamily="49" charset="0"/>
                <a:cs typeface="Courier New" panose="02070309020205020404" pitchFamily="49" charset="0"/>
              </a:rPr>
              <a:t>""“  docstring this </a:t>
            </a:r>
            <a:r>
              <a:rPr lang="en-US" sz="4800" dirty="0">
                <a:latin typeface="Courier New" panose="02070309020205020404" pitchFamily="49" charset="0"/>
                <a:cs typeface="Courier New" panose="02070309020205020404" pitchFamily="49" charset="0"/>
              </a:rPr>
              <a:t>function writes hello  """</a:t>
            </a:r>
          </a:p>
          <a:p>
            <a:pPr marL="0" indent="0">
              <a:buNone/>
            </a:pPr>
            <a:r>
              <a:rPr lang="en-US" sz="4800" dirty="0">
                <a:latin typeface="Courier New" panose="02070309020205020404" pitchFamily="49" charset="0"/>
                <a:cs typeface="Courier New" panose="02070309020205020404" pitchFamily="49" charset="0"/>
              </a:rPr>
              <a:t>    print('Hello')</a:t>
            </a:r>
          </a:p>
          <a:p>
            <a:pPr marL="0" indent="0">
              <a:buNone/>
            </a:pPr>
            <a:r>
              <a:rPr lang="en-US" sz="4800" dirty="0">
                <a:latin typeface="Courier New" panose="02070309020205020404" pitchFamily="49" charset="0"/>
                <a:cs typeface="Courier New" panose="02070309020205020404" pitchFamily="49" charset="0"/>
              </a:rPr>
              <a:t>def my_func_2(a, b):</a:t>
            </a:r>
          </a:p>
          <a:p>
            <a:pPr marL="0" indent="0">
              <a:buNone/>
            </a:pPr>
            <a:r>
              <a:rPr lang="en-US" sz="4800" dirty="0">
                <a:latin typeface="Courier New" panose="02070309020205020404" pitchFamily="49" charset="0"/>
                <a:cs typeface="Courier New" panose="02070309020205020404" pitchFamily="49" charset="0"/>
              </a:rPr>
              <a:t>    """    parameters:</a:t>
            </a:r>
          </a:p>
          <a:p>
            <a:pPr marL="0" indent="0">
              <a:buNone/>
            </a:pPr>
            <a:r>
              <a:rPr lang="en-US" sz="4800" dirty="0">
                <a:latin typeface="Courier New" panose="02070309020205020404" pitchFamily="49" charset="0"/>
                <a:cs typeface="Courier New" panose="02070309020205020404" pitchFamily="49" charset="0"/>
              </a:rPr>
              <a:t>        a: first part of mathematical </a:t>
            </a:r>
            <a:r>
              <a:rPr lang="en-US" sz="4800" dirty="0" err="1">
                <a:latin typeface="Courier New" panose="02070309020205020404" pitchFamily="49" charset="0"/>
                <a:cs typeface="Courier New" panose="02070309020205020404" pitchFamily="49" charset="0"/>
              </a:rPr>
              <a:t>manip</a:t>
            </a:r>
            <a:endParaRPr lang="en-US" sz="4800" dirty="0">
              <a:latin typeface="Courier New" panose="02070309020205020404" pitchFamily="49" charset="0"/>
              <a:cs typeface="Courier New" panose="02070309020205020404" pitchFamily="49" charset="0"/>
            </a:endParaRPr>
          </a:p>
          <a:p>
            <a:pPr marL="0" indent="0">
              <a:buNone/>
            </a:pPr>
            <a:r>
              <a:rPr lang="en-US" sz="4800" dirty="0">
                <a:latin typeface="Courier New" panose="02070309020205020404" pitchFamily="49" charset="0"/>
                <a:cs typeface="Courier New" panose="02070309020205020404" pitchFamily="49" charset="0"/>
              </a:rPr>
              <a:t>        b: second part in mathematical </a:t>
            </a:r>
            <a:r>
              <a:rPr lang="en-US" sz="4800" dirty="0" err="1">
                <a:latin typeface="Courier New" panose="02070309020205020404" pitchFamily="49" charset="0"/>
                <a:cs typeface="Courier New" panose="02070309020205020404" pitchFamily="49" charset="0"/>
              </a:rPr>
              <a:t>manip</a:t>
            </a:r>
            <a:endParaRPr lang="en-US" sz="4800" dirty="0">
              <a:latin typeface="Courier New" panose="02070309020205020404" pitchFamily="49" charset="0"/>
              <a:cs typeface="Courier New" panose="02070309020205020404" pitchFamily="49" charset="0"/>
            </a:endParaRPr>
          </a:p>
          <a:p>
            <a:pPr marL="0" indent="0">
              <a:buNone/>
            </a:pPr>
            <a:r>
              <a:rPr lang="en-US" sz="4800" dirty="0">
                <a:latin typeface="Courier New" panose="02070309020205020404" pitchFamily="49" charset="0"/>
                <a:cs typeface="Courier New" panose="02070309020205020404" pitchFamily="49" charset="0"/>
              </a:rPr>
              <a:t>    """</a:t>
            </a:r>
          </a:p>
          <a:p>
            <a:pPr marL="0" indent="0">
              <a:buNone/>
            </a:pPr>
            <a:r>
              <a:rPr lang="en-US" sz="4800" dirty="0">
                <a:latin typeface="Courier New" panose="02070309020205020404" pitchFamily="49" charset="0"/>
                <a:cs typeface="Courier New" panose="02070309020205020404" pitchFamily="49" charset="0"/>
              </a:rPr>
              <a:t>    res = a + b</a:t>
            </a:r>
          </a:p>
          <a:p>
            <a:pPr marL="0" indent="0">
              <a:buNone/>
            </a:pPr>
            <a:r>
              <a:rPr lang="en-US" sz="4800" dirty="0">
                <a:latin typeface="Courier New" panose="02070309020205020404" pitchFamily="49" charset="0"/>
                <a:cs typeface="Courier New" panose="02070309020205020404" pitchFamily="49" charset="0"/>
              </a:rPr>
              <a:t>    return (res)</a:t>
            </a:r>
          </a:p>
          <a:p>
            <a:pPr marL="0" indent="0">
              <a:buNone/>
            </a:pPr>
            <a:r>
              <a:rPr lang="en-US" sz="4800" dirty="0">
                <a:latin typeface="Courier New" panose="02070309020205020404" pitchFamily="49" charset="0"/>
                <a:cs typeface="Courier New" panose="02070309020205020404" pitchFamily="49" charset="0"/>
              </a:rPr>
              <a:t>def my_func_3(a, b):</a:t>
            </a:r>
          </a:p>
          <a:p>
            <a:pPr marL="0" indent="0">
              <a:buNone/>
            </a:pPr>
            <a:r>
              <a:rPr lang="en-US" sz="4800" dirty="0">
                <a:latin typeface="Courier New" panose="02070309020205020404" pitchFamily="49" charset="0"/>
                <a:cs typeface="Courier New" panose="02070309020205020404" pitchFamily="49" charset="0"/>
              </a:rPr>
              <a:t>    """</a:t>
            </a:r>
          </a:p>
          <a:p>
            <a:pPr marL="0" indent="0">
              <a:buNone/>
            </a:pPr>
            <a:r>
              <a:rPr lang="en-US" sz="4800" dirty="0">
                <a:latin typeface="Courier New" panose="02070309020205020404" pitchFamily="49" charset="0"/>
                <a:cs typeface="Courier New" panose="02070309020205020404" pitchFamily="49" charset="0"/>
              </a:rPr>
              <a:t>    parameters:</a:t>
            </a:r>
          </a:p>
          <a:p>
            <a:pPr marL="0" indent="0">
              <a:buNone/>
            </a:pPr>
            <a:r>
              <a:rPr lang="en-US" sz="4800" dirty="0">
                <a:latin typeface="Courier New" panose="02070309020205020404" pitchFamily="49" charset="0"/>
                <a:cs typeface="Courier New" panose="02070309020205020404" pitchFamily="49" charset="0"/>
              </a:rPr>
              <a:t>        a: first part of mathematical </a:t>
            </a:r>
            <a:r>
              <a:rPr lang="en-US" sz="4800" dirty="0" err="1">
                <a:latin typeface="Courier New" panose="02070309020205020404" pitchFamily="49" charset="0"/>
                <a:cs typeface="Courier New" panose="02070309020205020404" pitchFamily="49" charset="0"/>
              </a:rPr>
              <a:t>manip</a:t>
            </a:r>
            <a:endParaRPr lang="en-US" sz="4800" dirty="0">
              <a:latin typeface="Courier New" panose="02070309020205020404" pitchFamily="49" charset="0"/>
              <a:cs typeface="Courier New" panose="02070309020205020404" pitchFamily="49" charset="0"/>
            </a:endParaRPr>
          </a:p>
          <a:p>
            <a:pPr marL="0" indent="0">
              <a:buNone/>
            </a:pPr>
            <a:r>
              <a:rPr lang="en-US" sz="4800" dirty="0">
                <a:latin typeface="Courier New" panose="02070309020205020404" pitchFamily="49" charset="0"/>
                <a:cs typeface="Courier New" panose="02070309020205020404" pitchFamily="49" charset="0"/>
              </a:rPr>
              <a:t>        b: second part in mathematical </a:t>
            </a:r>
            <a:r>
              <a:rPr lang="en-US" sz="4800" dirty="0" err="1">
                <a:latin typeface="Courier New" panose="02070309020205020404" pitchFamily="49" charset="0"/>
                <a:cs typeface="Courier New" panose="02070309020205020404" pitchFamily="49" charset="0"/>
              </a:rPr>
              <a:t>manip</a:t>
            </a:r>
            <a:endParaRPr lang="en-US" sz="4800" dirty="0">
              <a:latin typeface="Courier New" panose="02070309020205020404" pitchFamily="49" charset="0"/>
              <a:cs typeface="Courier New" panose="02070309020205020404" pitchFamily="49" charset="0"/>
            </a:endParaRPr>
          </a:p>
          <a:p>
            <a:pPr marL="0" indent="0">
              <a:buNone/>
            </a:pPr>
            <a:r>
              <a:rPr lang="en-US" sz="4800" dirty="0">
                <a:latin typeface="Courier New" panose="02070309020205020404" pitchFamily="49" charset="0"/>
                <a:cs typeface="Courier New" panose="02070309020205020404" pitchFamily="49" charset="0"/>
              </a:rPr>
              <a:t>    """</a:t>
            </a:r>
          </a:p>
          <a:p>
            <a:pPr marL="0" indent="0">
              <a:buNone/>
            </a:pPr>
            <a:r>
              <a:rPr lang="en-US" sz="4800" dirty="0">
                <a:latin typeface="Courier New" panose="02070309020205020404" pitchFamily="49" charset="0"/>
                <a:cs typeface="Courier New" panose="02070309020205020404" pitchFamily="49" charset="0"/>
              </a:rPr>
              <a:t>    res1 = a + b</a:t>
            </a:r>
          </a:p>
          <a:p>
            <a:pPr marL="0" indent="0">
              <a:buNone/>
            </a:pPr>
            <a:r>
              <a:rPr lang="en-US" sz="4800" dirty="0">
                <a:latin typeface="Courier New" panose="02070309020205020404" pitchFamily="49" charset="0"/>
                <a:cs typeface="Courier New" panose="02070309020205020404" pitchFamily="49" charset="0"/>
              </a:rPr>
              <a:t>    res2 = a - b</a:t>
            </a:r>
          </a:p>
          <a:p>
            <a:pPr marL="0" indent="0">
              <a:buNone/>
            </a:pPr>
            <a:r>
              <a:rPr lang="en-US" sz="4800" dirty="0">
                <a:latin typeface="Courier New" panose="02070309020205020404" pitchFamily="49" charset="0"/>
                <a:cs typeface="Courier New" panose="02070309020205020404" pitchFamily="49" charset="0"/>
              </a:rPr>
              <a:t>    return (res1, res2)</a:t>
            </a:r>
          </a:p>
          <a:p>
            <a:pPr marL="0" indent="0">
              <a:buNone/>
            </a:pPr>
            <a:endParaRPr lang="en-US" dirty="0">
              <a:latin typeface="Courier New" panose="02070309020205020404" pitchFamily="49" charset="0"/>
              <a:cs typeface="Courier New" panose="02070309020205020404" pitchFamily="49" charset="0"/>
            </a:endParaRPr>
          </a:p>
        </p:txBody>
      </p:sp>
      <p:sp>
        <p:nvSpPr>
          <p:cNvPr id="5" name="Content Placeholder 4">
            <a:extLst>
              <a:ext uri="{FF2B5EF4-FFF2-40B4-BE49-F238E27FC236}">
                <a16:creationId xmlns:a16="http://schemas.microsoft.com/office/drawing/2014/main" id="{DD5796B2-E023-4D1F-A732-9858EF883FA0}"/>
              </a:ext>
            </a:extLst>
          </p:cNvPr>
          <p:cNvSpPr>
            <a:spLocks noGrp="1"/>
          </p:cNvSpPr>
          <p:nvPr>
            <p:ph sz="half" idx="2"/>
          </p:nvPr>
        </p:nvSpPr>
        <p:spPr/>
        <p:txBody>
          <a:bodyPr>
            <a:noAutofit/>
          </a:bodyPr>
          <a:lstStyle/>
          <a:p>
            <a:pPr marL="0" indent="0">
              <a:buNone/>
            </a:pPr>
            <a:r>
              <a:rPr lang="en-US" sz="2000" dirty="0">
                <a:latin typeface="Courier New" panose="02070309020205020404" pitchFamily="49" charset="0"/>
                <a:cs typeface="Courier New" panose="02070309020205020404" pitchFamily="49" charset="0"/>
              </a:rPr>
              <a:t># main part, calling the functions</a:t>
            </a:r>
          </a:p>
          <a:p>
            <a:pPr marL="0" indent="0">
              <a:buNone/>
            </a:pPr>
            <a:r>
              <a:rPr lang="en-US" sz="2000" dirty="0">
                <a:latin typeface="Courier New" panose="02070309020205020404" pitchFamily="49" charset="0"/>
                <a:cs typeface="Courier New" panose="02070309020205020404" pitchFamily="49" charset="0"/>
              </a:rPr>
              <a:t>my_func_1()</a:t>
            </a:r>
          </a:p>
          <a:p>
            <a:pPr marL="0" indent="0">
              <a:buNone/>
            </a:pPr>
            <a:r>
              <a:rPr lang="en-US" sz="2000" dirty="0">
                <a:latin typeface="Courier New" panose="02070309020205020404" pitchFamily="49" charset="0"/>
                <a:cs typeface="Courier New" panose="02070309020205020404" pitchFamily="49" charset="0"/>
              </a:rPr>
              <a:t>    </a:t>
            </a:r>
          </a:p>
          <a:p>
            <a:pPr marL="0" indent="0">
              <a:buNone/>
            </a:pPr>
            <a:r>
              <a:rPr lang="en-US" sz="2000" dirty="0">
                <a:latin typeface="Courier New" panose="02070309020205020404" pitchFamily="49" charset="0"/>
                <a:cs typeface="Courier New" panose="02070309020205020404" pitchFamily="49" charset="0"/>
              </a:rPr>
              <a:t>my_func_2(5,6) # effect?</a:t>
            </a:r>
          </a:p>
          <a:p>
            <a:pPr marL="0" indent="0">
              <a:buNone/>
            </a:pPr>
            <a:r>
              <a:rPr lang="en-US" sz="2000" dirty="0">
                <a:latin typeface="Courier New" panose="02070309020205020404" pitchFamily="49" charset="0"/>
                <a:cs typeface="Courier New" panose="02070309020205020404" pitchFamily="49" charset="0"/>
              </a:rPr>
              <a:t>a = my_func_2(5,6)</a:t>
            </a:r>
          </a:p>
          <a:p>
            <a:pPr marL="0" indent="0">
              <a:buNone/>
            </a:pPr>
            <a:r>
              <a:rPr lang="en-US" sz="2000" dirty="0">
                <a:latin typeface="Courier New" panose="02070309020205020404" pitchFamily="49" charset="0"/>
                <a:cs typeface="Courier New" panose="02070309020205020404" pitchFamily="49" charset="0"/>
              </a:rPr>
              <a:t>print(type(a))</a:t>
            </a:r>
          </a:p>
          <a:p>
            <a:pPr marL="0" indent="0">
              <a:buNone/>
            </a:pPr>
            <a:r>
              <a:rPr lang="en-US" sz="2000" dirty="0">
                <a:latin typeface="Courier New" panose="02070309020205020404" pitchFamily="49" charset="0"/>
                <a:cs typeface="Courier New" panose="02070309020205020404" pitchFamily="49" charset="0"/>
              </a:rPr>
              <a:t>print(a)</a:t>
            </a:r>
          </a:p>
          <a:p>
            <a:pPr marL="0" indent="0">
              <a:buNone/>
            </a:pPr>
            <a:endParaRPr lang="en-US" sz="2000" dirty="0">
              <a:latin typeface="Courier New" panose="02070309020205020404" pitchFamily="49" charset="0"/>
              <a:cs typeface="Courier New" panose="02070309020205020404" pitchFamily="49" charset="0"/>
            </a:endParaRPr>
          </a:p>
          <a:p>
            <a:pPr marL="0" indent="0">
              <a:buNone/>
            </a:pPr>
            <a:r>
              <a:rPr lang="en-US" sz="2000" dirty="0">
                <a:latin typeface="Courier New" panose="02070309020205020404" pitchFamily="49" charset="0"/>
                <a:cs typeface="Courier New" panose="02070309020205020404" pitchFamily="49" charset="0"/>
              </a:rPr>
              <a:t>b = my_func_3(5,6)</a:t>
            </a:r>
          </a:p>
          <a:p>
            <a:pPr marL="0" indent="0">
              <a:buNone/>
            </a:pPr>
            <a:r>
              <a:rPr lang="en-US" sz="2000" dirty="0">
                <a:latin typeface="Courier New" panose="02070309020205020404" pitchFamily="49" charset="0"/>
                <a:cs typeface="Courier New" panose="02070309020205020404" pitchFamily="49" charset="0"/>
              </a:rPr>
              <a:t>print(type(b))</a:t>
            </a:r>
          </a:p>
          <a:p>
            <a:pPr marL="0" indent="0">
              <a:buNone/>
            </a:pPr>
            <a:r>
              <a:rPr lang="en-US" sz="2000" dirty="0">
                <a:latin typeface="Courier New" panose="02070309020205020404" pitchFamily="49" charset="0"/>
                <a:cs typeface="Courier New" panose="02070309020205020404" pitchFamily="49" charset="0"/>
              </a:rPr>
              <a:t>print(b)</a:t>
            </a:r>
          </a:p>
        </p:txBody>
      </p:sp>
    </p:spTree>
    <p:extLst>
      <p:ext uri="{BB962C8B-B14F-4D97-AF65-F5344CB8AC3E}">
        <p14:creationId xmlns:p14="http://schemas.microsoft.com/office/powerpoint/2010/main" val="363818984"/>
      </p:ext>
    </p:extLst>
  </p:cSld>
  <p:clrMapOvr>
    <a:masterClrMapping/>
  </p:clrMapOvr>
  <mc:AlternateContent xmlns:mc="http://schemas.openxmlformats.org/markup-compatibility/2006" xmlns:p14="http://schemas.microsoft.com/office/powerpoint/2010/main">
    <mc:Choice Requires="p14">
      <p:transition spd="slow" p14:dur="2000" advTm="165922"/>
    </mc:Choice>
    <mc:Fallback xmlns="">
      <p:transition spd="slow" advTm="165922"/>
    </mc:Fallback>
  </mc:AlternateContent>
  <p:extLst>
    <p:ext uri="{3A86A75C-4F4B-4683-9AE1-C65F6400EC91}">
      <p14:laserTraceLst xmlns:p14="http://schemas.microsoft.com/office/powerpoint/2010/main">
        <p14:tracePtLst>
          <p14:tracePt t="9971" x="1955800" y="1822450"/>
          <p14:tracePt t="9977" x="1949450" y="1822450"/>
          <p14:tracePt t="9985" x="1936750" y="1816100"/>
          <p14:tracePt t="9999" x="1930400" y="1803400"/>
          <p14:tracePt t="10015" x="1917700" y="1803400"/>
          <p14:tracePt t="10032" x="1892300" y="1790700"/>
          <p14:tracePt t="10048" x="1885950" y="1790700"/>
          <p14:tracePt t="10065" x="1879600" y="1790700"/>
          <p14:tracePt t="10082" x="1860550" y="1790700"/>
          <p14:tracePt t="10098" x="1841500" y="1790700"/>
          <p14:tracePt t="10115" x="1797050" y="1790700"/>
          <p14:tracePt t="10132" x="1765300" y="1797050"/>
          <p14:tracePt t="10148" x="1720850" y="1803400"/>
          <p14:tracePt t="10165" x="1651000" y="1809750"/>
          <p14:tracePt t="10181" x="1600200" y="1809750"/>
          <p14:tracePt t="10185" x="1530350" y="1809750"/>
          <p14:tracePt t="10198" x="1504950" y="1809750"/>
          <p14:tracePt t="10214" x="1454150" y="1809750"/>
          <p14:tracePt t="10217" x="1384300" y="1809750"/>
          <p14:tracePt t="10231" x="1358900" y="1809750"/>
          <p14:tracePt t="10248" x="1314450" y="1809750"/>
          <p14:tracePt t="10251" x="1295400" y="1809750"/>
          <p14:tracePt t="10265" x="1244600" y="1809750"/>
          <p14:tracePt t="10281" x="1219200" y="1809750"/>
          <p14:tracePt t="10299" x="1193800" y="1809750"/>
          <p14:tracePt t="10315" x="1181100" y="1809750"/>
          <p14:tracePt t="10331" x="1168400" y="1809750"/>
          <p14:tracePt t="10348" x="1143000" y="1816100"/>
          <p14:tracePt t="10365" x="1130300" y="1816100"/>
          <p14:tracePt t="10381" x="1104900" y="1828800"/>
          <p14:tracePt t="10398" x="1085850" y="1835150"/>
          <p14:tracePt t="10415" x="1054100" y="1835150"/>
          <p14:tracePt t="10419" x="1035050" y="1841500"/>
          <p14:tracePt t="10431" x="1035050" y="1847850"/>
          <p14:tracePt t="10448" x="1009650" y="1854200"/>
          <p14:tracePt t="10452" x="984250" y="1860550"/>
          <p14:tracePt t="10464" x="971550" y="1860550"/>
          <p14:tracePt t="10481" x="946150" y="1873250"/>
          <p14:tracePt t="10484" x="927100" y="1885950"/>
          <p14:tracePt t="10504" x="920750" y="1892300"/>
          <p14:tracePt t="10515" x="908050" y="1898650"/>
          <p14:tracePt t="10532" x="901700" y="1905000"/>
          <p14:tracePt t="10548" x="901700" y="1917700"/>
          <p14:tracePt t="10565" x="895350" y="1917700"/>
          <p14:tracePt t="10581" x="889000" y="1930400"/>
          <p14:tracePt t="10598" x="889000" y="1936750"/>
          <p14:tracePt t="10615" x="882650" y="1943100"/>
          <p14:tracePt t="10631" x="876300" y="1955800"/>
          <p14:tracePt t="10648" x="863600" y="1981200"/>
          <p14:tracePt t="10665" x="850900" y="2006600"/>
          <p14:tracePt t="10681" x="838200" y="2025650"/>
          <p14:tracePt t="10686" x="825500" y="2057400"/>
          <p14:tracePt t="10698" x="819150" y="2063750"/>
          <p14:tracePt t="10715" x="812800" y="2082800"/>
          <p14:tracePt t="10719" x="812800" y="2089150"/>
          <p14:tracePt t="10731" x="806450" y="2095500"/>
          <p14:tracePt t="10748" x="806450" y="2114550"/>
          <p14:tracePt t="10765" x="800100" y="2127250"/>
          <p14:tracePt t="10781" x="800100" y="2133600"/>
          <p14:tracePt t="10800" x="800100" y="2146300"/>
          <p14:tracePt t="10815" x="806450" y="2159000"/>
          <p14:tracePt t="10832" x="812800" y="2178050"/>
          <p14:tracePt t="10848" x="819150" y="2190750"/>
          <p14:tracePt t="10866" x="825500" y="2203450"/>
          <p14:tracePt t="10881" x="844550" y="2216150"/>
          <p14:tracePt t="10899" x="850900" y="2222500"/>
          <p14:tracePt t="10903" x="850900" y="2228850"/>
          <p14:tracePt t="10915" x="857250" y="2235200"/>
          <p14:tracePt t="10933" x="869950" y="2241550"/>
          <p14:tracePt t="10937" x="882650" y="2241550"/>
          <p14:tracePt t="10948" x="889000" y="2247900"/>
          <p14:tracePt t="10966" x="914400" y="2260600"/>
          <p14:tracePt t="10970" x="927100" y="2260600"/>
          <p14:tracePt t="10982" x="939800" y="2266950"/>
          <p14:tracePt t="10998" x="971550" y="2279650"/>
          <p14:tracePt t="11001" x="990600" y="2292350"/>
          <p14:tracePt t="11015" x="1028700" y="2311400"/>
          <p14:tracePt t="11032" x="1079500" y="2336800"/>
          <p14:tracePt t="11048" x="1130300" y="2349500"/>
          <p14:tracePt t="11065" x="1143000" y="2355850"/>
          <p14:tracePt t="11081" x="1181100" y="2368550"/>
          <p14:tracePt t="11098" x="1219200" y="2387600"/>
          <p14:tracePt t="11115" x="1263650" y="2393950"/>
          <p14:tracePt t="11131" x="1295400" y="2406650"/>
          <p14:tracePt t="11148" x="1314450" y="2406650"/>
          <p14:tracePt t="11165" x="1339850" y="2419350"/>
          <p14:tracePt t="11182" x="1371600" y="2425700"/>
          <p14:tracePt t="11198" x="1390650" y="2438400"/>
          <p14:tracePt t="11201" x="1403350" y="2438400"/>
          <p14:tracePt t="11217" x="1416050" y="2444750"/>
          <p14:tracePt t="11232" x="1428750" y="2444750"/>
          <p14:tracePt t="11236" x="1441450" y="2444750"/>
          <p14:tracePt t="11248" x="1460500" y="2444750"/>
          <p14:tracePt t="11265" x="1511300" y="2457450"/>
          <p14:tracePt t="11281" x="1543050" y="2463800"/>
          <p14:tracePt t="11298" x="1562100" y="2463800"/>
          <p14:tracePt t="11315" x="1593850" y="2476500"/>
          <p14:tracePt t="11331" x="1612900" y="2476500"/>
          <p14:tracePt t="11348" x="1638300" y="2482850"/>
          <p14:tracePt t="11365" x="1670050" y="2495550"/>
          <p14:tracePt t="11370" x="1682750" y="2495550"/>
          <p14:tracePt t="11382" x="1701800" y="2495550"/>
          <p14:tracePt t="11398" x="1739900" y="2501900"/>
          <p14:tracePt t="11404" x="1765300" y="2508250"/>
          <p14:tracePt t="11415" x="1784350" y="2508250"/>
          <p14:tracePt t="11431" x="1828800" y="2514600"/>
          <p14:tracePt t="11435" x="1847850" y="2514600"/>
          <p14:tracePt t="11448" x="1866900" y="2514600"/>
          <p14:tracePt t="11465" x="1892300" y="2514600"/>
          <p14:tracePt t="11481" x="1898650" y="2514600"/>
          <p14:tracePt t="11663" x="0" y="0"/>
        </p14:tracePtLst>
        <p14:tracePtLst>
          <p14:tracePt t="12030" x="1644650" y="2463800"/>
          <p14:tracePt t="12048" x="1600200" y="2457450"/>
          <p14:tracePt t="12065" x="1562100" y="2457450"/>
          <p14:tracePt t="12068" x="1549400" y="2457450"/>
          <p14:tracePt t="12082" x="1511300" y="2457450"/>
          <p14:tracePt t="12098" x="1485900" y="2457450"/>
          <p14:tracePt t="12102" x="1460500" y="2457450"/>
          <p14:tracePt t="12116" x="1435100" y="2457450"/>
          <p14:tracePt t="12131" x="1416050" y="2463800"/>
          <p14:tracePt t="12148" x="1397000" y="2476500"/>
          <p14:tracePt t="12165" x="1384300" y="2476500"/>
          <p14:tracePt t="12181" x="1358900" y="2495550"/>
          <p14:tracePt t="12198" x="1327150" y="2520950"/>
          <p14:tracePt t="12215" x="1289050" y="2540000"/>
          <p14:tracePt t="12232" x="1225550" y="2590800"/>
          <p14:tracePt t="12248" x="1143000" y="2641600"/>
          <p14:tracePt t="12265" x="1092200" y="2667000"/>
          <p14:tracePt t="12281" x="1047750" y="2692400"/>
          <p14:tracePt t="12298" x="1016000" y="2705100"/>
          <p14:tracePt t="12301" x="1003300" y="2717800"/>
          <p14:tracePt t="12315" x="990600" y="2724150"/>
          <p14:tracePt t="12332" x="984250" y="2730500"/>
          <p14:tracePt t="12336" x="977900" y="2730500"/>
          <p14:tracePt t="12348" x="971550" y="2743200"/>
          <p14:tracePt t="12365" x="946150" y="2768600"/>
          <p14:tracePt t="12381" x="914400" y="2806700"/>
          <p14:tracePt t="12398" x="869950" y="2857500"/>
          <p14:tracePt t="12415" x="850900" y="2882900"/>
          <p14:tracePt t="12432" x="825500" y="2914650"/>
          <p14:tracePt t="12448" x="806450" y="2940050"/>
          <p14:tracePt t="12465" x="800100" y="2952750"/>
          <p14:tracePt t="12481" x="793750" y="2965450"/>
          <p14:tracePt t="12498" x="793750" y="2971800"/>
          <p14:tracePt t="12516" x="793750" y="2984500"/>
          <p14:tracePt t="12531" x="793750" y="2990850"/>
          <p14:tracePt t="12550" x="793750" y="3022600"/>
          <p14:tracePt t="12553" x="800100" y="3035300"/>
          <p14:tracePt t="12565" x="806450" y="3048000"/>
          <p14:tracePt t="12585" x="831850" y="3105150"/>
          <p14:tracePt t="12598" x="831850" y="3117850"/>
          <p14:tracePt t="12616" x="857250" y="3149600"/>
          <p14:tracePt t="12631" x="863600" y="3168650"/>
          <p14:tracePt t="12649" x="882650" y="3194050"/>
          <p14:tracePt t="12665" x="889000" y="3213100"/>
          <p14:tracePt t="12681" x="908050" y="3225800"/>
          <p14:tracePt t="12698" x="927100" y="3257550"/>
          <p14:tracePt t="12716" x="952500" y="3282950"/>
          <p14:tracePt t="12732" x="977900" y="3308350"/>
          <p14:tracePt t="12748" x="1028700" y="3352800"/>
          <p14:tracePt t="12753" x="1041400" y="3359150"/>
          <p14:tracePt t="12765" x="1047750" y="3365500"/>
          <p14:tracePt t="12782" x="1060450" y="3378200"/>
          <p14:tracePt t="12786" x="1073150" y="3384550"/>
          <p14:tracePt t="12798" x="1079500" y="3384550"/>
          <p14:tracePt t="12815" x="1092200" y="3390900"/>
          <p14:tracePt t="12831" x="1098550" y="3397250"/>
          <p14:tracePt t="12848" x="1111250" y="3409950"/>
          <p14:tracePt t="12852" x="1117600" y="3409950"/>
          <p14:tracePt t="12865" x="1130300" y="3422650"/>
          <p14:tracePt t="12882" x="1143000" y="3429000"/>
          <p14:tracePt t="12898" x="1155700" y="3441700"/>
          <p14:tracePt t="12915" x="1174750" y="3454400"/>
          <p14:tracePt t="12931" x="1200150" y="3467100"/>
          <p14:tracePt t="12948" x="1212850" y="3479800"/>
          <p14:tracePt t="12964" x="1231900" y="3492500"/>
          <p14:tracePt t="12981" x="1244600" y="3505200"/>
          <p14:tracePt t="12998" x="1257300" y="3524250"/>
          <p14:tracePt t="13015" x="1276350" y="3543300"/>
          <p14:tracePt t="13021" x="1282700" y="3549650"/>
          <p14:tracePt t="13037" x="1295400" y="3562350"/>
          <p14:tracePt t="13048" x="1314450" y="3575050"/>
          <p14:tracePt t="13051" x="1327150" y="3581400"/>
          <p14:tracePt t="13065" x="1339850" y="3587750"/>
          <p14:tracePt t="13081" x="1365250" y="3600450"/>
          <p14:tracePt t="13084" x="1371600" y="3606800"/>
          <p14:tracePt t="13098" x="1390650" y="3613150"/>
          <p14:tracePt t="13115" x="1409700" y="3632200"/>
          <p14:tracePt t="13132" x="1454150" y="3663950"/>
          <p14:tracePt t="13148" x="1485900" y="3676650"/>
          <p14:tracePt t="13165" x="1536700" y="3695700"/>
          <p14:tracePt t="13182" x="1562100" y="3708400"/>
          <p14:tracePt t="13198" x="1593850" y="3721100"/>
          <p14:tracePt t="13215" x="1606550" y="3727450"/>
          <p14:tracePt t="13232" x="1612900" y="3727450"/>
          <p14:tracePt t="13265" x="1619250" y="3733800"/>
          <p14:tracePt t="13505" x="0" y="0"/>
        </p14:tracePtLst>
        <p14:tracePtLst>
          <p14:tracePt t="13964" x="1168400" y="3956050"/>
          <p14:tracePt t="13971" x="1162050" y="3956050"/>
          <p14:tracePt t="13982" x="1149350" y="3956050"/>
          <p14:tracePt t="13998" x="1130300" y="3956050"/>
          <p14:tracePt t="14003" x="1098550" y="3956050"/>
          <p14:tracePt t="14015" x="1085850" y="3956050"/>
          <p14:tracePt t="14032" x="1003300" y="3981450"/>
          <p14:tracePt t="14038" x="984250" y="3987800"/>
          <p14:tracePt t="14048" x="939800" y="4006850"/>
          <p14:tracePt t="14065" x="869950" y="4025900"/>
          <p14:tracePt t="14070" x="838200" y="4038600"/>
          <p14:tracePt t="14081" x="825500" y="4038600"/>
          <p14:tracePt t="14098" x="800100" y="4051300"/>
          <p14:tracePt t="14103" x="787400" y="4051300"/>
          <p14:tracePt t="14115" x="774700" y="4057650"/>
          <p14:tracePt t="14132" x="749300" y="4076700"/>
          <p14:tracePt t="14148" x="730250" y="4089400"/>
          <p14:tracePt t="14167" x="685800" y="4114800"/>
          <p14:tracePt t="14173" x="666750" y="4127500"/>
          <p14:tracePt t="14182" x="609600" y="4152900"/>
          <p14:tracePt t="14199" x="533400" y="4197350"/>
          <p14:tracePt t="14215" x="495300" y="4216400"/>
          <p14:tracePt t="14232" x="457200" y="4235450"/>
          <p14:tracePt t="14237" x="431800" y="4248150"/>
          <p14:tracePt t="14248" x="425450" y="4260850"/>
          <p14:tracePt t="14265" x="406400" y="4279900"/>
          <p14:tracePt t="14267" x="400050" y="4286250"/>
          <p14:tracePt t="14281" x="393700" y="4298950"/>
          <p14:tracePt t="14298" x="387350" y="4324350"/>
          <p14:tracePt t="14302" x="374650" y="4349750"/>
          <p14:tracePt t="14315" x="374650" y="4362450"/>
          <p14:tracePt t="14331" x="361950" y="4400550"/>
          <p14:tracePt t="14334" x="361950" y="4406900"/>
          <p14:tracePt t="14348" x="355600" y="4451350"/>
          <p14:tracePt t="14365" x="336550" y="4521200"/>
          <p14:tracePt t="14382" x="323850" y="4603750"/>
          <p14:tracePt t="14398" x="323850" y="4699000"/>
          <p14:tracePt t="14415" x="323850" y="4749800"/>
          <p14:tracePt t="14432" x="336550" y="4826000"/>
          <p14:tracePt t="14448" x="349250" y="4876800"/>
          <p14:tracePt t="14465" x="361950" y="4927600"/>
          <p14:tracePt t="14471" x="368300" y="4959350"/>
          <p14:tracePt t="14481" x="368300" y="4972050"/>
          <p14:tracePt t="14498" x="381000" y="5022850"/>
          <p14:tracePt t="14501" x="393700" y="5073650"/>
          <p14:tracePt t="14515" x="400050" y="5092700"/>
          <p14:tracePt t="14532" x="419100" y="5181600"/>
          <p14:tracePt t="14534" x="438150" y="5251450"/>
          <p14:tracePt t="14548" x="444500" y="5276850"/>
          <p14:tracePt t="14565" x="476250" y="5359400"/>
          <p14:tracePt t="14568" x="488950" y="5391150"/>
          <p14:tracePt t="14581" x="508000" y="5441950"/>
          <p14:tracePt t="14598" x="527050" y="5486400"/>
          <p14:tracePt t="14602" x="565150" y="5530850"/>
          <p14:tracePt t="14608" x="571500" y="5556250"/>
          <p14:tracePt t="14615" x="590550" y="5575300"/>
          <p14:tracePt t="14631" x="641350" y="5657850"/>
          <p14:tracePt t="14648" x="711200" y="5759450"/>
          <p14:tracePt t="14665" x="762000" y="5835650"/>
          <p14:tracePt t="14681" x="850900" y="5969000"/>
          <p14:tracePt t="14698" x="908050" y="6038850"/>
          <p14:tracePt t="14704" x="927100" y="6064250"/>
          <p14:tracePt t="14715" x="984250" y="6127750"/>
          <p14:tracePt t="14732" x="1028700" y="6165850"/>
          <p14:tracePt t="14735" x="1079500" y="6216650"/>
          <p14:tracePt t="14748" x="1098550" y="6229350"/>
          <p14:tracePt t="14765" x="1162050" y="6280150"/>
          <p14:tracePt t="14769" x="1206500" y="6311900"/>
          <p14:tracePt t="14782" x="1219200" y="6318250"/>
          <p14:tracePt t="14798" x="1270000" y="6350000"/>
          <p14:tracePt t="14802" x="1289050" y="6356350"/>
          <p14:tracePt t="14815" x="1301750" y="6362700"/>
          <p14:tracePt t="14831" x="1358900" y="6375400"/>
          <p14:tracePt t="14834" x="1377950" y="6375400"/>
          <p14:tracePt t="14848" x="1435100" y="6381750"/>
          <p14:tracePt t="14865" x="1511300" y="6381750"/>
          <p14:tracePt t="14882" x="1543050" y="6375400"/>
          <p14:tracePt t="14898" x="1568450" y="6369050"/>
          <p14:tracePt t="14915" x="1600200" y="6356350"/>
          <p14:tracePt t="14931" x="1606550" y="6356350"/>
          <p14:tracePt t="14948" x="1612900" y="6350000"/>
          <p14:tracePt t="14965" x="1619250" y="6350000"/>
          <p14:tracePt t="14970" x="1619250" y="6343650"/>
          <p14:tracePt t="15164" x="1619250" y="6337300"/>
          <p14:tracePt t="15174" x="1619250" y="6324600"/>
          <p14:tracePt t="15175" x="0" y="0"/>
        </p14:tracePtLst>
        <p14:tracePtLst>
          <p14:tracePt t="16723" x="1238250" y="2025650"/>
          <p14:tracePt t="16728" x="1238250" y="2019300"/>
          <p14:tracePt t="16864" x="1244600" y="2019300"/>
          <p14:tracePt t="16874" x="1250950" y="2019300"/>
          <p14:tracePt t="16889" x="1263650" y="2019300"/>
          <p14:tracePt t="16898" x="1289050" y="2025650"/>
          <p14:tracePt t="16915" x="1333500" y="2025650"/>
          <p14:tracePt t="16932" x="1390650" y="2032000"/>
          <p14:tracePt t="16948" x="1454150" y="2032000"/>
          <p14:tracePt t="16965" x="1524000" y="2032000"/>
          <p14:tracePt t="16982" x="1593850" y="2032000"/>
          <p14:tracePt t="16986" x="1612900" y="2025650"/>
          <p14:tracePt t="16998" x="1631950" y="2025650"/>
          <p14:tracePt t="17015" x="1676400" y="2025650"/>
          <p14:tracePt t="17019" x="1701800" y="2025650"/>
          <p14:tracePt t="17032" x="1708150" y="2025650"/>
          <p14:tracePt t="17048" x="1733550" y="2019300"/>
          <p14:tracePt t="17065" x="1746250" y="2012950"/>
          <p14:tracePt t="17081" x="1752600" y="2012950"/>
          <p14:tracePt t="17098" x="1758950" y="2012950"/>
          <p14:tracePt t="17115" x="1758950" y="2006600"/>
          <p14:tracePt t="17382" x="0" y="0"/>
        </p14:tracePtLst>
        <p14:tracePtLst>
          <p14:tracePt t="17906" x="1174750" y="2667000"/>
          <p14:tracePt t="18028" x="1181100" y="2667000"/>
          <p14:tracePt t="18042" x="1212850" y="2673350"/>
          <p14:tracePt t="18051" x="1244600" y="2686050"/>
          <p14:tracePt t="18065" x="1327150" y="2705100"/>
          <p14:tracePt t="18082" x="1422400" y="2717800"/>
          <p14:tracePt t="18098" x="1555750" y="2724150"/>
          <p14:tracePt t="18115" x="1670050" y="2724150"/>
          <p14:tracePt t="18131" x="1765300" y="2724150"/>
          <p14:tracePt t="18148" x="1835150" y="2724150"/>
          <p14:tracePt t="18165" x="1866900" y="2717800"/>
          <p14:tracePt t="18170" x="1873250" y="2705100"/>
          <p14:tracePt t="18187" x="1879600" y="2698750"/>
          <p14:tracePt t="18202" x="1879600" y="2692400"/>
          <p14:tracePt t="18218" x="1885950" y="2686050"/>
          <p14:tracePt t="18232" x="1885950" y="2679700"/>
          <p14:tracePt t="18453" x="0" y="0"/>
        </p14:tracePtLst>
        <p14:tracePtLst>
          <p14:tracePt t="19161" x="1143000" y="4178300"/>
          <p14:tracePt t="19295" x="1143000" y="4184650"/>
          <p14:tracePt t="19304" x="1162050" y="4191000"/>
          <p14:tracePt t="19315" x="1174750" y="4197350"/>
          <p14:tracePt t="19332" x="1212850" y="4216400"/>
          <p14:tracePt t="19348" x="1289050" y="4241800"/>
          <p14:tracePt t="19351" x="1308100" y="4254500"/>
          <p14:tracePt t="19366" x="1377950" y="4267200"/>
          <p14:tracePt t="19382" x="1422400" y="4279900"/>
          <p14:tracePt t="19385" x="1492250" y="4286250"/>
          <p14:tracePt t="19400" x="1543050" y="4292600"/>
          <p14:tracePt t="19415" x="1619250" y="4292600"/>
          <p14:tracePt t="19431" x="1651000" y="4292600"/>
          <p14:tracePt t="19448" x="1701800" y="4292600"/>
          <p14:tracePt t="19465" x="1727200" y="4292600"/>
          <p14:tracePt t="19482" x="1765300" y="4286250"/>
          <p14:tracePt t="19498" x="1790700" y="4279900"/>
          <p14:tracePt t="19515" x="1816100" y="4273550"/>
          <p14:tracePt t="19532" x="1854200" y="4248150"/>
          <p14:tracePt t="19548" x="1873250" y="4229100"/>
          <p14:tracePt t="19552" x="1873250" y="4222750"/>
          <p14:tracePt t="19565" x="1885950" y="4216400"/>
          <p14:tracePt t="19581" x="1905000" y="4197350"/>
          <p14:tracePt t="19803" x="0" y="0"/>
        </p14:tracePtLst>
        <p14:tracePtLst>
          <p14:tracePt t="21543" x="2032000" y="1778000"/>
          <p14:tracePt t="21620" x="2025650" y="1778000"/>
          <p14:tracePt t="21628" x="2019300" y="1778000"/>
          <p14:tracePt t="21637" x="2012950" y="1778000"/>
          <p14:tracePt t="21649" x="2000250" y="1778000"/>
          <p14:tracePt t="21665" x="1981200" y="1784350"/>
          <p14:tracePt t="21670" x="1962150" y="1784350"/>
          <p14:tracePt t="21682" x="1949450" y="1784350"/>
          <p14:tracePt t="21699" x="1917700" y="1790700"/>
          <p14:tracePt t="21703" x="1911350" y="1797050"/>
          <p14:tracePt t="21716" x="1905000" y="1797050"/>
          <p14:tracePt t="21732" x="1892300" y="1797050"/>
          <p14:tracePt t="21736" x="1885950" y="1797050"/>
          <p14:tracePt t="21748" x="1885950" y="1803400"/>
          <p14:tracePt t="21765" x="1879600" y="1809750"/>
          <p14:tracePt t="21782" x="1873250" y="1816100"/>
          <p14:tracePt t="21798" x="1860550" y="1828800"/>
          <p14:tracePt t="21815" x="1847850" y="1847850"/>
          <p14:tracePt t="21832" x="1835150" y="1860550"/>
          <p14:tracePt t="21838" x="1822450" y="1879600"/>
          <p14:tracePt t="21848" x="1816100" y="1892300"/>
          <p14:tracePt t="21865" x="1790700" y="1917700"/>
          <p14:tracePt t="21870" x="1778000" y="1924050"/>
          <p14:tracePt t="21882" x="1778000" y="1936750"/>
          <p14:tracePt t="21898" x="1771650" y="1943100"/>
          <p14:tracePt t="22000" x="1771650" y="1949450"/>
          <p14:tracePt t="22008" x="1771650" y="1962150"/>
          <p14:tracePt t="22025" x="1771650" y="1974850"/>
          <p14:tracePt t="22033" x="1778000" y="1981200"/>
          <p14:tracePt t="22048" x="1790700" y="1993900"/>
          <p14:tracePt t="22065" x="1809750" y="2012950"/>
          <p14:tracePt t="22082" x="1841500" y="2032000"/>
          <p14:tracePt t="22099" x="1866900" y="2044700"/>
          <p14:tracePt t="22115" x="1892300" y="2051050"/>
          <p14:tracePt t="22132" x="1905000" y="2051050"/>
          <p14:tracePt t="22136" x="1917700" y="2057400"/>
          <p14:tracePt t="22153" x="1924050" y="2057400"/>
          <p14:tracePt t="22165" x="1930400" y="2057400"/>
          <p14:tracePt t="22182" x="1936750" y="2057400"/>
          <p14:tracePt t="22198" x="1949450" y="2063750"/>
          <p14:tracePt t="22205" x="1955800" y="2063750"/>
          <p14:tracePt t="22210" x="1962150" y="2063750"/>
          <p14:tracePt t="22232" x="1974850" y="2063750"/>
          <p14:tracePt t="22235" x="1981200" y="2063750"/>
          <p14:tracePt t="22250" x="2006600" y="2063750"/>
          <p14:tracePt t="22265" x="2019300" y="2063750"/>
          <p14:tracePt t="22281" x="2032000" y="2063750"/>
          <p14:tracePt t="22298" x="2057400" y="2057400"/>
          <p14:tracePt t="22315" x="2070100" y="2044700"/>
          <p14:tracePt t="22332" x="2095500" y="2019300"/>
          <p14:tracePt t="22348" x="2120900" y="1993900"/>
          <p14:tracePt t="22365" x="2139950" y="1962150"/>
          <p14:tracePt t="22370" x="2146300" y="1949450"/>
          <p14:tracePt t="22384" x="2159000" y="1936750"/>
          <p14:tracePt t="22390" x="2165350" y="1924050"/>
          <p14:tracePt t="22398" x="2165350" y="1911350"/>
          <p14:tracePt t="22417" x="2165350" y="1885950"/>
          <p14:tracePt t="22432" x="2165350" y="1866900"/>
          <p14:tracePt t="22450" x="2165350" y="1854200"/>
          <p14:tracePt t="22455" x="2165350" y="1841500"/>
          <p14:tracePt t="22465" x="2165350" y="1835150"/>
          <p14:tracePt t="22483" x="2159000" y="1803400"/>
          <p14:tracePt t="22498" x="2152650" y="1797050"/>
          <p14:tracePt t="22516" x="2120900" y="1771650"/>
          <p14:tracePt t="22532" x="2095500" y="1758950"/>
          <p14:tracePt t="22549" x="2070100" y="1746250"/>
          <p14:tracePt t="22565" x="2044700" y="1739900"/>
          <p14:tracePt t="22582" x="2019300" y="1727200"/>
          <p14:tracePt t="22598" x="1993900" y="1720850"/>
          <p14:tracePt t="22615" x="1981200" y="1720850"/>
          <p14:tracePt t="22620" x="1968500" y="1720850"/>
          <p14:tracePt t="22632" x="1949450" y="1720850"/>
          <p14:tracePt t="22648" x="1936750" y="1720850"/>
          <p14:tracePt t="22653" x="1930400" y="1720850"/>
          <p14:tracePt t="22665" x="1911350" y="1720850"/>
          <p14:tracePt t="22682" x="1898650" y="1727200"/>
          <p14:tracePt t="22685" x="1885950" y="1727200"/>
          <p14:tracePt t="22698" x="1860550" y="1733550"/>
          <p14:tracePt t="22715" x="1847850" y="1746250"/>
          <p14:tracePt t="22718" x="1828800" y="1746250"/>
          <p14:tracePt t="22732" x="1816100" y="1758950"/>
          <p14:tracePt t="22749" x="1784350" y="1778000"/>
          <p14:tracePt t="22766" x="1765300" y="1797050"/>
          <p14:tracePt t="22782" x="1758950" y="1803400"/>
          <p14:tracePt t="22798" x="1758950" y="1816100"/>
          <p14:tracePt t="22815" x="1752600" y="1822450"/>
          <p14:tracePt t="22838" x="1752600" y="1828800"/>
          <p14:tracePt t="22854" x="1752600" y="1835150"/>
          <p14:tracePt t="22871" x="1752600" y="1847850"/>
          <p14:tracePt t="22882" x="1752600" y="1854200"/>
          <p14:tracePt t="22886" x="1752600" y="1860550"/>
          <p14:tracePt t="22898" x="1752600" y="1873250"/>
          <p14:tracePt t="22915" x="1765300" y="1885950"/>
          <p14:tracePt t="22919" x="1771650" y="1892300"/>
          <p14:tracePt t="22931" x="1778000" y="1905000"/>
          <p14:tracePt t="22935" x="1797050" y="1924050"/>
          <p14:tracePt t="22948" x="1797050" y="1930400"/>
          <p14:tracePt t="22951" x="1809750" y="1936750"/>
          <p14:tracePt t="22965" x="1828800" y="1955800"/>
          <p14:tracePt t="22981" x="1854200" y="1974850"/>
          <p14:tracePt t="22983" x="1860550" y="1987550"/>
          <p14:tracePt t="22998" x="1879600" y="2000250"/>
          <p14:tracePt t="23015" x="1911350" y="2019300"/>
          <p14:tracePt t="23031" x="1917700" y="2025650"/>
          <p14:tracePt t="23049" x="1936750" y="2032000"/>
          <p14:tracePt t="23065" x="1949450" y="2038350"/>
          <p14:tracePt t="23082" x="1962150" y="2044700"/>
          <p14:tracePt t="23098" x="1987550" y="2051050"/>
          <p14:tracePt t="23115" x="2006600" y="2063750"/>
          <p14:tracePt t="23120" x="2012950" y="2070100"/>
          <p14:tracePt t="23132" x="2032000" y="2076450"/>
          <p14:tracePt t="23148" x="2051050" y="2082800"/>
          <p14:tracePt t="23152" x="2057400" y="2082800"/>
          <p14:tracePt t="23165" x="2063750" y="2082800"/>
          <p14:tracePt t="23182" x="2076450" y="2089150"/>
          <p14:tracePt t="23185" x="2082800" y="2089150"/>
          <p14:tracePt t="23198" x="2089150" y="2089150"/>
          <p14:tracePt t="23215" x="2095500" y="2089150"/>
          <p14:tracePt t="23232" x="2101850" y="2089150"/>
          <p14:tracePt t="23265" x="2108200" y="2082800"/>
          <p14:tracePt t="23282" x="2108200" y="2070100"/>
          <p14:tracePt t="23298" x="2114550" y="2070100"/>
          <p14:tracePt t="23315" x="2114550" y="2063750"/>
          <p14:tracePt t="23323" x="2114550" y="2057400"/>
          <p14:tracePt t="23348" x="2114550" y="2051050"/>
          <p14:tracePt t="23365" x="2114550" y="2032000"/>
          <p14:tracePt t="23368" x="0" y="0"/>
        </p14:tracePtLst>
        <p14:tracePtLst>
          <p14:tracePt t="31691" x="6394450" y="2012950"/>
          <p14:tracePt t="31695" x="6388100" y="2012950"/>
          <p14:tracePt t="31711" x="6381750" y="2006600"/>
          <p14:tracePt t="31807" x="6375400" y="2006600"/>
          <p14:tracePt t="31815" x="6369050" y="2006600"/>
          <p14:tracePt t="31832" x="6350000" y="2019300"/>
          <p14:tracePt t="31849" x="6330950" y="2038350"/>
          <p14:tracePt t="31866" x="6318250" y="2044700"/>
          <p14:tracePt t="31883" x="6299200" y="2057400"/>
          <p14:tracePt t="31899" x="6292850" y="2063750"/>
          <p14:tracePt t="31904" x="6286500" y="2070100"/>
          <p14:tracePt t="31932" x="6280150" y="2082800"/>
          <p14:tracePt t="31936" x="6267450" y="2095500"/>
          <p14:tracePt t="31948" x="6267450" y="2101850"/>
          <p14:tracePt t="31965" x="6254750" y="2127250"/>
          <p14:tracePt t="31968" x="6248400" y="2139950"/>
          <p14:tracePt t="31982" x="6235700" y="2159000"/>
          <p14:tracePt t="31998" x="6216650" y="2209800"/>
          <p14:tracePt t="32001" x="6197600" y="2247900"/>
          <p14:tracePt t="32015" x="6165850" y="2330450"/>
          <p14:tracePt t="32032" x="6140450" y="2381250"/>
          <p14:tracePt t="32049" x="6115050" y="2457450"/>
          <p14:tracePt t="32065" x="6108700" y="2501900"/>
          <p14:tracePt t="32082" x="6096000" y="2527300"/>
          <p14:tracePt t="32099" x="6096000" y="2565400"/>
          <p14:tracePt t="32115" x="6089650" y="2584450"/>
          <p14:tracePt t="32132" x="6089650" y="2603500"/>
          <p14:tracePt t="32149" x="6083300" y="2628900"/>
          <p14:tracePt t="32165" x="6076950" y="2667000"/>
          <p14:tracePt t="32184" x="6076950" y="2717800"/>
          <p14:tracePt t="32190" x="6076950" y="2730500"/>
          <p14:tracePt t="32198" x="6070600" y="2774950"/>
          <p14:tracePt t="32217" x="6064250" y="2806700"/>
          <p14:tracePt t="32220" x="6057900" y="2844800"/>
          <p14:tracePt t="32232" x="6057900" y="2863850"/>
          <p14:tracePt t="32250" x="6051550" y="2933700"/>
          <p14:tracePt t="32266" x="6051550" y="2990850"/>
          <p14:tracePt t="32284" x="6051550" y="3022600"/>
          <p14:tracePt t="32298" x="6051550" y="3073400"/>
          <p14:tracePt t="32316" x="6051550" y="3105150"/>
          <p14:tracePt t="32332" x="6057900" y="3162300"/>
          <p14:tracePt t="32349" x="6057900" y="3194050"/>
          <p14:tracePt t="32365" x="6064250" y="3263900"/>
          <p14:tracePt t="32382" x="6064250" y="3302000"/>
          <p14:tracePt t="32386" x="6070600" y="3327400"/>
          <p14:tracePt t="32399" x="6070600" y="3352800"/>
          <p14:tracePt t="32415" x="6076950" y="3467100"/>
          <p14:tracePt t="32432" x="6089650" y="3536950"/>
          <p14:tracePt t="32449" x="6102350" y="3600450"/>
          <p14:tracePt t="32453" x="6108700" y="3632200"/>
          <p14:tracePt t="32460" x="6115050" y="3663950"/>
          <p14:tracePt t="32482" x="6134100" y="3759200"/>
          <p14:tracePt t="32485" x="6134100" y="3784600"/>
          <p14:tracePt t="32498" x="6140450" y="3810000"/>
          <p14:tracePt t="32516" x="6146800" y="3892550"/>
          <p14:tracePt t="32532" x="6153150" y="3949700"/>
          <p14:tracePt t="32549" x="6153150" y="3994150"/>
          <p14:tracePt t="32565" x="6159500" y="4032250"/>
          <p14:tracePt t="32582" x="6159500" y="4064000"/>
          <p14:tracePt t="32588" x="6165850" y="4095750"/>
          <p14:tracePt t="32599" x="6165850" y="4108450"/>
          <p14:tracePt t="32615" x="6165850" y="4133850"/>
          <p14:tracePt t="32632" x="6172200" y="4146550"/>
          <p14:tracePt t="32649" x="6172200" y="4159250"/>
          <p14:tracePt t="32665" x="6172200" y="4178300"/>
          <p14:tracePt t="32682" x="6178550" y="4191000"/>
          <p14:tracePt t="32686" x="6178550" y="4197350"/>
          <p14:tracePt t="32703" x="6178550" y="4203700"/>
          <p14:tracePt t="32715" x="6184900" y="4210050"/>
          <p14:tracePt t="32720" x="6191250" y="4216400"/>
          <p14:tracePt t="32732" x="6191250" y="4222750"/>
          <p14:tracePt t="32749" x="6197600" y="4229100"/>
          <p14:tracePt t="32751" x="6203950" y="4235450"/>
          <p14:tracePt t="32768" x="6210300" y="4241800"/>
          <p14:tracePt t="32782" x="6223000" y="4254500"/>
          <p14:tracePt t="32798" x="6248400" y="4273550"/>
          <p14:tracePt t="32815" x="6273800" y="4292600"/>
          <p14:tracePt t="32832" x="6324600" y="4318000"/>
          <p14:tracePt t="32849" x="6381750" y="4337050"/>
          <p14:tracePt t="32854" x="6400800" y="4349750"/>
          <p14:tracePt t="32865" x="6445250" y="4362450"/>
          <p14:tracePt t="32882" x="6508750" y="4387850"/>
          <p14:tracePt t="32886" x="6527800" y="4394200"/>
          <p14:tracePt t="32898" x="6546850" y="4394200"/>
          <p14:tracePt t="32915" x="6584950" y="4406900"/>
          <p14:tracePt t="32921" x="6597650" y="4406900"/>
          <p14:tracePt t="32932" x="6616700" y="4406900"/>
          <p14:tracePt t="32938" x="6623050" y="4406900"/>
          <p14:tracePt t="32948" x="6629400" y="4406900"/>
          <p14:tracePt t="32965" x="6648450" y="4406900"/>
          <p14:tracePt t="32982" x="6667500" y="4406900"/>
          <p14:tracePt t="32988" x="6680200" y="4400550"/>
          <p14:tracePt t="32998" x="6686550" y="4394200"/>
          <p14:tracePt t="33015" x="6750050" y="4368800"/>
          <p14:tracePt t="33032" x="6781800" y="4356100"/>
          <p14:tracePt t="33048" x="6813550" y="4349750"/>
          <p14:tracePt t="33065" x="6877050" y="4330700"/>
          <p14:tracePt t="33082" x="6908800" y="4330700"/>
          <p14:tracePt t="33099" x="6940550" y="4311650"/>
          <p14:tracePt t="33115" x="6985000" y="4292600"/>
          <p14:tracePt t="33120" x="7035800" y="4267200"/>
          <p14:tracePt t="33132" x="7061200" y="4254500"/>
          <p14:tracePt t="33149" x="7112000" y="4229100"/>
          <p14:tracePt t="33152" x="7124700" y="4210050"/>
          <p14:tracePt t="33165" x="7143750" y="4203700"/>
          <p14:tracePt t="33182" x="7188200" y="4178300"/>
          <p14:tracePt t="33186" x="7200900" y="4165600"/>
          <p14:tracePt t="33199" x="7219950" y="4159250"/>
          <p14:tracePt t="33215" x="7258050" y="4140200"/>
          <p14:tracePt t="33220" x="7302500" y="4121150"/>
          <p14:tracePt t="33232" x="7321550" y="4108450"/>
          <p14:tracePt t="33249" x="7366000" y="4089400"/>
          <p14:tracePt t="33251" x="7397750" y="4070350"/>
          <p14:tracePt t="33265" x="7454900" y="4044950"/>
          <p14:tracePt t="33282" x="7512050" y="4006850"/>
          <p14:tracePt t="33298" x="7575550" y="3962400"/>
          <p14:tracePt t="33315" x="7613650" y="3930650"/>
          <p14:tracePt t="33332" x="7639050" y="3911600"/>
          <p14:tracePt t="33348" x="7658100" y="3898900"/>
          <p14:tracePt t="33354" x="7664450" y="3898900"/>
          <p14:tracePt t="33365" x="7670800" y="3892550"/>
          <p14:tracePt t="33382" x="7683500" y="3886200"/>
          <p14:tracePt t="33386" x="7689850" y="3886200"/>
          <p14:tracePt t="33399" x="7696200" y="3873500"/>
          <p14:tracePt t="33415" x="7727950" y="3860800"/>
          <p14:tracePt t="33418" x="7740650" y="3854450"/>
          <p14:tracePt t="33432" x="7753350" y="3841750"/>
          <p14:tracePt t="33448" x="7778750" y="3816350"/>
          <p14:tracePt t="33451" x="7791450" y="3803650"/>
          <p14:tracePt t="33466" x="7804150" y="3784600"/>
          <p14:tracePt t="33482" x="7810500" y="3778250"/>
          <p14:tracePt t="33486" x="7816850" y="3765550"/>
          <p14:tracePt t="33501" x="7816850" y="3759200"/>
          <p14:tracePt t="33653" x="0" y="0"/>
        </p14:tracePtLst>
        <p14:tracePtLst>
          <p14:tracePt t="34441" x="6159500" y="2146300"/>
          <p14:tracePt t="34626" x="6165850" y="2146300"/>
          <p14:tracePt t="34632" x="6165850" y="2152650"/>
          <p14:tracePt t="34648" x="6172200" y="2152650"/>
          <p14:tracePt t="34665" x="6178550" y="2152650"/>
          <p14:tracePt t="34682" x="6184900" y="2159000"/>
          <p14:tracePt t="34699" x="6197600" y="2165350"/>
          <p14:tracePt t="34704" x="6203950" y="2165350"/>
          <p14:tracePt t="34721" x="6210300" y="2165350"/>
          <p14:tracePt t="34733" x="6216650" y="2171700"/>
          <p14:tracePt t="34748" x="6223000" y="2178050"/>
          <p14:tracePt t="34753" x="6229350" y="2178050"/>
          <p14:tracePt t="34765" x="6242050" y="2178050"/>
          <p14:tracePt t="34770" x="6248400" y="2178050"/>
          <p14:tracePt t="34782" x="6254750" y="2178050"/>
          <p14:tracePt t="34799" x="6261100" y="2178050"/>
          <p14:tracePt t="34815" x="6267450" y="2184400"/>
          <p14:tracePt t="34832" x="6280150" y="2184400"/>
          <p14:tracePt t="34848" x="6286500" y="2184400"/>
          <p14:tracePt t="34866" x="6299200" y="2190750"/>
          <p14:tracePt t="34882" x="6305550" y="2197100"/>
          <p14:tracePt t="34899" x="6318250" y="2197100"/>
          <p14:tracePt t="34915" x="6324600" y="2203450"/>
          <p14:tracePt t="34932" x="6337300" y="2203450"/>
          <p14:tracePt t="34948" x="6343650" y="2203450"/>
          <p14:tracePt t="34965" x="6350000" y="2203450"/>
          <p14:tracePt t="34982" x="6356350" y="2209800"/>
          <p14:tracePt t="34999" x="6362700" y="2209800"/>
          <p14:tracePt t="35005" x="6369050" y="2209800"/>
          <p14:tracePt t="35019" x="6369050" y="2216150"/>
          <p14:tracePt t="35031" x="6375400" y="2216150"/>
          <p14:tracePt t="35049" x="6381750" y="2216150"/>
          <p14:tracePt t="35065" x="6388100" y="2222500"/>
          <p14:tracePt t="35068" x="6394450" y="2222500"/>
          <p14:tracePt t="35082" x="6400800" y="2222500"/>
          <p14:tracePt t="35099" x="6413500" y="2228850"/>
          <p14:tracePt t="35103" x="6426200" y="2235200"/>
          <p14:tracePt t="35116" x="6445250" y="2241550"/>
          <p14:tracePt t="35132" x="6464300" y="2247900"/>
          <p14:tracePt t="35149" x="6470650" y="2247900"/>
          <p14:tracePt t="35165" x="6489700" y="2254250"/>
          <p14:tracePt t="35182" x="6502400" y="2260600"/>
          <p14:tracePt t="35199" x="6508750" y="2260600"/>
          <p14:tracePt t="35229" x="6515100" y="2260600"/>
          <p14:tracePt t="35292" x="6521450" y="2260600"/>
          <p14:tracePt t="35312" x="6527800" y="2260600"/>
          <p14:tracePt t="35335" x="6534150" y="2260600"/>
          <p14:tracePt t="35344" x="6546850" y="2260600"/>
          <p14:tracePt t="35354" x="6559550" y="2260600"/>
          <p14:tracePt t="35368" x="6565900" y="2260600"/>
          <p14:tracePt t="35383" x="6597650" y="2260600"/>
          <p14:tracePt t="35399" x="6629400" y="2260600"/>
          <p14:tracePt t="35415" x="6654800" y="2260600"/>
          <p14:tracePt t="35432" x="6692900" y="2260600"/>
          <p14:tracePt t="35449" x="6705600" y="2260600"/>
          <p14:tracePt t="35465" x="6724650" y="2260600"/>
          <p14:tracePt t="35482" x="6731000" y="2260600"/>
          <p14:tracePt t="35499" x="6743700" y="2260600"/>
          <p14:tracePt t="35503" x="6750050" y="2260600"/>
          <p14:tracePt t="35520" x="6762750" y="2260600"/>
          <p14:tracePt t="35532" x="6769100" y="2260600"/>
          <p14:tracePt t="35549" x="6794500" y="2254250"/>
          <p14:tracePt t="35553" x="6807200" y="2247900"/>
          <p14:tracePt t="35566" x="6826250" y="2241550"/>
          <p14:tracePt t="35584" x="6845300" y="2235200"/>
          <p14:tracePt t="35598" x="6851650" y="2235200"/>
          <p14:tracePt t="35617" x="6864350" y="2228850"/>
          <p14:tracePt t="35632" x="6877050" y="2222500"/>
          <p14:tracePt t="35649" x="6877050" y="2209800"/>
          <p14:tracePt t="35665" x="6889750" y="2203450"/>
          <p14:tracePt t="35683" x="6896100" y="2190750"/>
          <p14:tracePt t="35699" x="6902450" y="2184400"/>
          <p14:tracePt t="35715" x="6908800" y="2171700"/>
          <p14:tracePt t="35732" x="6915150" y="2165350"/>
          <p14:tracePt t="35749" x="6921500" y="2152650"/>
          <p14:tracePt t="35751" x="6927850" y="2146300"/>
          <p14:tracePt t="35765" x="6934200" y="2146300"/>
          <p14:tracePt t="35782" x="6940550" y="2139950"/>
          <p14:tracePt t="35785" x="6940550" y="2133600"/>
          <p14:tracePt t="35800" x="6946900" y="2127250"/>
          <p14:tracePt t="35832" x="6946900" y="2120900"/>
          <p14:tracePt t="35859" x="6953250" y="2120900"/>
          <p14:tracePt t="35867" x="6953250" y="2114550"/>
          <p14:tracePt t="35884" x="6953250" y="2108200"/>
          <p14:tracePt t="35899" x="6953250" y="2101850"/>
          <p14:tracePt t="35915" x="6953250" y="2095500"/>
          <p14:tracePt t="35937" x="6953250" y="2082800"/>
          <p14:tracePt t="35949" x="6953250" y="2057400"/>
          <p14:tracePt t="35965" x="6953250" y="2044700"/>
          <p14:tracePt t="35982" x="6946900" y="2032000"/>
          <p14:tracePt t="35988" x="6946900" y="2019300"/>
          <p14:tracePt t="35999" x="6934200" y="2012950"/>
          <p14:tracePt t="36015" x="6915150" y="1993900"/>
          <p14:tracePt t="36018" x="6902450" y="1987550"/>
          <p14:tracePt t="36032" x="6889750" y="1981200"/>
          <p14:tracePt t="36049" x="6838950" y="1962150"/>
          <p14:tracePt t="36051" x="6819900" y="1962150"/>
          <p14:tracePt t="36065" x="6788150" y="1955800"/>
          <p14:tracePt t="36082" x="6731000" y="1949450"/>
          <p14:tracePt t="36099" x="6705600" y="1943100"/>
          <p14:tracePt t="36116" x="6680200" y="1943100"/>
          <p14:tracePt t="36132" x="6654800" y="1943100"/>
          <p14:tracePt t="36148" x="6597650" y="1943100"/>
          <p14:tracePt t="36165" x="6559550" y="1943100"/>
          <p14:tracePt t="36182" x="6515100" y="1943100"/>
          <p14:tracePt t="36188" x="6489700" y="1943100"/>
          <p14:tracePt t="36199" x="6464300" y="1943100"/>
          <p14:tracePt t="36215" x="6407150" y="1949450"/>
          <p14:tracePt t="36221" x="6388100" y="1949450"/>
          <p14:tracePt t="36232" x="6369050" y="1949450"/>
          <p14:tracePt t="36249" x="6311900" y="1962150"/>
          <p14:tracePt t="36254" x="6292850" y="1968500"/>
          <p14:tracePt t="36265" x="6286500" y="1968500"/>
          <p14:tracePt t="36282" x="6267450" y="1974850"/>
          <p14:tracePt t="36285" x="6261100" y="1981200"/>
          <p14:tracePt t="36299" x="6254750" y="1987550"/>
          <p14:tracePt t="36315" x="6223000" y="2012950"/>
          <p14:tracePt t="36332" x="6197600" y="2032000"/>
          <p14:tracePt t="36349" x="6178550" y="2044700"/>
          <p14:tracePt t="36366" x="6159500" y="2057400"/>
          <p14:tracePt t="36382" x="6153150" y="2070100"/>
          <p14:tracePt t="36399" x="6146800" y="2082800"/>
          <p14:tracePt t="36415" x="6140450" y="2089150"/>
          <p14:tracePt t="36432" x="6134100" y="2101850"/>
          <p14:tracePt t="36449" x="6127750" y="2108200"/>
          <p14:tracePt t="36465" x="6127750" y="2120900"/>
          <p14:tracePt t="36482" x="6121400" y="2139950"/>
          <p14:tracePt t="36486" x="6115050" y="2152650"/>
          <p14:tracePt t="36499" x="6115050" y="2165350"/>
          <p14:tracePt t="36515" x="6115050" y="2203450"/>
          <p14:tracePt t="36518" x="6115050" y="2216150"/>
          <p14:tracePt t="36535" x="6115050" y="2228850"/>
          <p14:tracePt t="36549" x="6115050" y="2235200"/>
          <p14:tracePt t="36552" x="6115050" y="2241550"/>
          <p14:tracePt t="36566" x="6121400" y="2254250"/>
          <p14:tracePt t="36643" x="0" y="0"/>
        </p14:tracePtLst>
        <p14:tracePtLst>
          <p14:tracePt t="42405" x="1879600" y="2139950"/>
          <p14:tracePt t="42411" x="1873250" y="2139950"/>
          <p14:tracePt t="42427" x="1860550" y="2127250"/>
          <p14:tracePt t="42435" x="1860550" y="2120900"/>
          <p14:tracePt t="42450" x="1835150" y="2108200"/>
          <p14:tracePt t="42466" x="1828800" y="2101850"/>
          <p14:tracePt t="42483" x="1816100" y="2095500"/>
          <p14:tracePt t="42499" x="1803400" y="2082800"/>
          <p14:tracePt t="42516" x="1790700" y="2076450"/>
          <p14:tracePt t="42532" x="1771650" y="2070100"/>
          <p14:tracePt t="42549" x="1752600" y="2063750"/>
          <p14:tracePt t="42565" x="1727200" y="2057400"/>
          <p14:tracePt t="42582" x="1695450" y="2051050"/>
          <p14:tracePt t="42599" x="1631950" y="2032000"/>
          <p14:tracePt t="42616" x="1581150" y="2019300"/>
          <p14:tracePt t="42623" x="1555750" y="2012950"/>
          <p14:tracePt t="42632" x="1524000" y="2006600"/>
          <p14:tracePt t="42649" x="1460500" y="1993900"/>
          <p14:tracePt t="42652" x="1435100" y="1987550"/>
          <p14:tracePt t="42665" x="1409700" y="1987550"/>
          <p14:tracePt t="42682" x="1365250" y="1987550"/>
          <p14:tracePt t="42685" x="1339850" y="1987550"/>
          <p14:tracePt t="42699" x="1327150" y="1987550"/>
          <p14:tracePt t="42716" x="1257300" y="1987550"/>
          <p14:tracePt t="42732" x="1238250" y="1987550"/>
          <p14:tracePt t="42749" x="1212850" y="1987550"/>
          <p14:tracePt t="42765" x="1181100" y="1987550"/>
          <p14:tracePt t="42782" x="1149350" y="1987550"/>
          <p14:tracePt t="42799" x="1117600" y="1987550"/>
          <p14:tracePt t="42816" x="1092200" y="1987550"/>
          <p14:tracePt t="42832" x="1066800" y="1987550"/>
          <p14:tracePt t="42849" x="1035050" y="1987550"/>
          <p14:tracePt t="42865" x="1016000" y="1987550"/>
          <p14:tracePt t="42882" x="1003300" y="1987550"/>
          <p14:tracePt t="42886" x="990600" y="1993900"/>
          <p14:tracePt t="42899" x="984250" y="1993900"/>
          <p14:tracePt t="42916" x="971550" y="1993900"/>
          <p14:tracePt t="42918" x="965200" y="1993900"/>
          <p14:tracePt t="42935" x="958850" y="2000250"/>
          <p14:tracePt t="42948" x="952500" y="2000250"/>
          <p14:tracePt t="42966" x="946150" y="2006600"/>
          <p14:tracePt t="42982" x="933450" y="2019300"/>
          <p14:tracePt t="42999" x="920750" y="2019300"/>
          <p14:tracePt t="43015" x="914400" y="2025650"/>
          <p14:tracePt t="43137" x="914400" y="2032000"/>
          <p14:tracePt t="43153" x="914400" y="2038350"/>
          <p14:tracePt t="43169" x="914400" y="2044700"/>
          <p14:tracePt t="43185" x="914400" y="2051050"/>
          <p14:tracePt t="43194" x="920750" y="2057400"/>
          <p14:tracePt t="43210" x="927100" y="2063750"/>
          <p14:tracePt t="43233" x="933450" y="2076450"/>
          <p14:tracePt t="43257" x="939800" y="2082800"/>
          <p14:tracePt t="43266" x="946150" y="2089150"/>
          <p14:tracePt t="43282" x="952500" y="2108200"/>
          <p14:tracePt t="43300" x="965200" y="2120900"/>
          <p14:tracePt t="43315" x="984250" y="2139950"/>
          <p14:tracePt t="43332" x="996950" y="2152650"/>
          <p14:tracePt t="43348" x="1003300" y="2165350"/>
          <p14:tracePt t="43365" x="1009650" y="2171700"/>
          <p14:tracePt t="43382" x="1009650" y="2178050"/>
          <p14:tracePt t="43399" x="1009650" y="2184400"/>
          <p14:tracePt t="43415" x="1009650" y="2190750"/>
          <p14:tracePt t="43432" x="1016000" y="2190750"/>
          <p14:tracePt t="43475" x="1016000" y="2197100"/>
          <p14:tracePt t="43491" x="1016000" y="2203450"/>
          <p14:tracePt t="43499" x="1016000" y="2209800"/>
          <p14:tracePt t="43516" x="1016000" y="2228850"/>
          <p14:tracePt t="43532" x="1009650" y="2241550"/>
          <p14:tracePt t="43549" x="1003300" y="2254250"/>
          <p14:tracePt t="43565" x="1003300" y="2260600"/>
          <p14:tracePt t="43582" x="1003300" y="2273300"/>
          <p14:tracePt t="43599" x="1003300" y="2286000"/>
          <p14:tracePt t="43616" x="1003300" y="2292350"/>
          <p14:tracePt t="43632" x="1003300" y="2305050"/>
          <p14:tracePt t="43649" x="1003300" y="2324100"/>
          <p14:tracePt t="43666" x="1003300" y="2336800"/>
          <p14:tracePt t="43682" x="1003300" y="2343150"/>
          <p14:tracePt t="43686" x="1003300" y="2355850"/>
          <p14:tracePt t="43703" x="1003300" y="2362200"/>
          <p14:tracePt t="43716" x="1003300" y="2374900"/>
          <p14:tracePt t="43732" x="1003300" y="2381250"/>
          <p14:tracePt t="43749" x="1016000" y="2400300"/>
          <p14:tracePt t="43767" x="1022350" y="2406650"/>
          <p14:tracePt t="43782" x="1028700" y="2419350"/>
          <p14:tracePt t="43801" x="1047750" y="2432050"/>
          <p14:tracePt t="43807" x="1054100" y="2432050"/>
          <p14:tracePt t="43815" x="1060450" y="2438400"/>
          <p14:tracePt t="43834" x="1079500" y="2444750"/>
          <p14:tracePt t="43849" x="1104900" y="2451100"/>
          <p14:tracePt t="43867" x="1130300" y="2463800"/>
          <p14:tracePt t="43872" x="1143000" y="2470150"/>
          <p14:tracePt t="43882" x="1155700" y="2476500"/>
          <p14:tracePt t="43900" x="1219200" y="2495550"/>
          <p14:tracePt t="43904" x="1238250" y="2495550"/>
          <p14:tracePt t="43916" x="1257300" y="2495550"/>
          <p14:tracePt t="43933" x="1301750" y="2501900"/>
          <p14:tracePt t="43935" x="1339850" y="2508250"/>
          <p14:tracePt t="43949" x="1365250" y="2508250"/>
          <p14:tracePt t="43966" x="1460500" y="2527300"/>
          <p14:tracePt t="43982" x="1517650" y="2540000"/>
          <p14:tracePt t="43999" x="1574800" y="2540000"/>
          <p14:tracePt t="44016" x="1619250" y="2540000"/>
          <p14:tracePt t="44032" x="1663700" y="2540000"/>
          <p14:tracePt t="44049" x="1695450" y="2540000"/>
          <p14:tracePt t="44066" x="1727200" y="2540000"/>
          <p14:tracePt t="44071" x="1739900" y="2540000"/>
          <p14:tracePt t="44082" x="1758950" y="2540000"/>
          <p14:tracePt t="44099" x="1784350" y="2540000"/>
          <p14:tracePt t="44115" x="1809750" y="2540000"/>
          <p14:tracePt t="44132" x="1835150" y="2546350"/>
          <p14:tracePt t="44149" x="1854200" y="2546350"/>
          <p14:tracePt t="44166" x="1911350" y="2552700"/>
          <p14:tracePt t="44169" x="1924050" y="2552700"/>
          <p14:tracePt t="44182" x="1936750" y="2559050"/>
          <p14:tracePt t="44199" x="1981200" y="2565400"/>
          <p14:tracePt t="44203" x="2000250" y="2565400"/>
          <p14:tracePt t="44216" x="2032000" y="2565400"/>
          <p14:tracePt t="44233" x="2063750" y="2565400"/>
          <p14:tracePt t="44249" x="2095500" y="2565400"/>
          <p14:tracePt t="44266" x="2133600" y="2565400"/>
          <p14:tracePt t="44282" x="2146300" y="2565400"/>
          <p14:tracePt t="44299" x="2165350" y="2559050"/>
          <p14:tracePt t="44315" x="2171700" y="2552700"/>
          <p14:tracePt t="44332" x="2178050" y="2540000"/>
          <p14:tracePt t="44349" x="2184400" y="2527300"/>
          <p14:tracePt t="44366" x="2184400" y="2508250"/>
          <p14:tracePt t="44371" x="2184400" y="2482850"/>
          <p14:tracePt t="44382" x="2184400" y="2476500"/>
          <p14:tracePt t="44399" x="2184400" y="2457450"/>
          <p14:tracePt t="44402" x="2184400" y="2444750"/>
          <p14:tracePt t="44415" x="2184400" y="2432050"/>
          <p14:tracePt t="44432" x="2184400" y="2413000"/>
          <p14:tracePt t="44435" x="2184400" y="2400300"/>
          <p14:tracePt t="44449" x="2184400" y="2387600"/>
          <p14:tracePt t="44466" x="2184400" y="2355850"/>
          <p14:tracePt t="44483" x="2178050" y="2330450"/>
          <p14:tracePt t="44499" x="2159000" y="2311400"/>
          <p14:tracePt t="44516" x="2133600" y="2279650"/>
          <p14:tracePt t="44532" x="2082800" y="2254250"/>
          <p14:tracePt t="44538" x="2063750" y="2235200"/>
          <p14:tracePt t="44549" x="2032000" y="2222500"/>
          <p14:tracePt t="44566" x="1987550" y="2209800"/>
          <p14:tracePt t="44582" x="1879600" y="2178050"/>
          <p14:tracePt t="44599" x="1809750" y="2159000"/>
          <p14:tracePt t="44604" x="1720850" y="2139950"/>
          <p14:tracePt t="44615" x="1689100" y="2139950"/>
          <p14:tracePt t="44632" x="1574800" y="2127250"/>
          <p14:tracePt t="44637" x="1549400" y="2127250"/>
          <p14:tracePt t="44649" x="1524000" y="2127250"/>
          <p14:tracePt t="44665" x="1435100" y="2139950"/>
          <p14:tracePt t="44669" x="1416050" y="2146300"/>
          <p14:tracePt t="44682" x="1397000" y="2152650"/>
          <p14:tracePt t="44699" x="1339850" y="2178050"/>
          <p14:tracePt t="44703" x="1320800" y="2190750"/>
          <p14:tracePt t="44709" x="1308100" y="2190750"/>
          <p14:tracePt t="44716" x="1289050" y="2197100"/>
          <p14:tracePt t="44732" x="1238250" y="2216150"/>
          <p14:tracePt t="44749" x="1212850" y="2228850"/>
          <p14:tracePt t="44766" x="1174750" y="2235200"/>
          <p14:tracePt t="44782" x="1117600" y="2254250"/>
          <p14:tracePt t="44799" x="1079500" y="2266950"/>
          <p14:tracePt t="44809" x="1060450" y="2266950"/>
          <p14:tracePt t="44812" x="1041400" y="2279650"/>
          <p14:tracePt t="44832" x="1016000" y="2286000"/>
          <p14:tracePt t="44849" x="990600" y="2305050"/>
          <p14:tracePt t="44866" x="984250" y="2311400"/>
          <p14:tracePt t="44882" x="984250" y="2317750"/>
          <p14:tracePt t="44899" x="977900" y="2324100"/>
          <p14:tracePt t="44903" x="977900" y="2330450"/>
          <p14:tracePt t="44919" x="977900" y="2336800"/>
          <p14:tracePt t="44934" x="977900" y="2349500"/>
          <p14:tracePt t="44951" x="984250" y="2355850"/>
          <p14:tracePt t="44967" x="990600" y="2368550"/>
          <p14:tracePt t="44982" x="1009650" y="2381250"/>
          <p14:tracePt t="44999" x="1022350" y="2393950"/>
          <p14:tracePt t="45016" x="1035050" y="2413000"/>
          <p14:tracePt t="45032" x="1060450" y="2425700"/>
          <p14:tracePt t="45049" x="1085850" y="2438400"/>
          <p14:tracePt t="45066" x="1117600" y="2451100"/>
          <p14:tracePt t="45070" x="1136650" y="2457450"/>
          <p14:tracePt t="45082" x="1155700" y="2463800"/>
          <p14:tracePt t="45099" x="1212850" y="2476500"/>
          <p14:tracePt t="45102" x="1250950" y="2482850"/>
          <p14:tracePt t="45115" x="1270000" y="2489200"/>
          <p14:tracePt t="45132" x="1339850" y="2501900"/>
          <p14:tracePt t="45136" x="1365250" y="2501900"/>
          <p14:tracePt t="45149" x="1390650" y="2508250"/>
          <p14:tracePt t="45166" x="1447800" y="2508250"/>
          <p14:tracePt t="45170" x="1466850" y="2508250"/>
          <p14:tracePt t="45182" x="1479550" y="2508250"/>
          <p14:tracePt t="45199" x="1511300" y="2508250"/>
          <p14:tracePt t="45203" x="1530350" y="2508250"/>
          <p14:tracePt t="45216" x="1549400" y="2508250"/>
          <p14:tracePt t="45233" x="1568450" y="2508250"/>
          <p14:tracePt t="45249" x="1593850" y="2508250"/>
          <p14:tracePt t="45265" x="1612900" y="2508250"/>
          <p14:tracePt t="45282" x="1638300" y="2508250"/>
          <p14:tracePt t="45299" x="1670050" y="2508250"/>
          <p14:tracePt t="45316" x="1689100" y="2508250"/>
          <p14:tracePt t="45332" x="1701800" y="2508250"/>
          <p14:tracePt t="45337" x="1708150" y="2508250"/>
          <p14:tracePt t="45349" x="1714500" y="2508250"/>
          <p14:tracePt t="45524" x="0" y="0"/>
        </p14:tracePtLst>
        <p14:tracePtLst>
          <p14:tracePt t="51022" x="6578600" y="2368550"/>
          <p14:tracePt t="51030" x="6572250" y="2368550"/>
          <p14:tracePt t="51038" x="6565900" y="2368550"/>
          <p14:tracePt t="51049" x="6559550" y="2368550"/>
          <p14:tracePt t="51066" x="6553200" y="2368550"/>
          <p14:tracePt t="51070" x="6546850" y="2368550"/>
          <p14:tracePt t="51082" x="6534150" y="2368550"/>
          <p14:tracePt t="51099" x="6521450" y="2368550"/>
          <p14:tracePt t="51102" x="6502400" y="2368550"/>
          <p14:tracePt t="51116" x="6477000" y="2368550"/>
          <p14:tracePt t="51132" x="6464300" y="2374900"/>
          <p14:tracePt t="51149" x="6445250" y="2374900"/>
          <p14:tracePt t="51166" x="6438900" y="2374900"/>
          <p14:tracePt t="51182" x="6419850" y="2381250"/>
          <p14:tracePt t="51199" x="6394450" y="2381250"/>
          <p14:tracePt t="51205" x="6369050" y="2387600"/>
          <p14:tracePt t="51216" x="6356350" y="2393950"/>
          <p14:tracePt t="51232" x="6330950" y="2400300"/>
          <p14:tracePt t="51236" x="6292850" y="2413000"/>
          <p14:tracePt t="51249" x="6286500" y="2419350"/>
          <p14:tracePt t="51266" x="6261100" y="2425700"/>
          <p14:tracePt t="51271" x="6254750" y="2425700"/>
          <p14:tracePt t="51282" x="6248400" y="2425700"/>
          <p14:tracePt t="51299" x="6216650" y="2432050"/>
          <p14:tracePt t="51302" x="6216650" y="2438400"/>
          <p14:tracePt t="51316" x="6210300" y="2438400"/>
          <p14:tracePt t="51332" x="6203950" y="2444750"/>
          <p14:tracePt t="51336" x="6197600" y="2444750"/>
          <p14:tracePt t="51348" x="6191250" y="2444750"/>
          <p14:tracePt t="51366" x="6172200" y="2457450"/>
          <p14:tracePt t="51382" x="6159500" y="2470150"/>
          <p14:tracePt t="51399" x="6146800" y="2482850"/>
          <p14:tracePt t="51416" x="6134100" y="2501900"/>
          <p14:tracePt t="51432" x="6121400" y="2514600"/>
          <p14:tracePt t="51449" x="6115050" y="2527300"/>
          <p14:tracePt t="51466" x="6108700" y="2533650"/>
          <p14:tracePt t="51482" x="6108700" y="2546350"/>
          <p14:tracePt t="51499" x="6096000" y="2559050"/>
          <p14:tracePt t="51516" x="6096000" y="2565400"/>
          <p14:tracePt t="51532" x="6096000" y="2571750"/>
          <p14:tracePt t="51538" x="6096000" y="2578100"/>
          <p14:tracePt t="51553" x="6096000" y="2584450"/>
          <p14:tracePt t="51566" x="6096000" y="2590800"/>
          <p14:tracePt t="51582" x="6096000" y="2597150"/>
          <p14:tracePt t="51587" x="6096000" y="2609850"/>
          <p14:tracePt t="51602" x="6096000" y="2616200"/>
          <p14:tracePt t="51618" x="6096000" y="2622550"/>
          <p14:tracePt t="51633" x="6096000" y="2628900"/>
          <p14:tracePt t="51649" x="6096000" y="2635250"/>
          <p14:tracePt t="51666" x="6108700" y="2641600"/>
          <p14:tracePt t="51683" x="6115050" y="2654300"/>
          <p14:tracePt t="51699" x="6127750" y="2660650"/>
          <p14:tracePt t="51716" x="6146800" y="2679700"/>
          <p14:tracePt t="51732" x="6184900" y="2698750"/>
          <p14:tracePt t="51738" x="6210300" y="2705100"/>
          <p14:tracePt t="51749" x="6229350" y="2711450"/>
          <p14:tracePt t="51765" x="6267450" y="2730500"/>
          <p14:tracePt t="51782" x="6311900" y="2736850"/>
          <p14:tracePt t="51799" x="6350000" y="2749550"/>
          <p14:tracePt t="51803" x="6419850" y="2755900"/>
          <p14:tracePt t="51816" x="6445250" y="2762250"/>
          <p14:tracePt t="51833" x="6502400" y="2762250"/>
          <p14:tracePt t="51838" x="6534150" y="2762250"/>
          <p14:tracePt t="51849" x="6559550" y="2762250"/>
          <p14:tracePt t="51866" x="6623050" y="2762250"/>
          <p14:tracePt t="51882" x="6718300" y="2762250"/>
          <p14:tracePt t="51899" x="6756400" y="2762250"/>
          <p14:tracePt t="51916" x="6813550" y="2768600"/>
          <p14:tracePt t="51932" x="6877050" y="2768600"/>
          <p14:tracePt t="51951" x="6927850" y="2768600"/>
          <p14:tracePt t="51966" x="6978650" y="2768600"/>
          <p14:tracePt t="51983" x="7016750" y="2768600"/>
          <p14:tracePt t="51988" x="7035800" y="2768600"/>
          <p14:tracePt t="51999" x="7048500" y="2768600"/>
          <p14:tracePt t="52016" x="7073900" y="2768600"/>
          <p14:tracePt t="52032" x="7086600" y="2768600"/>
          <p14:tracePt t="52038" x="7099300" y="2768600"/>
          <p14:tracePt t="52049" x="7105650" y="2768600"/>
          <p14:tracePt t="52053" x="7112000" y="2768600"/>
          <p14:tracePt t="52066" x="7118350" y="2762250"/>
          <p14:tracePt t="52083" x="7143750" y="2762250"/>
          <p14:tracePt t="52086" x="7156450" y="2755900"/>
          <p14:tracePt t="52099" x="7175500" y="2755900"/>
          <p14:tracePt t="52116" x="7219950" y="2736850"/>
          <p14:tracePt t="52132" x="7232650" y="2730500"/>
          <p14:tracePt t="52150" x="7245350" y="2724150"/>
          <p14:tracePt t="52166" x="7251700" y="2717800"/>
          <p14:tracePt t="52182" x="7258050" y="2711450"/>
          <p14:tracePt t="52199" x="7258050" y="2705100"/>
          <p14:tracePt t="52216" x="7264400" y="2692400"/>
          <p14:tracePt t="52233" x="7270750" y="2679700"/>
          <p14:tracePt t="52249" x="7270750" y="2660650"/>
          <p14:tracePt t="52252" x="7270750" y="2654300"/>
          <p14:tracePt t="52265" x="7270750" y="2647950"/>
          <p14:tracePt t="52283" x="7277100" y="2616200"/>
          <p14:tracePt t="52285" x="7283450" y="2616200"/>
          <p14:tracePt t="52300" x="7283450" y="2609850"/>
          <p14:tracePt t="52316" x="7283450" y="2597150"/>
          <p14:tracePt t="52318" x="7283450" y="2590800"/>
          <p14:tracePt t="52333" x="7283450" y="2578100"/>
          <p14:tracePt t="52348" x="7277100" y="2578100"/>
          <p14:tracePt t="52351" x="7277100" y="2571750"/>
          <p14:tracePt t="52368" x="7270750" y="2559050"/>
          <p14:tracePt t="52382" x="7258050" y="2552700"/>
          <p14:tracePt t="52399" x="7232650" y="2540000"/>
          <p14:tracePt t="52416" x="7207250" y="2533650"/>
          <p14:tracePt t="52432" x="7175500" y="2520950"/>
          <p14:tracePt t="52449" x="7143750" y="2514600"/>
          <p14:tracePt t="52466" x="7080250" y="2508250"/>
          <p14:tracePt t="52483" x="7029450" y="2501900"/>
          <p14:tracePt t="52487" x="7004050" y="2501900"/>
          <p14:tracePt t="52499" x="6972300" y="2501900"/>
          <p14:tracePt t="52516" x="6902450" y="2501900"/>
          <p14:tracePt t="52518" x="6864350" y="2501900"/>
          <p14:tracePt t="52533" x="6826250" y="2501900"/>
          <p14:tracePt t="52549" x="6750050" y="2501900"/>
          <p14:tracePt t="52553" x="6711950" y="2501900"/>
          <p14:tracePt t="52566" x="6667500" y="2501900"/>
          <p14:tracePt t="52582" x="6591300" y="2514600"/>
          <p14:tracePt t="52585" x="6553200" y="2520950"/>
          <p14:tracePt t="52599" x="6515100" y="2527300"/>
          <p14:tracePt t="52616" x="6451600" y="2533650"/>
          <p14:tracePt t="52632" x="6419850" y="2540000"/>
          <p14:tracePt t="52649" x="6400800" y="2546350"/>
          <p14:tracePt t="52657" x="6388100" y="2546350"/>
          <p14:tracePt t="52666" x="6381750" y="2546350"/>
          <p14:tracePt t="52682" x="6369050" y="2552700"/>
          <p14:tracePt t="52699" x="6362700" y="2559050"/>
          <p14:tracePt t="52716" x="6337300" y="2571750"/>
          <p14:tracePt t="52721" x="6330950" y="2584450"/>
          <p14:tracePt t="52733" x="6324600" y="2584450"/>
          <p14:tracePt t="52749" x="6311900" y="2597150"/>
          <p14:tracePt t="52766" x="6305550" y="2603500"/>
          <p14:tracePt t="52783" x="6299200" y="2609850"/>
          <p14:tracePt t="52799" x="6292850" y="2609850"/>
          <p14:tracePt t="52816" x="6292850" y="2616200"/>
          <p14:tracePt t="52899" x="6292850" y="2622550"/>
          <p14:tracePt t="52908" x="6299200" y="2622550"/>
          <p14:tracePt t="52923" x="6305550" y="2622550"/>
          <p14:tracePt t="52936" x="6318250" y="2622550"/>
          <p14:tracePt t="52956" x="6337300" y="2622550"/>
          <p14:tracePt t="52966" x="6356350" y="2622550"/>
          <p14:tracePt t="52968" x="0" y="0"/>
        </p14:tracePtLst>
        <p14:tracePtLst>
          <p14:tracePt t="53378" x="6756400" y="2679700"/>
          <p14:tracePt t="53384" x="6762750" y="2679700"/>
          <p14:tracePt t="53399" x="6769100" y="2673350"/>
          <p14:tracePt t="53417" x="6781800" y="2673350"/>
          <p14:tracePt t="53432" x="6813550" y="2673350"/>
          <p14:tracePt t="53450" x="6851650" y="2673350"/>
          <p14:tracePt t="53466" x="6883400" y="2673350"/>
          <p14:tracePt t="53483" x="6896100" y="2673350"/>
          <p14:tracePt t="53487" x="6908800" y="2673350"/>
          <p14:tracePt t="53516" x="6915150" y="2673350"/>
          <p14:tracePt t="53551" x="6921500" y="2673350"/>
          <p14:tracePt t="53570" x="6927850" y="2673350"/>
          <p14:tracePt t="53577" x="6927850" y="2667000"/>
          <p14:tracePt t="53642" x="6934200" y="2667000"/>
          <p14:tracePt t="53665" x="6940550" y="2667000"/>
          <p14:tracePt t="53682" x="6946900" y="2667000"/>
          <p14:tracePt t="53701" x="6953250" y="2667000"/>
          <p14:tracePt t="53705" x="6959600" y="2667000"/>
          <p14:tracePt t="53716" x="6965950" y="2667000"/>
          <p14:tracePt t="53733" x="6972300" y="2667000"/>
          <p14:tracePt t="53749" x="6978650" y="2667000"/>
          <p14:tracePt t="53782" x="6985000" y="2667000"/>
          <p14:tracePt t="54414" x="6991350" y="2667000"/>
          <p14:tracePt t="54423" x="6997700" y="2667000"/>
          <p14:tracePt t="54433" x="7010400" y="2667000"/>
          <p14:tracePt t="54449" x="7067550" y="2679700"/>
          <p14:tracePt t="54466" x="7112000" y="2679700"/>
          <p14:tracePt t="54471" x="7137400" y="2679700"/>
          <p14:tracePt t="54483" x="7156450" y="2679700"/>
          <p14:tracePt t="54499" x="7175500" y="2679700"/>
          <p14:tracePt t="55156" x="0" y="0"/>
        </p14:tracePtLst>
        <p14:tracePtLst>
          <p14:tracePt t="59613" x="1917700" y="3409950"/>
          <p14:tracePt t="59619" x="1911350" y="3409950"/>
          <p14:tracePt t="59633" x="1905000" y="3409950"/>
          <p14:tracePt t="59649" x="1898650" y="3409950"/>
          <p14:tracePt t="59666" x="1885950" y="3409950"/>
          <p14:tracePt t="59683" x="1873250" y="3422650"/>
          <p14:tracePt t="59700" x="1835150" y="3429000"/>
          <p14:tracePt t="59716" x="1784350" y="3441700"/>
          <p14:tracePt t="59733" x="1720850" y="3460750"/>
          <p14:tracePt t="59749" x="1657350" y="3460750"/>
          <p14:tracePt t="59755" x="1631950" y="3460750"/>
          <p14:tracePt t="59766" x="1606550" y="3460750"/>
          <p14:tracePt t="59782" x="1574800" y="3460750"/>
          <p14:tracePt t="59787" x="1555750" y="3460750"/>
          <p14:tracePt t="59799" x="1543050" y="3460750"/>
          <p14:tracePt t="59816" x="1524000" y="3460750"/>
          <p14:tracePt t="59819" x="1504950" y="3460750"/>
          <p14:tracePt t="59832" x="1492250" y="3460750"/>
          <p14:tracePt t="59849" x="1466850" y="3460750"/>
          <p14:tracePt t="59853" x="1441450" y="3460750"/>
          <p14:tracePt t="59866" x="1403350" y="3460750"/>
          <p14:tracePt t="59882" x="1365250" y="3467100"/>
          <p14:tracePt t="59899" x="1339850" y="3473450"/>
          <p14:tracePt t="59916" x="1308100" y="3479800"/>
          <p14:tracePt t="59933" x="1295400" y="3486150"/>
          <p14:tracePt t="59940" x="1282700" y="3492500"/>
          <p14:tracePt t="59949" x="1276350" y="3492500"/>
          <p14:tracePt t="59966" x="1250950" y="3498850"/>
          <p14:tracePt t="59983" x="1212850" y="3511550"/>
          <p14:tracePt t="59999" x="1181100" y="3530600"/>
          <p14:tracePt t="60016" x="1136650" y="3556000"/>
          <p14:tracePt t="60033" x="1111250" y="3568700"/>
          <p14:tracePt t="60049" x="1085850" y="3594100"/>
          <p14:tracePt t="60055" x="1073150" y="3600450"/>
          <p14:tracePt t="60066" x="1073150" y="3606800"/>
          <p14:tracePt t="60083" x="1054100" y="3619500"/>
          <p14:tracePt t="60086" x="1047750" y="3625850"/>
          <p14:tracePt t="60126" x="1047750" y="3632200"/>
          <p14:tracePt t="60158" x="1047750" y="3638550"/>
          <p14:tracePt t="60173" x="1041400" y="3644900"/>
          <p14:tracePt t="60189" x="1041400" y="3651250"/>
          <p14:tracePt t="60199" x="1041400" y="3657600"/>
          <p14:tracePt t="60216" x="1041400" y="3670300"/>
          <p14:tracePt t="60235" x="1041400" y="3683000"/>
          <p14:tracePt t="60239" x="1041400" y="3695700"/>
          <p14:tracePt t="60256" x="1041400" y="3714750"/>
          <p14:tracePt t="60267" x="1041400" y="3721100"/>
          <p14:tracePt t="60283" x="1041400" y="3733800"/>
          <p14:tracePt t="60300" x="1047750" y="3752850"/>
          <p14:tracePt t="60303" x="1047750" y="3759200"/>
          <p14:tracePt t="60316" x="1054100" y="3759200"/>
          <p14:tracePt t="60333" x="1060450" y="3771900"/>
          <p14:tracePt t="60337" x="1066800" y="3784600"/>
          <p14:tracePt t="60349" x="1073150" y="3790950"/>
          <p14:tracePt t="60366" x="1092200" y="3810000"/>
          <p14:tracePt t="60382" x="1104900" y="3822700"/>
          <p14:tracePt t="60399" x="1117600" y="3829050"/>
          <p14:tracePt t="60415" x="1123950" y="3835400"/>
          <p14:tracePt t="60433" x="1136650" y="3841750"/>
          <p14:tracePt t="60450" x="1149350" y="3848100"/>
          <p14:tracePt t="60466" x="1168400" y="3854450"/>
          <p14:tracePt t="60483" x="1181100" y="3860800"/>
          <p14:tracePt t="60500" x="1200150" y="3867150"/>
          <p14:tracePt t="60507" x="1212850" y="3867150"/>
          <p14:tracePt t="60516" x="1219200" y="3867150"/>
          <p14:tracePt t="60533" x="1244600" y="3873500"/>
          <p14:tracePt t="60537" x="1257300" y="3873500"/>
          <p14:tracePt t="60549" x="1270000" y="3873500"/>
          <p14:tracePt t="60566" x="1301750" y="3873500"/>
          <p14:tracePt t="60569" x="1320800" y="3873500"/>
          <p14:tracePt t="60583" x="1346200" y="3873500"/>
          <p14:tracePt t="60599" x="1365250" y="3873500"/>
          <p14:tracePt t="60603" x="1390650" y="3879850"/>
          <p14:tracePt t="60616" x="1447800" y="3879850"/>
          <p14:tracePt t="60632" x="1498600" y="3879850"/>
          <p14:tracePt t="60649" x="1555750" y="3886200"/>
          <p14:tracePt t="60666" x="1581150" y="3886200"/>
          <p14:tracePt t="60683" x="1631950" y="3886200"/>
          <p14:tracePt t="60699" x="1676400" y="3886200"/>
          <p14:tracePt t="60705" x="1695450" y="3886200"/>
          <p14:tracePt t="60722" x="1720850" y="3886200"/>
          <p14:tracePt t="60733" x="1739900" y="3886200"/>
          <p14:tracePt t="60749" x="1778000" y="3886200"/>
          <p14:tracePt t="60766" x="1797050" y="3886200"/>
          <p14:tracePt t="60783" x="1828800" y="3886200"/>
          <p14:tracePt t="60799" x="1860550" y="3886200"/>
          <p14:tracePt t="60816" x="1879600" y="3879850"/>
          <p14:tracePt t="60833" x="1917700" y="3873500"/>
          <p14:tracePt t="60836" x="1936750" y="3867150"/>
          <p14:tracePt t="60849" x="1955800" y="3860800"/>
          <p14:tracePt t="60867" x="1987550" y="3848100"/>
          <p14:tracePt t="60882" x="2012950" y="3835400"/>
          <p14:tracePt t="60900" x="2019300" y="3835400"/>
          <p14:tracePt t="60916" x="2038350" y="3829050"/>
          <p14:tracePt t="60933" x="2044700" y="3822700"/>
          <p14:tracePt t="60939" x="2057400" y="3816350"/>
          <p14:tracePt t="60949" x="2070100" y="3816350"/>
          <p14:tracePt t="60966" x="2076450" y="3803650"/>
          <p14:tracePt t="60983" x="2089150" y="3797300"/>
          <p14:tracePt t="60999" x="2101850" y="3784600"/>
          <p14:tracePt t="61021" x="2108200" y="3778250"/>
          <p14:tracePt t="61045" x="2114550" y="3771900"/>
          <p14:tracePt t="61054" x="2114550" y="3765550"/>
          <p14:tracePt t="61066" x="2120900" y="3759200"/>
          <p14:tracePt t="61083" x="2120900" y="3746500"/>
          <p14:tracePt t="61099" x="2120900" y="3740150"/>
          <p14:tracePt t="61102" x="2120900" y="3733800"/>
          <p14:tracePt t="61116" x="2120900" y="3721100"/>
          <p14:tracePt t="61149" x="2120900" y="3708400"/>
          <p14:tracePt t="61182" x="2120900" y="3702050"/>
          <p14:tracePt t="61199" x="2114550" y="3695700"/>
          <p14:tracePt t="61216" x="2095500" y="3689350"/>
          <p14:tracePt t="61233" x="2070100" y="3676650"/>
          <p14:tracePt t="61237" x="2057400" y="3676650"/>
          <p14:tracePt t="61249" x="2044700" y="3670300"/>
          <p14:tracePt t="61266" x="2025650" y="3663950"/>
          <p14:tracePt t="61271" x="1993900" y="3657600"/>
          <p14:tracePt t="61283" x="1974850" y="3651250"/>
          <p14:tracePt t="61300" x="1949450" y="3651250"/>
          <p14:tracePt t="61304" x="1943100" y="3644900"/>
          <p14:tracePt t="61316" x="1930400" y="3638550"/>
          <p14:tracePt t="61332" x="1898650" y="3632200"/>
          <p14:tracePt t="61334" x="1892300" y="3632200"/>
          <p14:tracePt t="61349" x="1879600" y="3632200"/>
          <p14:tracePt t="61366" x="1847850" y="3632200"/>
          <p14:tracePt t="61383" x="1822450" y="3632200"/>
          <p14:tracePt t="61399" x="1790700" y="3632200"/>
          <p14:tracePt t="61416" x="1752600" y="3632200"/>
          <p14:tracePt t="61433" x="1733550" y="3632200"/>
          <p14:tracePt t="61450" x="1720850" y="3632200"/>
          <p14:tracePt t="61466" x="1714500" y="3632200"/>
          <p14:tracePt t="61472" x="1708150" y="3632200"/>
          <p14:tracePt t="61490" x="1701800" y="3632200"/>
          <p14:tracePt t="61499" x="1695450" y="3632200"/>
          <p14:tracePt t="61516" x="1689100" y="3632200"/>
          <p14:tracePt t="61533" x="1676400" y="3632200"/>
          <p14:tracePt t="61537" x="1670050" y="3632200"/>
          <p14:tracePt t="61549" x="1651000" y="3632200"/>
          <p14:tracePt t="61566" x="1625600" y="3632200"/>
          <p14:tracePt t="61570" x="1612900" y="3632200"/>
          <p14:tracePt t="61576" x="1593850" y="3632200"/>
          <p14:tracePt t="61599" x="1555750" y="3638550"/>
          <p14:tracePt t="61601" x="1530350" y="3644900"/>
          <p14:tracePt t="61616" x="1479550" y="3651250"/>
          <p14:tracePt t="61632" x="1435100" y="3657600"/>
          <p14:tracePt t="61649" x="1397000" y="3670300"/>
          <p14:tracePt t="61666" x="1371600" y="3676650"/>
          <p14:tracePt t="61683" x="1352550" y="3683000"/>
          <p14:tracePt t="61699" x="1333500" y="3689350"/>
          <p14:tracePt t="61716" x="1320800" y="3702050"/>
          <p14:tracePt t="61733" x="1308100" y="3708400"/>
          <p14:tracePt t="61737" x="1289050" y="3714750"/>
          <p14:tracePt t="61749" x="1282700" y="3727450"/>
          <p14:tracePt t="61766" x="1276350" y="3733800"/>
          <p14:tracePt t="61770" x="1270000" y="3740150"/>
          <p14:tracePt t="61787" x="1263650" y="3746500"/>
          <p14:tracePt t="61828" x="1263650" y="3752850"/>
          <p14:tracePt t="61853" x="1263650" y="3759200"/>
          <p14:tracePt t="61860" x="1263650" y="3765550"/>
          <p14:tracePt t="61869" x="1263650" y="3771900"/>
          <p14:tracePt t="61886" x="1263650" y="3784600"/>
          <p14:tracePt t="61899" x="1263650" y="3790950"/>
          <p14:tracePt t="61917" x="1263650" y="3803650"/>
          <p14:tracePt t="61933" x="1270000" y="3816350"/>
          <p14:tracePt t="61950" x="1282700" y="3829050"/>
          <p14:tracePt t="61955" x="1289050" y="3835400"/>
          <p14:tracePt t="61966" x="1301750" y="3835400"/>
          <p14:tracePt t="61983" x="1320800" y="3848100"/>
          <p14:tracePt t="61987" x="1327150" y="3848100"/>
          <p14:tracePt t="61999" x="1333500" y="3854450"/>
          <p14:tracePt t="62016" x="1365250" y="3860800"/>
          <p14:tracePt t="62018" x="1384300" y="3867150"/>
          <p14:tracePt t="62033" x="1397000" y="3867150"/>
          <p14:tracePt t="62051" x="1504950" y="3867150"/>
          <p14:tracePt t="62066" x="1530350" y="3867150"/>
          <p14:tracePt t="62083" x="1574800" y="3867150"/>
          <p14:tracePt t="62085" x="1625600" y="3867150"/>
          <p14:tracePt t="62099" x="1644650" y="3867150"/>
          <p14:tracePt t="62117" x="1714500" y="3854450"/>
          <p14:tracePt t="62133" x="1739900" y="3854450"/>
          <p14:tracePt t="62149" x="1765300" y="3848100"/>
          <p14:tracePt t="62166" x="1778000" y="3841750"/>
          <p14:tracePt t="62183" x="1784350" y="3841750"/>
          <p14:tracePt t="62206" x="1784350" y="3835400"/>
          <p14:tracePt t="62216" x="1790700" y="3835400"/>
          <p14:tracePt t="62301" x="1790700" y="3829050"/>
          <p14:tracePt t="63261" x="0" y="0"/>
        </p14:tracePtLst>
        <p14:tracePtLst>
          <p14:tracePt t="67335" x="1428750" y="3587750"/>
          <p14:tracePt t="67339" x="1422400" y="3575050"/>
          <p14:tracePt t="67350" x="1416050" y="3575050"/>
          <p14:tracePt t="67366" x="1409700" y="3575050"/>
          <p14:tracePt t="67383" x="1403350" y="3575050"/>
          <p14:tracePt t="67417" x="1397000" y="3575050"/>
          <p14:tracePt t="67474" x="1390650" y="3575050"/>
          <p14:tracePt t="67482" x="1384300" y="3575050"/>
          <p14:tracePt t="67498" x="1384300" y="3581400"/>
          <p14:tracePt t="67516" x="1377950" y="3587750"/>
          <p14:tracePt t="67533" x="1371600" y="3594100"/>
          <p14:tracePt t="67549" x="1365250" y="3600450"/>
          <p14:tracePt t="67566" x="1358900" y="3606800"/>
          <p14:tracePt t="67569" x="1352550" y="3613150"/>
          <p14:tracePt t="67612" x="1352550" y="3619500"/>
          <p14:tracePt t="67645" x="1352550" y="3625850"/>
          <p14:tracePt t="67780" x="1346200" y="3625850"/>
          <p14:tracePt t="67795" x="1339850" y="3625850"/>
          <p14:tracePt t="67804" x="1333500" y="3632200"/>
          <p14:tracePt t="67820" x="1327150" y="3638550"/>
          <p14:tracePt t="67836" x="1320800" y="3638550"/>
          <p14:tracePt t="67854" x="1314450" y="3638550"/>
          <p14:tracePt t="67867" x="1308100" y="3644900"/>
          <p14:tracePt t="67884" x="1301750" y="3644900"/>
          <p14:tracePt t="67900" x="1282700" y="3651250"/>
          <p14:tracePt t="67903" x="1270000" y="3651250"/>
          <p14:tracePt t="67918" x="1257300" y="3651250"/>
          <p14:tracePt t="67933" x="1238250" y="3657600"/>
          <p14:tracePt t="67950" x="1219200" y="3657600"/>
          <p14:tracePt t="67966" x="1206500" y="3657600"/>
          <p14:tracePt t="67983" x="1193800" y="3657600"/>
          <p14:tracePt t="67999" x="1181100" y="3657600"/>
          <p14:tracePt t="68016" x="1168400" y="3657600"/>
          <p14:tracePt t="68033" x="1149350" y="3657600"/>
          <p14:tracePt t="68038" x="1143000" y="3657600"/>
          <p14:tracePt t="68049" x="1136650" y="3657600"/>
          <p14:tracePt t="68066" x="1117600" y="3657600"/>
          <p14:tracePt t="68071" x="1085850" y="3657600"/>
          <p14:tracePt t="68083" x="1079500" y="3657600"/>
          <p14:tracePt t="68099" x="1047750" y="3670300"/>
          <p14:tracePt t="68103" x="1028700" y="3676650"/>
          <p14:tracePt t="68116" x="1016000" y="3676650"/>
          <p14:tracePt t="68133" x="946150" y="3702050"/>
          <p14:tracePt t="68136" x="927100" y="3708400"/>
          <p14:tracePt t="68149" x="914400" y="3721100"/>
          <p14:tracePt t="68167" x="857250" y="3759200"/>
          <p14:tracePt t="68183" x="838200" y="3778250"/>
          <p14:tracePt t="68199" x="838200" y="3790950"/>
          <p14:tracePt t="68216" x="831850" y="3810000"/>
          <p14:tracePt t="68233" x="831850" y="3822700"/>
          <p14:tracePt t="68249" x="831850" y="3835400"/>
          <p14:tracePt t="68266" x="831850" y="3848100"/>
          <p14:tracePt t="68282" x="844550" y="3854450"/>
          <p14:tracePt t="68300" x="857250" y="3873500"/>
          <p14:tracePt t="68302" x="869950" y="3879850"/>
          <p14:tracePt t="68316" x="876300" y="3879850"/>
          <p14:tracePt t="68333" x="901700" y="3898900"/>
          <p14:tracePt t="68335" x="914400" y="3898900"/>
          <p14:tracePt t="68349" x="952500" y="3911600"/>
          <p14:tracePt t="68366" x="1022350" y="3930650"/>
          <p14:tracePt t="68382" x="1041400" y="3937000"/>
          <p14:tracePt t="68399" x="1104900" y="3949700"/>
          <p14:tracePt t="68417" x="1250950" y="3962400"/>
          <p14:tracePt t="68433" x="1301750" y="3968750"/>
          <p14:tracePt t="68449" x="1352550" y="3968750"/>
          <p14:tracePt t="68466" x="1397000" y="3968750"/>
          <p14:tracePt t="68483" x="1435100" y="3968750"/>
          <p14:tracePt t="68499" x="1517650" y="3968750"/>
          <p14:tracePt t="68517" x="1562100" y="3962400"/>
          <p14:tracePt t="68533" x="1606550" y="3956050"/>
          <p14:tracePt t="68550" x="1638300" y="3943350"/>
          <p14:tracePt t="68552" x="1651000" y="3937000"/>
          <p14:tracePt t="68566" x="1663700" y="3924300"/>
          <p14:tracePt t="68582" x="1682750" y="3905250"/>
          <p14:tracePt t="68584" x="1695450" y="3892550"/>
          <p14:tracePt t="68599" x="1708150" y="3879850"/>
          <p14:tracePt t="68617" x="1727200" y="3822700"/>
          <p14:tracePt t="68632" x="1733550" y="3803650"/>
          <p14:tracePt t="68650" x="1733550" y="3771900"/>
          <p14:tracePt t="68653" x="1733550" y="3752850"/>
          <p14:tracePt t="68666" x="1733550" y="3721100"/>
          <p14:tracePt t="68683" x="1720850" y="3695700"/>
          <p14:tracePt t="68700" x="1695450" y="3670300"/>
          <p14:tracePt t="68717" x="1657350" y="3651250"/>
          <p14:tracePt t="68732" x="1612900" y="3638550"/>
          <p14:tracePt t="68749" x="1530350" y="3613150"/>
          <p14:tracePt t="68766" x="1473200" y="3594100"/>
          <p14:tracePt t="68783" x="1390650" y="3581400"/>
          <p14:tracePt t="68787" x="1339850" y="3568700"/>
          <p14:tracePt t="68800" x="1289050" y="3556000"/>
          <p14:tracePt t="68816" x="1212850" y="3543300"/>
          <p14:tracePt t="68819" x="1193800" y="3543300"/>
          <p14:tracePt t="68832" x="1149350" y="3536950"/>
          <p14:tracePt t="68849" x="1111250" y="3536950"/>
          <p14:tracePt t="68851" x="1092200" y="3536950"/>
          <p14:tracePt t="68866" x="1079500" y="3536950"/>
          <p14:tracePt t="68883" x="1073150" y="3536950"/>
          <p14:tracePt t="68887" x="1066800" y="3543300"/>
          <p14:tracePt t="68899" x="1060450" y="3562350"/>
          <p14:tracePt t="68917" x="1060450" y="3575050"/>
          <p14:tracePt t="68932" x="1060450" y="3600450"/>
          <p14:tracePt t="68949" x="1066800" y="3613150"/>
          <p14:tracePt t="68966" x="1085850" y="3638550"/>
          <p14:tracePt t="68983" x="1104900" y="3657600"/>
          <p14:tracePt t="69000" x="1136650" y="3676650"/>
          <p14:tracePt t="69016" x="1174750" y="3695700"/>
          <p14:tracePt t="69033" x="1225550" y="3714750"/>
          <p14:tracePt t="69050" x="1263650" y="3721100"/>
          <p14:tracePt t="69053" x="1282700" y="3727450"/>
          <p14:tracePt t="69066" x="1301750" y="3733800"/>
          <p14:tracePt t="69083" x="1339850" y="3740150"/>
          <p14:tracePt t="69086" x="1365250" y="3746500"/>
          <p14:tracePt t="69099" x="1384300" y="3746500"/>
          <p14:tracePt t="69117" x="1422400" y="3759200"/>
          <p14:tracePt t="69133" x="1454150" y="3784600"/>
          <p14:tracePt t="69150" x="1473200" y="3790950"/>
          <p14:tracePt t="69154" x="1479550" y="3797300"/>
          <p14:tracePt t="69166" x="1504950" y="3816350"/>
          <p14:tracePt t="69183" x="1530350" y="3835400"/>
          <p14:tracePt t="69200" x="1543050" y="3841750"/>
          <p14:tracePt t="69216" x="1555750" y="3854450"/>
          <p14:tracePt t="69233" x="1568450" y="3854450"/>
          <p14:tracePt t="69250" x="1581150" y="3867150"/>
          <p14:tracePt t="69256" x="1587500" y="3873500"/>
          <p14:tracePt t="69266" x="1593850" y="3879850"/>
          <p14:tracePt t="69283" x="1612900" y="3879850"/>
          <p14:tracePt t="69286" x="1619250" y="3886200"/>
          <p14:tracePt t="69305" x="1625600" y="3886200"/>
          <p14:tracePt t="69482" x="1612900" y="3873500"/>
          <p14:tracePt t="69489" x="1600200" y="3873500"/>
          <p14:tracePt t="69500" x="1587500" y="3860800"/>
          <p14:tracePt t="69516" x="1549400" y="3841750"/>
          <p14:tracePt t="69522" x="1530350" y="3829050"/>
          <p14:tracePt t="69533" x="1485900" y="3816350"/>
          <p14:tracePt t="69550" x="1454150" y="3810000"/>
          <p14:tracePt t="69553" x="1441450" y="3810000"/>
          <p14:tracePt t="69566" x="1428750" y="3803650"/>
          <p14:tracePt t="69583" x="1397000" y="3803650"/>
          <p14:tracePt t="69586" x="1384300" y="3803650"/>
          <p14:tracePt t="69600" x="1371600" y="3803650"/>
          <p14:tracePt t="69617" x="1327150" y="3810000"/>
          <p14:tracePt t="69633" x="1282700" y="3822700"/>
          <p14:tracePt t="69650" x="1263650" y="3829050"/>
          <p14:tracePt t="69666" x="1238250" y="3835400"/>
          <p14:tracePt t="69683" x="1219200" y="3835400"/>
          <p14:tracePt t="69699" x="1200150" y="3841750"/>
          <p14:tracePt t="69716" x="1181100" y="3848100"/>
          <p14:tracePt t="69733" x="1168400" y="3848100"/>
          <p14:tracePt t="69750" x="1155700" y="3854450"/>
          <p14:tracePt t="69766" x="1143000" y="3860800"/>
          <p14:tracePt t="69783" x="1130300" y="3873500"/>
          <p14:tracePt t="69787" x="1130300" y="3879850"/>
          <p14:tracePt t="69811" x="1130300" y="3886200"/>
          <p14:tracePt t="69820" x="1123950" y="3886200"/>
          <p14:tracePt t="69833" x="1123950" y="3892550"/>
          <p14:tracePt t="69867" x="1123950" y="3911600"/>
          <p14:tracePt t="69883" x="1123950" y="3924300"/>
          <p14:tracePt t="69900" x="1123950" y="3937000"/>
          <p14:tracePt t="69916" x="1143000" y="3956050"/>
          <p14:tracePt t="69933" x="1155700" y="3968750"/>
          <p14:tracePt t="69949" x="1181100" y="3987800"/>
          <p14:tracePt t="69966" x="1212850" y="4013200"/>
          <p14:tracePt t="69983" x="1244600" y="4032250"/>
          <p14:tracePt t="70000" x="1270000" y="4044950"/>
          <p14:tracePt t="70016" x="1301750" y="4064000"/>
          <p14:tracePt t="70021" x="1314450" y="4064000"/>
          <p14:tracePt t="70033" x="1333500" y="4070350"/>
          <p14:tracePt t="70049" x="1358900" y="4076700"/>
          <p14:tracePt t="70054" x="1377950" y="4083050"/>
          <p14:tracePt t="70066" x="1397000" y="4083050"/>
          <p14:tracePt t="70083" x="1454150" y="4089400"/>
          <p14:tracePt t="70086" x="1479550" y="4089400"/>
          <p14:tracePt t="70100" x="1504950" y="4089400"/>
          <p14:tracePt t="70105" x="1517650" y="4095750"/>
          <p14:tracePt t="70117" x="1568450" y="4095750"/>
          <p14:tracePt t="70135" x="1606550" y="4095750"/>
          <p14:tracePt t="70149" x="1657350" y="4095750"/>
          <p14:tracePt t="70167" x="1695450" y="4095750"/>
          <p14:tracePt t="70183" x="1733550" y="4095750"/>
          <p14:tracePt t="70201" x="1778000" y="4095750"/>
          <p14:tracePt t="70205" x="1809750" y="4095750"/>
          <p14:tracePt t="70216" x="1828800" y="4095750"/>
          <p14:tracePt t="70234" x="1885950" y="4095750"/>
          <p14:tracePt t="70240" x="1930400" y="4095750"/>
          <p14:tracePt t="70249" x="1949450" y="4095750"/>
          <p14:tracePt t="70267" x="1993900" y="4095750"/>
          <p14:tracePt t="70271" x="2006600" y="4089400"/>
          <p14:tracePt t="70283" x="2038350" y="4089400"/>
          <p14:tracePt t="70300" x="2057400" y="4083050"/>
          <p14:tracePt t="70306" x="2076450" y="4070350"/>
          <p14:tracePt t="70316" x="2082800" y="4070350"/>
          <p14:tracePt t="70332" x="2101850" y="4057650"/>
          <p14:tracePt t="70334" x="2108200" y="4057650"/>
          <p14:tracePt t="70349" x="2114550" y="4051300"/>
          <p14:tracePt t="70366" x="2127250" y="4038600"/>
          <p14:tracePt t="70382" x="2139950" y="4032250"/>
          <p14:tracePt t="70399" x="2139950" y="4025900"/>
          <p14:tracePt t="70416" x="2146300" y="4019550"/>
          <p14:tracePt t="70433" x="2152650" y="4013200"/>
          <p14:tracePt t="70450" x="2159000" y="4000500"/>
          <p14:tracePt t="70466" x="2165350" y="3981450"/>
          <p14:tracePt t="70483" x="2165350" y="3962400"/>
          <p14:tracePt t="70500" x="2165350" y="3930650"/>
          <p14:tracePt t="70516" x="2159000" y="3905250"/>
          <p14:tracePt t="70533" x="2139950" y="3879850"/>
          <p14:tracePt t="70539" x="2120900" y="3867150"/>
          <p14:tracePt t="70549" x="2101850" y="3860800"/>
          <p14:tracePt t="70566" x="2051050" y="3835400"/>
          <p14:tracePt t="70571" x="2019300" y="3829050"/>
          <p14:tracePt t="70583" x="1987550" y="3822700"/>
          <p14:tracePt t="70600" x="1911350" y="3810000"/>
          <p14:tracePt t="70604" x="1873250" y="3803650"/>
          <p14:tracePt t="70616" x="1746250" y="3784600"/>
          <p14:tracePt t="70633" x="1612900" y="3759200"/>
          <p14:tracePt t="70650" x="1492250" y="3746500"/>
          <p14:tracePt t="70666" x="1346200" y="3727450"/>
          <p14:tracePt t="70683" x="1270000" y="3721100"/>
          <p14:tracePt t="70699" x="1206500" y="3721100"/>
          <p14:tracePt t="70705" x="1193800" y="3721100"/>
          <p14:tracePt t="70716" x="1187450" y="3721100"/>
          <p14:tracePt t="70733" x="1181100" y="3721100"/>
          <p14:tracePt t="70749" x="1174750" y="3721100"/>
          <p14:tracePt t="70783" x="1162050" y="3733800"/>
          <p14:tracePt t="70800" x="1155700" y="3746500"/>
          <p14:tracePt t="70816" x="1155700" y="3752850"/>
          <p14:tracePt t="70833" x="1149350" y="3771900"/>
          <p14:tracePt t="70836" x="1149350" y="3778250"/>
          <p14:tracePt t="70849" x="1143000" y="3797300"/>
          <p14:tracePt t="70867" x="1143000" y="3822700"/>
          <p14:tracePt t="70883" x="1143000" y="3841750"/>
          <p14:tracePt t="70900" x="1143000" y="3854450"/>
          <p14:tracePt t="70916" x="1149350" y="3886200"/>
          <p14:tracePt t="70933" x="1162050" y="3898900"/>
          <p14:tracePt t="70949" x="1174750" y="3917950"/>
          <p14:tracePt t="70966" x="1193800" y="3930650"/>
          <p14:tracePt t="70983" x="1219200" y="3937000"/>
          <p14:tracePt t="70999" x="1250950" y="3949700"/>
          <p14:tracePt t="71016" x="1276350" y="3956050"/>
          <p14:tracePt t="71033" x="1327150" y="3968750"/>
          <p14:tracePt t="71037" x="1346200" y="3975100"/>
          <p14:tracePt t="71049" x="1409700" y="3981450"/>
          <p14:tracePt t="71066" x="1447800" y="3981450"/>
          <p14:tracePt t="71071" x="1498600" y="3987800"/>
          <p14:tracePt t="71083" x="1517650" y="3987800"/>
          <p14:tracePt t="71100" x="1574800" y="3987800"/>
          <p14:tracePt t="71103" x="1587500" y="3987800"/>
          <p14:tracePt t="71116" x="1612900" y="3987800"/>
          <p14:tracePt t="71133" x="1657350" y="3981450"/>
          <p14:tracePt t="71149" x="1670050" y="3975100"/>
          <p14:tracePt t="71166" x="1682750" y="3975100"/>
          <p14:tracePt t="71393" x="0" y="0"/>
        </p14:tracePtLst>
        <p14:tracePtLst>
          <p14:tracePt t="74599" x="7505700" y="2698750"/>
          <p14:tracePt t="74629" x="7505700" y="2692400"/>
          <p14:tracePt t="74635" x="7499350" y="2692400"/>
          <p14:tracePt t="74710" x="7493000" y="2692400"/>
          <p14:tracePt t="74735" x="7486650" y="2692400"/>
          <p14:tracePt t="74742" x="7480300" y="2692400"/>
          <p14:tracePt t="74749" x="7473950" y="2692400"/>
          <p14:tracePt t="74766" x="7448550" y="2692400"/>
          <p14:tracePt t="74783" x="7423150" y="2692400"/>
          <p14:tracePt t="74800" x="7397750" y="2692400"/>
          <p14:tracePt t="74805" x="7378700" y="2692400"/>
          <p14:tracePt t="74816" x="7340600" y="2692400"/>
          <p14:tracePt t="74833" x="7296150" y="2692400"/>
          <p14:tracePt t="74837" x="7277100" y="2692400"/>
          <p14:tracePt t="74850" x="7251700" y="2692400"/>
          <p14:tracePt t="74866" x="7207250" y="2692400"/>
          <p14:tracePt t="74871" x="7188200" y="2692400"/>
          <p14:tracePt t="74883" x="7162800" y="2692400"/>
          <p14:tracePt t="74899" x="7105650" y="2692400"/>
          <p14:tracePt t="74903" x="7092950" y="2692400"/>
          <p14:tracePt t="74917" x="7067550" y="2686050"/>
          <p14:tracePt t="74933" x="7042150" y="2686050"/>
          <p14:tracePt t="74950" x="7016750" y="2686050"/>
          <p14:tracePt t="74966" x="6997700" y="2686050"/>
          <p14:tracePt t="74983" x="6972300" y="2679700"/>
          <p14:tracePt t="75000" x="6940550" y="2673350"/>
          <p14:tracePt t="75017" x="6915150" y="2667000"/>
          <p14:tracePt t="75033" x="6877050" y="2667000"/>
          <p14:tracePt t="75050" x="6838950" y="2660650"/>
          <p14:tracePt t="75056" x="6813550" y="2660650"/>
          <p14:tracePt t="75066" x="6788150" y="2660650"/>
          <p14:tracePt t="75084" x="6724650" y="2660650"/>
          <p14:tracePt t="75089" x="6699250" y="2660650"/>
          <p14:tracePt t="75100" x="6673850" y="2660650"/>
          <p14:tracePt t="75119" x="6610350" y="2660650"/>
          <p14:tracePt t="75121" x="6578600" y="2660650"/>
          <p14:tracePt t="75133" x="6540500" y="2660650"/>
          <p14:tracePt t="75152" x="6457950" y="2660650"/>
          <p14:tracePt t="75167" x="6394450" y="2660650"/>
          <p14:tracePt t="75185" x="6343650" y="2654300"/>
          <p14:tracePt t="75199" x="6318250" y="2654300"/>
          <p14:tracePt t="75217" x="6280150" y="2654300"/>
          <p14:tracePt t="75233" x="6235700" y="2654300"/>
          <p14:tracePt t="75250" x="6197600" y="2654300"/>
          <p14:tracePt t="75266" x="6159500" y="2654300"/>
          <p14:tracePt t="75283" x="6146800" y="2654300"/>
          <p14:tracePt t="75300" x="6115050" y="2654300"/>
          <p14:tracePt t="75316" x="6089650" y="2654300"/>
          <p14:tracePt t="75333" x="6070600" y="2654300"/>
          <p14:tracePt t="75350" x="6045200" y="2654300"/>
          <p14:tracePt t="75353" x="6032500" y="2660650"/>
          <p14:tracePt t="75366" x="6026150" y="2660650"/>
          <p14:tracePt t="75383" x="6013450" y="2667000"/>
          <p14:tracePt t="75387" x="6007100" y="2667000"/>
          <p14:tracePt t="75400" x="5994400" y="2673350"/>
          <p14:tracePt t="75417" x="5981700" y="2686050"/>
          <p14:tracePt t="75434" x="5975350" y="2698750"/>
          <p14:tracePt t="75449" x="5975350" y="2717800"/>
          <p14:tracePt t="75466" x="5975350" y="2743200"/>
          <p14:tracePt t="75483" x="5969000" y="2768600"/>
          <p14:tracePt t="75500" x="5969000" y="2794000"/>
          <p14:tracePt t="75516" x="5969000" y="2825750"/>
          <p14:tracePt t="75533" x="5975350" y="2857500"/>
          <p14:tracePt t="75550" x="5988050" y="2882900"/>
          <p14:tracePt t="75556" x="5994400" y="2889250"/>
          <p14:tracePt t="75566" x="5994400" y="2895600"/>
          <p14:tracePt t="75583" x="6007100" y="2901950"/>
          <p14:tracePt t="75600" x="6013450" y="2901950"/>
          <p14:tracePt t="75616" x="6026150" y="2914650"/>
          <p14:tracePt t="75620" x="6032500" y="2921000"/>
          <p14:tracePt t="75633" x="6045200" y="2927350"/>
          <p14:tracePt t="75650" x="6070600" y="2940050"/>
          <p14:tracePt t="75653" x="6096000" y="2952750"/>
          <p14:tracePt t="75667" x="6121400" y="2965450"/>
          <p14:tracePt t="75683" x="6178550" y="2990850"/>
          <p14:tracePt t="75700" x="6216650" y="2990850"/>
          <p14:tracePt t="75716" x="6305550" y="3009900"/>
          <p14:tracePt t="75723" x="6330950" y="3009900"/>
          <p14:tracePt t="75733" x="6350000" y="3009900"/>
          <p14:tracePt t="75750" x="6432550" y="3016250"/>
          <p14:tracePt t="75766" x="6477000" y="3016250"/>
          <p14:tracePt t="75783" x="6527800" y="3016250"/>
          <p14:tracePt t="75800" x="6616700" y="3016250"/>
          <p14:tracePt t="75816" x="6661150" y="3016250"/>
          <p14:tracePt t="75833" x="6699250" y="3009900"/>
          <p14:tracePt t="75850" x="6762750" y="3003550"/>
          <p14:tracePt t="75854" x="6775450" y="3003550"/>
          <p14:tracePt t="75861" x="6794500" y="2997200"/>
          <p14:tracePt t="75883" x="6819900" y="2997200"/>
          <p14:tracePt t="75886" x="6838950" y="2997200"/>
          <p14:tracePt t="75900" x="6851650" y="2997200"/>
          <p14:tracePt t="75917" x="6915150" y="2990850"/>
          <p14:tracePt t="75933" x="6953250" y="2990850"/>
          <p14:tracePt t="75950" x="7016750" y="2984500"/>
          <p14:tracePt t="75966" x="7054850" y="2978150"/>
          <p14:tracePt t="75983" x="7080250" y="2978150"/>
          <p14:tracePt t="75989" x="7092950" y="2971800"/>
          <p14:tracePt t="76000" x="7099300" y="2971800"/>
          <p14:tracePt t="76016" x="7112000" y="2971800"/>
          <p14:tracePt t="76033" x="7124700" y="2971800"/>
          <p14:tracePt t="76050" x="7137400" y="2971800"/>
          <p14:tracePt t="76055" x="7156450" y="2971800"/>
          <p14:tracePt t="76066" x="7169150" y="2971800"/>
          <p14:tracePt t="76083" x="7188200" y="2971800"/>
          <p14:tracePt t="76087" x="7200900" y="2971800"/>
          <p14:tracePt t="76100" x="7226300" y="2971800"/>
          <p14:tracePt t="76116" x="7251700" y="2971800"/>
          <p14:tracePt t="76119" x="7277100" y="2965450"/>
          <p14:tracePt t="76133" x="7289800" y="2965450"/>
          <p14:tracePt t="76150" x="7308850" y="2959100"/>
          <p14:tracePt t="76154" x="7315200" y="2959100"/>
          <p14:tracePt t="76166" x="7340600" y="2952750"/>
          <p14:tracePt t="76183" x="7359650" y="2946400"/>
          <p14:tracePt t="76200" x="7397750" y="2933700"/>
          <p14:tracePt t="76216" x="7423150" y="2921000"/>
          <p14:tracePt t="76233" x="7448550" y="2914650"/>
          <p14:tracePt t="76250" x="7480300" y="2901950"/>
          <p14:tracePt t="76256" x="7505700" y="2895600"/>
          <p14:tracePt t="76266" x="7512050" y="2895600"/>
          <p14:tracePt t="76283" x="7524750" y="2895600"/>
          <p14:tracePt t="76299" x="7537450" y="2889250"/>
          <p14:tracePt t="76402" x="7537450" y="2895600"/>
          <p14:tracePt t="76410" x="7537450" y="2901950"/>
          <p14:tracePt t="76419" x="7537450" y="2908300"/>
          <p14:tracePt t="76433" x="7518400" y="2927350"/>
          <p14:tracePt t="76450" x="7499350" y="2946400"/>
          <p14:tracePt t="76466" x="7493000" y="2952750"/>
          <p14:tracePt t="76483" x="7486650" y="2959100"/>
          <p14:tracePt t="76500" x="7473950" y="2959100"/>
          <p14:tracePt t="76516" x="7467600" y="2965450"/>
          <p14:tracePt t="76533" x="7448550" y="2965450"/>
          <p14:tracePt t="76549" x="7429500" y="2965450"/>
          <p14:tracePt t="76554" x="7416800" y="2965450"/>
          <p14:tracePt t="76566" x="7410450" y="2965450"/>
          <p14:tracePt t="76583" x="7385050" y="2965450"/>
          <p14:tracePt t="76599" x="7372350" y="2965450"/>
          <p14:tracePt t="76724" x="7372350" y="2959100"/>
          <p14:tracePt t="76741" x="7366000" y="2959100"/>
          <p14:tracePt t="76748" x="7366000" y="2952750"/>
          <p14:tracePt t="76783" x="7359650" y="2952750"/>
          <p14:tracePt t="76800" x="7359650" y="2946400"/>
          <p14:tracePt t="76820" x="7359650" y="2940050"/>
          <p14:tracePt t="76894" x="7359650" y="2933700"/>
          <p14:tracePt t="76918" x="7359650" y="2927350"/>
          <p14:tracePt t="76926" x="7353300" y="2927350"/>
          <p14:tracePt t="76942" x="7353300" y="2921000"/>
          <p14:tracePt t="76950" x="7346950" y="2921000"/>
          <p14:tracePt t="76968" x="7340600" y="2921000"/>
          <p14:tracePt t="76983" x="7334250" y="2921000"/>
          <p14:tracePt t="77000" x="7327900" y="2921000"/>
          <p14:tracePt t="77022" x="7321550" y="2921000"/>
          <p14:tracePt t="77039" x="7308850" y="2921000"/>
          <p14:tracePt t="77054" x="7302500" y="2921000"/>
          <p14:tracePt t="77071" x="7296150" y="2921000"/>
          <p14:tracePt t="77083" x="7289800" y="2921000"/>
          <p14:tracePt t="77100" x="7283450" y="2921000"/>
          <p14:tracePt t="77693" x="7277100" y="2921000"/>
          <p14:tracePt t="77700" x="7277100" y="2927350"/>
          <p14:tracePt t="77717" x="7270750" y="2927350"/>
          <p14:tracePt t="77726" x="7264400" y="2927350"/>
          <p14:tracePt t="77734" x="7264400" y="2933700"/>
          <p14:tracePt t="77766" x="7258050" y="2933700"/>
          <p14:tracePt t="79540" x="7251700" y="2933700"/>
          <p14:tracePt t="79546" x="7245350" y="2933700"/>
          <p14:tracePt t="79554" x="7239000" y="2940050"/>
          <p14:tracePt t="79566" x="7226300" y="2946400"/>
          <p14:tracePt t="79583" x="7194550" y="2952750"/>
          <p14:tracePt t="79587" x="7181850" y="2959100"/>
          <p14:tracePt t="79602" x="7124700" y="2965450"/>
          <p14:tracePt t="79618" x="7080250" y="2978150"/>
          <p14:tracePt t="79633" x="7023100" y="2990850"/>
          <p14:tracePt t="79650" x="6972300" y="2997200"/>
          <p14:tracePt t="79666" x="6940550" y="2997200"/>
          <p14:tracePt t="79683" x="6915150" y="2997200"/>
          <p14:tracePt t="79700" x="6902450" y="3003550"/>
          <p14:tracePt t="79716" x="6889750" y="3009900"/>
          <p14:tracePt t="79733" x="6870700" y="3009900"/>
          <p14:tracePt t="79749" x="6858000" y="3009900"/>
          <p14:tracePt t="79766" x="6838950" y="3009900"/>
          <p14:tracePt t="79783" x="6819900" y="3009900"/>
          <p14:tracePt t="79788" x="6807200" y="3009900"/>
          <p14:tracePt t="79800" x="6794500" y="3009900"/>
          <p14:tracePt t="79816" x="6788150" y="3009900"/>
          <p14:tracePt t="79820" x="6781800" y="3009900"/>
          <p14:tracePt t="79876" x="6775450" y="3009900"/>
          <p14:tracePt t="79907" x="6769100" y="3009900"/>
          <p14:tracePt t="79997" x="6769100" y="2997200"/>
          <p14:tracePt t="80012" x="6769100" y="2990850"/>
          <p14:tracePt t="80022" x="6769100" y="2984500"/>
          <p14:tracePt t="80034" x="6769100" y="2971800"/>
          <p14:tracePt t="80040" x="6769100" y="2965450"/>
          <p14:tracePt t="80055" x="6769100" y="2959100"/>
          <p14:tracePt t="80336" x="6769100" y="2952750"/>
          <p14:tracePt t="80344" x="6775450" y="2952750"/>
          <p14:tracePt t="80351" x="6775450" y="2946400"/>
          <p14:tracePt t="80369" x="6775450" y="2940050"/>
          <p14:tracePt t="80384" x="6781800" y="2933700"/>
          <p14:tracePt t="80400" x="6781800" y="2927350"/>
          <p14:tracePt t="80416" x="6788150" y="2921000"/>
          <p14:tracePt t="81706" x="6775450" y="2921000"/>
          <p14:tracePt t="81714" x="6762750" y="2921000"/>
          <p14:tracePt t="81722" x="6756400" y="2921000"/>
          <p14:tracePt t="81733" x="6750050" y="2921000"/>
          <p14:tracePt t="81752" x="6718300" y="2927350"/>
          <p14:tracePt t="81756" x="6711950" y="2927350"/>
          <p14:tracePt t="81767" x="6699250" y="2927350"/>
          <p14:tracePt t="81785" x="6654800" y="2933700"/>
          <p14:tracePt t="81800" x="6648450" y="2933700"/>
          <p14:tracePt t="81817" x="6604000" y="2940050"/>
          <p14:tracePt t="81833" x="6572250" y="2946400"/>
          <p14:tracePt t="81850" x="6553200" y="2946400"/>
          <p14:tracePt t="81866" x="6546850" y="2946400"/>
          <p14:tracePt t="81883" x="6540500" y="2946400"/>
          <p14:tracePt t="81932" x="6534150" y="2946400"/>
          <p14:tracePt t="81964" x="6527800" y="2946400"/>
          <p14:tracePt t="81982" x="6521450" y="2946400"/>
          <p14:tracePt t="81996" x="6515100" y="2946400"/>
          <p14:tracePt t="82015" x="6508750" y="2946400"/>
          <p14:tracePt t="82033" x="6502400" y="2946400"/>
          <p14:tracePt t="82050" x="6489700" y="2946400"/>
          <p14:tracePt t="82067" x="6470650" y="2946400"/>
          <p14:tracePt t="82083" x="6457950" y="2946400"/>
          <p14:tracePt t="82100" x="6451600" y="2946400"/>
          <p14:tracePt t="82116" x="6445250" y="2946400"/>
          <p14:tracePt t="82133" x="6438900" y="2946400"/>
          <p14:tracePt t="82175" x="6432550" y="2946400"/>
          <p14:tracePt t="82286" x="6426200" y="2946400"/>
          <p14:tracePt t="82311" x="6419850" y="2946400"/>
          <p14:tracePt t="82319" x="6413500" y="2946400"/>
          <p14:tracePt t="82333" x="6407150" y="2946400"/>
          <p14:tracePt t="82350" x="6400800" y="2946400"/>
          <p14:tracePt t="82366" x="6388100" y="2946400"/>
          <p14:tracePt t="82400" x="6381750" y="2946400"/>
          <p14:tracePt t="82433" x="6375400" y="2946400"/>
          <p14:tracePt t="82456" x="6369050" y="2946400"/>
          <p14:tracePt t="82466" x="6362700" y="2946400"/>
          <p14:tracePt t="82488" x="6356350" y="2946400"/>
          <p14:tracePt t="82528" x="6350000" y="2946400"/>
          <p14:tracePt t="82647" x="6343650" y="2946400"/>
          <p14:tracePt t="82656" x="6337300" y="2946400"/>
          <p14:tracePt t="82666" x="6330950" y="2946400"/>
          <p14:tracePt t="82700" x="6324600" y="2946400"/>
          <p14:tracePt t="82716" x="6318250" y="2946400"/>
          <p14:tracePt t="84294" x="6311900" y="2946400"/>
          <p14:tracePt t="84317" x="6311900" y="2952750"/>
          <p14:tracePt t="84327" x="6305550" y="2952750"/>
          <p14:tracePt t="84374" x="6299200" y="2952750"/>
          <p14:tracePt t="84392" x="6299200" y="2959100"/>
          <p14:tracePt t="84406" x="6292850" y="2959100"/>
          <p14:tracePt t="84417" x="6292850" y="2965450"/>
          <p14:tracePt t="84434" x="6286500" y="2965450"/>
          <p14:tracePt t="84440" x="6286500" y="2971800"/>
          <p14:tracePt t="84455" x="6280150" y="2971800"/>
          <p14:tracePt t="84495" x="6280150" y="2978150"/>
          <p14:tracePt t="84545" x="6280150" y="2984500"/>
          <p14:tracePt t="84552" x="6273800" y="2984500"/>
          <p14:tracePt t="84561" x="6273800" y="2990850"/>
          <p14:tracePt t="84577" x="6273800" y="2997200"/>
          <p14:tracePt t="84600" x="6273800" y="3003550"/>
          <p14:tracePt t="84616" x="6273800" y="3009900"/>
          <p14:tracePt t="84626" x="6273800" y="3016250"/>
          <p14:tracePt t="84641" x="6273800" y="3022600"/>
          <p14:tracePt t="84656" x="6273800" y="3028950"/>
          <p14:tracePt t="84673" x="6273800" y="3035300"/>
          <p14:tracePt t="84683" x="6273800" y="3041650"/>
          <p14:tracePt t="84717" x="6273800" y="3048000"/>
          <p14:tracePt t="84733" x="6273800" y="3054350"/>
          <p14:tracePt t="84750" x="6273800" y="3060700"/>
          <p14:tracePt t="84767" x="6273800" y="3067050"/>
          <p14:tracePt t="84783" x="6273800" y="3073400"/>
          <p14:tracePt t="84816" x="6273800" y="3079750"/>
          <p14:tracePt t="84890" x="6280150" y="3079750"/>
          <p14:tracePt t="84899" x="6280150" y="3086100"/>
          <p14:tracePt t="84919" x="6286500" y="3092450"/>
          <p14:tracePt t="84923" x="6292850" y="3092450"/>
          <p14:tracePt t="84939" x="6299200" y="3098800"/>
          <p14:tracePt t="84951" x="6305550" y="3098800"/>
          <p14:tracePt t="84955" x="6311900" y="3098800"/>
          <p14:tracePt t="84966" x="6318250" y="3098800"/>
          <p14:tracePt t="84986" x="6350000" y="3117850"/>
          <p14:tracePt t="85000" x="6362700" y="3117850"/>
          <p14:tracePt t="85018" x="6381750" y="3130550"/>
          <p14:tracePt t="85033" x="6400800" y="3130550"/>
          <p14:tracePt t="85052" x="6426200" y="3130550"/>
          <p14:tracePt t="85057" x="6438900" y="3130550"/>
          <p14:tracePt t="85067" x="6451600" y="3130550"/>
          <p14:tracePt t="85084" x="6477000" y="3130550"/>
          <p14:tracePt t="85100" x="6527800" y="3130550"/>
          <p14:tracePt t="85117" x="6553200" y="3130550"/>
          <p14:tracePt t="85133" x="6578600" y="3130550"/>
          <p14:tracePt t="85150" x="6610350" y="3124200"/>
          <p14:tracePt t="85167" x="6635750" y="3124200"/>
          <p14:tracePt t="85183" x="6661150" y="3124200"/>
          <p14:tracePt t="85189" x="6673850" y="3117850"/>
          <p14:tracePt t="85200" x="6686550" y="3117850"/>
          <p14:tracePt t="85216" x="6699250" y="3117850"/>
          <p14:tracePt t="85219" x="6711950" y="3117850"/>
          <p14:tracePt t="85236" x="6718300" y="3117850"/>
          <p14:tracePt t="85250" x="6731000" y="3117850"/>
          <p14:tracePt t="85253" x="6737350" y="3117850"/>
          <p14:tracePt t="85268" x="6743700" y="3117850"/>
          <p14:tracePt t="85283" x="6756400" y="3117850"/>
          <p14:tracePt t="85300" x="6775450" y="3124200"/>
          <p14:tracePt t="85317" x="6794500" y="3124200"/>
          <p14:tracePt t="85326" x="6807200" y="3124200"/>
          <p14:tracePt t="85333" x="6813550" y="3124200"/>
          <p14:tracePt t="85350" x="6832600" y="3124200"/>
          <p14:tracePt t="85366" x="6858000" y="3124200"/>
          <p14:tracePt t="85383" x="6883400" y="3124200"/>
          <p14:tracePt t="85400" x="6908800" y="3124200"/>
          <p14:tracePt t="85416" x="6934200" y="3124200"/>
          <p14:tracePt t="85433" x="6946900" y="3124200"/>
          <p14:tracePt t="85450" x="6972300" y="3124200"/>
          <p14:tracePt t="85453" x="6985000" y="3124200"/>
          <p14:tracePt t="85466" x="7004050" y="3124200"/>
          <p14:tracePt t="85483" x="7016750" y="3124200"/>
          <p14:tracePt t="85485" x="7035800" y="3124200"/>
          <p14:tracePt t="85501" x="7054850" y="3124200"/>
          <p14:tracePt t="85517" x="7099300" y="3124200"/>
          <p14:tracePt t="85535" x="7112000" y="3124200"/>
          <p14:tracePt t="85550" x="7137400" y="3124200"/>
          <p14:tracePt t="85567" x="7143750" y="3124200"/>
          <p14:tracePt t="85583" x="7162800" y="3124200"/>
          <p14:tracePt t="85600" x="7188200" y="3124200"/>
          <p14:tracePt t="85617" x="7207250" y="3124200"/>
          <p14:tracePt t="85633" x="7239000" y="3117850"/>
          <p14:tracePt t="85650" x="7264400" y="3117850"/>
          <p14:tracePt t="85667" x="7289800" y="3111500"/>
          <p14:tracePt t="85683" x="7308850" y="3105150"/>
          <p14:tracePt t="85690" x="7315200" y="3105150"/>
          <p14:tracePt t="85700" x="7315200" y="3098800"/>
          <p14:tracePt t="85746" x="7315200" y="3092450"/>
          <p14:tracePt t="85760" x="7315200" y="3086100"/>
          <p14:tracePt t="85769" x="7315200" y="3073400"/>
          <p14:tracePt t="85783" x="7289800" y="3048000"/>
          <p14:tracePt t="85800" x="7270750" y="3035300"/>
          <p14:tracePt t="85816" x="7239000" y="3016250"/>
          <p14:tracePt t="85833" x="7200900" y="2997200"/>
          <p14:tracePt t="85850" x="7175500" y="2984500"/>
          <p14:tracePt t="85856" x="7137400" y="2971800"/>
          <p14:tracePt t="85867" x="7118350" y="2965450"/>
          <p14:tracePt t="85883" x="7073900" y="2959100"/>
          <p14:tracePt t="85900" x="6978650" y="2940050"/>
          <p14:tracePt t="85916" x="6915150" y="2933700"/>
          <p14:tracePt t="85933" x="6819900" y="2921000"/>
          <p14:tracePt t="85950" x="6775450" y="2921000"/>
          <p14:tracePt t="85954" x="6743700" y="2921000"/>
          <p14:tracePt t="85967" x="6731000" y="2921000"/>
          <p14:tracePt t="85983" x="6699250" y="2927350"/>
          <p14:tracePt t="85987" x="6673850" y="2940050"/>
          <p14:tracePt t="86000" x="6667500" y="2946400"/>
          <p14:tracePt t="86017" x="6623050" y="2965450"/>
          <p14:tracePt t="86033" x="6591300" y="2984500"/>
          <p14:tracePt t="86050" x="6565900" y="2997200"/>
          <p14:tracePt t="86066" x="6527800" y="3009900"/>
          <p14:tracePt t="86083" x="6496050" y="3028950"/>
          <p14:tracePt t="86100" x="6477000" y="3028950"/>
          <p14:tracePt t="86117" x="6438900" y="3041650"/>
          <p14:tracePt t="86133" x="6413500" y="3048000"/>
          <p14:tracePt t="86150" x="6381750" y="3048000"/>
          <p14:tracePt t="86167" x="6337300" y="3060700"/>
          <p14:tracePt t="86183" x="6318250" y="3073400"/>
          <p14:tracePt t="86188" x="6305550" y="3073400"/>
          <p14:tracePt t="86340" x="6305550" y="3079750"/>
          <p14:tracePt t="86364" x="6311900" y="3079750"/>
          <p14:tracePt t="86373" x="6318250" y="3086100"/>
          <p14:tracePt t="86384" x="6330950" y="3092450"/>
          <p14:tracePt t="86400" x="6362700" y="3098800"/>
          <p14:tracePt t="86417" x="6400800" y="3117850"/>
          <p14:tracePt t="86433" x="6445250" y="3124200"/>
          <p14:tracePt t="86450" x="6457950" y="3130550"/>
          <p14:tracePt t="86455" x="6457950" y="3136900"/>
          <p14:tracePt t="86466" x="6464300" y="3136900"/>
          <p14:tracePt t="86484" x="6470650" y="3136900"/>
          <p14:tracePt t="86487" x="6477000" y="3136900"/>
          <p14:tracePt t="86511" x="6483350" y="3136900"/>
          <p14:tracePt t="86542" x="6489700" y="3136900"/>
          <p14:tracePt t="86559" x="6496050" y="3136900"/>
          <p14:tracePt t="86566" x="6496050" y="3143250"/>
          <p14:tracePt t="86583" x="6502400" y="3143250"/>
          <p14:tracePt t="87267" x="6496050" y="3143250"/>
          <p14:tracePt t="87276" x="6489700" y="3143250"/>
          <p14:tracePt t="87285" x="6470650" y="3143250"/>
          <p14:tracePt t="87300" x="6438900" y="3143250"/>
          <p14:tracePt t="87317" x="6407150" y="3143250"/>
          <p14:tracePt t="87333" x="6375400" y="3143250"/>
          <p14:tracePt t="87350" x="6350000" y="3143250"/>
          <p14:tracePt t="87366" x="6324600" y="3149600"/>
          <p14:tracePt t="87373" x="6324600" y="3155950"/>
          <p14:tracePt t="87383" x="6318250" y="3155950"/>
          <p14:tracePt t="87400" x="6311900" y="3155950"/>
          <p14:tracePt t="87417" x="6305550" y="3155950"/>
          <p14:tracePt t="87433" x="6292850" y="3162300"/>
          <p14:tracePt t="87437" x="6286500" y="3162300"/>
          <p14:tracePt t="87450" x="6280150" y="3168650"/>
          <p14:tracePt t="87466" x="6261100" y="3175000"/>
          <p14:tracePt t="87469" x="6254750" y="3175000"/>
          <p14:tracePt t="87483" x="6242050" y="3175000"/>
          <p14:tracePt t="87500" x="6229350" y="3175000"/>
          <p14:tracePt t="87503" x="6223000" y="3181350"/>
          <p14:tracePt t="87518" x="6216650" y="3181350"/>
          <p14:tracePt t="87533" x="6203950" y="3187700"/>
          <p14:tracePt t="87550" x="6197600" y="3187700"/>
          <p14:tracePt t="87566" x="6191250" y="3187700"/>
          <p14:tracePt t="87583" x="6184900" y="3194050"/>
          <p14:tracePt t="87600" x="6178550" y="3194050"/>
          <p14:tracePt t="87606" x="6178550" y="3200400"/>
          <p14:tracePt t="87617" x="6172200" y="3206750"/>
          <p14:tracePt t="87633" x="6165850" y="3213100"/>
          <p14:tracePt t="87650" x="6159500" y="3219450"/>
          <p14:tracePt t="87667" x="6159500" y="3232150"/>
          <p14:tracePt t="87683" x="6159500" y="3238500"/>
          <p14:tracePt t="87700" x="6159500" y="3244850"/>
          <p14:tracePt t="87717" x="6159500" y="3257550"/>
          <p14:tracePt t="87733" x="6159500" y="3263900"/>
          <p14:tracePt t="87737" x="6159500" y="3270250"/>
          <p14:tracePt t="87750" x="6159500" y="3276600"/>
          <p14:tracePt t="87767" x="6159500" y="3282950"/>
          <p14:tracePt t="87783" x="6159500" y="3289300"/>
          <p14:tracePt t="87800" x="6159500" y="3302000"/>
          <p14:tracePt t="87816" x="6172200" y="3314700"/>
          <p14:tracePt t="87833" x="6184900" y="3327400"/>
          <p14:tracePt t="87850" x="6203950" y="3352800"/>
          <p14:tracePt t="87866" x="6223000" y="3371850"/>
          <p14:tracePt t="87883" x="6235700" y="3384550"/>
          <p14:tracePt t="87900" x="6261100" y="3403600"/>
          <p14:tracePt t="87917" x="6273800" y="3409950"/>
          <p14:tracePt t="87933" x="6286500" y="3416300"/>
          <p14:tracePt t="87937" x="6292850" y="3416300"/>
          <p14:tracePt t="87950" x="6299200" y="3422650"/>
          <p14:tracePt t="87967" x="6337300" y="3429000"/>
          <p14:tracePt t="87983" x="6343650" y="3429000"/>
          <p14:tracePt t="88000" x="6369050" y="3429000"/>
          <p14:tracePt t="88005" x="6375400" y="3429000"/>
          <p14:tracePt t="88017" x="6400800" y="3429000"/>
          <p14:tracePt t="88033" x="6432550" y="3429000"/>
          <p14:tracePt t="88050" x="6464300" y="3429000"/>
          <p14:tracePt t="88067" x="6515100" y="3429000"/>
          <p14:tracePt t="88083" x="6540500" y="3429000"/>
          <p14:tracePt t="88099" x="6559550" y="3422650"/>
          <p14:tracePt t="88116" x="6591300" y="3422650"/>
          <p14:tracePt t="88133" x="6610350" y="3416300"/>
          <p14:tracePt t="88137" x="6623050" y="3416300"/>
          <p14:tracePt t="88150" x="6642100" y="3416300"/>
          <p14:tracePt t="88167" x="6661150" y="3416300"/>
          <p14:tracePt t="88170" x="6673850" y="3416300"/>
          <p14:tracePt t="88183" x="6686550" y="3416300"/>
          <p14:tracePt t="88200" x="6718300" y="3409950"/>
          <p14:tracePt t="88204" x="6731000" y="3409950"/>
          <p14:tracePt t="88219" x="6756400" y="3403600"/>
          <p14:tracePt t="88233" x="6769100" y="3403600"/>
          <p14:tracePt t="88252" x="6794500" y="3397250"/>
          <p14:tracePt t="88267" x="6826250" y="3397250"/>
          <p14:tracePt t="88283" x="6845300" y="3390900"/>
          <p14:tracePt t="88300" x="6864350" y="3384550"/>
          <p14:tracePt t="88316" x="6870700" y="3378200"/>
          <p14:tracePt t="88333" x="6877050" y="3371850"/>
          <p14:tracePt t="88356" x="6883400" y="3365500"/>
          <p14:tracePt t="88366" x="6889750" y="3359150"/>
          <p14:tracePt t="88384" x="6889750" y="3346450"/>
          <p14:tracePt t="88388" x="6889750" y="3340100"/>
          <p14:tracePt t="88407" x="6896100" y="3327400"/>
          <p14:tracePt t="88416" x="6896100" y="3314700"/>
          <p14:tracePt t="88421" x="6896100" y="3308350"/>
          <p14:tracePt t="88433" x="6896100" y="3302000"/>
          <p14:tracePt t="88450" x="6896100" y="3295650"/>
          <p14:tracePt t="88454" x="6896100" y="3289300"/>
          <p14:tracePt t="88467" x="6896100" y="3270250"/>
          <p14:tracePt t="88483" x="6889750" y="3251200"/>
          <p14:tracePt t="88500" x="6864350" y="3213100"/>
          <p14:tracePt t="88517" x="6832600" y="3200400"/>
          <p14:tracePt t="88533" x="6788150" y="3168650"/>
          <p14:tracePt t="88550" x="6743700" y="3155950"/>
          <p14:tracePt t="88567" x="6692900" y="3149600"/>
          <p14:tracePt t="88583" x="6648450" y="3143250"/>
          <p14:tracePt t="88600" x="6610350" y="3143250"/>
          <p14:tracePt t="88617" x="6578600" y="3143250"/>
          <p14:tracePt t="88633" x="6553200" y="3143250"/>
          <p14:tracePt t="88650" x="6534150" y="3149600"/>
          <p14:tracePt t="88654" x="6515100" y="3149600"/>
          <p14:tracePt t="88666" x="6508750" y="3149600"/>
          <p14:tracePt t="88683" x="6489700" y="3155950"/>
          <p14:tracePt t="88685" x="6470650" y="3155950"/>
          <p14:tracePt t="88700" x="6445250" y="3162300"/>
          <p14:tracePt t="88717" x="6400800" y="3175000"/>
          <p14:tracePt t="88733" x="6375400" y="3175000"/>
          <p14:tracePt t="88749" x="6362700" y="3181350"/>
          <p14:tracePt t="88751" x="6350000" y="3181350"/>
          <p14:tracePt t="88766" x="6324600" y="3194050"/>
          <p14:tracePt t="88783" x="6299200" y="3194050"/>
          <p14:tracePt t="88800" x="6286500" y="3206750"/>
          <p14:tracePt t="88817" x="6273800" y="3206750"/>
          <p14:tracePt t="88833" x="6267450" y="3213100"/>
          <p14:tracePt t="88850" x="6261100" y="3213100"/>
          <p14:tracePt t="88881" x="6261100" y="3219450"/>
          <p14:tracePt t="88889" x="6254750" y="3219450"/>
          <p14:tracePt t="88900" x="6248400" y="3225800"/>
          <p14:tracePt t="88917" x="6242050" y="3238500"/>
          <p14:tracePt t="88937" x="6235700" y="3257550"/>
          <p14:tracePt t="88950" x="6229350" y="3257550"/>
          <p14:tracePt t="88955" x="6229350" y="3263900"/>
          <p14:tracePt t="88984" x="6229350" y="3270250"/>
          <p14:tracePt t="89018" x="6229350" y="3276600"/>
          <p14:tracePt t="89044" x="6229350" y="3282950"/>
          <p14:tracePt t="91597" x="6223000" y="3282950"/>
          <p14:tracePt t="91612" x="6223000" y="3289300"/>
          <p14:tracePt t="91628" x="6216650" y="3295650"/>
          <p14:tracePt t="91636" x="6216650" y="3302000"/>
          <p14:tracePt t="91654" x="6210300" y="3302000"/>
          <p14:tracePt t="91666" x="6210300" y="3308350"/>
          <p14:tracePt t="92403" x="0" y="0"/>
        </p14:tracePtLst>
        <p14:tracePtLst>
          <p14:tracePt t="93900" x="6711950" y="3556000"/>
          <p14:tracePt t="93906" x="6699250" y="3556000"/>
          <p14:tracePt t="93925" x="6686550" y="3549650"/>
          <p14:tracePt t="93939" x="6680200" y="3543300"/>
          <p14:tracePt t="93950" x="6667500" y="3543300"/>
          <p14:tracePt t="93967" x="6654800" y="3543300"/>
          <p14:tracePt t="93972" x="6642100" y="3543300"/>
          <p14:tracePt t="93984" x="6629400" y="3543300"/>
          <p14:tracePt t="94000" x="6591300" y="3543300"/>
          <p14:tracePt t="94003" x="6565900" y="3543300"/>
          <p14:tracePt t="94017" x="6508750" y="3549650"/>
          <p14:tracePt t="94033" x="6451600" y="3562350"/>
          <p14:tracePt t="94050" x="6438900" y="3568700"/>
          <p14:tracePt t="94067" x="6375400" y="3575050"/>
          <p14:tracePt t="94083" x="6350000" y="3575050"/>
          <p14:tracePt t="94100" x="6330950" y="3575050"/>
          <p14:tracePt t="94117" x="6299200" y="3575050"/>
          <p14:tracePt t="94133" x="6248400" y="3575050"/>
          <p14:tracePt t="94150" x="6210300" y="3581400"/>
          <p14:tracePt t="94167" x="6153150" y="3594100"/>
          <p14:tracePt t="94172" x="6121400" y="3606800"/>
          <p14:tracePt t="94183" x="6089650" y="3619500"/>
          <p14:tracePt t="94200" x="6026150" y="3638550"/>
          <p14:tracePt t="94205" x="6007100" y="3644900"/>
          <p14:tracePt t="94217" x="5981700" y="3657600"/>
          <p14:tracePt t="94233" x="5962650" y="3663950"/>
          <p14:tracePt t="94236" x="5949950" y="3670300"/>
          <p14:tracePt t="94250" x="5943600" y="3676650"/>
          <p14:tracePt t="94267" x="5924550" y="3689350"/>
          <p14:tracePt t="94283" x="5911850" y="3695700"/>
          <p14:tracePt t="94300" x="5905500" y="3702050"/>
          <p14:tracePt t="94317" x="5886450" y="3714750"/>
          <p14:tracePt t="94333" x="5873750" y="3727450"/>
          <p14:tracePt t="94350" x="5861050" y="3740150"/>
          <p14:tracePt t="94367" x="5848350" y="3759200"/>
          <p14:tracePt t="94384" x="5842000" y="3765550"/>
          <p14:tracePt t="94400" x="5835650" y="3778250"/>
          <p14:tracePt t="94416" x="5835650" y="3784600"/>
          <p14:tracePt t="94433" x="5835650" y="3797300"/>
          <p14:tracePt t="94439" x="5835650" y="3803650"/>
          <p14:tracePt t="94456" x="5842000" y="3810000"/>
          <p14:tracePt t="94470" x="5848350" y="3822700"/>
          <p14:tracePt t="94483" x="5861050" y="3822700"/>
          <p14:tracePt t="94500" x="5880100" y="3835400"/>
          <p14:tracePt t="94503" x="5886450" y="3841750"/>
          <p14:tracePt t="94517" x="5930900" y="3854450"/>
          <p14:tracePt t="94533" x="5956300" y="3860800"/>
          <p14:tracePt t="94550" x="6013450" y="3873500"/>
          <p14:tracePt t="94567" x="6076950" y="3892550"/>
          <p14:tracePt t="94584" x="6108700" y="3892550"/>
          <p14:tracePt t="94600" x="6146800" y="3898900"/>
          <p14:tracePt t="94617" x="6223000" y="3905250"/>
          <p14:tracePt t="94633" x="6267450" y="3905250"/>
          <p14:tracePt t="94650" x="6350000" y="3905250"/>
          <p14:tracePt t="94667" x="6394450" y="3905250"/>
          <p14:tracePt t="94672" x="6419850" y="3905250"/>
          <p14:tracePt t="94684" x="6438900" y="3905250"/>
          <p14:tracePt t="94700" x="6470650" y="3905250"/>
          <p14:tracePt t="94703" x="6515100" y="3905250"/>
          <p14:tracePt t="94717" x="6534150" y="3905250"/>
          <p14:tracePt t="94733" x="6565900" y="3905250"/>
          <p14:tracePt t="94738" x="6578600" y="3905250"/>
          <p14:tracePt t="94750" x="6597650" y="3905250"/>
          <p14:tracePt t="94767" x="6648450" y="3898900"/>
          <p14:tracePt t="94784" x="6692900" y="3892550"/>
          <p14:tracePt t="94800" x="6762750" y="3886200"/>
          <p14:tracePt t="94817" x="6800850" y="3886200"/>
          <p14:tracePt t="94833" x="6832600" y="3879850"/>
          <p14:tracePt t="94852" x="6877050" y="3879850"/>
          <p14:tracePt t="94867" x="6921500" y="3879850"/>
          <p14:tracePt t="94885" x="6965950" y="3879850"/>
          <p14:tracePt t="94890" x="6985000" y="3879850"/>
          <p14:tracePt t="94900" x="7004050" y="3879850"/>
          <p14:tracePt t="94918" x="7042150" y="3879850"/>
          <p14:tracePt t="94922" x="7061200" y="3879850"/>
          <p14:tracePt t="94939" x="7086600" y="3879850"/>
          <p14:tracePt t="94951" x="7092950" y="3879850"/>
          <p14:tracePt t="94954" x="7099300" y="3879850"/>
          <p14:tracePt t="94967" x="7112000" y="3873500"/>
          <p14:tracePt t="94984" x="7124700" y="3873500"/>
          <p14:tracePt t="94988" x="7131050" y="3867150"/>
          <p14:tracePt t="95000" x="7143750" y="3860800"/>
          <p14:tracePt t="95018" x="7188200" y="3854450"/>
          <p14:tracePt t="95033" x="7213600" y="3848100"/>
          <p14:tracePt t="95050" x="7245350" y="3841750"/>
          <p14:tracePt t="95067" x="7296150" y="3841750"/>
          <p14:tracePt t="95083" x="7321550" y="3841750"/>
          <p14:tracePt t="95100" x="7346950" y="3841750"/>
          <p14:tracePt t="95117" x="7359650" y="3841750"/>
          <p14:tracePt t="95133" x="7378700" y="3835400"/>
          <p14:tracePt t="95150" x="7423150" y="3835400"/>
          <p14:tracePt t="95167" x="7454900" y="3835400"/>
          <p14:tracePt t="95183" x="7493000" y="3829050"/>
          <p14:tracePt t="95188" x="7505700" y="3829050"/>
          <p14:tracePt t="95200" x="7524750" y="3829050"/>
          <p14:tracePt t="95217" x="7543800" y="3829050"/>
          <p14:tracePt t="95220" x="7550150" y="3829050"/>
          <p14:tracePt t="95233" x="7556500" y="3822700"/>
          <p14:tracePt t="95250" x="7562850" y="3822700"/>
          <p14:tracePt t="95254" x="7562850" y="3816350"/>
          <p14:tracePt t="95267" x="7569200" y="3816350"/>
          <p14:tracePt t="95283" x="7575550" y="3810000"/>
          <p14:tracePt t="95300" x="7581900" y="3810000"/>
          <p14:tracePt t="95317" x="7588250" y="3803650"/>
          <p14:tracePt t="95333" x="7600950" y="3784600"/>
          <p14:tracePt t="95350" x="7607300" y="3765550"/>
          <p14:tracePt t="95355" x="7613650" y="3759200"/>
          <p14:tracePt t="95367" x="7613650" y="3746500"/>
          <p14:tracePt t="95383" x="7620000" y="3727450"/>
          <p14:tracePt t="95389" x="7620000" y="3721100"/>
          <p14:tracePt t="95407" x="7620000" y="3708400"/>
          <p14:tracePt t="95417" x="7620000" y="3695700"/>
          <p14:tracePt t="95433" x="7620000" y="3683000"/>
          <p14:tracePt t="95450" x="7613650" y="3657600"/>
          <p14:tracePt t="95457" x="7607300" y="3651250"/>
          <p14:tracePt t="95461" x="7600950" y="3644900"/>
          <p14:tracePt t="95484" x="7575550" y="3625850"/>
          <p14:tracePt t="95487" x="7562850" y="3619500"/>
          <p14:tracePt t="95500" x="7550150" y="3606800"/>
          <p14:tracePt t="95517" x="7505700" y="3587750"/>
          <p14:tracePt t="95533" x="7480300" y="3568700"/>
          <p14:tracePt t="95550" x="7442200" y="3556000"/>
          <p14:tracePt t="95567" x="7423150" y="3549650"/>
          <p14:tracePt t="95583" x="7378700" y="3536950"/>
          <p14:tracePt t="95600" x="7308850" y="3530600"/>
          <p14:tracePt t="95617" x="7258050" y="3524250"/>
          <p14:tracePt t="95621" x="7169150" y="3524250"/>
          <p14:tracePt t="95633" x="7131050" y="3524250"/>
          <p14:tracePt t="95650" x="6978650" y="3530600"/>
          <p14:tracePt t="95667" x="6883400" y="3549650"/>
          <p14:tracePt t="95683" x="6794500" y="3568700"/>
          <p14:tracePt t="95688" x="6724650" y="3581400"/>
          <p14:tracePt t="95700" x="6673850" y="3587750"/>
          <p14:tracePt t="95717" x="6648450" y="3594100"/>
          <p14:tracePt t="95720" x="6642100" y="3594100"/>
          <p14:tracePt t="95736" x="6635750" y="3594100"/>
          <p14:tracePt t="95750" x="6629400" y="3594100"/>
          <p14:tracePt t="95768" x="6610350" y="3600450"/>
          <p14:tracePt t="95783" x="6578600" y="3613150"/>
          <p14:tracePt t="95800" x="6553200" y="3619500"/>
          <p14:tracePt t="95817" x="6508750" y="3632200"/>
          <p14:tracePt t="95833" x="6483350" y="3638550"/>
          <p14:tracePt t="95850" x="6464300" y="3644900"/>
          <p14:tracePt t="95858" x="6457950" y="3644900"/>
          <p14:tracePt t="95867" x="6451600" y="3644900"/>
          <p14:tracePt t="95883" x="6438900" y="3651250"/>
          <p14:tracePt t="95887" x="6432550" y="3651250"/>
          <p14:tracePt t="95917" x="6426200" y="3651250"/>
          <p14:tracePt t="99421" x="0" y="0"/>
        </p14:tracePtLst>
        <p14:tracePtLst>
          <p14:tracePt t="99971" x="3162300" y="4210050"/>
          <p14:tracePt t="100008" x="3155950" y="4210050"/>
          <p14:tracePt t="100033" x="3149600" y="4210050"/>
          <p14:tracePt t="100041" x="3143250" y="4210050"/>
          <p14:tracePt t="100050" x="3136900" y="4203700"/>
          <p14:tracePt t="100067" x="3124200" y="4203700"/>
          <p14:tracePt t="100084" x="3098800" y="4203700"/>
          <p14:tracePt t="100100" x="3067050" y="4203700"/>
          <p14:tracePt t="100104" x="3054350" y="4203700"/>
          <p14:tracePt t="100117" x="3041650" y="4203700"/>
          <p14:tracePt t="100134" x="3016250" y="4203700"/>
          <p14:tracePt t="100137" x="3009900" y="4203700"/>
          <p14:tracePt t="100150" x="2997200" y="4203700"/>
          <p14:tracePt t="100167" x="2971800" y="4197350"/>
          <p14:tracePt t="100170" x="2965450" y="4197350"/>
          <p14:tracePt t="100183" x="2952750" y="4197350"/>
          <p14:tracePt t="100200" x="2940050" y="4191000"/>
          <p14:tracePt t="100202" x="2921000" y="4184650"/>
          <p14:tracePt t="100218" x="2895600" y="4184650"/>
          <p14:tracePt t="100234" x="2857500" y="4178300"/>
          <p14:tracePt t="100250" x="2813050" y="4165600"/>
          <p14:tracePt t="100267" x="2749550" y="4159250"/>
          <p14:tracePt t="100283" x="2698750" y="4152900"/>
          <p14:tracePt t="100301" x="2667000" y="4146550"/>
          <p14:tracePt t="100309" x="2622550" y="4140200"/>
          <p14:tracePt t="100316" x="2603500" y="4133850"/>
          <p14:tracePt t="100333" x="2533650" y="4127500"/>
          <p14:tracePt t="100350" x="2463800" y="4127500"/>
          <p14:tracePt t="100367" x="2413000" y="4127500"/>
          <p14:tracePt t="100370" x="2355850" y="4127500"/>
          <p14:tracePt t="100384" x="2330450" y="4127500"/>
          <p14:tracePt t="100400" x="2286000" y="4127500"/>
          <p14:tracePt t="100404" x="2228850" y="4121150"/>
          <p14:tracePt t="100417" x="2209800" y="4121150"/>
          <p14:tracePt t="100433" x="2171700" y="4114800"/>
          <p14:tracePt t="100436" x="2139950" y="4108450"/>
          <p14:tracePt t="100450" x="2120900" y="4108450"/>
          <p14:tracePt t="100468" x="2076450" y="4095750"/>
          <p14:tracePt t="100483" x="2019300" y="4095750"/>
          <p14:tracePt t="100500" x="1987550" y="4095750"/>
          <p14:tracePt t="100517" x="1949450" y="4095750"/>
          <p14:tracePt t="100534" x="1892300" y="4095750"/>
          <p14:tracePt t="100550" x="1854200" y="4095750"/>
          <p14:tracePt t="100567" x="1822450" y="4095750"/>
          <p14:tracePt t="100572" x="1803400" y="4095750"/>
          <p14:tracePt t="100584" x="1784350" y="4095750"/>
          <p14:tracePt t="100600" x="1752600" y="4095750"/>
          <p14:tracePt t="100604" x="1733550" y="4095750"/>
          <p14:tracePt t="100617" x="1720850" y="4089400"/>
          <p14:tracePt t="100633" x="1682750" y="4083050"/>
          <p14:tracePt t="100637" x="1663700" y="4083050"/>
          <p14:tracePt t="100650" x="1651000" y="4083050"/>
          <p14:tracePt t="100667" x="1612900" y="4083050"/>
          <p14:tracePt t="100684" x="1593850" y="4083050"/>
          <p14:tracePt t="100700" x="1555750" y="4083050"/>
          <p14:tracePt t="100704" x="1536700" y="4083050"/>
          <p14:tracePt t="100717" x="1492250" y="4083050"/>
          <p14:tracePt t="100733" x="1435100" y="4089400"/>
          <p14:tracePt t="100750" x="1371600" y="4108450"/>
          <p14:tracePt t="100767" x="1308100" y="4121150"/>
          <p14:tracePt t="100784" x="1263650" y="4140200"/>
          <p14:tracePt t="100800" x="1225550" y="4146550"/>
          <p14:tracePt t="100817" x="1212850" y="4159250"/>
          <p14:tracePt t="100833" x="1193800" y="4165600"/>
          <p14:tracePt t="100839" x="1181100" y="4178300"/>
          <p14:tracePt t="100850" x="1168400" y="4178300"/>
          <p14:tracePt t="100867" x="1130300" y="4203700"/>
          <p14:tracePt t="100869" x="1111250" y="4210050"/>
          <p14:tracePt t="100883" x="1098550" y="4222750"/>
          <p14:tracePt t="100900" x="1073150" y="4241800"/>
          <p14:tracePt t="100903" x="1028700" y="4279900"/>
          <p14:tracePt t="100918" x="1003300" y="4311650"/>
          <p14:tracePt t="100933" x="984250" y="4324350"/>
          <p14:tracePt t="100950" x="977900" y="4349750"/>
          <p14:tracePt t="100967" x="971550" y="4356100"/>
          <p14:tracePt t="100983" x="965200" y="4362450"/>
          <p14:tracePt t="101000" x="958850" y="4381500"/>
          <p14:tracePt t="101017" x="946150" y="4400550"/>
          <p14:tracePt t="101033" x="927100" y="4432300"/>
          <p14:tracePt t="101050" x="901700" y="4464050"/>
          <p14:tracePt t="101067" x="876300" y="4514850"/>
          <p14:tracePt t="101072" x="863600" y="4527550"/>
          <p14:tracePt t="101084" x="857250" y="4552950"/>
          <p14:tracePt t="101100" x="844550" y="4584700"/>
          <p14:tracePt t="101105" x="838200" y="4597400"/>
          <p14:tracePt t="101117" x="831850" y="4610100"/>
          <p14:tracePt t="101133" x="825500" y="4635500"/>
          <p14:tracePt t="101136" x="825500" y="4641850"/>
          <p14:tracePt t="101150" x="825500" y="4654550"/>
          <p14:tracePt t="101167" x="819150" y="4686300"/>
          <p14:tracePt t="101184" x="819150" y="4718050"/>
          <p14:tracePt t="101201" x="819150" y="4730750"/>
          <p14:tracePt t="101205" x="819150" y="4756150"/>
          <p14:tracePt t="101217" x="819150" y="4800600"/>
          <p14:tracePt t="101234" x="819150" y="4876800"/>
          <p14:tracePt t="101250" x="819150" y="4933950"/>
          <p14:tracePt t="101267" x="819150" y="4997450"/>
          <p14:tracePt t="101284" x="819150" y="5048250"/>
          <p14:tracePt t="101300" x="825500" y="5092700"/>
          <p14:tracePt t="101317" x="831850" y="5130800"/>
          <p14:tracePt t="101333" x="844550" y="5175250"/>
          <p14:tracePt t="101338" x="850900" y="5200650"/>
          <p14:tracePt t="101350" x="857250" y="5213350"/>
          <p14:tracePt t="101367" x="876300" y="5276850"/>
          <p14:tracePt t="101370" x="895350" y="5321300"/>
          <p14:tracePt t="101383" x="908050" y="5359400"/>
          <p14:tracePt t="101400" x="933450" y="5422900"/>
          <p14:tracePt t="101405" x="952500" y="5473700"/>
          <p14:tracePt t="101419" x="971550" y="5530850"/>
          <p14:tracePt t="101433" x="996950" y="5581650"/>
          <p14:tracePt t="101452" x="1016000" y="5619750"/>
          <p14:tracePt t="101467" x="1035050" y="5651500"/>
          <p14:tracePt t="101486" x="1054100" y="5689600"/>
          <p14:tracePt t="101500" x="1079500" y="5721350"/>
          <p14:tracePt t="101518" x="1098550" y="5759450"/>
          <p14:tracePt t="101533" x="1123950" y="5803900"/>
          <p14:tracePt t="101550" x="1155700" y="5854700"/>
          <p14:tracePt t="101567" x="1193800" y="5899150"/>
          <p14:tracePt t="101583" x="1219200" y="5924550"/>
          <p14:tracePt t="101588" x="1250950" y="5956300"/>
          <p14:tracePt t="101600" x="1263650" y="5969000"/>
          <p14:tracePt t="101617" x="1282700" y="5994400"/>
          <p14:tracePt t="101621" x="1314450" y="6026150"/>
          <p14:tracePt t="101634" x="1327150" y="6032500"/>
          <p14:tracePt t="101650" x="1358900" y="6064250"/>
          <p14:tracePt t="101653" x="1397000" y="6096000"/>
          <p14:tracePt t="101667" x="1441450" y="6127750"/>
          <p14:tracePt t="101684" x="1530350" y="6172200"/>
          <p14:tracePt t="101701" x="1587500" y="6203950"/>
          <p14:tracePt t="101717" x="1638300" y="6229350"/>
          <p14:tracePt t="101733" x="1727200" y="6261100"/>
          <p14:tracePt t="101750" x="1778000" y="6280150"/>
          <p14:tracePt t="101767" x="1816100" y="6292850"/>
          <p14:tracePt t="101784" x="1873250" y="6305550"/>
          <p14:tracePt t="101800" x="1987550" y="6318250"/>
          <p14:tracePt t="101817" x="2089150" y="6324600"/>
          <p14:tracePt t="101834" x="2184400" y="6324600"/>
          <p14:tracePt t="101850" x="2260600" y="6324600"/>
          <p14:tracePt t="101855" x="2305050" y="6318250"/>
          <p14:tracePt t="101867" x="2336800" y="6311900"/>
          <p14:tracePt t="101884" x="2419350" y="6299200"/>
          <p14:tracePt t="101888" x="2451100" y="6299200"/>
          <p14:tracePt t="101900" x="2489200" y="6292850"/>
          <p14:tracePt t="101918" x="2635250" y="6273800"/>
          <p14:tracePt t="101933" x="2743200" y="6248400"/>
          <p14:tracePt t="101950" x="2863850" y="6235700"/>
          <p14:tracePt t="101967" x="2965450" y="6216650"/>
          <p14:tracePt t="101984" x="3105150" y="6203950"/>
          <p14:tracePt t="102001" x="3206750" y="6197600"/>
          <p14:tracePt t="102017" x="3302000" y="6191250"/>
          <p14:tracePt t="102034" x="3384550" y="6184900"/>
          <p14:tracePt t="102050" x="3467100" y="6178550"/>
          <p14:tracePt t="102067" x="3517900" y="6172200"/>
          <p14:tracePt t="102084" x="3587750" y="6159500"/>
          <p14:tracePt t="102088" x="3606800" y="6159500"/>
          <p14:tracePt t="102100" x="3644900" y="6159500"/>
          <p14:tracePt t="102117" x="3727450" y="6134100"/>
          <p14:tracePt t="102120" x="3797300" y="6115050"/>
          <p14:tracePt t="102133" x="3860800" y="6089650"/>
          <p14:tracePt t="102150" x="3962400" y="6051550"/>
          <p14:tracePt t="102153" x="3994150" y="6038850"/>
          <p14:tracePt t="102168" x="4133850" y="5988050"/>
          <p14:tracePt t="102184" x="4197350" y="5962650"/>
          <p14:tracePt t="102200" x="4235450" y="5949950"/>
          <p14:tracePt t="102217" x="4267200" y="5943600"/>
          <p14:tracePt t="102234" x="4286250" y="5924550"/>
          <p14:tracePt t="102250" x="4305300" y="5905500"/>
          <p14:tracePt t="102267" x="4330700" y="5880100"/>
          <p14:tracePt t="102284" x="4368800" y="5835650"/>
          <p14:tracePt t="102300" x="4394200" y="5810250"/>
          <p14:tracePt t="102317" x="4425950" y="5778500"/>
          <p14:tracePt t="102322" x="4425950" y="5772150"/>
          <p14:tracePt t="102334" x="4432300" y="5765800"/>
          <p14:tracePt t="102350" x="4445000" y="5746750"/>
          <p14:tracePt t="102367" x="4451350" y="5734050"/>
          <p14:tracePt t="102383" x="4470400" y="5708650"/>
          <p14:tracePt t="102386" x="4470400" y="5702300"/>
          <p14:tracePt t="102400" x="4476750" y="5695950"/>
          <p14:tracePt t="102417" x="4483100" y="5689600"/>
          <p14:tracePt t="102629" x="0" y="0"/>
        </p14:tracePtLst>
        <p14:tracePtLst>
          <p14:tracePt t="103610" x="7194550" y="3803650"/>
          <p14:tracePt t="104332" x="7200900" y="3803650"/>
          <p14:tracePt t="104350" x="7207250" y="3803650"/>
          <p14:tracePt t="104368" x="7213600" y="3803650"/>
          <p14:tracePt t="104384" x="7219950" y="3803650"/>
          <p14:tracePt t="104400" x="7232650" y="3803650"/>
          <p14:tracePt t="104417" x="7239000" y="3803650"/>
          <p14:tracePt t="104434" x="7245350" y="3803650"/>
          <p14:tracePt t="104439" x="7251700" y="3803650"/>
          <p14:tracePt t="104450" x="7258050" y="3803650"/>
          <p14:tracePt t="106067" x="7264400" y="3803650"/>
          <p14:tracePt t="106075" x="7270750" y="3803650"/>
          <p14:tracePt t="106084" x="7277100" y="3803650"/>
          <p14:tracePt t="106100" x="7283450" y="3803650"/>
          <p14:tracePt t="106117" x="7296150" y="3803650"/>
          <p14:tracePt t="106260" x="7296150" y="3797300"/>
          <p14:tracePt t="106272" x="7302500" y="3797300"/>
          <p14:tracePt t="106284" x="7308850" y="3790950"/>
          <p14:tracePt t="106307" x="7315200" y="3790950"/>
          <p14:tracePt t="106317" x="7321550" y="3784600"/>
          <p14:tracePt t="106334" x="7327900" y="3784600"/>
          <p14:tracePt t="106389" x="7334250" y="3784600"/>
          <p14:tracePt t="107186" x="7327900" y="3784600"/>
          <p14:tracePt t="107195" x="7321550" y="3784600"/>
          <p14:tracePt t="107211" x="7321550" y="3790950"/>
          <p14:tracePt t="107220" x="7315200" y="3790950"/>
          <p14:tracePt t="107234" x="7302500" y="3803650"/>
          <p14:tracePt t="107251" x="7270750" y="3816350"/>
          <p14:tracePt t="107267" x="7239000" y="3835400"/>
          <p14:tracePt t="107284" x="7194550" y="3860800"/>
          <p14:tracePt t="107300" x="7137400" y="3879850"/>
          <p14:tracePt t="107317" x="7080250" y="3898900"/>
          <p14:tracePt t="107334" x="7048500" y="3905250"/>
          <p14:tracePt t="107350" x="7010400" y="3917950"/>
          <p14:tracePt t="107367" x="6972300" y="3930650"/>
          <p14:tracePt t="107372" x="6965950" y="3930650"/>
          <p14:tracePt t="107384" x="6953250" y="3930650"/>
          <p14:tracePt t="107400" x="6927850" y="3930650"/>
          <p14:tracePt t="107404" x="6908800" y="3930650"/>
          <p14:tracePt t="107417" x="6896100" y="3930650"/>
          <p14:tracePt t="107434" x="6877050" y="3930650"/>
          <p14:tracePt t="107437" x="6851650" y="3930650"/>
          <p14:tracePt t="107450" x="6832600" y="3930650"/>
          <p14:tracePt t="107468" x="6775450" y="3930650"/>
          <p14:tracePt t="107484" x="6718300" y="3930650"/>
          <p14:tracePt t="107500" x="6661150" y="3930650"/>
          <p14:tracePt t="107517" x="6591300" y="3930650"/>
          <p14:tracePt t="107534" x="6527800" y="3930650"/>
          <p14:tracePt t="107550" x="6400800" y="3949700"/>
          <p14:tracePt t="107567" x="6261100" y="3975100"/>
          <p14:tracePt t="107583" x="5994400" y="4038600"/>
          <p14:tracePt t="107600" x="5797550" y="4083050"/>
          <p14:tracePt t="107617" x="5549900" y="4140200"/>
          <p14:tracePt t="107634" x="5334000" y="4184650"/>
          <p14:tracePt t="107638" x="5187950" y="4222750"/>
          <p14:tracePt t="107650" x="5124450" y="4235450"/>
          <p14:tracePt t="107667" x="4946650" y="4273550"/>
          <p14:tracePt t="107672" x="4826000" y="4298950"/>
          <p14:tracePt t="107684" x="4781550" y="4311650"/>
          <p14:tracePt t="107700" x="4610100" y="4349750"/>
          <p14:tracePt t="107705" x="4559300" y="4362450"/>
          <p14:tracePt t="107717" x="4343400" y="4432300"/>
          <p14:tracePt t="107734" x="4114800" y="4508500"/>
          <p14:tracePt t="107750" x="3987800" y="4552950"/>
          <p14:tracePt t="107767" x="3727450" y="4641850"/>
          <p14:tracePt t="107784" x="3479800" y="4730750"/>
          <p14:tracePt t="107800" x="3232150" y="4819650"/>
          <p14:tracePt t="107817" x="3117850" y="4876800"/>
          <p14:tracePt t="107834" x="2965450" y="4946650"/>
          <p14:tracePt t="107850" x="2863850" y="4984750"/>
          <p14:tracePt t="107867" x="2787650" y="5016500"/>
          <p14:tracePt t="107884" x="2755900" y="5029200"/>
          <p14:tracePt t="107900" x="2736850" y="5029200"/>
          <p14:tracePt t="107906" x="2717800" y="5035550"/>
          <p14:tracePt t="107917" x="2705100" y="5035550"/>
          <p14:tracePt t="107933" x="2679700" y="5041900"/>
          <p14:tracePt t="107936" x="2673350" y="5041900"/>
          <p14:tracePt t="107952" x="2660650" y="5041900"/>
          <p14:tracePt t="107968" x="2641600" y="5041900"/>
          <p14:tracePt t="107985" x="2609850" y="5022850"/>
          <p14:tracePt t="108000" x="2584450" y="5003800"/>
          <p14:tracePt t="108018" x="2546350" y="4978400"/>
          <p14:tracePt t="108034" x="2501900" y="4965700"/>
          <p14:tracePt t="108051" x="2463800" y="4946650"/>
          <p14:tracePt t="108067" x="2419350" y="4927600"/>
          <p14:tracePt t="108084" x="2387600" y="4914900"/>
          <p14:tracePt t="108100" x="2349500" y="4908550"/>
          <p14:tracePt t="108117" x="2336800" y="4902200"/>
          <p14:tracePt t="108134" x="2305050" y="4883150"/>
          <p14:tracePt t="108150" x="2279650" y="4857750"/>
          <p14:tracePt t="108155" x="2273300" y="4838700"/>
          <p14:tracePt t="108167" x="2260600" y="4826000"/>
          <p14:tracePt t="108184" x="2235200" y="4768850"/>
          <p14:tracePt t="108187" x="2222500" y="4749800"/>
          <p14:tracePt t="108200" x="2197100" y="4711700"/>
          <p14:tracePt t="108218" x="2171700" y="4667250"/>
          <p14:tracePt t="108233" x="2152650" y="4629150"/>
          <p14:tracePt t="108250" x="2139950" y="4616450"/>
          <p14:tracePt t="108267" x="2133600" y="4597400"/>
          <p14:tracePt t="108284" x="2127250" y="4572000"/>
          <p14:tracePt t="108300" x="2127250" y="4540250"/>
          <p14:tracePt t="108317" x="2114550" y="4514850"/>
          <p14:tracePt t="108334" x="2108200" y="4476750"/>
          <p14:tracePt t="108340" x="2108200" y="4457700"/>
          <p14:tracePt t="108351" x="2101850" y="4438650"/>
          <p14:tracePt t="108367" x="2089150" y="4400550"/>
          <p14:tracePt t="108384" x="2089150" y="4375150"/>
          <p14:tracePt t="108388" x="2089150" y="4362450"/>
          <p14:tracePt t="108400" x="2089150" y="4349750"/>
          <p14:tracePt t="108417" x="2089150" y="4318000"/>
          <p14:tracePt t="108421" x="2089150" y="4305300"/>
          <p14:tracePt t="108434" x="2089150" y="4298950"/>
          <p14:tracePt t="108450" x="2089150" y="4273550"/>
          <p14:tracePt t="108454" x="2089150" y="4267200"/>
          <p14:tracePt t="108469" x="2089150" y="4260850"/>
          <p14:tracePt t="108484" x="2089150" y="4248150"/>
          <p14:tracePt t="108501" x="2089150" y="4241800"/>
          <p14:tracePt t="108517" x="2089150" y="4229100"/>
          <p14:tracePt t="108534" x="2089150" y="4210050"/>
          <p14:tracePt t="108550" x="2095500" y="4191000"/>
          <p14:tracePt t="108557" x="2101850" y="4184650"/>
          <p14:tracePt t="108567" x="2108200" y="4171950"/>
          <p14:tracePt t="108583" x="2108200" y="4159250"/>
          <p14:tracePt t="108588" x="2114550" y="4146550"/>
          <p14:tracePt t="108600" x="2120900" y="4140200"/>
          <p14:tracePt t="108617" x="2120900" y="4114800"/>
          <p14:tracePt t="108622" x="2127250" y="4108450"/>
          <p14:tracePt t="108634" x="2133600" y="4095750"/>
          <p14:tracePt t="108650" x="2133600" y="4070350"/>
          <p14:tracePt t="108653" x="2133600" y="4064000"/>
          <p14:tracePt t="108667" x="2133600" y="4057650"/>
          <p14:tracePt t="108683" x="2133600" y="4051300"/>
          <p14:tracePt t="108689" x="2133600" y="4044950"/>
          <p14:tracePt t="108767" x="2127250" y="4044950"/>
          <p14:tracePt t="108782" x="2120900" y="4044950"/>
          <p14:tracePt t="108800" x="2114550" y="4044950"/>
          <p14:tracePt t="108817" x="2089150" y="4044950"/>
          <p14:tracePt t="108823" x="2082800" y="4044950"/>
          <p14:tracePt t="108834" x="2051050" y="4044950"/>
          <p14:tracePt t="108850" x="2025650" y="4044950"/>
          <p14:tracePt t="108853" x="2019300" y="4044950"/>
          <p14:tracePt t="108867" x="2012950" y="4044950"/>
          <p14:tracePt t="108883" x="2000250" y="4051300"/>
          <p14:tracePt t="108900" x="1981200" y="4057650"/>
          <p14:tracePt t="108917" x="1962150" y="4064000"/>
          <p14:tracePt t="108919" x="1949450" y="4070350"/>
          <p14:tracePt t="108933" x="1930400" y="4076700"/>
          <p14:tracePt t="108950" x="1885950" y="4108450"/>
          <p14:tracePt t="108952" x="1866900" y="4114800"/>
          <p14:tracePt t="108967" x="1816100" y="4140200"/>
          <p14:tracePt t="108983" x="1765300" y="4159250"/>
          <p14:tracePt t="109000" x="1727200" y="4178300"/>
          <p14:tracePt t="109017" x="1720850" y="4191000"/>
          <p14:tracePt t="109034" x="1714500" y="4197350"/>
          <p14:tracePt t="109050" x="1708150" y="4197350"/>
          <p14:tracePt t="109056" x="1708150" y="4203700"/>
          <p14:tracePt t="109083" x="1708150" y="4210050"/>
          <p14:tracePt t="109100" x="1714500" y="4222750"/>
          <p14:tracePt t="109117" x="1727200" y="4235450"/>
          <p14:tracePt t="109120" x="1733550" y="4241800"/>
          <p14:tracePt t="109134" x="1739900" y="4254500"/>
          <p14:tracePt t="109150" x="1784350" y="4279900"/>
          <p14:tracePt t="109154" x="1803400" y="4286250"/>
          <p14:tracePt t="109167" x="1822450" y="4298950"/>
          <p14:tracePt t="109184" x="1905000" y="4337050"/>
          <p14:tracePt t="109186" x="1924050" y="4343400"/>
          <p14:tracePt t="109200" x="1974850" y="4362450"/>
          <p14:tracePt t="109217" x="2082800" y="4387850"/>
          <p14:tracePt t="109234" x="2152650" y="4400550"/>
          <p14:tracePt t="109251" x="2190750" y="4406900"/>
          <p14:tracePt t="109267" x="2241550" y="4406900"/>
          <p14:tracePt t="109284" x="2279650" y="4413250"/>
          <p14:tracePt t="109301" x="2311400" y="4413250"/>
          <p14:tracePt t="109317" x="2355850" y="4413250"/>
          <p14:tracePt t="109323" x="2368550" y="4406900"/>
          <p14:tracePt t="109334" x="2381250" y="4406900"/>
          <p14:tracePt t="109350" x="2425700" y="4394200"/>
          <p14:tracePt t="109367" x="2451100" y="4387850"/>
          <p14:tracePt t="109384" x="2482850" y="4375150"/>
          <p14:tracePt t="109388" x="2495550" y="4375150"/>
          <p14:tracePt t="109400" x="2501900" y="4368800"/>
          <p14:tracePt t="109417" x="2508250" y="4362450"/>
          <p14:tracePt t="109421" x="2514600" y="4356100"/>
          <p14:tracePt t="109434" x="2520950" y="4349750"/>
          <p14:tracePt t="109450" x="2527300" y="4330700"/>
          <p14:tracePt t="109453" x="2527300" y="4324350"/>
          <p14:tracePt t="109467" x="2527300" y="4311650"/>
          <p14:tracePt t="109484" x="2520950" y="4254500"/>
          <p14:tracePt t="109500" x="2482850" y="4216400"/>
          <p14:tracePt t="109517" x="2451100" y="4184650"/>
          <p14:tracePt t="109534" x="2406650" y="4165600"/>
          <p14:tracePt t="109551" x="2349500" y="4146550"/>
          <p14:tracePt t="109567" x="2311400" y="4140200"/>
          <p14:tracePt t="109584" x="2235200" y="4133850"/>
          <p14:tracePt t="109589" x="2197100" y="4127500"/>
          <p14:tracePt t="109600" x="2165350" y="4127500"/>
          <p14:tracePt t="109617" x="2070100" y="4127500"/>
          <p14:tracePt t="109621" x="2057400" y="4127500"/>
          <p14:tracePt t="109634" x="2012950" y="4127500"/>
          <p14:tracePt t="109650" x="1924050" y="4127500"/>
          <p14:tracePt t="109653" x="1892300" y="4127500"/>
          <p14:tracePt t="109668" x="1866900" y="4127500"/>
          <p14:tracePt t="109672" x="1854200" y="4127500"/>
          <p14:tracePt t="109683" x="1841500" y="4127500"/>
          <p14:tracePt t="109702" x="1828800" y="4127500"/>
          <p14:tracePt t="109768" x="1822450" y="4140200"/>
          <p14:tracePt t="109775" x="1822450" y="4146550"/>
          <p14:tracePt t="109784" x="1822450" y="4165600"/>
          <p14:tracePt t="109800" x="1822450" y="4171950"/>
          <p14:tracePt t="109817" x="1822450" y="4197350"/>
          <p14:tracePt t="109834" x="1828800" y="4229100"/>
          <p14:tracePt t="109839" x="1835150" y="4235450"/>
          <p14:tracePt t="109850" x="1847850" y="4248150"/>
          <p14:tracePt t="109867" x="1860550" y="4260850"/>
          <p14:tracePt t="109870" x="1866900" y="4260850"/>
          <p14:tracePt t="109884" x="1873250" y="4267200"/>
          <p14:tracePt t="109900" x="1885950" y="4267200"/>
          <p14:tracePt t="109918" x="1911350" y="4267200"/>
          <p14:tracePt t="109934" x="1917700" y="4267200"/>
          <p14:tracePt t="109951" x="1930400" y="4267200"/>
          <p14:tracePt t="109968" x="1949450" y="4267200"/>
          <p14:tracePt t="110177" x="1949450" y="4273550"/>
          <p14:tracePt t="110201" x="1949450" y="4279900"/>
          <p14:tracePt t="110211" x="1949450" y="4286250"/>
          <p14:tracePt t="110221" x="1949450" y="4292600"/>
          <p14:tracePt t="110236" x="1949450" y="4298950"/>
          <p14:tracePt t="110251" x="1949450" y="4311650"/>
          <p14:tracePt t="110267" x="1949450" y="4324350"/>
          <p14:tracePt t="110284" x="1949450" y="4337050"/>
          <p14:tracePt t="110301" x="1949450" y="4356100"/>
          <p14:tracePt t="110307" x="1949450" y="4368800"/>
          <p14:tracePt t="110317" x="1949450" y="4381500"/>
          <p14:tracePt t="110334" x="1949450" y="4419600"/>
          <p14:tracePt t="110338" x="1949450" y="4432300"/>
          <p14:tracePt t="110350" x="1943100" y="4451350"/>
          <p14:tracePt t="110367" x="1943100" y="4470400"/>
          <p14:tracePt t="110383" x="1943100" y="4476750"/>
          <p14:tracePt t="110400" x="1943100" y="4489450"/>
          <p14:tracePt t="110403" x="1943100" y="4495800"/>
          <p14:tracePt t="110420" x="1943100" y="4502150"/>
          <p14:tracePt t="110434" x="1943100" y="4508500"/>
          <p14:tracePt t="110450" x="1943100" y="4514850"/>
          <p14:tracePt t="110467" x="1943100" y="4527550"/>
          <p14:tracePt t="110484" x="1936750" y="4559300"/>
          <p14:tracePt t="110500" x="1936750" y="4591050"/>
          <p14:tracePt t="110517" x="1936750" y="4622800"/>
          <p14:tracePt t="110534" x="1930400" y="4648200"/>
          <p14:tracePt t="110540" x="1930400" y="4660900"/>
          <p14:tracePt t="110550" x="1930400" y="4673600"/>
          <p14:tracePt t="110567" x="1930400" y="4692650"/>
          <p14:tracePt t="110584" x="1930400" y="4718050"/>
          <p14:tracePt t="110600" x="1930400" y="4730750"/>
          <p14:tracePt t="110603" x="1930400" y="4737100"/>
          <p14:tracePt t="110621" x="1930400" y="4743450"/>
          <p14:tracePt t="110634" x="1930400" y="4749800"/>
          <p14:tracePt t="110651" x="1930400" y="4756150"/>
          <p14:tracePt t="110668" x="1936750" y="4768850"/>
          <p14:tracePt t="110684" x="1936750" y="4787900"/>
          <p14:tracePt t="110701" x="1936750" y="4806950"/>
          <p14:tracePt t="110717" x="1936750" y="4838700"/>
          <p14:tracePt t="110734" x="1936750" y="4870450"/>
          <p14:tracePt t="110751" x="1936750" y="4902200"/>
          <p14:tracePt t="110767" x="1936750" y="4940300"/>
          <p14:tracePt t="110784" x="1936750" y="4972050"/>
          <p14:tracePt t="110801" x="1936750" y="5003800"/>
          <p14:tracePt t="110817" x="1936750" y="5016500"/>
          <p14:tracePt t="110834" x="1936750" y="5041900"/>
          <p14:tracePt t="110840" x="1936750" y="5054600"/>
          <p14:tracePt t="110851" x="1936750" y="5060950"/>
          <p14:tracePt t="110867" x="1936750" y="5080000"/>
          <p14:tracePt t="110884" x="1936750" y="5086350"/>
          <p14:tracePt t="110901" x="1936750" y="5099050"/>
          <p14:tracePt t="110905" x="1936750" y="5105400"/>
          <p14:tracePt t="110918" x="1936750" y="5118100"/>
          <p14:tracePt t="110934" x="1936750" y="5130800"/>
          <p14:tracePt t="110950" x="1936750" y="5143500"/>
          <p14:tracePt t="110967" x="1936750" y="5162550"/>
          <p14:tracePt t="110984" x="1936750" y="5175250"/>
          <p14:tracePt t="111000" x="1936750" y="5194300"/>
          <p14:tracePt t="111017" x="1936750" y="5200650"/>
          <p14:tracePt t="111034" x="1936750" y="5226050"/>
          <p14:tracePt t="111051" x="1930400" y="5251450"/>
          <p14:tracePt t="111067" x="1930400" y="5264150"/>
          <p14:tracePt t="111084" x="1924050" y="5283200"/>
          <p14:tracePt t="111100" x="1924050" y="5289550"/>
          <p14:tracePt t="111117" x="1924050" y="5295900"/>
          <p14:tracePt t="111208" x="1924050" y="5302250"/>
          <p14:tracePt t="111225" x="1917700" y="5308600"/>
          <p14:tracePt t="111232" x="1917700" y="5314950"/>
          <p14:tracePt t="111251" x="1917700" y="5327650"/>
          <p14:tracePt t="111267" x="1917700" y="5340350"/>
          <p14:tracePt t="111284" x="1911350" y="5346700"/>
          <p14:tracePt t="111300" x="1911350" y="5353050"/>
          <p14:tracePt t="111306" x="1911350" y="5359400"/>
          <p14:tracePt t="112137" x="1905000" y="5359400"/>
          <p14:tracePt t="112145" x="1898650" y="5359400"/>
          <p14:tracePt t="112161" x="1892300" y="5359400"/>
          <p14:tracePt t="112181" x="1885950" y="5359400"/>
          <p14:tracePt t="112200" x="1873250" y="5359400"/>
          <p14:tracePt t="112217" x="1860550" y="5359400"/>
          <p14:tracePt t="112234" x="1841500" y="5359400"/>
          <p14:tracePt t="112251" x="1828800" y="5359400"/>
          <p14:tracePt t="112256" x="1822450" y="5359400"/>
          <p14:tracePt t="112284" x="1816100" y="5359400"/>
          <p14:tracePt t="112300" x="1803400" y="5359400"/>
          <p14:tracePt t="112333" x="1797050" y="5359400"/>
          <p14:tracePt t="112350" x="1790700" y="5359400"/>
          <p14:tracePt t="112367" x="1778000" y="5359400"/>
          <p14:tracePt t="112384" x="1758950" y="5359400"/>
          <p14:tracePt t="112400" x="1746250" y="5359400"/>
          <p14:tracePt t="112418" x="1733550" y="5359400"/>
          <p14:tracePt t="112434" x="1720850" y="5359400"/>
          <p14:tracePt t="112451" x="1701800" y="5365750"/>
          <p14:tracePt t="112467" x="1682750" y="5365750"/>
          <p14:tracePt t="112484" x="1663700" y="5372100"/>
          <p14:tracePt t="112500" x="1644650" y="5372100"/>
          <p14:tracePt t="112517" x="1631950" y="5378450"/>
          <p14:tracePt t="112534" x="1625600" y="5378450"/>
          <p14:tracePt t="112551" x="1625600" y="5384800"/>
          <p14:tracePt t="112613" x="1619250" y="5384800"/>
          <p14:tracePt t="112639" x="1619250" y="5391150"/>
          <p14:tracePt t="112645" x="1612900" y="5391150"/>
          <p14:tracePt t="112662" x="1606550" y="5397500"/>
          <p14:tracePt t="112670" x="1606550" y="5403850"/>
          <p14:tracePt t="112684" x="1600200" y="5403850"/>
          <p14:tracePt t="112700" x="1593850" y="5410200"/>
          <p14:tracePt t="112718" x="1587500" y="5410200"/>
          <p14:tracePt t="112734" x="1587500" y="5416550"/>
          <p14:tracePt t="112750" x="1581150" y="5429250"/>
          <p14:tracePt t="112767" x="1574800" y="5435600"/>
          <p14:tracePt t="112784" x="1562100" y="5467350"/>
          <p14:tracePt t="112788" x="1555750" y="5473700"/>
          <p14:tracePt t="112800" x="1549400" y="5486400"/>
          <p14:tracePt t="112817" x="1549400" y="5492750"/>
          <p14:tracePt t="112820" x="1549400" y="5499100"/>
          <p14:tracePt t="112834" x="1549400" y="5505450"/>
          <p14:tracePt t="112851" x="1549400" y="5518150"/>
          <p14:tracePt t="112854" x="1549400" y="5524500"/>
          <p14:tracePt t="112867" x="1549400" y="5530850"/>
          <p14:tracePt t="112901" x="1549400" y="5537200"/>
          <p14:tracePt t="112904" x="1549400" y="5543550"/>
          <p14:tracePt t="112918" x="1549400" y="5549900"/>
          <p14:tracePt t="112935" x="1549400" y="5562600"/>
          <p14:tracePt t="112951" x="1555750" y="5568950"/>
          <p14:tracePt t="112969" x="1562100" y="5575300"/>
          <p14:tracePt t="112984" x="1568450" y="5581650"/>
          <p14:tracePt t="113002" x="1581150" y="5594350"/>
          <p14:tracePt t="113007" x="1587500" y="5600700"/>
          <p14:tracePt t="113017" x="1600200" y="5607050"/>
          <p14:tracePt t="113034" x="1619250" y="5626100"/>
          <p14:tracePt t="113051" x="1651000" y="5632450"/>
          <p14:tracePt t="113067" x="1676400" y="5645150"/>
          <p14:tracePt t="113070" x="1689100" y="5645150"/>
          <p14:tracePt t="113084" x="1701800" y="5651500"/>
          <p14:tracePt t="113100" x="1733550" y="5651500"/>
          <p14:tracePt t="113105" x="1752600" y="5657850"/>
          <p14:tracePt t="113117" x="1765300" y="5657850"/>
          <p14:tracePt t="113134" x="1803400" y="5657850"/>
          <p14:tracePt t="113137" x="1822450" y="5657850"/>
          <p14:tracePt t="113151" x="1841500" y="5657850"/>
          <p14:tracePt t="113168" x="1898650" y="5657850"/>
          <p14:tracePt t="113184" x="1917700" y="5657850"/>
          <p14:tracePt t="113201" x="1955800" y="5651500"/>
          <p14:tracePt t="113217" x="1987550" y="5645150"/>
          <p14:tracePt t="113234" x="2019300" y="5632450"/>
          <p14:tracePt t="113251" x="2044700" y="5632450"/>
          <p14:tracePt t="113267" x="2070100" y="5619750"/>
          <p14:tracePt t="113272" x="2076450" y="5613400"/>
          <p14:tracePt t="113284" x="2089150" y="5613400"/>
          <p14:tracePt t="113301" x="2120900" y="5594350"/>
          <p14:tracePt t="113304" x="2127250" y="5581650"/>
          <p14:tracePt t="113317" x="2133600" y="5581650"/>
          <p14:tracePt t="113334" x="2152650" y="5549900"/>
          <p14:tracePt t="113336" x="2159000" y="5543550"/>
          <p14:tracePt t="113350" x="2165350" y="5530850"/>
          <p14:tracePt t="113368" x="2178050" y="5492750"/>
          <p14:tracePt t="113384" x="2178050" y="5480050"/>
          <p14:tracePt t="113401" x="2178050" y="5454650"/>
          <p14:tracePt t="113404" x="2178050" y="5448300"/>
          <p14:tracePt t="113418" x="2178050" y="5441950"/>
          <p14:tracePt t="113434" x="2178050" y="5429250"/>
          <p14:tracePt t="113459" x="2178050" y="5422900"/>
          <p14:tracePt t="113467" x="2171700" y="5422900"/>
          <p14:tracePt t="113484" x="2165350" y="5422900"/>
          <p14:tracePt t="113500" x="2159000" y="5422900"/>
          <p14:tracePt t="113531" x="2152650" y="5422900"/>
          <p14:tracePt t="113547" x="2146300" y="5422900"/>
          <p14:tracePt t="113572" x="2139950" y="5422900"/>
          <p14:tracePt t="113579" x="2133600" y="5422900"/>
          <p14:tracePt t="113686" x="0" y="0"/>
        </p14:tracePtLst>
        <p14:tracePtLst>
          <p14:tracePt t="114029" x="2133600" y="5562600"/>
          <p14:tracePt t="114035" x="2127250" y="5562600"/>
          <p14:tracePt t="114044" x="2120900" y="5562600"/>
          <p14:tracePt t="114051" x="2114550" y="5562600"/>
          <p14:tracePt t="114068" x="2108200" y="5556250"/>
          <p14:tracePt t="114084" x="2089150" y="5556250"/>
          <p14:tracePt t="114100" x="2076450" y="5556250"/>
          <p14:tracePt t="114117" x="2063750" y="5549900"/>
          <p14:tracePt t="114134" x="2051050" y="5549900"/>
          <p14:tracePt t="114141" x="2032000" y="5549900"/>
          <p14:tracePt t="114150" x="2025650" y="5549900"/>
          <p14:tracePt t="114167" x="1993900" y="5543550"/>
          <p14:tracePt t="114184" x="1955800" y="5537200"/>
          <p14:tracePt t="114200" x="1930400" y="5537200"/>
          <p14:tracePt t="114204" x="1898650" y="5530850"/>
          <p14:tracePt t="114217" x="1892300" y="5530850"/>
          <p14:tracePt t="114234" x="1854200" y="5524500"/>
          <p14:tracePt t="114237" x="1835150" y="5524500"/>
          <p14:tracePt t="114251" x="1822450" y="5524500"/>
          <p14:tracePt t="114268" x="1790700" y="5524500"/>
          <p14:tracePt t="114284" x="1765300" y="5524500"/>
          <p14:tracePt t="114301" x="1752600" y="5524500"/>
          <p14:tracePt t="114317" x="1733550" y="5530850"/>
          <p14:tracePt t="114334" x="1727200" y="5537200"/>
          <p14:tracePt t="114350" x="1714500" y="5537200"/>
          <p14:tracePt t="114367" x="1701800" y="5543550"/>
          <p14:tracePt t="114373" x="1695450" y="5543550"/>
          <p14:tracePt t="114384" x="1689100" y="5549900"/>
          <p14:tracePt t="114400" x="1682750" y="5549900"/>
          <p14:tracePt t="114417" x="1670050" y="5562600"/>
          <p14:tracePt t="114434" x="1651000" y="5568950"/>
          <p14:tracePt t="114439" x="1638300" y="5575300"/>
          <p14:tracePt t="114451" x="1625600" y="5581650"/>
          <p14:tracePt t="114467" x="1600200" y="5600700"/>
          <p14:tracePt t="114471" x="1587500" y="5613400"/>
          <p14:tracePt t="114484" x="1574800" y="5619750"/>
          <p14:tracePt t="114500" x="1555750" y="5638800"/>
          <p14:tracePt t="114503" x="1549400" y="5645150"/>
          <p14:tracePt t="114518" x="1549400" y="5670550"/>
          <p14:tracePt t="114534" x="1549400" y="5683250"/>
          <p14:tracePt t="114550" x="1555750" y="5695950"/>
          <p14:tracePt t="114567" x="1574800" y="5708650"/>
          <p14:tracePt t="114585" x="1593850" y="5721350"/>
          <p14:tracePt t="114590" x="1606550" y="5740400"/>
          <p14:tracePt t="114600" x="1612900" y="5740400"/>
          <p14:tracePt t="114618" x="1625600" y="5753100"/>
          <p14:tracePt t="114622" x="1625600" y="5759450"/>
          <p14:tracePt t="114634" x="1631950" y="5765800"/>
          <p14:tracePt t="114651" x="1644650" y="5784850"/>
          <p14:tracePt t="114655" x="1644650" y="5791200"/>
          <p14:tracePt t="114667" x="1651000" y="5797550"/>
          <p14:tracePt t="114684" x="1657350" y="5810250"/>
          <p14:tracePt t="114688" x="1670050" y="5816600"/>
          <p14:tracePt t="114706" x="1676400" y="5816600"/>
          <p14:tracePt t="114717" x="1682750" y="5822950"/>
          <p14:tracePt t="114734" x="1708150" y="5829300"/>
          <p14:tracePt t="114752" x="1758950" y="5835650"/>
          <p14:tracePt t="114760" x="1771650" y="5842000"/>
          <p14:tracePt t="114768" x="1790700" y="5842000"/>
          <p14:tracePt t="114784" x="1847850" y="5842000"/>
          <p14:tracePt t="114801" x="1879600" y="5842000"/>
          <p14:tracePt t="114818" x="1943100" y="5842000"/>
          <p14:tracePt t="114834" x="1968500" y="5835650"/>
          <p14:tracePt t="114850" x="2000250" y="5829300"/>
          <p14:tracePt t="114867" x="2019300" y="5829300"/>
          <p14:tracePt t="114884" x="2032000" y="5822950"/>
          <p14:tracePt t="114889" x="2051050" y="5816600"/>
          <p14:tracePt t="114905" x="2057400" y="5816600"/>
          <p14:tracePt t="114921" x="2063750" y="5810250"/>
          <p14:tracePt t="114934" x="2070100" y="5810250"/>
          <p14:tracePt t="114950" x="2082800" y="5797550"/>
          <p14:tracePt t="114954" x="2089150" y="5797550"/>
          <p14:tracePt t="114967" x="2095500" y="5797550"/>
          <p14:tracePt t="114984" x="2101850" y="5791200"/>
          <p14:tracePt t="115001" x="2108200" y="5784850"/>
          <p14:tracePt t="115018" x="2120900" y="5778500"/>
          <p14:tracePt t="115034" x="2127250" y="5772150"/>
          <p14:tracePt t="115051" x="2133600" y="5765800"/>
          <p14:tracePt t="115067" x="2139950" y="5759450"/>
          <p14:tracePt t="115084" x="2139950" y="5746750"/>
          <p14:tracePt t="115101" x="2146300" y="5734050"/>
          <p14:tracePt t="115117" x="2146300" y="5721350"/>
          <p14:tracePt t="115124" x="2146300" y="5715000"/>
          <p14:tracePt t="115134" x="2146300" y="5708650"/>
          <p14:tracePt t="115150" x="2146300" y="5702300"/>
          <p14:tracePt t="115301" x="2146300" y="5695950"/>
          <p14:tracePt t="115422" x="0" y="0"/>
        </p14:tracePtLst>
        <p14:tracePtLst>
          <p14:tracePt t="120760" x="31750" y="5168900"/>
          <p14:tracePt t="120919" x="25400" y="5168900"/>
          <p14:tracePt t="120944" x="19050" y="5168900"/>
          <p14:tracePt t="120952" x="12700" y="5168900"/>
          <p14:tracePt t="120967" x="0" y="5168900"/>
          <p14:tracePt t="120984" x="0" y="5181600"/>
          <p14:tracePt t="121001" x="0" y="5207000"/>
          <p14:tracePt t="121018" x="0" y="5226050"/>
          <p14:tracePt t="121034" x="0" y="5232400"/>
          <p14:tracePt t="121089" x="0" y="5245100"/>
          <p14:tracePt t="121097" x="0" y="5251450"/>
          <p14:tracePt t="121105" x="6350" y="5270500"/>
          <p14:tracePt t="121119" x="19050" y="5302250"/>
          <p14:tracePt t="121123" x="38100" y="5334000"/>
          <p14:tracePt t="121135" x="63500" y="5372100"/>
          <p14:tracePt t="121153" x="120650" y="5473700"/>
          <p14:tracePt t="121168" x="165100" y="5530850"/>
          <p14:tracePt t="121186" x="196850" y="5556250"/>
          <p14:tracePt t="121201" x="228600" y="5581650"/>
          <p14:tracePt t="121218" x="241300" y="5588000"/>
          <p14:tracePt t="121234" x="254000" y="5600700"/>
          <p14:tracePt t="121251" x="279400" y="5613400"/>
          <p14:tracePt t="121267" x="336550" y="5657850"/>
          <p14:tracePt t="121284" x="419100" y="5702300"/>
          <p14:tracePt t="121301" x="482600" y="5740400"/>
          <p14:tracePt t="121318" x="577850" y="5778500"/>
          <p14:tracePt t="121323" x="603250" y="5797550"/>
          <p14:tracePt t="121334" x="641350" y="5803900"/>
          <p14:tracePt t="121351" x="685800" y="5822950"/>
          <p14:tracePt t="121356" x="704850" y="5829300"/>
          <p14:tracePt t="121367" x="711200" y="5829300"/>
          <p14:tracePt t="121384" x="730250" y="5835650"/>
          <p14:tracePt t="121386" x="736600" y="5842000"/>
          <p14:tracePt t="121410" x="742950" y="5842000"/>
          <p14:tracePt t="121435" x="749300" y="5842000"/>
          <p14:tracePt t="121453" x="749300" y="5848350"/>
          <p14:tracePt t="121461" x="755650" y="5848350"/>
          <p14:tracePt t="121468" x="762000" y="5848350"/>
          <p14:tracePt t="121484" x="768350" y="5848350"/>
          <p14:tracePt t="121501" x="787400" y="5861050"/>
          <p14:tracePt t="121517" x="812800" y="5867400"/>
          <p14:tracePt t="121534" x="850900" y="5886450"/>
          <p14:tracePt t="121551" x="889000" y="5892800"/>
          <p14:tracePt t="121558" x="927100" y="5899150"/>
          <p14:tracePt t="121567" x="939800" y="5905500"/>
          <p14:tracePt t="121584" x="984250" y="5911850"/>
          <p14:tracePt t="121588" x="1003300" y="5911850"/>
          <p14:tracePt t="121601" x="1016000" y="5911850"/>
          <p14:tracePt t="121617" x="1028700" y="5911850"/>
          <p14:tracePt t="121804" x="1028700" y="5918200"/>
          <p14:tracePt t="121814" x="1028700" y="5924550"/>
          <p14:tracePt t="121823" x="1041400" y="5930900"/>
          <p14:tracePt t="121834" x="1047750" y="5937250"/>
          <p14:tracePt t="121851" x="1079500" y="5949950"/>
          <p14:tracePt t="121857" x="1092200" y="5969000"/>
          <p14:tracePt t="121867" x="1111250" y="5975350"/>
          <p14:tracePt t="121884" x="1149350" y="6000750"/>
          <p14:tracePt t="121887" x="1174750" y="6007100"/>
          <p14:tracePt t="121902" x="1206500" y="6026150"/>
          <p14:tracePt t="121918" x="1244600" y="6045200"/>
          <p14:tracePt t="121934" x="1276350" y="6051550"/>
          <p14:tracePt t="121951" x="1301750" y="6064250"/>
          <p14:tracePt t="121968" x="1327150" y="6070600"/>
          <p14:tracePt t="121984" x="1346200" y="6076950"/>
          <p14:tracePt t="122001" x="1377950" y="6083300"/>
          <p14:tracePt t="122017" x="1416050" y="6089650"/>
          <p14:tracePt t="122023" x="1454150" y="6089650"/>
          <p14:tracePt t="122034" x="1485900" y="6089650"/>
          <p14:tracePt t="122051" x="1562100" y="6096000"/>
          <p14:tracePt t="122054" x="1600200" y="6102350"/>
          <p14:tracePt t="122067" x="1619250" y="6102350"/>
          <p14:tracePt t="122084" x="1689100" y="6108700"/>
          <p14:tracePt t="122087" x="1720850" y="6115050"/>
          <p14:tracePt t="122101" x="1733550" y="6115050"/>
          <p14:tracePt t="122117" x="1790700" y="6121400"/>
          <p14:tracePt t="122121" x="1803400" y="6121400"/>
          <p14:tracePt t="122134" x="1828800" y="6127750"/>
          <p14:tracePt t="122151" x="1879600" y="6134100"/>
          <p14:tracePt t="122154" x="1924050" y="6140450"/>
          <p14:tracePt t="122168" x="1987550" y="6146800"/>
          <p14:tracePt t="122184" x="2044700" y="6153150"/>
          <p14:tracePt t="122201" x="2114550" y="6165850"/>
          <p14:tracePt t="122217" x="2197100" y="6184900"/>
          <p14:tracePt t="122234" x="2235200" y="6191250"/>
          <p14:tracePt t="122251" x="2305050" y="6203950"/>
          <p14:tracePt t="122257" x="2324100" y="6203950"/>
          <p14:tracePt t="122267" x="2368550" y="6210300"/>
          <p14:tracePt t="122284" x="2413000" y="6216650"/>
          <p14:tracePt t="122301" x="2438400" y="6223000"/>
          <p14:tracePt t="122317" x="2470150" y="6223000"/>
          <p14:tracePt t="122320" x="2476500" y="6223000"/>
          <p14:tracePt t="122334" x="2489200" y="6223000"/>
          <p14:tracePt t="122351" x="2514600" y="6216650"/>
          <p14:tracePt t="122356" x="2520950" y="6216650"/>
          <p14:tracePt t="122367" x="2527300" y="6210300"/>
          <p14:tracePt t="122384" x="2546350" y="6203950"/>
          <p14:tracePt t="122387" x="2552700" y="6197600"/>
          <p14:tracePt t="122400" x="2559050" y="6197600"/>
          <p14:tracePt t="122418" x="2571750" y="6184900"/>
          <p14:tracePt t="122434" x="2578100" y="6178550"/>
          <p14:tracePt t="122451" x="2584450" y="6165850"/>
          <p14:tracePt t="122467" x="2590800" y="6153150"/>
          <p14:tracePt t="122484" x="2603500" y="6121400"/>
          <p14:tracePt t="122501" x="2609850" y="6096000"/>
          <p14:tracePt t="122517" x="2616200" y="6057900"/>
          <p14:tracePt t="122522" x="2616200" y="6032500"/>
          <p14:tracePt t="122534" x="2616200" y="6019800"/>
          <p14:tracePt t="122551" x="2616200" y="5988050"/>
          <p14:tracePt t="122555" x="2616200" y="5981700"/>
          <p14:tracePt t="122567" x="2609850" y="5962650"/>
          <p14:tracePt t="122584" x="2603500" y="5949950"/>
          <p14:tracePt t="122587" x="2590800" y="5930900"/>
          <p14:tracePt t="122601" x="2584450" y="5930900"/>
          <p14:tracePt t="122617" x="2546350" y="5905500"/>
          <p14:tracePt t="122622" x="2527300" y="5892800"/>
          <p14:tracePt t="122634" x="2501900" y="5880100"/>
          <p14:tracePt t="122650" x="2438400" y="5848350"/>
          <p14:tracePt t="122653" x="2425700" y="5842000"/>
          <p14:tracePt t="122668" x="2349500" y="5803900"/>
          <p14:tracePt t="122684" x="2298700" y="5778500"/>
          <p14:tracePt t="122701" x="2254250" y="5753100"/>
          <p14:tracePt t="122718" x="2222500" y="5734050"/>
          <p14:tracePt t="122734" x="2203450" y="5721350"/>
          <p14:tracePt t="122751" x="2190750" y="5708650"/>
          <p14:tracePt t="122768" x="2178050" y="5708650"/>
          <p14:tracePt t="122784" x="2171700" y="5702300"/>
          <p14:tracePt t="122804" x="2152650" y="5702300"/>
          <p14:tracePt t="122817" x="2133600" y="5702300"/>
          <p14:tracePt t="122837" x="2082800" y="5702300"/>
          <p14:tracePt t="122851" x="2063750" y="5702300"/>
          <p14:tracePt t="122870" x="2006600" y="5708650"/>
          <p14:tracePt t="122884" x="1968500" y="5715000"/>
          <p14:tracePt t="122902" x="1917700" y="5727700"/>
          <p14:tracePt t="122918" x="1854200" y="5734050"/>
          <p14:tracePt t="122935" x="1816100" y="5740400"/>
          <p14:tracePt t="122951" x="1752600" y="5759450"/>
          <p14:tracePt t="122968" x="1720850" y="5765800"/>
          <p14:tracePt t="122984" x="1689100" y="5778500"/>
          <p14:tracePt t="123001" x="1670050" y="5784850"/>
          <p14:tracePt t="123017" x="1657350" y="5797550"/>
          <p14:tracePt t="123034" x="1644650" y="5810250"/>
          <p14:tracePt t="123039" x="1638300" y="5810250"/>
          <p14:tracePt t="123051" x="1631950" y="5810250"/>
          <p14:tracePt t="123067" x="1631950" y="5816600"/>
          <p14:tracePt t="123071" x="1625600" y="5816600"/>
          <p14:tracePt t="123084" x="1625600" y="5822950"/>
          <p14:tracePt t="123101" x="1612900" y="5835650"/>
          <p14:tracePt t="123118" x="1606550" y="5842000"/>
          <p14:tracePt t="123134" x="1600200" y="5848350"/>
          <p14:tracePt t="123139" x="1600200" y="5854700"/>
          <p14:tracePt t="123151" x="1593850" y="5861050"/>
          <p14:tracePt t="123168" x="1587500" y="5873750"/>
          <p14:tracePt t="123184" x="1581150" y="5880100"/>
          <p14:tracePt t="123200" x="1581150" y="5886450"/>
          <p14:tracePt t="123217" x="1581150" y="5892800"/>
          <p14:tracePt t="123234" x="1581150" y="5899150"/>
          <p14:tracePt t="123251" x="1581150" y="5911850"/>
          <p14:tracePt t="123267" x="1593850" y="5930900"/>
          <p14:tracePt t="123272" x="1593850" y="5937250"/>
          <p14:tracePt t="123284" x="1600200" y="5943600"/>
          <p14:tracePt t="123301" x="1612900" y="5962650"/>
          <p14:tracePt t="123306" x="1619250" y="5975350"/>
          <p14:tracePt t="123322" x="1625600" y="5981700"/>
          <p14:tracePt t="123334" x="1631950" y="5981700"/>
          <p14:tracePt t="123337" x="1638300" y="5988050"/>
          <p14:tracePt t="123353" x="1651000" y="5994400"/>
          <p14:tracePt t="123368" x="1651000" y="6000750"/>
          <p14:tracePt t="123384" x="1663700" y="6007100"/>
          <p14:tracePt t="123401" x="1670050" y="6007100"/>
          <p14:tracePt t="123417" x="1676400" y="6013450"/>
          <p14:tracePt t="123434" x="1676400" y="6019800"/>
          <p14:tracePt t="123459" x="1682750" y="6019800"/>
          <p14:tracePt t="123483" x="1682750" y="6026150"/>
          <p14:tracePt t="123507" x="1689100" y="6026150"/>
          <p14:tracePt t="123562" x="1689100" y="6032500"/>
          <p14:tracePt t="123579" x="1695450" y="6032500"/>
          <p14:tracePt t="123586" x="1695450" y="6038850"/>
          <p14:tracePt t="123601" x="1695450" y="6045200"/>
          <p14:tracePt t="123618" x="1695450" y="6051550"/>
          <p14:tracePt t="123643" x="1701800" y="6051550"/>
          <p14:tracePt t="123651" x="1701800" y="6057900"/>
          <p14:tracePt t="123670" x="1701800" y="6064250"/>
          <p14:tracePt t="123685" x="1701800" y="6070600"/>
          <p14:tracePt t="123701" x="1708150" y="6070600"/>
          <p14:tracePt t="123717" x="1714500" y="6076950"/>
          <p14:tracePt t="123734" x="1720850" y="6083300"/>
          <p14:tracePt t="123750" x="1727200" y="6083300"/>
          <p14:tracePt t="123768" x="1727200" y="6096000"/>
          <p14:tracePt t="123773" x="1733550" y="6096000"/>
          <p14:tracePt t="123860" x="1739900" y="6096000"/>
          <p14:tracePt t="123877" x="1746250" y="6096000"/>
          <p14:tracePt t="123894" x="1752600" y="6096000"/>
          <p14:tracePt t="123900" x="1765300" y="6096000"/>
          <p14:tracePt t="123917" x="1790700" y="6083300"/>
          <p14:tracePt t="123934" x="1816100" y="6076950"/>
          <p14:tracePt t="123950" x="1835150" y="6064250"/>
          <p14:tracePt t="123967" x="1847850" y="6064250"/>
          <p14:tracePt t="123984" x="1854200" y="6057900"/>
          <p14:tracePt t="124000" x="1860550" y="6051550"/>
          <p14:tracePt t="124017" x="1860550" y="6045200"/>
          <p14:tracePt t="124034" x="1873250" y="6045200"/>
          <p14:tracePt t="124050" x="1873250" y="6038850"/>
          <p14:tracePt t="124067" x="1873250" y="6032500"/>
          <p14:tracePt t="124174" x="1873250" y="6026150"/>
          <p14:tracePt t="124198" x="1873250" y="6019800"/>
          <p14:tracePt t="124217" x="1873250" y="6013450"/>
          <p14:tracePt t="124233" x="1873250" y="6007100"/>
          <p14:tracePt t="124251" x="1873250" y="6000750"/>
          <p14:tracePt t="124869" x="1873250" y="6007100"/>
          <p14:tracePt t="124887" x="1873250" y="6013450"/>
          <p14:tracePt t="124901" x="1873250" y="6019800"/>
          <p14:tracePt t="124917" x="1879600" y="6032500"/>
          <p14:tracePt t="124939" x="1879600" y="6038850"/>
          <p14:tracePt t="124951" x="1879600" y="6051550"/>
          <p14:tracePt t="124967" x="1879600" y="6064250"/>
          <p14:tracePt t="124984" x="1885950" y="6076950"/>
          <p14:tracePt t="124990" x="1885950" y="6083300"/>
          <p14:tracePt t="125001" x="1885950" y="6089650"/>
          <p14:tracePt t="125018" x="1898650" y="6096000"/>
          <p14:tracePt t="125034" x="1905000" y="6102350"/>
          <p14:tracePt t="125051" x="1905000" y="6108700"/>
          <p14:tracePt t="125055" x="1911350" y="6108700"/>
          <p14:tracePt t="125068" x="1917700" y="6108700"/>
          <p14:tracePt t="125084" x="1930400" y="6121400"/>
          <p14:tracePt t="125087" x="1930400" y="6127750"/>
          <p14:tracePt t="125101" x="1936750" y="6127750"/>
          <p14:tracePt t="125118" x="1968500" y="6159500"/>
          <p14:tracePt t="125134" x="2000250" y="6184900"/>
          <p14:tracePt t="125151" x="2051050" y="6210300"/>
          <p14:tracePt t="125167" x="2095500" y="6223000"/>
          <p14:tracePt t="125184" x="2133600" y="6229350"/>
          <p14:tracePt t="125201" x="2165350" y="6229350"/>
          <p14:tracePt t="125217" x="2184400" y="6229350"/>
          <p14:tracePt t="125234" x="2203450" y="6223000"/>
          <p14:tracePt t="125251" x="2216150" y="6210300"/>
          <p14:tracePt t="125254" x="2216150" y="6203950"/>
          <p14:tracePt t="125267" x="2216150" y="6197600"/>
          <p14:tracePt t="125284" x="2222500" y="6191250"/>
          <p14:tracePt t="125288" x="2228850" y="6191250"/>
          <p14:tracePt t="125378" x="2228850" y="6184900"/>
          <p14:tracePt t="125386" x="2228850" y="6178550"/>
          <p14:tracePt t="125401" x="2228850" y="6172200"/>
          <p14:tracePt t="125426" x="2228850" y="6165850"/>
          <p14:tracePt t="125434" x="2235200" y="6165850"/>
          <p14:tracePt t="125458" x="2235200" y="6159500"/>
          <p14:tracePt t="125467" x="2235200" y="6153150"/>
          <p14:tracePt t="125484" x="2241550" y="6140450"/>
          <p14:tracePt t="125488" x="2247900" y="6134100"/>
          <p14:tracePt t="125501" x="2254250" y="6121400"/>
          <p14:tracePt t="125517" x="2260600" y="6108700"/>
          <p14:tracePt t="125520" x="2266950" y="6102350"/>
          <p14:tracePt t="125539" x="2273300" y="6096000"/>
          <p14:tracePt t="125550" x="2273300" y="6089650"/>
          <p14:tracePt t="125567" x="2286000" y="6083300"/>
          <p14:tracePt t="125584" x="2292350" y="6076950"/>
          <p14:tracePt t="125590" x="2292350" y="6070600"/>
          <p14:tracePt t="125601" x="2298700" y="6070600"/>
          <p14:tracePt t="125618" x="2311400" y="6057900"/>
          <p14:tracePt t="125636" x="2317750" y="6051550"/>
          <p14:tracePt t="125651" x="2324100" y="6045200"/>
          <p14:tracePt t="125684" x="2330450" y="6038850"/>
          <p14:tracePt t="125701" x="2330450" y="6032500"/>
          <p14:tracePt t="125718" x="2336800" y="6032500"/>
          <p14:tracePt t="125741" x="2336800" y="6026150"/>
          <p14:tracePt t="125755" x="2336800" y="6019800"/>
          <p14:tracePt t="126418" x="0" y="0"/>
        </p14:tracePtLst>
        <p14:tracePtLst>
          <p14:tracePt t="133326" x="7042150" y="4102100"/>
          <p14:tracePt t="133429" x="7042150" y="4095750"/>
          <p14:tracePt t="133439" x="7035800" y="4095750"/>
          <p14:tracePt t="133452" x="7029450" y="4095750"/>
          <p14:tracePt t="133469" x="7004050" y="4089400"/>
          <p14:tracePt t="133484" x="6965950" y="4083050"/>
          <p14:tracePt t="133501" x="6915150" y="4076700"/>
          <p14:tracePt t="133518" x="6870700" y="4070350"/>
          <p14:tracePt t="133534" x="6838950" y="4051300"/>
          <p14:tracePt t="133551" x="6788150" y="4038600"/>
          <p14:tracePt t="133567" x="6743700" y="4019550"/>
          <p14:tracePt t="133584" x="6680200" y="3994150"/>
          <p14:tracePt t="133601" x="6635750" y="3975100"/>
          <p14:tracePt t="133618" x="6591300" y="3956050"/>
          <p14:tracePt t="133635" x="6559550" y="3943350"/>
          <p14:tracePt t="133638" x="6540500" y="3937000"/>
          <p14:tracePt t="133651" x="6534150" y="3930650"/>
          <p14:tracePt t="133668" x="6496050" y="3924300"/>
          <p14:tracePt t="133684" x="6477000" y="3917950"/>
          <p14:tracePt t="133701" x="6445250" y="3911600"/>
          <p14:tracePt t="133719" x="6407150" y="3905250"/>
          <p14:tracePt t="133734" x="6356350" y="3898900"/>
          <p14:tracePt t="133751" x="6330950" y="3892550"/>
          <p14:tracePt t="133768" x="6305550" y="3892550"/>
          <p14:tracePt t="133784" x="6292850" y="3892550"/>
          <p14:tracePt t="133801" x="6286500" y="3886200"/>
          <p14:tracePt t="133818" x="6273800" y="3886200"/>
          <p14:tracePt t="133834" x="6261100" y="3886200"/>
          <p14:tracePt t="133851" x="6254750" y="3886200"/>
          <p14:tracePt t="133867" x="6254750" y="3879850"/>
          <p14:tracePt t="134049" x="6248400" y="3879850"/>
          <p14:tracePt t="134097" x="6242050" y="3879850"/>
          <p14:tracePt t="134138" x="6235700" y="3879850"/>
          <p14:tracePt t="134157" x="6229350" y="3879850"/>
          <p14:tracePt t="134164" x="6223000" y="3886200"/>
          <p14:tracePt t="134184" x="6191250" y="3911600"/>
          <p14:tracePt t="134201" x="6178550" y="3924300"/>
          <p14:tracePt t="134218" x="6165850" y="3937000"/>
          <p14:tracePt t="134234" x="6159500" y="3943350"/>
          <p14:tracePt t="134252" x="6153150" y="3943350"/>
          <p14:tracePt t="134475" x="6153150" y="3949700"/>
          <p14:tracePt t="134517" x="6153150" y="3956050"/>
          <p14:tracePt t="134541" x="6153150" y="3962400"/>
          <p14:tracePt t="134551" x="6153150" y="3968750"/>
          <p14:tracePt t="134565" x="6153150" y="3975100"/>
          <p14:tracePt t="134581" x="6159500" y="3981450"/>
          <p14:tracePt t="134607" x="6165850" y="3987800"/>
          <p14:tracePt t="134614" x="6172200" y="3994150"/>
          <p14:tracePt t="134621" x="6178550" y="4000500"/>
          <p14:tracePt t="134635" x="6184900" y="4000500"/>
          <p14:tracePt t="134651" x="6203950" y="4013200"/>
          <p14:tracePt t="134670" x="6210300" y="4019550"/>
          <p14:tracePt t="134684" x="6235700" y="4025900"/>
          <p14:tracePt t="134701" x="6242050" y="4032250"/>
          <p14:tracePt t="134718" x="6267450" y="4038600"/>
          <p14:tracePt t="134734" x="6286500" y="4044950"/>
          <p14:tracePt t="134751" x="6305550" y="4044950"/>
          <p14:tracePt t="134768" x="6343650" y="4051300"/>
          <p14:tracePt t="134784" x="6388100" y="4064000"/>
          <p14:tracePt t="134802" x="6413500" y="4064000"/>
          <p14:tracePt t="134817" x="6457950" y="4070350"/>
          <p14:tracePt t="134834" x="6477000" y="4070350"/>
          <p14:tracePt t="134851" x="6521450" y="4076700"/>
          <p14:tracePt t="134856" x="6540500" y="4076700"/>
          <p14:tracePt t="134873" x="6559550" y="4076700"/>
          <p14:tracePt t="134884" x="6584950" y="4076700"/>
          <p14:tracePt t="134887" x="6604000" y="4076700"/>
          <p14:tracePt t="134901" x="6629400" y="4076700"/>
          <p14:tracePt t="134918" x="6673850" y="4076700"/>
          <p14:tracePt t="134934" x="6692900" y="4076700"/>
          <p14:tracePt t="134951" x="6750050" y="4076700"/>
          <p14:tracePt t="134968" x="6775450" y="4076700"/>
          <p14:tracePt t="134984" x="6826250" y="4076700"/>
          <p14:tracePt t="135001" x="6851650" y="4076700"/>
          <p14:tracePt t="135018" x="6896100" y="4076700"/>
          <p14:tracePt t="135034" x="6927850" y="4070350"/>
          <p14:tracePt t="135051" x="6978650" y="4064000"/>
          <p14:tracePt t="135056" x="7010400" y="4057650"/>
          <p14:tracePt t="135075" x="7029450" y="4051300"/>
          <p14:tracePt t="135084" x="7054850" y="4051300"/>
          <p14:tracePt t="135101" x="7073900" y="4044950"/>
          <p14:tracePt t="135118" x="7105650" y="4044950"/>
          <p14:tracePt t="135134" x="7118350" y="4044950"/>
          <p14:tracePt t="135151" x="7156450" y="4044950"/>
          <p14:tracePt t="135169" x="7200900" y="4038600"/>
          <p14:tracePt t="135184" x="7219950" y="4038600"/>
          <p14:tracePt t="135201" x="7251700" y="4025900"/>
          <p14:tracePt t="135218" x="7264400" y="4025900"/>
          <p14:tracePt t="135234" x="7270750" y="4019550"/>
          <p14:tracePt t="135251" x="7277100" y="4019550"/>
          <p14:tracePt t="135268" x="7283450" y="4006850"/>
          <p14:tracePt t="135284" x="7296150" y="3994150"/>
          <p14:tracePt t="135290" x="7302500" y="3987800"/>
          <p14:tracePt t="135301" x="7302500" y="3981450"/>
          <p14:tracePt t="135318" x="7308850" y="3968750"/>
          <p14:tracePt t="135334" x="7315200" y="3956050"/>
          <p14:tracePt t="135351" x="7315200" y="3949700"/>
          <p14:tracePt t="135367" x="7315200" y="3943350"/>
          <p14:tracePt t="135401" x="7315200" y="3930650"/>
          <p14:tracePt t="135405" x="7308850" y="3924300"/>
          <p14:tracePt t="135419" x="7289800" y="3905250"/>
          <p14:tracePt t="135434" x="7258050" y="3892550"/>
          <p14:tracePt t="135451" x="7213600" y="3879850"/>
          <p14:tracePt t="135468" x="7156450" y="3860800"/>
          <p14:tracePt t="135484" x="7099300" y="3854450"/>
          <p14:tracePt t="135501" x="7029450" y="3848100"/>
          <p14:tracePt t="135518" x="6959600" y="3848100"/>
          <p14:tracePt t="135523" x="6934200" y="3848100"/>
          <p14:tracePt t="135534" x="6915150" y="3848100"/>
          <p14:tracePt t="135551" x="6870700" y="3854450"/>
          <p14:tracePt t="135554" x="6838950" y="3860800"/>
          <p14:tracePt t="135567" x="6819900" y="3860800"/>
          <p14:tracePt t="135584" x="6788150" y="3867150"/>
          <p14:tracePt t="135587" x="6762750" y="3873500"/>
          <p14:tracePt t="135601" x="6737350" y="3879850"/>
          <p14:tracePt t="135618" x="6692900" y="3886200"/>
          <p14:tracePt t="135623" x="6673850" y="3886200"/>
          <p14:tracePt t="135634" x="6654800" y="3886200"/>
          <p14:tracePt t="135651" x="6623050" y="3886200"/>
          <p14:tracePt t="135654" x="6610350" y="3886200"/>
          <p14:tracePt t="135669" x="6597650" y="3886200"/>
          <p14:tracePt t="135685" x="6584950" y="3886200"/>
          <p14:tracePt t="135701" x="6572250" y="3886200"/>
          <p14:tracePt t="135718" x="6559550" y="3886200"/>
          <p14:tracePt t="135734" x="6540500" y="3892550"/>
          <p14:tracePt t="135751" x="6515100" y="3898900"/>
          <p14:tracePt t="135768" x="6496050" y="3898900"/>
          <p14:tracePt t="135784" x="6470650" y="3898900"/>
          <p14:tracePt t="135789" x="6464300" y="3898900"/>
          <p14:tracePt t="135801" x="6451600" y="3905250"/>
          <p14:tracePt t="135818" x="6432550" y="3905250"/>
          <p14:tracePt t="135823" x="6419850" y="3911600"/>
          <p14:tracePt t="135834" x="6407150" y="3911600"/>
          <p14:tracePt t="135851" x="6388100" y="3917950"/>
          <p14:tracePt t="135857" x="6375400" y="3924300"/>
          <p14:tracePt t="135871" x="6362700" y="3930650"/>
          <p14:tracePt t="135884" x="6356350" y="3930650"/>
          <p14:tracePt t="135901" x="6343650" y="3943350"/>
          <p14:tracePt t="135918" x="6337300" y="3949700"/>
          <p14:tracePt t="135951" x="6337300" y="3956050"/>
          <p14:tracePt t="135968" x="6330950" y="3956050"/>
          <p14:tracePt t="135984" x="6330950" y="3962400"/>
          <p14:tracePt t="136018" x="6324600" y="3968750"/>
          <p14:tracePt t="136036" x="6324600" y="3981450"/>
          <p14:tracePt t="136041" x="6324600" y="3987800"/>
          <p14:tracePt t="136055" x="6324600" y="3994150"/>
          <p14:tracePt t="136068" x="6330950" y="3994150"/>
          <p14:tracePt t="136071" x="6330950" y="4000500"/>
          <p14:tracePt t="136084" x="6337300" y="4006850"/>
          <p14:tracePt t="136103" x="6362700" y="4025900"/>
          <p14:tracePt t="136118" x="6369050" y="4032250"/>
          <p14:tracePt t="136136" x="6407150" y="4044950"/>
          <p14:tracePt t="136151" x="6413500" y="4051300"/>
          <p14:tracePt t="136168" x="6464300" y="4064000"/>
          <p14:tracePt t="136185" x="6502400" y="4076700"/>
          <p14:tracePt t="136201" x="6597650" y="4095750"/>
          <p14:tracePt t="136218" x="6661150" y="4095750"/>
          <p14:tracePt t="136235" x="6762750" y="4095750"/>
          <p14:tracePt t="136252" x="6832600" y="4095750"/>
          <p14:tracePt t="136268" x="6946900" y="4089400"/>
          <p14:tracePt t="136273" x="6978650" y="4083050"/>
          <p14:tracePt t="136284" x="7004050" y="4076700"/>
          <p14:tracePt t="136302" x="7067550" y="4070350"/>
          <p14:tracePt t="136306" x="7080250" y="4064000"/>
          <p14:tracePt t="136317" x="7086600" y="4057650"/>
          <p14:tracePt t="136351" x="7092950" y="4057650"/>
          <p14:tracePt t="136379" x="7099300" y="4057650"/>
          <p14:tracePt t="136387" x="7099300" y="4051300"/>
          <p14:tracePt t="136846" x="0" y="0"/>
        </p14:tracePtLst>
        <p14:tracePtLst>
          <p14:tracePt t="139160" x="7016750" y="3994150"/>
          <p14:tracePt t="139167" x="7010400" y="3994150"/>
          <p14:tracePt t="139184" x="7004050" y="3994150"/>
          <p14:tracePt t="139201" x="6997700" y="3994150"/>
          <p14:tracePt t="139240" x="6991350" y="3994150"/>
          <p14:tracePt t="139305" x="6985000" y="3994150"/>
          <p14:tracePt t="139323" x="6978650" y="3994150"/>
          <p14:tracePt t="139331" x="6972300" y="3987800"/>
          <p14:tracePt t="139346" x="6959600" y="3981450"/>
          <p14:tracePt t="139353" x="6953250" y="3975100"/>
          <p14:tracePt t="139368" x="6940550" y="3975100"/>
          <p14:tracePt t="139384" x="6915150" y="3975100"/>
          <p14:tracePt t="139402" x="6858000" y="3975100"/>
          <p14:tracePt t="139418" x="6807200" y="3994150"/>
          <p14:tracePt t="139435" x="6737350" y="4013200"/>
          <p14:tracePt t="139451" x="6699250" y="4013200"/>
          <p14:tracePt t="139468" x="6667500" y="4019550"/>
          <p14:tracePt t="139484" x="6654800" y="4025900"/>
          <p14:tracePt t="139501" x="6642100" y="4025900"/>
          <p14:tracePt t="139507" x="6635750" y="4032250"/>
          <p14:tracePt t="139518" x="6623050" y="4032250"/>
          <p14:tracePt t="139534" x="6610350" y="4032250"/>
          <p14:tracePt t="139539" x="6604000" y="4038600"/>
          <p14:tracePt t="139551" x="6584950" y="4038600"/>
          <p14:tracePt t="139568" x="6565900" y="4038600"/>
          <p14:tracePt t="139572" x="6546850" y="4038600"/>
          <p14:tracePt t="139585" x="6540500" y="4038600"/>
          <p14:tracePt t="139601" x="6496050" y="4038600"/>
          <p14:tracePt t="139605" x="6489700" y="4038600"/>
          <p14:tracePt t="139618" x="6470650" y="4038600"/>
          <p14:tracePt t="139634" x="6457950" y="4038600"/>
          <p14:tracePt t="139651" x="6451600" y="4038600"/>
          <p14:tracePt t="139667" x="6445250" y="4038600"/>
          <p14:tracePt t="139685" x="6438900" y="4038600"/>
          <p14:tracePt t="139701" x="6426200" y="4038600"/>
          <p14:tracePt t="139718" x="6407150" y="4038600"/>
          <p14:tracePt t="139735" x="6381750" y="4044950"/>
          <p14:tracePt t="139739" x="6369050" y="4044950"/>
          <p14:tracePt t="139751" x="6356350" y="4044950"/>
          <p14:tracePt t="139768" x="6305550" y="4057650"/>
          <p14:tracePt t="139770" x="6286500" y="4057650"/>
          <p14:tracePt t="139784" x="6254750" y="4064000"/>
          <p14:tracePt t="139801" x="6223000" y="4064000"/>
          <p14:tracePt t="139803" x="6203950" y="4064000"/>
          <p14:tracePt t="139818" x="6172200" y="4076700"/>
          <p14:tracePt t="139834" x="6146800" y="4083050"/>
          <p14:tracePt t="139837" x="6140450" y="4089400"/>
          <p14:tracePt t="139851" x="6127750" y="4089400"/>
          <p14:tracePt t="139869" x="6115050" y="4102100"/>
          <p14:tracePt t="139884" x="6108700" y="4108450"/>
          <p14:tracePt t="139901" x="6102350" y="4121150"/>
          <p14:tracePt t="139918" x="6102350" y="4127500"/>
          <p14:tracePt t="139934" x="6102350" y="4133850"/>
          <p14:tracePt t="139951" x="6102350" y="4146550"/>
          <p14:tracePt t="139968" x="6102350" y="4159250"/>
          <p14:tracePt t="139973" x="6102350" y="4178300"/>
          <p14:tracePt t="139984" x="6115050" y="4184650"/>
          <p14:tracePt t="140001" x="6140450" y="4216400"/>
          <p14:tracePt t="140005" x="6159500" y="4241800"/>
          <p14:tracePt t="140018" x="6172200" y="4248150"/>
          <p14:tracePt t="140034" x="6216650" y="4279900"/>
          <p14:tracePt t="140037" x="6248400" y="4292600"/>
          <p14:tracePt t="140051" x="6292850" y="4311650"/>
          <p14:tracePt t="140068" x="6381750" y="4343400"/>
          <p14:tracePt t="140085" x="6426200" y="4356100"/>
          <p14:tracePt t="140101" x="6483350" y="4368800"/>
          <p14:tracePt t="140104" x="6502400" y="4368800"/>
          <p14:tracePt t="140119" x="6578600" y="4381500"/>
          <p14:tracePt t="140134" x="6648450" y="4394200"/>
          <p14:tracePt t="140151" x="6705600" y="4400550"/>
          <p14:tracePt t="140168" x="6788150" y="4406900"/>
          <p14:tracePt t="140184" x="6877050" y="4413250"/>
          <p14:tracePt t="140201" x="6921500" y="4413250"/>
          <p14:tracePt t="140207" x="6959600" y="4413250"/>
          <p14:tracePt t="140218" x="6972300" y="4406900"/>
          <p14:tracePt t="140235" x="6991350" y="4406900"/>
          <p14:tracePt t="140238" x="7010400" y="4387850"/>
          <p14:tracePt t="140251" x="7016750" y="4387850"/>
          <p14:tracePt t="140268" x="7029450" y="4375150"/>
          <p14:tracePt t="140271" x="7035800" y="4349750"/>
          <p14:tracePt t="140284" x="7042150" y="4343400"/>
          <p14:tracePt t="140301" x="7048500" y="4324350"/>
          <p14:tracePt t="140305" x="7048500" y="4311650"/>
          <p14:tracePt t="140319" x="7048500" y="4267200"/>
          <p14:tracePt t="140334" x="7048500" y="4241800"/>
          <p14:tracePt t="140351" x="7042150" y="4229100"/>
          <p14:tracePt t="140369" x="7016750" y="4178300"/>
          <p14:tracePt t="140384" x="7004050" y="4159250"/>
          <p14:tracePt t="140401" x="6997700" y="4146550"/>
          <p14:tracePt t="140418" x="6991350" y="4133850"/>
          <p14:tracePt t="140435" x="6978650" y="4127500"/>
          <p14:tracePt t="140451" x="6959600" y="4121150"/>
          <p14:tracePt t="140468" x="6927850" y="4102100"/>
          <p14:tracePt t="140473" x="6908800" y="4102100"/>
          <p14:tracePt t="140484" x="6896100" y="4095750"/>
          <p14:tracePt t="140501" x="6845300" y="4083050"/>
          <p14:tracePt t="140504" x="6826250" y="4083050"/>
          <p14:tracePt t="140518" x="6775450" y="4076700"/>
          <p14:tracePt t="140534" x="6724650" y="4070350"/>
          <p14:tracePt t="140537" x="6692900" y="4064000"/>
          <p14:tracePt t="140551" x="6635750" y="4064000"/>
          <p14:tracePt t="140568" x="6572250" y="4057650"/>
          <p14:tracePt t="140584" x="6508750" y="4057650"/>
          <p14:tracePt t="140601" x="6496050" y="4057650"/>
          <p14:tracePt t="140604" x="6489700" y="4057650"/>
          <p14:tracePt t="140618" x="6451600" y="4057650"/>
          <p14:tracePt t="140634" x="6426200" y="4057650"/>
          <p14:tracePt t="140651" x="6400800" y="4057650"/>
          <p14:tracePt t="140668" x="6375400" y="4064000"/>
          <p14:tracePt t="140685" x="6343650" y="4076700"/>
          <p14:tracePt t="140701" x="6318250" y="4076700"/>
          <p14:tracePt t="140718" x="6305550" y="4083050"/>
          <p14:tracePt t="140735" x="6286500" y="4089400"/>
          <p14:tracePt t="140739" x="6273800" y="4089400"/>
          <p14:tracePt t="140751" x="6261100" y="4095750"/>
          <p14:tracePt t="140768" x="6223000" y="4121150"/>
          <p14:tracePt t="140773" x="6210300" y="4133850"/>
          <p14:tracePt t="140784" x="6203950" y="4133850"/>
          <p14:tracePt t="140801" x="6184900" y="4146550"/>
          <p14:tracePt t="140821" x="6178550" y="4159250"/>
          <p14:tracePt t="140834" x="6178550" y="4171950"/>
          <p14:tracePt t="140868" x="6178550" y="4178300"/>
          <p14:tracePt t="140885" x="6178550" y="4191000"/>
          <p14:tracePt t="140901" x="6178550" y="4197350"/>
          <p14:tracePt t="140919" x="6178550" y="4203700"/>
          <p14:tracePt t="140938" x="6184900" y="4203700"/>
          <p14:tracePt t="140953" x="6191250" y="4210050"/>
          <p14:tracePt t="140957" x="6191250" y="4216400"/>
          <p14:tracePt t="140967" x="6197600" y="4216400"/>
          <p14:tracePt t="140985" x="6203950" y="4216400"/>
          <p14:tracePt t="141001" x="6203950" y="4222750"/>
          <p14:tracePt t="141021" x="6210300" y="4222750"/>
          <p14:tracePt t="141304" x="0" y="0"/>
        </p14:tracePtLst>
        <p14:tracePtLst>
          <p14:tracePt t="154873" x="1365250" y="1758950"/>
          <p14:tracePt t="154895" x="1358900" y="1758950"/>
          <p14:tracePt t="154902" x="1358900" y="1752600"/>
          <p14:tracePt t="154918" x="1346200" y="1746250"/>
          <p14:tracePt t="154939" x="1327150" y="1746250"/>
          <p14:tracePt t="154952" x="1257300" y="1746250"/>
          <p14:tracePt t="154968" x="1181100" y="1746250"/>
          <p14:tracePt t="154986" x="1028700" y="1771650"/>
          <p14:tracePt t="154992" x="958850" y="1803400"/>
          <p14:tracePt t="155001" x="863600" y="1841500"/>
          <p14:tracePt t="155018" x="654050" y="1943100"/>
          <p14:tracePt t="155021" x="609600" y="1968500"/>
          <p14:tracePt t="155035" x="501650" y="2032000"/>
          <p14:tracePt t="155052" x="285750" y="2190750"/>
          <p14:tracePt t="155055" x="254000" y="2222500"/>
          <p14:tracePt t="155068" x="190500" y="2298700"/>
          <p14:tracePt t="155085" x="114300" y="2438400"/>
          <p14:tracePt t="155087" x="101600" y="2470150"/>
          <p14:tracePt t="155101" x="95250" y="2514600"/>
          <p14:tracePt t="155119" x="95250" y="2546350"/>
          <p14:tracePt t="155135" x="95250" y="2584450"/>
          <p14:tracePt t="155152" x="95250" y="2641600"/>
          <p14:tracePt t="155168" x="107950" y="2743200"/>
          <p14:tracePt t="155185" x="127000" y="2889250"/>
          <p14:tracePt t="155201" x="146050" y="3035300"/>
          <p14:tracePt t="155218" x="165100" y="3175000"/>
          <p14:tracePt t="155223" x="177800" y="3225800"/>
          <p14:tracePt t="155235" x="190500" y="3276600"/>
          <p14:tracePt t="155251" x="234950" y="3409950"/>
          <p14:tracePt t="155255" x="254000" y="3454400"/>
          <p14:tracePt t="155268" x="273050" y="3498850"/>
          <p14:tracePt t="155284" x="311150" y="3568700"/>
          <p14:tracePt t="155287" x="336550" y="3613150"/>
          <p14:tracePt t="155301" x="355600" y="3657600"/>
          <p14:tracePt t="155318" x="406400" y="3752850"/>
          <p14:tracePt t="155322" x="425450" y="3803650"/>
          <p14:tracePt t="155335" x="457200" y="3867150"/>
          <p14:tracePt t="155352" x="495300" y="3956050"/>
          <p14:tracePt t="155355" x="514350" y="4025900"/>
          <p14:tracePt t="155369" x="577850" y="4184650"/>
          <p14:tracePt t="155385" x="628650" y="4292600"/>
          <p14:tracePt t="155401" x="685800" y="4387850"/>
          <p14:tracePt t="155418" x="762000" y="4489450"/>
          <p14:tracePt t="155435" x="825500" y="4584700"/>
          <p14:tracePt t="155452" x="901700" y="4660900"/>
          <p14:tracePt t="155468" x="977900" y="4737100"/>
          <p14:tracePt t="155485" x="1073150" y="4800600"/>
          <p14:tracePt t="155489" x="1143000" y="4845050"/>
          <p14:tracePt t="155501" x="1181100" y="4864100"/>
          <p14:tracePt t="155518" x="1384300" y="4902200"/>
          <p14:tracePt t="155523" x="1460500" y="4908550"/>
          <p14:tracePt t="155535" x="1536700" y="4908550"/>
          <p14:tracePt t="155552" x="1689100" y="4908550"/>
          <p14:tracePt t="155555" x="1778000" y="4908550"/>
          <p14:tracePt t="155570" x="1955800" y="4902200"/>
          <p14:tracePt t="155585" x="2038350" y="4902200"/>
          <p14:tracePt t="155589" x="2076450" y="4902200"/>
          <p14:tracePt t="155602" x="2260600" y="4902200"/>
          <p14:tracePt t="155619" x="2393950" y="4902200"/>
          <p14:tracePt t="155635" x="2641600" y="4889500"/>
          <p14:tracePt t="155652" x="2813050" y="4864100"/>
          <p14:tracePt t="155669" x="2965450" y="4813300"/>
          <p14:tracePt t="155685" x="3086100" y="4781550"/>
          <p14:tracePt t="155703" x="3181350" y="4749800"/>
          <p14:tracePt t="155707" x="3238500" y="4730750"/>
          <p14:tracePt t="155718" x="3251200" y="4718050"/>
          <p14:tracePt t="155736" x="3321050" y="4686300"/>
          <p14:tracePt t="155740" x="3333750" y="4673600"/>
          <p14:tracePt t="155751" x="3346450" y="4654550"/>
          <p14:tracePt t="155768" x="3384550" y="4603750"/>
          <p14:tracePt t="155772" x="3390900" y="4584700"/>
          <p14:tracePt t="155785" x="3416300" y="4546600"/>
          <p14:tracePt t="155805" x="3486150" y="4400550"/>
          <p14:tracePt t="155819" x="3543300" y="4229100"/>
          <p14:tracePt t="155836" x="3581400" y="4102100"/>
          <p14:tracePt t="155851" x="3594100" y="4057650"/>
          <p14:tracePt t="155869" x="3606800" y="3968750"/>
          <p14:tracePt t="155885" x="3619500" y="3924300"/>
          <p14:tracePt t="155902" x="3632200" y="3873500"/>
          <p14:tracePt t="155918" x="3644900" y="3797300"/>
          <p14:tracePt t="155935" x="3644900" y="3752850"/>
          <p14:tracePt t="155952" x="3644900" y="3689350"/>
          <p14:tracePt t="155968" x="3651250" y="3587750"/>
          <p14:tracePt t="155975" x="3651250" y="3568700"/>
          <p14:tracePt t="155985" x="3644900" y="3517900"/>
          <p14:tracePt t="156001" x="3632200" y="3435350"/>
          <p14:tracePt t="156006" x="3613150" y="3390900"/>
          <p14:tracePt t="156018" x="3606800" y="3371850"/>
          <p14:tracePt t="156035" x="3575050" y="3314700"/>
          <p14:tracePt t="156038" x="3556000" y="3276600"/>
          <p14:tracePt t="156051" x="3549650" y="3263900"/>
          <p14:tracePt t="156069" x="3517900" y="3206750"/>
          <p14:tracePt t="156085" x="3505200" y="3194050"/>
          <p14:tracePt t="156102" x="3505200" y="3187700"/>
          <p14:tracePt t="156241" x="0" y="0"/>
        </p14:tracePtLst>
        <p14:tracePtLst>
          <p14:tracePt t="157130" x="6635750" y="1416050"/>
          <p14:tracePt t="157135" x="6565900" y="1416050"/>
          <p14:tracePt t="157152" x="6534150" y="1428750"/>
          <p14:tracePt t="157169" x="6470650" y="1447800"/>
          <p14:tracePt t="157185" x="6432550" y="1466850"/>
          <p14:tracePt t="157202" x="6400800" y="1479550"/>
          <p14:tracePt t="157218" x="6369050" y="1511300"/>
          <p14:tracePt t="157235" x="6337300" y="1536700"/>
          <p14:tracePt t="157240" x="6324600" y="1549400"/>
          <p14:tracePt t="157251" x="6305550" y="1562100"/>
          <p14:tracePt t="157268" x="6210300" y="1682750"/>
          <p14:tracePt t="157272" x="6172200" y="1739900"/>
          <p14:tracePt t="157284" x="6134100" y="1790700"/>
          <p14:tracePt t="157301" x="6051550" y="1911350"/>
          <p14:tracePt t="157305" x="6007100" y="1974850"/>
          <p14:tracePt t="157319" x="5924550" y="2101850"/>
          <p14:tracePt t="157335" x="5861050" y="2203450"/>
          <p14:tracePt t="157351" x="5803900" y="2305050"/>
          <p14:tracePt t="157368" x="5778500" y="2368550"/>
          <p14:tracePt t="157385" x="5759450" y="2444750"/>
          <p14:tracePt t="157392" x="5746750" y="2508250"/>
          <p14:tracePt t="157402" x="5740400" y="2565400"/>
          <p14:tracePt t="157419" x="5740400" y="2660650"/>
          <p14:tracePt t="157423" x="5740400" y="2743200"/>
          <p14:tracePt t="157435" x="5740400" y="2787650"/>
          <p14:tracePt t="157454" x="5740400" y="2933700"/>
          <p14:tracePt t="157459" x="5740400" y="3048000"/>
          <p14:tracePt t="157468" x="5740400" y="3098800"/>
          <p14:tracePt t="157486" x="5765800" y="3270250"/>
          <p14:tracePt t="157490" x="5778500" y="3390900"/>
          <p14:tracePt t="157502" x="5784850" y="3435350"/>
          <p14:tracePt t="157519" x="5810250" y="3600450"/>
          <p14:tracePt t="157521" x="5822950" y="3644900"/>
          <p14:tracePt t="157535" x="5835650" y="3727450"/>
          <p14:tracePt t="157551" x="5861050" y="3803650"/>
          <p14:tracePt t="157554" x="5880100" y="3854450"/>
          <p14:tracePt t="157569" x="5905500" y="3937000"/>
          <p14:tracePt t="157585" x="5943600" y="4051300"/>
          <p14:tracePt t="157601" x="5988050" y="4165600"/>
          <p14:tracePt t="157618" x="6038850" y="4267200"/>
          <p14:tracePt t="157635" x="6108700" y="4368800"/>
          <p14:tracePt t="157652" x="6184900" y="4457700"/>
          <p14:tracePt t="157668" x="6273800" y="4533900"/>
          <p14:tracePt t="157685" x="6362700" y="4597400"/>
          <p14:tracePt t="157702" x="6451600" y="4648200"/>
          <p14:tracePt t="157718" x="6508750" y="4686300"/>
          <p14:tracePt t="157723" x="6553200" y="4705350"/>
          <p14:tracePt t="157735" x="6597650" y="4730750"/>
          <p14:tracePt t="157751" x="6673850" y="4781550"/>
          <p14:tracePt t="157755" x="6718300" y="4806950"/>
          <p14:tracePt t="157768" x="6750050" y="4826000"/>
          <p14:tracePt t="157785" x="6832600" y="4870450"/>
          <p14:tracePt t="157788" x="6902450" y="4895850"/>
          <p14:tracePt t="157802" x="6927850" y="4902200"/>
          <p14:tracePt t="157819" x="7105650" y="4933950"/>
          <p14:tracePt t="157835" x="7219950" y="4940300"/>
          <p14:tracePt t="157852" x="7353300" y="4927600"/>
          <p14:tracePt t="157868" x="7442200" y="4908550"/>
          <p14:tracePt t="157885" x="7588250" y="4864100"/>
          <p14:tracePt t="157901" x="7715250" y="4813300"/>
          <p14:tracePt t="157918" x="7835900" y="4756150"/>
          <p14:tracePt t="157924" x="7861300" y="4737100"/>
          <p14:tracePt t="157935" x="7899400" y="4711700"/>
          <p14:tracePt t="157952" x="8020050" y="4635500"/>
          <p14:tracePt t="157968" x="8089900" y="4584700"/>
          <p14:tracePt t="157985" x="8229600" y="4470400"/>
          <p14:tracePt t="157989" x="8267700" y="4425950"/>
          <p14:tracePt t="158001" x="8375650" y="4311650"/>
          <p14:tracePt t="158018" x="8540750" y="4114800"/>
          <p14:tracePt t="158021" x="8629650" y="4013200"/>
          <p14:tracePt t="158035" x="8655050" y="3975100"/>
          <p14:tracePt t="158051" x="8788400" y="3803650"/>
          <p14:tracePt t="158054" x="8851900" y="3714750"/>
          <p14:tracePt t="158069" x="8928100" y="3613150"/>
          <p14:tracePt t="158085" x="9048750" y="3403600"/>
          <p14:tracePt t="158102" x="9112250" y="3238500"/>
          <p14:tracePt t="158118" x="9188450" y="3016250"/>
          <p14:tracePt t="158135" x="9245600" y="2806700"/>
          <p14:tracePt t="158152" x="9277350" y="2393950"/>
          <p14:tracePt t="158168" x="9277350" y="2235200"/>
          <p14:tracePt t="158185" x="9245600" y="2089150"/>
          <p14:tracePt t="158189" x="9226550" y="2032000"/>
          <p14:tracePt t="158201" x="9213850" y="1981200"/>
          <p14:tracePt t="158218" x="9156700" y="1866900"/>
          <p14:tracePt t="158225" x="9137650" y="1822450"/>
          <p14:tracePt t="158235" x="9118600" y="1778000"/>
          <p14:tracePt t="158251" x="9074150" y="1651000"/>
          <p14:tracePt t="158255" x="9036050" y="1600200"/>
          <p14:tracePt t="158268" x="9010650" y="1536700"/>
          <p14:tracePt t="158285" x="8953500" y="1441450"/>
          <p14:tracePt t="158288" x="8928100" y="1409700"/>
          <p14:tracePt t="158302" x="8877300" y="1365250"/>
          <p14:tracePt t="158319" x="8763000" y="1282700"/>
          <p14:tracePt t="158335" x="8686800" y="1244600"/>
          <p14:tracePt t="158352" x="8591550" y="1219200"/>
          <p14:tracePt t="158368" x="8477250" y="1206500"/>
          <p14:tracePt t="158385" x="8350250" y="1206500"/>
          <p14:tracePt t="158402" x="8255000" y="1225550"/>
          <p14:tracePt t="158418" x="8102600" y="1270000"/>
          <p14:tracePt t="158423" x="8032750" y="1289050"/>
          <p14:tracePt t="158435" x="7950200" y="1314450"/>
          <p14:tracePt t="158452" x="7835900" y="1352550"/>
          <p14:tracePt t="158455" x="7753350" y="1377950"/>
          <p14:tracePt t="158468" x="7721600" y="1390650"/>
          <p14:tracePt t="158485" x="7594600" y="1441450"/>
          <p14:tracePt t="158492" x="7493000" y="1485900"/>
          <p14:tracePt t="158502" x="7378700" y="1543050"/>
          <p14:tracePt t="158518" x="7226300" y="1606550"/>
          <p14:tracePt t="158523" x="7188200" y="1631950"/>
          <p14:tracePt t="158535" x="7099300" y="1689100"/>
          <p14:tracePt t="158552" x="6978650" y="1758950"/>
          <p14:tracePt t="158555" x="6946900" y="1778000"/>
          <p14:tracePt t="158569" x="6845300" y="1854200"/>
          <p14:tracePt t="158585" x="6750050" y="1917700"/>
          <p14:tracePt t="158602" x="6705600" y="1955800"/>
          <p14:tracePt t="158618" x="6635750" y="2032000"/>
          <p14:tracePt t="158635" x="6578600" y="2114550"/>
          <p14:tracePt t="158652" x="6527800" y="2184400"/>
          <p14:tracePt t="158669" x="6489700" y="2254250"/>
          <p14:tracePt t="158685" x="6470650" y="2298700"/>
          <p14:tracePt t="158690" x="6457950" y="2324100"/>
          <p14:tracePt t="158701" x="6457950" y="2336800"/>
          <p14:tracePt t="158718" x="6457950" y="2349500"/>
          <p14:tracePt t="158746" x="0" y="0"/>
        </p14:tracePtLst>
      </p14:laserTraceLst>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 how to call a function</a:t>
            </a:r>
            <a:endParaRPr lang="nl-BE" dirty="0"/>
          </a:p>
        </p:txBody>
      </p:sp>
      <p:sp>
        <p:nvSpPr>
          <p:cNvPr id="3" name="Content Placeholder 2"/>
          <p:cNvSpPr>
            <a:spLocks noGrp="1"/>
          </p:cNvSpPr>
          <p:nvPr>
            <p:ph idx="1"/>
          </p:nvPr>
        </p:nvSpPr>
        <p:spPr/>
        <p:txBody>
          <a:bodyPr>
            <a:normAutofit fontScale="92500" lnSpcReduction="10000"/>
          </a:bodyPr>
          <a:lstStyle/>
          <a:p>
            <a:r>
              <a:rPr lang="en-US" dirty="0"/>
              <a:t>Call a function by its </a:t>
            </a:r>
            <a:r>
              <a:rPr lang="en-US" b="1" dirty="0"/>
              <a:t>name</a:t>
            </a:r>
            <a:r>
              <a:rPr lang="en-US" dirty="0"/>
              <a:t> and pass the </a:t>
            </a:r>
            <a:r>
              <a:rPr lang="en-US" b="1" dirty="0"/>
              <a:t>arguments</a:t>
            </a:r>
          </a:p>
          <a:p>
            <a:r>
              <a:rPr lang="en-US" dirty="0"/>
              <a:t>Mechanism: call by (object) reference</a:t>
            </a:r>
          </a:p>
          <a:p>
            <a:pPr lvl="1"/>
            <a:r>
              <a:rPr lang="en-US" dirty="0"/>
              <a:t>immutable arguments (i.e. strings, tuples, etc.), the passing acts like call-by-value. </a:t>
            </a:r>
          </a:p>
          <a:p>
            <a:pPr lvl="1"/>
            <a:r>
              <a:rPr lang="en-US" dirty="0"/>
              <a:t>Pass mutable arguments (e.g. lists), consider two cases: </a:t>
            </a:r>
          </a:p>
          <a:p>
            <a:pPr lvl="2"/>
            <a:r>
              <a:rPr lang="en-US" dirty="0"/>
              <a:t>Elements of a list can be changed in place</a:t>
            </a:r>
          </a:p>
          <a:p>
            <a:pPr lvl="2"/>
            <a:r>
              <a:rPr lang="en-US" dirty="0"/>
              <a:t>If a new list is assigned to the name, the old list will not be affected.</a:t>
            </a:r>
          </a:p>
          <a:p>
            <a:r>
              <a:rPr lang="en-US" dirty="0"/>
              <a:t>Argument lists in the caller and the </a:t>
            </a:r>
            <a:r>
              <a:rPr lang="en-US" dirty="0" err="1"/>
              <a:t>callee</a:t>
            </a:r>
            <a:r>
              <a:rPr lang="en-US" dirty="0"/>
              <a:t> must agree in </a:t>
            </a:r>
            <a:r>
              <a:rPr lang="en-US" i="1" dirty="0"/>
              <a:t>number </a:t>
            </a:r>
            <a:r>
              <a:rPr lang="en-US" dirty="0"/>
              <a:t>and </a:t>
            </a:r>
            <a:r>
              <a:rPr lang="en-US" i="1" dirty="0"/>
              <a:t>type</a:t>
            </a:r>
            <a:r>
              <a:rPr lang="en-US" dirty="0"/>
              <a:t>. </a:t>
            </a:r>
          </a:p>
          <a:p>
            <a:pPr lvl="1"/>
            <a:r>
              <a:rPr lang="en-US" dirty="0"/>
              <a:t>Default arguments</a:t>
            </a:r>
          </a:p>
          <a:p>
            <a:pPr lvl="1"/>
            <a:r>
              <a:rPr lang="en-US" dirty="0"/>
              <a:t>Required arguments</a:t>
            </a:r>
          </a:p>
          <a:p>
            <a:pPr lvl="1"/>
            <a:r>
              <a:rPr lang="en-US" dirty="0"/>
              <a:t>Keyword arguments</a:t>
            </a:r>
          </a:p>
          <a:p>
            <a:pPr lvl="1"/>
            <a:r>
              <a:rPr lang="en-US" dirty="0"/>
              <a:t>Variable number of arguments</a:t>
            </a:r>
          </a:p>
          <a:p>
            <a:r>
              <a:rPr lang="en-US" i="1" dirty="0"/>
              <a:t>File: function_argument_pass_1.py</a:t>
            </a:r>
            <a:endParaRPr lang="nl-BE" i="1" dirty="0"/>
          </a:p>
        </p:txBody>
      </p:sp>
    </p:spTree>
    <p:extLst>
      <p:ext uri="{BB962C8B-B14F-4D97-AF65-F5344CB8AC3E}">
        <p14:creationId xmlns:p14="http://schemas.microsoft.com/office/powerpoint/2010/main" val="4202270820"/>
      </p:ext>
    </p:extLst>
  </p:cSld>
  <p:clrMapOvr>
    <a:masterClrMapping/>
  </p:clrMapOvr>
  <mc:AlternateContent xmlns:mc="http://schemas.openxmlformats.org/markup-compatibility/2006" xmlns:p14="http://schemas.microsoft.com/office/powerpoint/2010/main">
    <mc:Choice Requires="p14">
      <p:transition spd="slow" p14:dur="2000" advTm="140085"/>
    </mc:Choice>
    <mc:Fallback xmlns="">
      <p:transition spd="slow" advTm="140085"/>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Optional and keyword arguments</a:t>
            </a:r>
            <a:endParaRPr lang="nl-BE" dirty="0"/>
          </a:p>
        </p:txBody>
      </p:sp>
      <p:sp>
        <p:nvSpPr>
          <p:cNvPr id="3" name="Content Placeholder 2"/>
          <p:cNvSpPr>
            <a:spLocks noGrp="1"/>
          </p:cNvSpPr>
          <p:nvPr>
            <p:ph sz="half" idx="1"/>
          </p:nvPr>
        </p:nvSpPr>
        <p:spPr/>
        <p:txBody>
          <a:bodyPr>
            <a:normAutofit fontScale="47500" lnSpcReduction="20000"/>
          </a:bodyPr>
          <a:lstStyle/>
          <a:p>
            <a:r>
              <a:rPr lang="en-US" sz="5100" dirty="0"/>
              <a:t>An argument may be assigned a default value in the parameter list</a:t>
            </a:r>
          </a:p>
          <a:p>
            <a:pPr lvl="1"/>
            <a:r>
              <a:rPr lang="en-US" sz="4400" dirty="0"/>
              <a:t>If not present in the calling argument list, the default value will be used</a:t>
            </a:r>
          </a:p>
          <a:p>
            <a:r>
              <a:rPr lang="en-US" sz="5100" dirty="0"/>
              <a:t>Keyword arguments can be passed by keyword, not position.</a:t>
            </a:r>
          </a:p>
          <a:p>
            <a:r>
              <a:rPr lang="en-US" sz="5100" i="1"/>
              <a:t>Keyword arguments (with default values) </a:t>
            </a:r>
            <a:r>
              <a:rPr lang="en-US" sz="5100" i="1" dirty="0"/>
              <a:t>must all appear at the end of the argument list i.e., after the positional arguments</a:t>
            </a:r>
          </a:p>
          <a:p>
            <a:r>
              <a:rPr lang="en-US" sz="5100" i="1" dirty="0"/>
              <a:t>File: function_optional_arguments.py</a:t>
            </a:r>
          </a:p>
          <a:p>
            <a:pPr marL="0" indent="0">
              <a:buNone/>
            </a:pPr>
            <a:endParaRPr lang="en-US" i="1" dirty="0"/>
          </a:p>
        </p:txBody>
      </p:sp>
      <p:sp>
        <p:nvSpPr>
          <p:cNvPr id="4" name="Content Placeholder 3">
            <a:extLst>
              <a:ext uri="{FF2B5EF4-FFF2-40B4-BE49-F238E27FC236}">
                <a16:creationId xmlns:a16="http://schemas.microsoft.com/office/drawing/2014/main" id="{1E2B5F44-9EB7-4CCB-BE6A-4249321B3859}"/>
              </a:ext>
            </a:extLst>
          </p:cNvPr>
          <p:cNvSpPr>
            <a:spLocks noGrp="1"/>
          </p:cNvSpPr>
          <p:nvPr>
            <p:ph sz="half" idx="2"/>
          </p:nvPr>
        </p:nvSpPr>
        <p:spPr/>
        <p:txBody>
          <a:bodyPr>
            <a:normAutofit fontScale="47500" lnSpcReduction="20000"/>
          </a:bodyPr>
          <a:lstStyle/>
          <a:p>
            <a:pPr marL="0" indent="0">
              <a:buNone/>
            </a:pPr>
            <a:r>
              <a:rPr lang="en-US" dirty="0">
                <a:latin typeface="Courier New" panose="02070309020205020404" pitchFamily="49" charset="0"/>
                <a:cs typeface="Courier New" panose="02070309020205020404" pitchFamily="49" charset="0"/>
              </a:rPr>
              <a:t>def foo(val1, val2, val3, </a:t>
            </a:r>
            <a:r>
              <a:rPr lang="en-US" dirty="0" err="1">
                <a:latin typeface="Courier New" panose="02070309020205020404" pitchFamily="49" charset="0"/>
                <a:cs typeface="Courier New" panose="02070309020205020404" pitchFamily="49" charset="0"/>
              </a:rPr>
              <a:t>calcSum</a:t>
            </a:r>
            <a:r>
              <a:rPr lang="en-US" dirty="0">
                <a:latin typeface="Courier New" panose="02070309020205020404" pitchFamily="49" charset="0"/>
                <a:cs typeface="Courier New" panose="02070309020205020404" pitchFamily="49" charset="0"/>
              </a:rPr>
              <a:t>=True):</a:t>
            </a:r>
          </a:p>
          <a:p>
            <a:pPr marL="0" indent="0">
              <a:buNone/>
            </a:pPr>
            <a:r>
              <a:rPr lang="en-US" dirty="0">
                <a:latin typeface="Courier New" panose="02070309020205020404" pitchFamily="49" charset="0"/>
                <a:cs typeface="Courier New" panose="02070309020205020404" pitchFamily="49" charset="0"/>
              </a:rPr>
              <a:t>    # Calculate the sum</a:t>
            </a:r>
          </a:p>
          <a:p>
            <a:pPr marL="0" indent="0">
              <a:buNone/>
            </a:pPr>
            <a:r>
              <a:rPr lang="en-US" dirty="0">
                <a:latin typeface="Courier New" panose="02070309020205020404" pitchFamily="49" charset="0"/>
                <a:cs typeface="Courier New" panose="02070309020205020404" pitchFamily="49" charset="0"/>
              </a:rPr>
              <a:t>    if </a:t>
            </a:r>
            <a:r>
              <a:rPr lang="en-US" dirty="0" err="1">
                <a:latin typeface="Courier New" panose="02070309020205020404" pitchFamily="49" charset="0"/>
                <a:cs typeface="Courier New" panose="02070309020205020404" pitchFamily="49" charset="0"/>
              </a:rPr>
              <a:t>calcSum</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return val1 + val2 - val3</a:t>
            </a:r>
          </a:p>
          <a:p>
            <a:pPr marL="0" indent="0">
              <a:buNone/>
            </a:pPr>
            <a:r>
              <a:rPr lang="en-US" dirty="0">
                <a:latin typeface="Courier New" panose="02070309020205020404" pitchFamily="49" charset="0"/>
                <a:cs typeface="Courier New" panose="02070309020205020404" pitchFamily="49" charset="0"/>
              </a:rPr>
              <a:t>    # Calculate the average instead</a:t>
            </a:r>
          </a:p>
          <a:p>
            <a:pPr marL="0" indent="0">
              <a:buNone/>
            </a:pPr>
            <a:r>
              <a:rPr lang="en-US" dirty="0">
                <a:latin typeface="Courier New" panose="02070309020205020404" pitchFamily="49" charset="0"/>
                <a:cs typeface="Courier New" panose="02070309020205020404" pitchFamily="49" charset="0"/>
              </a:rPr>
              <a:t>    else:</a:t>
            </a:r>
          </a:p>
          <a:p>
            <a:pPr marL="0" indent="0">
              <a:buNone/>
            </a:pPr>
            <a:r>
              <a:rPr lang="en-US" dirty="0">
                <a:latin typeface="Courier New" panose="02070309020205020404" pitchFamily="49" charset="0"/>
                <a:cs typeface="Courier New" panose="02070309020205020404" pitchFamily="49" charset="0"/>
              </a:rPr>
              <a:t>        return (val1 + val2 + val3) / 3</a:t>
            </a:r>
          </a:p>
          <a:p>
            <a:pPr marL="0" indent="0">
              <a:buNone/>
            </a:pP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print(foo(10,20,30, True))</a:t>
            </a:r>
          </a:p>
          <a:p>
            <a:pPr marL="0" indent="0">
              <a:buNone/>
            </a:pPr>
            <a:r>
              <a:rPr lang="en-US" dirty="0">
                <a:latin typeface="Courier New" panose="02070309020205020404" pitchFamily="49" charset="0"/>
                <a:cs typeface="Courier New" panose="02070309020205020404" pitchFamily="49" charset="0"/>
              </a:rPr>
              <a:t>print(foo(10,20,30, False))</a:t>
            </a:r>
          </a:p>
          <a:p>
            <a:pPr marL="0" indent="0">
              <a:buNone/>
            </a:pPr>
            <a:r>
              <a:rPr lang="en-US" dirty="0">
                <a:latin typeface="Courier New" panose="02070309020205020404" pitchFamily="49" charset="0"/>
                <a:cs typeface="Courier New" panose="02070309020205020404" pitchFamily="49" charset="0"/>
              </a:rPr>
              <a:t>print(foo(10,20,30))</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print(foo(val1=10,val3=20,val2=30,calcSum=True))</a:t>
            </a:r>
          </a:p>
          <a:p>
            <a:pPr marL="0" indent="0">
              <a:buNone/>
            </a:pPr>
            <a:endParaRPr lang="en-US" dirty="0"/>
          </a:p>
        </p:txBody>
      </p:sp>
      <p:sp>
        <p:nvSpPr>
          <p:cNvPr id="6" name="TextBox 5">
            <a:extLst>
              <a:ext uri="{FF2B5EF4-FFF2-40B4-BE49-F238E27FC236}">
                <a16:creationId xmlns:a16="http://schemas.microsoft.com/office/drawing/2014/main" id="{99C2DA4A-B5CA-ED89-0538-24E00544CE12}"/>
              </a:ext>
            </a:extLst>
          </p:cNvPr>
          <p:cNvSpPr txBox="1"/>
          <p:nvPr/>
        </p:nvSpPr>
        <p:spPr>
          <a:xfrm>
            <a:off x="6781800" y="1300846"/>
            <a:ext cx="2067938" cy="369332"/>
          </a:xfrm>
          <a:prstGeom prst="rect">
            <a:avLst/>
          </a:prstGeom>
          <a:noFill/>
        </p:spPr>
        <p:txBody>
          <a:bodyPr wrap="none" rtlCol="0">
            <a:spAutoFit/>
          </a:bodyPr>
          <a:lstStyle/>
          <a:p>
            <a:r>
              <a:rPr lang="nl-BE" dirty="0" err="1">
                <a:solidFill>
                  <a:schemeClr val="accent1"/>
                </a:solidFill>
              </a:rPr>
              <a:t>Positional</a:t>
            </a:r>
            <a:r>
              <a:rPr lang="nl-BE" dirty="0">
                <a:solidFill>
                  <a:schemeClr val="accent1"/>
                </a:solidFill>
              </a:rPr>
              <a:t> argument</a:t>
            </a:r>
            <a:endParaRPr lang="en-BE" dirty="0">
              <a:solidFill>
                <a:schemeClr val="accent1"/>
              </a:solidFill>
            </a:endParaRPr>
          </a:p>
        </p:txBody>
      </p:sp>
      <p:sp>
        <p:nvSpPr>
          <p:cNvPr id="7" name="TextBox 6">
            <a:extLst>
              <a:ext uri="{FF2B5EF4-FFF2-40B4-BE49-F238E27FC236}">
                <a16:creationId xmlns:a16="http://schemas.microsoft.com/office/drawing/2014/main" id="{DA5CB131-AEF0-0F4B-0F59-F19E3841FE68}"/>
              </a:ext>
            </a:extLst>
          </p:cNvPr>
          <p:cNvSpPr txBox="1"/>
          <p:nvPr/>
        </p:nvSpPr>
        <p:spPr>
          <a:xfrm>
            <a:off x="9416142" y="1300846"/>
            <a:ext cx="1833707" cy="369332"/>
          </a:xfrm>
          <a:prstGeom prst="rect">
            <a:avLst/>
          </a:prstGeom>
          <a:noFill/>
        </p:spPr>
        <p:txBody>
          <a:bodyPr wrap="none" rtlCol="0">
            <a:spAutoFit/>
          </a:bodyPr>
          <a:lstStyle/>
          <a:p>
            <a:r>
              <a:rPr lang="nl-BE" dirty="0" err="1">
                <a:solidFill>
                  <a:schemeClr val="accent1"/>
                </a:solidFill>
              </a:rPr>
              <a:t>Named</a:t>
            </a:r>
            <a:r>
              <a:rPr lang="nl-BE" dirty="0">
                <a:solidFill>
                  <a:schemeClr val="accent1"/>
                </a:solidFill>
              </a:rPr>
              <a:t> argument</a:t>
            </a:r>
            <a:endParaRPr lang="en-BE" dirty="0">
              <a:solidFill>
                <a:schemeClr val="accent1"/>
              </a:solidFill>
            </a:endParaRPr>
          </a:p>
        </p:txBody>
      </p:sp>
      <p:cxnSp>
        <p:nvCxnSpPr>
          <p:cNvPr id="9" name="Straight Arrow Connector 8">
            <a:extLst>
              <a:ext uri="{FF2B5EF4-FFF2-40B4-BE49-F238E27FC236}">
                <a16:creationId xmlns:a16="http://schemas.microsoft.com/office/drawing/2014/main" id="{A138BB68-542B-FB73-31C9-2C3494B660C1}"/>
              </a:ext>
            </a:extLst>
          </p:cNvPr>
          <p:cNvCxnSpPr>
            <a:stCxn id="6" idx="2"/>
          </p:cNvCxnSpPr>
          <p:nvPr/>
        </p:nvCxnSpPr>
        <p:spPr>
          <a:xfrm flipH="1">
            <a:off x="7424057" y="1670178"/>
            <a:ext cx="391712" cy="1554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1C87220-2B42-18CC-86AA-477CCEBF31FF}"/>
              </a:ext>
            </a:extLst>
          </p:cNvPr>
          <p:cNvCxnSpPr>
            <a:stCxn id="6" idx="2"/>
          </p:cNvCxnSpPr>
          <p:nvPr/>
        </p:nvCxnSpPr>
        <p:spPr>
          <a:xfrm>
            <a:off x="7815769" y="1670178"/>
            <a:ext cx="174345" cy="1554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81449B8-FA5E-D2A2-1A77-B6AC13FBB785}"/>
              </a:ext>
            </a:extLst>
          </p:cNvPr>
          <p:cNvCxnSpPr>
            <a:stCxn id="6" idx="2"/>
          </p:cNvCxnSpPr>
          <p:nvPr/>
        </p:nvCxnSpPr>
        <p:spPr>
          <a:xfrm>
            <a:off x="7815769" y="1670178"/>
            <a:ext cx="838374" cy="1554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F46FF4B-975E-39E9-4FB2-A87E5EA86CA0}"/>
              </a:ext>
            </a:extLst>
          </p:cNvPr>
          <p:cNvCxnSpPr>
            <a:stCxn id="7" idx="2"/>
          </p:cNvCxnSpPr>
          <p:nvPr/>
        </p:nvCxnSpPr>
        <p:spPr>
          <a:xfrm flipH="1">
            <a:off x="10101595" y="1670178"/>
            <a:ext cx="231401" cy="1554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6881179"/>
      </p:ext>
    </p:extLst>
  </p:cSld>
  <p:clrMapOvr>
    <a:masterClrMapping/>
  </p:clrMapOvr>
  <mc:AlternateContent xmlns:mc="http://schemas.openxmlformats.org/markup-compatibility/2006" xmlns:p14="http://schemas.microsoft.com/office/powerpoint/2010/main">
    <mc:Choice Requires="p14">
      <p:transition spd="slow" p14:dur="2000" advTm="129376"/>
    </mc:Choice>
    <mc:Fallback xmlns="">
      <p:transition spd="slow" advTm="129376"/>
    </mc:Fallback>
  </mc:AlternateContent>
  <p:extLst>
    <p:ext uri="{3A86A75C-4F4B-4683-9AE1-C65F6400EC91}">
      <p14:laserTraceLst xmlns:p14="http://schemas.microsoft.com/office/powerpoint/2010/main">
        <p14:tracePtLst>
          <p14:tracePt t="18160" x="9353550" y="2152650"/>
          <p14:tracePt t="18425" x="9359900" y="2152650"/>
          <p14:tracePt t="18463" x="9366250" y="2152650"/>
          <p14:tracePt t="18479" x="9372600" y="2152650"/>
          <p14:tracePt t="18504" x="9378950" y="2152650"/>
          <p14:tracePt t="18520" x="9385300" y="2152650"/>
          <p14:tracePt t="18544" x="9391650" y="2159000"/>
          <p14:tracePt t="18551" x="9398000" y="2159000"/>
          <p14:tracePt t="18563" x="9404350" y="2165350"/>
          <p14:tracePt t="18580" x="9410700" y="2165350"/>
          <p14:tracePt t="18596" x="9429750" y="2171700"/>
          <p14:tracePt t="18613" x="9442450" y="2178050"/>
          <p14:tracePt t="18629" x="9461500" y="2184400"/>
          <p14:tracePt t="18646" x="9493250" y="2197100"/>
          <p14:tracePt t="18664" x="9505950" y="2197100"/>
          <p14:tracePt t="18668" x="9525000" y="2203450"/>
          <p14:tracePt t="18679" x="9537700" y="2209800"/>
          <p14:tracePt t="18698" x="9575800" y="2216150"/>
          <p14:tracePt t="18713" x="9613900" y="2216150"/>
          <p14:tracePt t="18730" x="9632950" y="2222500"/>
          <p14:tracePt t="18746" x="9683750" y="2228850"/>
          <p14:tracePt t="18764" x="9709150" y="2235200"/>
          <p14:tracePt t="18779" x="9753600" y="2241550"/>
          <p14:tracePt t="18796" x="9772650" y="2241550"/>
          <p14:tracePt t="18813" x="9829800" y="2247900"/>
          <p14:tracePt t="18829" x="9855200" y="2247900"/>
          <p14:tracePt t="18846" x="9906000" y="2254250"/>
          <p14:tracePt t="18863" x="9937750" y="2260600"/>
          <p14:tracePt t="18880" x="9969500" y="2260600"/>
          <p14:tracePt t="18896" x="10039350" y="2273300"/>
          <p14:tracePt t="18899" x="10083800" y="2279650"/>
          <p14:tracePt t="18915" x="10128250" y="2286000"/>
          <p14:tracePt t="18929" x="10166350" y="2292350"/>
          <p14:tracePt t="18932" x="10204450" y="2292350"/>
          <p14:tracePt t="18948" x="10242550" y="2298700"/>
          <p14:tracePt t="18963" x="10287000" y="2298700"/>
          <p14:tracePt t="18979" x="10363200" y="2311400"/>
          <p14:tracePt t="18996" x="10401300" y="2311400"/>
          <p14:tracePt t="19013" x="10483850" y="2311400"/>
          <p14:tracePt t="19030" x="10515600" y="2311400"/>
          <p14:tracePt t="19047" x="10585450" y="2311400"/>
          <p14:tracePt t="19063" x="10623550" y="2311400"/>
          <p14:tracePt t="19080" x="10674350" y="2311400"/>
          <p14:tracePt t="19096" x="10693400" y="2311400"/>
          <p14:tracePt t="19113" x="10718800" y="2305050"/>
          <p14:tracePt t="19130" x="10731500" y="2305050"/>
          <p14:tracePt t="19134" x="10737850" y="2305050"/>
          <p14:tracePt t="19150" x="10750550" y="2298700"/>
          <p14:tracePt t="19166" x="10756900" y="2292350"/>
          <p14:tracePt t="19182" x="10763250" y="2292350"/>
          <p14:tracePt t="19197" x="10769600" y="2286000"/>
          <p14:tracePt t="19214" x="10775950" y="2279650"/>
          <p14:tracePt t="19230" x="10782300" y="2266950"/>
          <p14:tracePt t="19247" x="10788650" y="2260600"/>
          <p14:tracePt t="19263" x="10788650" y="2247900"/>
          <p14:tracePt t="19280" x="10795000" y="2241550"/>
          <p14:tracePt t="19297" x="10795000" y="2228850"/>
          <p14:tracePt t="19301" x="10795000" y="2222500"/>
          <p14:tracePt t="19330" x="10795000" y="2203450"/>
          <p14:tracePt t="19333" x="10795000" y="2197100"/>
          <p14:tracePt t="19346" x="10795000" y="2190750"/>
          <p14:tracePt t="19363" x="10795000" y="2178050"/>
          <p14:tracePt t="19379" x="10795000" y="2159000"/>
          <p14:tracePt t="19396" x="10795000" y="2133600"/>
          <p14:tracePt t="19402" x="10795000" y="2120900"/>
          <p14:tracePt t="19408" x="10788650" y="2108200"/>
          <p14:tracePt t="19416" x="10788650" y="2095500"/>
          <p14:tracePt t="19429" x="10788650" y="2076450"/>
          <p14:tracePt t="19446" x="10782300" y="2057400"/>
          <p14:tracePt t="19449" x="10782300" y="2051050"/>
          <p14:tracePt t="19463" x="10782300" y="2025650"/>
          <p14:tracePt t="19480" x="10775950" y="2012950"/>
          <p14:tracePt t="19497" x="10775950" y="2000250"/>
          <p14:tracePt t="19513" x="10769600" y="1981200"/>
          <p14:tracePt t="19530" x="10769600" y="1968500"/>
          <p14:tracePt t="19547" x="10763250" y="1949450"/>
          <p14:tracePt t="19564" x="10756900" y="1936750"/>
          <p14:tracePt t="19568" x="10756900" y="1930400"/>
          <p14:tracePt t="19580" x="10756900" y="1924050"/>
          <p14:tracePt t="19596" x="10744200" y="1892300"/>
          <p14:tracePt t="19600" x="10744200" y="1885950"/>
          <p14:tracePt t="19613" x="10744200" y="1879600"/>
          <p14:tracePt t="19630" x="10731500" y="1854200"/>
          <p14:tracePt t="19633" x="10731500" y="1847850"/>
          <p14:tracePt t="19646" x="10731500" y="1841500"/>
          <p14:tracePt t="19663" x="10725150" y="1822450"/>
          <p14:tracePt t="19666" x="10718800" y="1816100"/>
          <p14:tracePt t="19683" x="10718800" y="1809750"/>
          <p14:tracePt t="19699" x="10718800" y="1803400"/>
          <p14:tracePt t="19713" x="10712450" y="1803400"/>
          <p14:tracePt t="19730" x="10712450" y="1797050"/>
          <p14:tracePt t="19747" x="10706100" y="1790700"/>
          <p14:tracePt t="19763" x="10706100" y="1784350"/>
          <p14:tracePt t="19780" x="10693400" y="1778000"/>
          <p14:tracePt t="19796" x="10687050" y="1778000"/>
          <p14:tracePt t="19813" x="10680700" y="1765300"/>
          <p14:tracePt t="19830" x="10661650" y="1758950"/>
          <p14:tracePt t="19836" x="10648950" y="1752600"/>
          <p14:tracePt t="19846" x="10636250" y="1746250"/>
          <p14:tracePt t="19863" x="10617200" y="1739900"/>
          <p14:tracePt t="19867" x="10604500" y="1733550"/>
          <p14:tracePt t="19879" x="10591800" y="1720850"/>
          <p14:tracePt t="19896" x="10560050" y="1714500"/>
          <p14:tracePt t="19900" x="10547350" y="1708150"/>
          <p14:tracePt t="19913" x="10528300" y="1701800"/>
          <p14:tracePt t="19930" x="10490200" y="1701800"/>
          <p14:tracePt t="19931" x="10471150" y="1695450"/>
          <p14:tracePt t="19946" x="10452100" y="1695450"/>
          <p14:tracePt t="19963" x="10394950" y="1695450"/>
          <p14:tracePt t="19980" x="10356850" y="1695450"/>
          <p14:tracePt t="19997" x="10325100" y="1695450"/>
          <p14:tracePt t="20020" x="10261600" y="1695450"/>
          <p14:tracePt t="20030" x="10242550" y="1695450"/>
          <p14:tracePt t="20047" x="10204450" y="1695450"/>
          <p14:tracePt t="20063" x="10160000" y="1695450"/>
          <p14:tracePt t="20070" x="10140950" y="1689100"/>
          <p14:tracePt t="20080" x="10115550" y="1689100"/>
          <p14:tracePt t="20097" x="10064750" y="1682750"/>
          <p14:tracePt t="20100" x="10033000" y="1676400"/>
          <p14:tracePt t="20113" x="10007600" y="1676400"/>
          <p14:tracePt t="20130" x="9988550" y="1676400"/>
          <p14:tracePt t="20133" x="9963150" y="1676400"/>
          <p14:tracePt t="20146" x="9925050" y="1676400"/>
          <p14:tracePt t="20163" x="9874250" y="1670050"/>
          <p14:tracePt t="20166" x="9848850" y="1670050"/>
          <p14:tracePt t="20180" x="9810750" y="1663700"/>
          <p14:tracePt t="20198" x="9740900" y="1663700"/>
          <p14:tracePt t="20213" x="9664700" y="1657350"/>
          <p14:tracePt t="20230" x="9594850" y="1657350"/>
          <p14:tracePt t="20247" x="9563100" y="1657350"/>
          <p14:tracePt t="20263" x="9493250" y="1657350"/>
          <p14:tracePt t="20282" x="9410700" y="1663700"/>
          <p14:tracePt t="20286" x="9378950" y="1670050"/>
          <p14:tracePt t="20303" x="9353550" y="1676400"/>
          <p14:tracePt t="20314" x="9321800" y="1682750"/>
          <p14:tracePt t="20317" x="9296400" y="1689100"/>
          <p14:tracePt t="20330" x="9277350" y="1695450"/>
          <p14:tracePt t="20348" x="9251950" y="1701800"/>
          <p14:tracePt t="20351" x="9239250" y="1708150"/>
          <p14:tracePt t="20363" x="9232900" y="1708150"/>
          <p14:tracePt t="20381" x="9213850" y="1720850"/>
          <p14:tracePt t="20397" x="9201150" y="1720850"/>
          <p14:tracePt t="20413" x="9194800" y="1727200"/>
          <p14:tracePt t="20418" x="9188450" y="1727200"/>
          <p14:tracePt t="20430" x="9182100" y="1739900"/>
          <p14:tracePt t="20447" x="9156700" y="1752600"/>
          <p14:tracePt t="20463" x="9137650" y="1784350"/>
          <p14:tracePt t="20481" x="9131300" y="1803400"/>
          <p14:tracePt t="20497" x="9124950" y="1822450"/>
          <p14:tracePt t="20513" x="9118600" y="1847850"/>
          <p14:tracePt t="20530" x="9118600" y="1860550"/>
          <p14:tracePt t="20546" x="9118600" y="1885950"/>
          <p14:tracePt t="20563" x="9118600" y="1905000"/>
          <p14:tracePt t="20580" x="9124950" y="1943100"/>
          <p14:tracePt t="20584" x="9131300" y="1955800"/>
          <p14:tracePt t="20596" x="9144000" y="1981200"/>
          <p14:tracePt t="20613" x="9169400" y="2019300"/>
          <p14:tracePt t="20616" x="9169400" y="2025650"/>
          <p14:tracePt t="20630" x="9182100" y="2038350"/>
          <p14:tracePt t="20647" x="9220200" y="2076450"/>
          <p14:tracePt t="20663" x="9251950" y="2095500"/>
          <p14:tracePt t="20680" x="9258300" y="2101850"/>
          <p14:tracePt t="20684" x="9264650" y="2108200"/>
          <p14:tracePt t="20697" x="9283700" y="2120900"/>
          <p14:tracePt t="20713" x="9315450" y="2139950"/>
          <p14:tracePt t="20730" x="9334500" y="2152650"/>
          <p14:tracePt t="20746" x="9372600" y="2171700"/>
          <p14:tracePt t="20763" x="9391650" y="2178050"/>
          <p14:tracePt t="20780" x="9417050" y="2190750"/>
          <p14:tracePt t="20786" x="9423400" y="2190750"/>
          <p14:tracePt t="20797" x="9455150" y="2203450"/>
          <p14:tracePt t="20813" x="9467850" y="2209800"/>
          <p14:tracePt t="20818" x="9480550" y="2216150"/>
          <p14:tracePt t="20830" x="9486900" y="2222500"/>
          <p14:tracePt t="20847" x="9512300" y="2228850"/>
          <p14:tracePt t="20850" x="9518650" y="2235200"/>
          <p14:tracePt t="20863" x="9525000" y="2241550"/>
          <p14:tracePt t="20880" x="9575800" y="2260600"/>
          <p14:tracePt t="20883" x="9588500" y="2266950"/>
          <p14:tracePt t="20898" x="9620250" y="2279650"/>
          <p14:tracePt t="20913" x="9658350" y="2292350"/>
          <p14:tracePt t="20930" x="9696450" y="2305050"/>
          <p14:tracePt t="20947" x="9728200" y="2311400"/>
          <p14:tracePt t="20963" x="9766300" y="2311400"/>
          <p14:tracePt t="20980" x="9798050" y="2311400"/>
          <p14:tracePt t="20997" x="9829800" y="2311400"/>
          <p14:tracePt t="21013" x="9861550" y="2311400"/>
          <p14:tracePt t="21030" x="9899650" y="2311400"/>
          <p14:tracePt t="21046" x="9937750" y="2311400"/>
          <p14:tracePt t="21052" x="9963150" y="2311400"/>
          <p14:tracePt t="21063" x="9982200" y="2311400"/>
          <p14:tracePt t="21080" x="10026650" y="2305050"/>
          <p14:tracePt t="21083" x="10052050" y="2305050"/>
          <p14:tracePt t="21096" x="10071100" y="2298700"/>
          <p14:tracePt t="21113" x="10121900" y="2292350"/>
          <p14:tracePt t="21117" x="10140950" y="2286000"/>
          <p14:tracePt t="21130" x="10153650" y="2286000"/>
          <p14:tracePt t="21147" x="10179050" y="2279650"/>
          <p14:tracePt t="21165" x="10185400" y="2279650"/>
          <p14:tracePt t="21802" x="0" y="0"/>
        </p14:tracePtLst>
        <p14:tracePtLst>
          <p14:tracePt t="24195" x="6508750" y="2095500"/>
          <p14:tracePt t="24539" x="6515100" y="2095500"/>
          <p14:tracePt t="24556" x="6521450" y="2095500"/>
          <p14:tracePt t="24562" x="6527800" y="2095500"/>
          <p14:tracePt t="24597" x="6534150" y="2095500"/>
          <p14:tracePt t="24741" x="0" y="0"/>
        </p14:tracePtLst>
        <p14:tracePtLst>
          <p14:tracePt t="25577" x="7251700" y="2025650"/>
          <p14:tracePt t="25897" x="0" y="0"/>
        </p14:tracePtLst>
        <p14:tracePtLst>
          <p14:tracePt t="26740" x="7867650" y="2063750"/>
          <p14:tracePt t="26989" x="0" y="0"/>
        </p14:tracePtLst>
        <p14:tracePtLst>
          <p14:tracePt t="27674" x="8585200" y="2038350"/>
          <p14:tracePt t="27929" x="0" y="0"/>
        </p14:tracePtLst>
        <p14:tracePtLst>
          <p14:tracePt t="31969" x="9239250" y="2032000"/>
          <p14:tracePt t="32217" x="0" y="0"/>
        </p14:tracePtLst>
        <p14:tracePtLst>
          <p14:tracePt t="55899" x="7918450" y="4337050"/>
          <p14:tracePt t="55905" x="7918450" y="4330700"/>
          <p14:tracePt t="55914" x="7918450" y="4324350"/>
          <p14:tracePt t="55947" x="7912100" y="4273550"/>
          <p14:tracePt t="55952" x="7905750" y="4273550"/>
          <p14:tracePt t="55964" x="7899400" y="4260850"/>
          <p14:tracePt t="55970" x="7893050" y="4248150"/>
          <p14:tracePt t="55998" x="7867650" y="4229100"/>
          <p14:tracePt t="56002" x="7861300" y="4216400"/>
          <p14:tracePt t="56026" x="7861300" y="4210050"/>
          <p14:tracePt t="56033" x="7854950" y="4210050"/>
          <p14:tracePt t="56049" x="7854950" y="4203700"/>
          <p14:tracePt t="56081" x="7835900" y="4178300"/>
          <p14:tracePt t="56098" x="7823200" y="4165600"/>
          <p14:tracePt t="56131" x="7791450" y="4140200"/>
          <p14:tracePt t="56147" x="7766050" y="4127500"/>
          <p14:tracePt t="56181" x="7696200" y="4114800"/>
          <p14:tracePt t="56187" x="7689850" y="4114800"/>
          <p14:tracePt t="56198" x="7677150" y="4108450"/>
          <p14:tracePt t="56214" x="7645400" y="4108450"/>
          <p14:tracePt t="56231" x="7607300" y="4102100"/>
          <p14:tracePt t="56264" x="7550150" y="4095750"/>
          <p14:tracePt t="56268" x="7537450" y="4095750"/>
          <p14:tracePt t="56281" x="7518400" y="4095750"/>
          <p14:tracePt t="56314" x="7480300" y="4095750"/>
          <p14:tracePt t="56331" x="7473950" y="4095750"/>
          <p14:tracePt t="56348" x="7448550" y="4095750"/>
          <p14:tracePt t="56381" x="7385050" y="4114800"/>
          <p14:tracePt t="56386" x="7372350" y="4114800"/>
          <p14:tracePt t="56397" x="7346950" y="4127500"/>
          <p14:tracePt t="56431" x="7308850" y="4133850"/>
          <p14:tracePt t="56435" x="7302500" y="4133850"/>
          <p14:tracePt t="56455" x="7296150" y="4140200"/>
          <p14:tracePt t="56481" x="7283450" y="4152900"/>
          <p14:tracePt t="56498" x="7277100" y="4165600"/>
          <p14:tracePt t="56504" x="7270750" y="4184650"/>
          <p14:tracePt t="56531" x="7258050" y="4260850"/>
          <p14:tracePt t="56534" x="7258050" y="4273550"/>
          <p14:tracePt t="56549" x="7258050" y="4324350"/>
          <p14:tracePt t="56583" x="7277100" y="4381500"/>
          <p14:tracePt t="56597" x="7289800" y="4387850"/>
          <p14:tracePt t="56615" x="7296150" y="4394200"/>
          <p14:tracePt t="56648" x="7346950" y="4406900"/>
          <p14:tracePt t="56664" x="7416800" y="4406900"/>
          <p14:tracePt t="56697" x="7639050" y="4419600"/>
          <p14:tracePt t="56705" x="7696200" y="4419600"/>
          <p14:tracePt t="56714" x="7753350" y="4419600"/>
          <p14:tracePt t="56719" x="7816850" y="4419600"/>
          <p14:tracePt t="56747" x="7994650" y="4425950"/>
          <p14:tracePt t="56751" x="8045450" y="4425950"/>
          <p14:tracePt t="56765" x="8096250" y="4425950"/>
          <p14:tracePt t="56798" x="8216900" y="4425950"/>
          <p14:tracePt t="56801" x="8242300" y="4425950"/>
          <p14:tracePt t="56814" x="8280400" y="4425950"/>
          <p14:tracePt t="56847" x="8356600" y="4413250"/>
          <p14:tracePt t="56864" x="8401050" y="4400550"/>
          <p14:tracePt t="56881" x="8451850" y="4394200"/>
          <p14:tracePt t="56914" x="8496300" y="4394200"/>
          <p14:tracePt t="56931" x="8521700" y="4387850"/>
          <p14:tracePt t="56964" x="8572500" y="4375150"/>
          <p14:tracePt t="56971" x="8585200" y="4368800"/>
          <p14:tracePt t="56975" x="8604250" y="4356100"/>
          <p14:tracePt t="56986" x="8616950" y="4349750"/>
          <p14:tracePt t="56997" x="8629650" y="4337050"/>
          <p14:tracePt t="57031" x="8680450" y="4279900"/>
          <p14:tracePt t="57034" x="8686800" y="4267200"/>
          <p14:tracePt t="57048" x="8693150" y="4254500"/>
          <p14:tracePt t="57081" x="8699500" y="4248150"/>
          <p14:tracePt t="57097" x="8699500" y="4241800"/>
          <p14:tracePt t="57131" x="8686800" y="4229100"/>
          <p14:tracePt t="57148" x="8655050" y="4203700"/>
          <p14:tracePt t="57153" x="8642350" y="4197350"/>
          <p14:tracePt t="57181" x="8585200" y="4171950"/>
          <p14:tracePt t="57185" x="8534400" y="4152900"/>
          <p14:tracePt t="57197" x="8515350" y="4146550"/>
          <p14:tracePt t="57231" x="8337550" y="4102100"/>
          <p14:tracePt t="57235" x="8318500" y="4102100"/>
          <p14:tracePt t="57247" x="8255000" y="4095750"/>
          <p14:tracePt t="57251" x="8235950" y="4089400"/>
          <p14:tracePt t="57281" x="8159750" y="4076700"/>
          <p14:tracePt t="57283" x="8140700" y="4070350"/>
          <p14:tracePt t="57298" x="8077200" y="4070350"/>
          <p14:tracePt t="57331" x="7962900" y="4095750"/>
          <p14:tracePt t="57347" x="7874000" y="4121150"/>
          <p14:tracePt t="57365" x="7835900" y="4127500"/>
          <p14:tracePt t="57397" x="7734300" y="4140200"/>
          <p14:tracePt t="57403" x="7715250" y="4146550"/>
          <p14:tracePt t="57414" x="7702550" y="4146550"/>
          <p14:tracePt t="57419" x="7683500" y="4152900"/>
          <p14:tracePt t="57448" x="7613650" y="4159250"/>
          <p14:tracePt t="57453" x="7594600" y="4165600"/>
          <p14:tracePt t="57464" x="7581900" y="4171950"/>
          <p14:tracePt t="57481" x="7556500" y="4178300"/>
          <p14:tracePt t="57484" x="7543800" y="4184650"/>
          <p14:tracePt t="57514" x="7480300" y="4216400"/>
          <p14:tracePt t="57519" x="7461250" y="4222750"/>
          <p14:tracePt t="57531" x="7448550" y="4235450"/>
          <p14:tracePt t="57548" x="7423150" y="4254500"/>
          <p14:tracePt t="57552" x="7410450" y="4260850"/>
          <p14:tracePt t="57581" x="7372350" y="4292600"/>
          <p14:tracePt t="57597" x="7366000" y="4305300"/>
          <p14:tracePt t="57631" x="7359650" y="4318000"/>
          <p14:tracePt t="57648" x="7359650" y="4330700"/>
          <p14:tracePt t="57652" x="7359650" y="4337050"/>
          <p14:tracePt t="57664" x="7359650" y="4343400"/>
          <p14:tracePt t="57697" x="7378700" y="4368800"/>
          <p14:tracePt t="57700" x="7391400" y="4375150"/>
          <p14:tracePt t="57714" x="7404100" y="4381500"/>
          <p14:tracePt t="57720" x="7410450" y="4387850"/>
          <p14:tracePt t="57732" x="7454900" y="4394200"/>
          <p14:tracePt t="57764" x="7632700" y="4425950"/>
          <p14:tracePt t="57781" x="7683500" y="4425950"/>
          <p14:tracePt t="57815" x="7842250" y="4432300"/>
          <p14:tracePt t="57831" x="7880350" y="4432300"/>
          <p14:tracePt t="57847" x="7912100" y="4432300"/>
          <p14:tracePt t="57865" x="7918450" y="4432300"/>
          <p14:tracePt t="57953" x="7918450" y="4425950"/>
          <p14:tracePt t="57971" x="0" y="0"/>
        </p14:tracePtLst>
        <p14:tracePtLst>
          <p14:tracePt t="58252" x="7912100" y="4413250"/>
          <p14:tracePt t="58267" x="7905750" y="4413250"/>
          <p14:tracePt t="58275" x="7899400" y="4406900"/>
          <p14:tracePt t="58294" x="7893050" y="4406900"/>
          <p14:tracePt t="58301" x="7880350" y="4400550"/>
          <p14:tracePt t="58316" x="7854950" y="4394200"/>
          <p14:tracePt t="58331" x="7810500" y="4381500"/>
          <p14:tracePt t="58365" x="7677150" y="4368800"/>
          <p14:tracePt t="58381" x="7620000" y="4368800"/>
          <p14:tracePt t="58397" x="7512050" y="4368800"/>
          <p14:tracePt t="58403" x="7486650" y="4368800"/>
          <p14:tracePt t="58430" x="7353300" y="4387850"/>
          <p14:tracePt t="58448" x="7270750" y="4406900"/>
          <p14:tracePt t="58481" x="7213600" y="4438650"/>
          <p14:tracePt t="58484" x="7200900" y="4438650"/>
          <p14:tracePt t="58498" x="7200900" y="4451350"/>
          <p14:tracePt t="58515" x="7194550" y="4457700"/>
          <p14:tracePt t="58548" x="7194550" y="4489450"/>
          <p14:tracePt t="58565" x="7213600" y="4514850"/>
          <p14:tracePt t="58597" x="7359650" y="4603750"/>
          <p14:tracePt t="58614" x="7435850" y="4629150"/>
          <p14:tracePt t="58631" x="7594600" y="4660900"/>
          <p14:tracePt t="58664" x="7905750" y="4699000"/>
          <p14:tracePt t="58669" x="8013700" y="4705350"/>
          <p14:tracePt t="58681" x="8051800" y="4711700"/>
          <p14:tracePt t="58714" x="8407400" y="4737100"/>
          <p14:tracePt t="58717" x="8451850" y="4737100"/>
          <p14:tracePt t="58731" x="8566150" y="4737100"/>
          <p14:tracePt t="58736" x="8661400" y="4724400"/>
          <p14:tracePt t="58764" x="8883650" y="4654550"/>
          <p14:tracePt t="58781" x="8959850" y="4610100"/>
          <p14:tracePt t="58797" x="9004300" y="4578350"/>
          <p14:tracePt t="58831" x="9029700" y="4546600"/>
          <p14:tracePt t="58848" x="9042400" y="4540250"/>
          <p14:tracePt t="58881" x="9042400" y="4527550"/>
          <p14:tracePt t="59072" x="0" y="0"/>
        </p14:tracePtLst>
        <p14:tracePtLst>
          <p14:tracePt t="59600" x="8242300" y="4692650"/>
          <p14:tracePt t="59602" x="8235950" y="4686300"/>
          <p14:tracePt t="59622" x="8229600" y="4679950"/>
          <p14:tracePt t="59631" x="8223250" y="4679950"/>
          <p14:tracePt t="59664" x="8166100" y="4660900"/>
          <p14:tracePt t="59669" x="8147050" y="4660900"/>
          <p14:tracePt t="59681" x="8121650" y="4654550"/>
          <p14:tracePt t="59697" x="8083550" y="4648200"/>
          <p14:tracePt t="59703" x="8045450" y="4641850"/>
          <p14:tracePt t="59731" x="7969250" y="4635500"/>
          <p14:tracePt t="59734" x="7918450" y="4635500"/>
          <p14:tracePt t="59751" x="7848600" y="4629150"/>
          <p14:tracePt t="59781" x="7734300" y="4629150"/>
          <p14:tracePt t="59798" x="7696200" y="4629150"/>
          <p14:tracePt t="59831" x="7626350" y="4629150"/>
          <p14:tracePt t="59850" x="7600950" y="4635500"/>
          <p14:tracePt t="59854" x="7575550" y="4641850"/>
          <p14:tracePt t="59883" x="7537450" y="4648200"/>
          <p14:tracePt t="59887" x="7518400" y="4648200"/>
          <p14:tracePt t="59898" x="7505700" y="4654550"/>
          <p14:tracePt t="59931" x="7454900" y="4660900"/>
          <p14:tracePt t="59937" x="7429500" y="4667250"/>
          <p14:tracePt t="59947" x="7423150" y="4667250"/>
          <p14:tracePt t="59952" x="7416800" y="4667250"/>
          <p14:tracePt t="59964" x="7404100" y="4667250"/>
          <p14:tracePt t="59998" x="7334250" y="4686300"/>
          <p14:tracePt t="60017" x="7296150" y="4692650"/>
          <p14:tracePt t="60048" x="7251700" y="4705350"/>
          <p14:tracePt t="60064" x="7232650" y="4718050"/>
          <p14:tracePt t="60081" x="7213600" y="4730750"/>
          <p14:tracePt t="60114" x="7200900" y="4749800"/>
          <p14:tracePt t="60131" x="7194550" y="4756150"/>
          <p14:tracePt t="60147" x="7194550" y="4768850"/>
          <p14:tracePt t="60181" x="7194550" y="4806950"/>
          <p14:tracePt t="60197" x="7213600" y="4826000"/>
          <p14:tracePt t="60214" x="7239000" y="4845050"/>
          <p14:tracePt t="60218" x="7258050" y="4851400"/>
          <p14:tracePt t="60248" x="7327900" y="4889500"/>
          <p14:tracePt t="60252" x="7359650" y="4902200"/>
          <p14:tracePt t="60265" x="7423150" y="4921250"/>
          <p14:tracePt t="60298" x="7594600" y="4940300"/>
          <p14:tracePt t="60314" x="7670800" y="4953000"/>
          <p14:tracePt t="60331" x="7747000" y="4965700"/>
          <p14:tracePt t="60364" x="7842250" y="4978400"/>
          <p14:tracePt t="60381" x="7893050" y="4991100"/>
          <p14:tracePt t="60386" x="7912100" y="4991100"/>
          <p14:tracePt t="60397" x="7924800" y="4991100"/>
          <p14:tracePt t="60414" x="7962900" y="4991100"/>
          <p14:tracePt t="60447" x="8032750" y="4991100"/>
          <p14:tracePt t="60451" x="8064500" y="4991100"/>
          <p14:tracePt t="60464" x="8083550" y="4991100"/>
          <p14:tracePt t="60481" x="8134350" y="4991100"/>
          <p14:tracePt t="60485" x="8147050" y="4991100"/>
          <p14:tracePt t="60499" x="8185150" y="4978400"/>
          <p14:tracePt t="60531" x="8216900" y="4965700"/>
          <p14:tracePt t="60548" x="8229600" y="4965700"/>
          <p14:tracePt t="60564" x="8248650" y="4953000"/>
          <p14:tracePt t="60581" x="8261350" y="4940300"/>
          <p14:tracePt t="60614" x="8286750" y="4921250"/>
          <p14:tracePt t="60619" x="8293100" y="4914900"/>
          <p14:tracePt t="60630" x="8293100" y="4908550"/>
          <p14:tracePt t="60664" x="8299450" y="4895850"/>
          <p14:tracePt t="60669" x="8299450" y="4889500"/>
          <p14:tracePt t="60681" x="8305800" y="4889500"/>
          <p14:tracePt t="60697" x="8312150" y="4889500"/>
          <p14:tracePt t="60731" x="8318500" y="4876800"/>
          <p14:tracePt t="60830" x="0" y="0"/>
        </p14:tracePtLst>
        <p14:tracePtLst>
          <p14:tracePt t="61908" x="9258300" y="2070100"/>
          <p14:tracePt t="62028" x="9264650" y="2070100"/>
          <p14:tracePt t="62044" x="9277350" y="2070100"/>
          <p14:tracePt t="62051" x="9290050" y="2076450"/>
          <p14:tracePt t="62064" x="9302750" y="2082800"/>
          <p14:tracePt t="62068" x="9328150" y="2095500"/>
          <p14:tracePt t="62081" x="9334500" y="2095500"/>
          <p14:tracePt t="62115" x="9455150" y="2114550"/>
          <p14:tracePt t="62131" x="9474200" y="2114550"/>
          <p14:tracePt t="62148" x="9505950" y="2120900"/>
          <p14:tracePt t="62164" x="9531350" y="2120900"/>
          <p14:tracePt t="62181" x="9575800" y="2127250"/>
          <p14:tracePt t="62215" x="9677400" y="2152650"/>
          <p14:tracePt t="62231" x="9753600" y="2159000"/>
          <p14:tracePt t="62248" x="9817100" y="2171700"/>
          <p14:tracePt t="62281" x="9912350" y="2171700"/>
          <p14:tracePt t="62286" x="9931400" y="2171700"/>
          <p14:tracePt t="62298" x="9956800" y="2171700"/>
          <p14:tracePt t="62314" x="10001250" y="2171700"/>
          <p14:tracePt t="62317" x="10013950" y="2171700"/>
          <p14:tracePt t="62348" x="10096500" y="2159000"/>
          <p14:tracePt t="62364" x="10179050" y="2146300"/>
          <p14:tracePt t="62398" x="10293350" y="2127250"/>
          <p14:tracePt t="62414" x="10344150" y="2114550"/>
          <p14:tracePt t="62431" x="10369550" y="2101850"/>
          <p14:tracePt t="62448" x="10388600" y="2089150"/>
          <p14:tracePt t="62481" x="10458450" y="2063750"/>
          <p14:tracePt t="62487" x="10471150" y="2051050"/>
          <p14:tracePt t="62498" x="10502900" y="2032000"/>
          <p14:tracePt t="62503" x="10509250" y="2025650"/>
          <p14:tracePt t="62531" x="10534650" y="2006600"/>
          <p14:tracePt t="62535" x="10541000" y="2000250"/>
          <p14:tracePt t="62547" x="10547350" y="1993900"/>
          <p14:tracePt t="62564" x="10572750" y="1974850"/>
          <p14:tracePt t="62567" x="10579100" y="1974850"/>
          <p14:tracePt t="62582" x="10585450" y="1968500"/>
          <p14:tracePt t="62598" x="10604500" y="1949450"/>
          <p14:tracePt t="62615" x="10617200" y="1936750"/>
          <p14:tracePt t="62648" x="10642600" y="1905000"/>
          <p14:tracePt t="62664" x="10648950" y="1879600"/>
          <p14:tracePt t="62681" x="10648950" y="1866900"/>
          <p14:tracePt t="62714" x="10648950" y="1822450"/>
          <p14:tracePt t="62719" x="10642600" y="1816100"/>
          <p14:tracePt t="62731" x="10642600" y="1809750"/>
          <p14:tracePt t="62748" x="10623550" y="1784350"/>
          <p14:tracePt t="62752" x="10610850" y="1778000"/>
          <p14:tracePt t="62760" x="10591800" y="1758950"/>
          <p14:tracePt t="62781" x="10566400" y="1739900"/>
          <p14:tracePt t="62798" x="10509250" y="1708150"/>
          <p14:tracePt t="62802" x="10490200" y="1695450"/>
          <p14:tracePt t="62831" x="10375900" y="1651000"/>
          <p14:tracePt t="62834" x="10350500" y="1644650"/>
          <p14:tracePt t="62848" x="10312400" y="1631950"/>
          <p14:tracePt t="62864" x="10140950" y="1619250"/>
          <p14:tracePt t="62897" x="9937750" y="1619250"/>
          <p14:tracePt t="62914" x="9874250" y="1631950"/>
          <p14:tracePt t="62931" x="9829800" y="1631950"/>
          <p14:tracePt t="62948" x="9779000" y="1644650"/>
          <p14:tracePt t="62964" x="9753600" y="1657350"/>
          <p14:tracePt t="62969" x="9728200" y="1657350"/>
          <p14:tracePt t="62998" x="9696450" y="1670050"/>
          <p14:tracePt t="63003" x="9683750" y="1670050"/>
          <p14:tracePt t="63021" x="9658350" y="1682750"/>
          <p14:tracePt t="63031" x="9645650" y="1682750"/>
          <p14:tracePt t="63064" x="9588500" y="1714500"/>
          <p14:tracePt t="63068" x="9569450" y="1720850"/>
          <p14:tracePt t="63082" x="9563100" y="1733550"/>
          <p14:tracePt t="63086" x="9556750" y="1733550"/>
          <p14:tracePt t="63115" x="9531350" y="1771650"/>
          <p14:tracePt t="63131" x="9518650" y="1797050"/>
          <p14:tracePt t="63150" x="9512300" y="1809750"/>
          <p14:tracePt t="63183" x="9505950" y="1835150"/>
          <p14:tracePt t="63187" x="9499600" y="1841500"/>
          <p14:tracePt t="63197" x="9499600" y="1847850"/>
          <p14:tracePt t="63216" x="9493250" y="1860550"/>
          <p14:tracePt t="63220" x="9493250" y="1873250"/>
          <p14:tracePt t="63231" x="9486900" y="1879600"/>
          <p14:tracePt t="63248" x="9474200" y="1905000"/>
          <p14:tracePt t="63251" x="9474200" y="1917700"/>
          <p14:tracePt t="63264" x="9474200" y="1924050"/>
          <p14:tracePt t="63297" x="9467850" y="1955800"/>
          <p14:tracePt t="63301" x="9467850" y="1962150"/>
          <p14:tracePt t="63318" x="9467850" y="1968500"/>
          <p14:tracePt t="63331" x="9467850" y="1974850"/>
          <p14:tracePt t="63364" x="9505950" y="2025650"/>
          <p14:tracePt t="63381" x="9537700" y="2044700"/>
          <p14:tracePt t="63414" x="9607550" y="2089150"/>
          <p14:tracePt t="63431" x="9658350" y="2101850"/>
          <p14:tracePt t="63464" x="9779000" y="2120900"/>
          <p14:tracePt t="63469" x="9823450" y="2120900"/>
          <p14:tracePt t="63481" x="9836150" y="2120900"/>
          <p14:tracePt t="63514" x="9867900" y="2120900"/>
          <p14:tracePt t="63608" x="0" y="0"/>
        </p14:tracePtLst>
        <p14:tracePtLst>
          <p14:tracePt t="65452" x="7397750" y="4927600"/>
          <p14:tracePt t="65659" x="7404100" y="4927600"/>
          <p14:tracePt t="65668" x="7410450" y="4927600"/>
          <p14:tracePt t="65676" x="7423150" y="4927600"/>
          <p14:tracePt t="65683" x="7442200" y="4933950"/>
          <p14:tracePt t="65697" x="7461250" y="4933950"/>
          <p14:tracePt t="65714" x="7505700" y="4946650"/>
          <p14:tracePt t="65748" x="7562850" y="4959350"/>
          <p14:tracePt t="65764" x="7594600" y="4965700"/>
          <p14:tracePt t="65771" x="7600950" y="4965700"/>
          <p14:tracePt t="65781" x="7613650" y="4972050"/>
          <p14:tracePt t="65814" x="7683500" y="4991100"/>
          <p14:tracePt t="65819" x="7696200" y="4997450"/>
          <p14:tracePt t="65827" x="7721600" y="5003800"/>
          <p14:tracePt t="65837" x="7747000" y="5010150"/>
          <p14:tracePt t="65848" x="7785100" y="5016500"/>
          <p14:tracePt t="65881" x="7893050" y="5029200"/>
          <p14:tracePt t="65884" x="7931150" y="5035550"/>
          <p14:tracePt t="65898" x="7950200" y="5035550"/>
          <p14:tracePt t="65915" x="7994650" y="5041900"/>
          <p14:tracePt t="65932" x="8032750" y="5041900"/>
          <p14:tracePt t="65935" x="8045450" y="5041900"/>
          <p14:tracePt t="65964" x="8108950" y="5035550"/>
          <p14:tracePt t="65981" x="8147050" y="5029200"/>
          <p14:tracePt t="65998" x="8185150" y="5016500"/>
          <p14:tracePt t="66014" x="8216900" y="5010150"/>
          <p14:tracePt t="66048" x="8267700" y="4984750"/>
          <p14:tracePt t="66054" x="8274050" y="4984750"/>
          <p14:tracePt t="66064" x="8286750" y="4978400"/>
          <p14:tracePt t="66081" x="8299450" y="4972050"/>
          <p14:tracePt t="66098" x="8312150" y="4965700"/>
          <p14:tracePt t="66103" x="8318500" y="4959350"/>
          <p14:tracePt t="66131" x="8343900" y="4940300"/>
          <p14:tracePt t="66134" x="8350250" y="4933950"/>
          <p14:tracePt t="66148" x="8362950" y="4921250"/>
          <p14:tracePt t="66165" x="8369300" y="4914900"/>
          <p14:tracePt t="66183" x="8375650" y="4902200"/>
          <p14:tracePt t="66214" x="8388350" y="4889500"/>
          <p14:tracePt t="66231" x="8388350" y="4876800"/>
          <p14:tracePt t="66248" x="8388350" y="4864100"/>
          <p14:tracePt t="66281" x="8388350" y="4826000"/>
          <p14:tracePt t="66298" x="8388350" y="4806950"/>
          <p14:tracePt t="66331" x="8356600" y="4756150"/>
          <p14:tracePt t="66336" x="8331200" y="4737100"/>
          <p14:tracePt t="66348" x="8324850" y="4730750"/>
          <p14:tracePt t="66364" x="8312150" y="4718050"/>
          <p14:tracePt t="66369" x="8305800" y="4705350"/>
          <p14:tracePt t="66399" x="8274050" y="4686300"/>
          <p14:tracePt t="66417" x="8261350" y="4679950"/>
          <p14:tracePt t="66449" x="8216900" y="4660900"/>
          <p14:tracePt t="66464" x="8185150" y="4641850"/>
          <p14:tracePt t="66498" x="8108950" y="4616450"/>
          <p14:tracePt t="66514" x="8070850" y="4597400"/>
          <p14:tracePt t="66548" x="7931150" y="4572000"/>
          <p14:tracePt t="66564" x="7886700" y="4572000"/>
          <p14:tracePt t="66598" x="7804150" y="4565650"/>
          <p14:tracePt t="66603" x="7785100" y="4565650"/>
          <p14:tracePt t="66609" x="7766050" y="4565650"/>
          <p14:tracePt t="66648" x="7696200" y="4572000"/>
          <p14:tracePt t="66650" x="7677150" y="4578350"/>
          <p14:tracePt t="66665" x="7639050" y="4584700"/>
          <p14:tracePt t="66698" x="7588250" y="4610100"/>
          <p14:tracePt t="66715" x="7562850" y="4616450"/>
          <p14:tracePt t="66748" x="7524750" y="4641850"/>
          <p14:tracePt t="66765" x="7499350" y="4660900"/>
          <p14:tracePt t="66798" x="7435850" y="4711700"/>
          <p14:tracePt t="66814" x="7404100" y="4737100"/>
          <p14:tracePt t="66819" x="7391400" y="4743450"/>
          <p14:tracePt t="66848" x="7372350" y="4762500"/>
          <p14:tracePt t="66853" x="7366000" y="4768850"/>
          <p14:tracePt t="66867" x="7366000" y="4775200"/>
          <p14:tracePt t="66915" x="7359650" y="4775200"/>
          <p14:tracePt t="66964" x="7359650" y="4781550"/>
          <p14:tracePt t="66971" x="7359650" y="4787900"/>
          <p14:tracePt t="66990" x="7359650" y="4794250"/>
          <p14:tracePt t="67008" x="7359650" y="4800600"/>
          <p14:tracePt t="67017" x="7359650" y="4806950"/>
          <p14:tracePt t="67048" x="7366000" y="4832350"/>
          <p14:tracePt t="67064" x="7385050" y="4851400"/>
          <p14:tracePt t="67081" x="7391400" y="4864100"/>
          <p14:tracePt t="67086" x="7397750" y="4870450"/>
          <p14:tracePt t="67097" x="7404100" y="4883150"/>
          <p14:tracePt t="67131" x="7473950" y="4914900"/>
          <p14:tracePt t="67135" x="7486650" y="4921250"/>
          <p14:tracePt t="67149" x="7531100" y="4933950"/>
          <p14:tracePt t="67165" x="7556500" y="4933950"/>
          <p14:tracePt t="67198" x="7613650" y="4940300"/>
          <p14:tracePt t="67214" x="7664450" y="4946650"/>
          <p14:tracePt t="67231" x="7696200" y="4946650"/>
          <p14:tracePt t="67264" x="7778750" y="4946650"/>
          <p14:tracePt t="67281" x="7816850" y="4946650"/>
          <p14:tracePt t="67315" x="7893050" y="4953000"/>
          <p14:tracePt t="67318" x="7918450" y="4953000"/>
          <p14:tracePt t="67331" x="7937500" y="4953000"/>
          <p14:tracePt t="67348" x="7975600" y="4953000"/>
          <p14:tracePt t="67351" x="7994650" y="4953000"/>
          <p14:tracePt t="67364" x="8013700" y="4953000"/>
          <p14:tracePt t="67399" x="8115300" y="4953000"/>
          <p14:tracePt t="67415" x="8153400" y="4946650"/>
          <p14:tracePt t="67431" x="8178800" y="4940300"/>
          <p14:tracePt t="67464" x="8210550" y="4927600"/>
          <p14:tracePt t="67481" x="8216900" y="4927600"/>
          <p14:tracePt t="67498" x="8223250" y="4927600"/>
          <p14:tracePt t="67515" x="8229600" y="4921250"/>
          <p14:tracePt t="67531" x="8242300" y="4921250"/>
          <p14:tracePt t="67564" x="8267700" y="4908550"/>
          <p14:tracePt t="67569" x="8274050" y="4908550"/>
          <p14:tracePt t="67581" x="8293100" y="4908550"/>
          <p14:tracePt t="67615" x="8331200" y="4895850"/>
          <p14:tracePt t="67618" x="8337550" y="4895850"/>
          <p14:tracePt t="67632" x="8343900" y="4895850"/>
          <p14:tracePt t="67664" x="8356600" y="4889500"/>
          <p14:tracePt t="67683" x="8362950" y="4889500"/>
          <p14:tracePt t="67698" x="8369300" y="4883150"/>
          <p14:tracePt t="67731" x="8382000" y="4870450"/>
          <p14:tracePt t="69262" x="0" y="0"/>
        </p14:tracePtLst>
        <p14:tracePtLst>
          <p14:tracePt t="89048" x="7378700" y="2070100"/>
          <p14:tracePt t="89466" x="7378700" y="2063750"/>
          <p14:tracePt t="89474" x="7385050" y="2063750"/>
          <p14:tracePt t="89485" x="7391400" y="2057400"/>
          <p14:tracePt t="89498" x="7404100" y="2038350"/>
          <p14:tracePt t="89515" x="7423150" y="2012950"/>
          <p14:tracePt t="89531" x="7442200" y="2000250"/>
          <p14:tracePt t="89548" x="7448550" y="1993900"/>
          <p14:tracePt t="89565" x="7454900" y="1987550"/>
          <p14:tracePt t="89836" x="0" y="0"/>
        </p14:tracePtLst>
        <p14:tracePtLst>
          <p14:tracePt t="90334" x="7924800" y="2101850"/>
          <p14:tracePt t="90341" x="7924800" y="2095500"/>
          <p14:tracePt t="90422" x="7931150" y="2095500"/>
          <p14:tracePt t="90430" x="7937500" y="2089150"/>
          <p14:tracePt t="90446" x="7943850" y="2089150"/>
          <p14:tracePt t="90454" x="7950200" y="2082800"/>
          <p14:tracePt t="90464" x="7956550" y="2082800"/>
          <p14:tracePt t="90482" x="7994650" y="2057400"/>
          <p14:tracePt t="90488" x="8001000" y="2057400"/>
          <p14:tracePt t="90498" x="8020050" y="2044700"/>
          <p14:tracePt t="90515" x="8039100" y="2032000"/>
          <p14:tracePt t="90518" x="8045450" y="2025650"/>
          <p14:tracePt t="90534" x="8051800" y="2025650"/>
          <p14:tracePt t="90548" x="8051800" y="2019300"/>
          <p14:tracePt t="90564" x="8058150" y="2019300"/>
          <p14:tracePt t="90833" x="0" y="0"/>
        </p14:tracePtLst>
        <p14:tracePtLst>
          <p14:tracePt t="91258" x="8540750" y="2089150"/>
          <p14:tracePt t="91266" x="8547100" y="2089150"/>
          <p14:tracePt t="91376" x="8547100" y="2082800"/>
          <p14:tracePt t="91384" x="8553450" y="2082800"/>
          <p14:tracePt t="91392" x="8559800" y="2082800"/>
          <p14:tracePt t="91401" x="8566150" y="2076450"/>
          <p14:tracePt t="91415" x="8591550" y="2070100"/>
          <p14:tracePt t="91431" x="8610600" y="2057400"/>
          <p14:tracePt t="91448" x="8623300" y="2051050"/>
          <p14:tracePt t="91466" x="8667750" y="2038350"/>
          <p14:tracePt t="91481" x="8680450" y="2032000"/>
          <p14:tracePt t="91498" x="8686800" y="2025650"/>
          <p14:tracePt t="91515" x="8693150" y="2025650"/>
          <p14:tracePt t="91765" x="0" y="0"/>
        </p14:tracePtLst>
        <p14:tracePtLst>
          <p14:tracePt t="92760" x="7289800" y="2159000"/>
          <p14:tracePt t="92896" x="7296150" y="2152650"/>
          <p14:tracePt t="92904" x="7302500" y="2146300"/>
          <p14:tracePt t="92915" x="7308850" y="2139950"/>
          <p14:tracePt t="92931" x="7334250" y="2127250"/>
          <p14:tracePt t="92948" x="7353300" y="2114550"/>
          <p14:tracePt t="92952" x="7359650" y="2108200"/>
          <p14:tracePt t="92964" x="7372350" y="2095500"/>
          <p14:tracePt t="92981" x="7378700" y="2089150"/>
          <p14:tracePt t="92984" x="7385050" y="2089150"/>
          <p14:tracePt t="92998" x="7391400" y="2082800"/>
          <p14:tracePt t="93015" x="7397750" y="2076450"/>
          <p14:tracePt t="93031" x="7404100" y="2070100"/>
          <p14:tracePt t="93235" x="0" y="0"/>
        </p14:tracePtLst>
        <p14:tracePtLst>
          <p14:tracePt t="93620" x="7867650" y="2108200"/>
          <p14:tracePt t="93626" x="7874000" y="2101850"/>
          <p14:tracePt t="93633" x="7880350" y="2101850"/>
          <p14:tracePt t="93651" x="7893050" y="2095500"/>
          <p14:tracePt t="93666" x="7912100" y="2095500"/>
          <p14:tracePt t="93681" x="7937500" y="2082800"/>
          <p14:tracePt t="93698" x="7956550" y="2076450"/>
          <p14:tracePt t="93715" x="7962900" y="2076450"/>
          <p14:tracePt t="93738" x="7962900" y="2070100"/>
          <p14:tracePt t="93786" x="7969250" y="2070100"/>
          <p14:tracePt t="93803" x="7975600" y="2070100"/>
          <p14:tracePt t="93818" x="7981950" y="2063750"/>
          <p14:tracePt t="93831" x="7988300" y="2063750"/>
          <p14:tracePt t="93848" x="8007350" y="2051050"/>
          <p14:tracePt t="93851" x="8013700" y="2051050"/>
          <p14:tracePt t="93868" x="8026400" y="2044700"/>
          <p14:tracePt t="93884" x="8032750" y="2038350"/>
          <p14:tracePt t="93898" x="8039100" y="2038350"/>
          <p14:tracePt t="93915" x="8064500" y="2032000"/>
          <p14:tracePt t="93931" x="8070850" y="2032000"/>
          <p14:tracePt t="94119" x="0" y="0"/>
        </p14:tracePtLst>
        <p14:tracePtLst>
          <p14:tracePt t="94503" x="8591550" y="2095500"/>
          <p14:tracePt t="94508" x="8591550" y="2089150"/>
          <p14:tracePt t="94516" x="8597900" y="2089150"/>
          <p14:tracePt t="94533" x="8604250" y="2089150"/>
          <p14:tracePt t="94548" x="8610600" y="2082800"/>
          <p14:tracePt t="94581" x="8616950" y="2082800"/>
          <p14:tracePt t="94620" x="8616950" y="2076450"/>
          <p14:tracePt t="94628" x="8623300" y="2076450"/>
          <p14:tracePt t="94654" x="8629650" y="2076450"/>
          <p14:tracePt t="94663" x="8636000" y="2076450"/>
          <p14:tracePt t="94681" x="8642350" y="2063750"/>
          <p14:tracePt t="94698" x="8655050" y="2063750"/>
          <p14:tracePt t="94702" x="8661400" y="2057400"/>
          <p14:tracePt t="94731" x="8667750" y="2057400"/>
          <p14:tracePt t="94734" x="8674100" y="2051050"/>
          <p14:tracePt t="94913" x="0" y="0"/>
        </p14:tracePtLst>
        <p14:tracePtLst>
          <p14:tracePt t="99520" x="8128000" y="5035550"/>
          <p14:tracePt t="99526" x="8128000" y="5041900"/>
          <p14:tracePt t="99704" x="8121650" y="5041900"/>
          <p14:tracePt t="99721" x="8115300" y="5041900"/>
          <p14:tracePt t="99728" x="8108950" y="5041900"/>
          <p14:tracePt t="99744" x="8102600" y="5041900"/>
          <p14:tracePt t="99753" x="8089900" y="5041900"/>
          <p14:tracePt t="99765" x="8083550" y="5041900"/>
          <p14:tracePt t="99783" x="8070850" y="5041900"/>
          <p14:tracePt t="99785" x="8058150" y="5041900"/>
          <p14:tracePt t="99798" x="8051800" y="5041900"/>
          <p14:tracePt t="99815" x="8026400" y="5048250"/>
          <p14:tracePt t="99832" x="8007350" y="5054600"/>
          <p14:tracePt t="99848" x="7988300" y="5060950"/>
          <p14:tracePt t="99865" x="7950200" y="5073650"/>
          <p14:tracePt t="99882" x="7931150" y="5086350"/>
          <p14:tracePt t="99898" x="7905750" y="5092700"/>
          <p14:tracePt t="99915" x="7886700" y="5092700"/>
          <p14:tracePt t="99931" x="7861300" y="5092700"/>
          <p14:tracePt t="99948" x="7835900" y="5099050"/>
          <p14:tracePt t="99965" x="7823200" y="5099050"/>
          <p14:tracePt t="99981" x="7810500" y="5105400"/>
          <p14:tracePt t="99998" x="7804150" y="5105400"/>
          <p14:tracePt t="100015" x="7785100" y="5111750"/>
          <p14:tracePt t="100017" x="7778750" y="5118100"/>
          <p14:tracePt t="100032" x="7766050" y="5118100"/>
          <p14:tracePt t="100048" x="7740650" y="5124450"/>
          <p14:tracePt t="100051" x="7721600" y="5130800"/>
          <p14:tracePt t="100065" x="7677150" y="5137150"/>
          <p14:tracePt t="100081" x="7658100" y="5137150"/>
          <p14:tracePt t="100098" x="7645400" y="5143500"/>
          <p14:tracePt t="100115" x="7632700" y="5143500"/>
          <p14:tracePt t="100138" x="7626350" y="5149850"/>
          <p14:tracePt t="100164" x="7620000" y="5149850"/>
          <p14:tracePt t="100180" x="7613650" y="5156200"/>
          <p14:tracePt t="100188" x="7607300" y="5156200"/>
          <p14:tracePt t="100204" x="7600950" y="5156200"/>
          <p14:tracePt t="100215" x="7594600" y="5156200"/>
          <p14:tracePt t="100232" x="7588250" y="5162550"/>
          <p14:tracePt t="100248" x="7581900" y="5162550"/>
          <p14:tracePt t="100265" x="7575550" y="5168900"/>
          <p14:tracePt t="100281" x="7562850" y="5175250"/>
          <p14:tracePt t="100284" x="7556500" y="5175250"/>
          <p14:tracePt t="100298" x="7550150" y="5175250"/>
          <p14:tracePt t="100315" x="7531100" y="5187950"/>
          <p14:tracePt t="100331" x="7512050" y="5194300"/>
          <p14:tracePt t="100348" x="7499350" y="5194300"/>
          <p14:tracePt t="100365" x="7493000" y="5207000"/>
          <p14:tracePt t="100381" x="7480300" y="5207000"/>
          <p14:tracePt t="100398" x="7480300" y="5213350"/>
          <p14:tracePt t="100534" x="7473950" y="5213350"/>
          <p14:tracePt t="100542" x="7473950" y="5226050"/>
          <p14:tracePt t="100551" x="7467600" y="5226050"/>
          <p14:tracePt t="100565" x="7461250" y="5245100"/>
          <p14:tracePt t="100582" x="7454900" y="5257800"/>
          <p14:tracePt t="100598" x="7454900" y="5264150"/>
          <p14:tracePt t="100615" x="7448550" y="5276850"/>
          <p14:tracePt t="100631" x="7448550" y="5283200"/>
          <p14:tracePt t="100665" x="7448550" y="5289550"/>
          <p14:tracePt t="100698" x="7448550" y="5295900"/>
          <p14:tracePt t="100715" x="7448550" y="5302250"/>
          <p14:tracePt t="100732" x="7448550" y="5308600"/>
          <p14:tracePt t="100748" x="7442200" y="5308600"/>
          <p14:tracePt t="100764" x="7442200" y="5314950"/>
          <p14:tracePt t="100781" x="7442200" y="5327650"/>
          <p14:tracePt t="100798" x="7442200" y="5334000"/>
          <p14:tracePt t="100815" x="7442200" y="5340350"/>
          <p14:tracePt t="100832" x="7442200" y="5353050"/>
          <p14:tracePt t="100848" x="7442200" y="5378450"/>
          <p14:tracePt t="100865" x="7442200" y="5384800"/>
          <p14:tracePt t="100881" x="7442200" y="5397500"/>
          <p14:tracePt t="100898" x="7442200" y="5410200"/>
          <p14:tracePt t="100915" x="7442200" y="5422900"/>
          <p14:tracePt t="100931" x="7442200" y="5429250"/>
          <p14:tracePt t="100948" x="7442200" y="5435600"/>
          <p14:tracePt t="100952" x="7442200" y="5441950"/>
          <p14:tracePt t="100982" x="7448550" y="5448300"/>
          <p14:tracePt t="101000" x="7448550" y="5454650"/>
          <p14:tracePt t="101004" x="7448550" y="5467350"/>
          <p14:tracePt t="101018" x="7448550" y="5480050"/>
          <p14:tracePt t="101035" x="7454900" y="5486400"/>
          <p14:tracePt t="101057" x="7454900" y="5492750"/>
          <p14:tracePt t="101114" x="7461250" y="5492750"/>
          <p14:tracePt t="101123" x="7461250" y="5499100"/>
          <p14:tracePt t="101132" x="7467600" y="5505450"/>
          <p14:tracePt t="101148" x="7473950" y="5511800"/>
          <p14:tracePt t="101165" x="7480300" y="5518150"/>
          <p14:tracePt t="101182" x="7493000" y="5530850"/>
          <p14:tracePt t="101198" x="7505700" y="5537200"/>
          <p14:tracePt t="101215" x="7512050" y="5543550"/>
          <p14:tracePt t="101231" x="7524750" y="5549900"/>
          <p14:tracePt t="101235" x="7543800" y="5556250"/>
          <p14:tracePt t="101248" x="7550150" y="5562600"/>
          <p14:tracePt t="101265" x="7569200" y="5562600"/>
          <p14:tracePt t="101267" x="7581900" y="5562600"/>
          <p14:tracePt t="101282" x="7588250" y="5562600"/>
          <p14:tracePt t="101298" x="7607300" y="5562600"/>
          <p14:tracePt t="101300" x="7613650" y="5562600"/>
          <p14:tracePt t="101315" x="7632700" y="5562600"/>
          <p14:tracePt t="101331" x="7645400" y="5568950"/>
          <p14:tracePt t="101348" x="7651750" y="5568950"/>
          <p14:tracePt t="101365" x="7664450" y="5568950"/>
          <p14:tracePt t="101382" x="7670800" y="5575300"/>
          <p14:tracePt t="101398" x="7677150" y="5575300"/>
          <p14:tracePt t="101415" x="7696200" y="5575300"/>
          <p14:tracePt t="101432" x="7715250" y="5575300"/>
          <p14:tracePt t="101448" x="7727950" y="5575300"/>
          <p14:tracePt t="101465" x="7753350" y="5568950"/>
          <p14:tracePt t="101467" x="7759700" y="5568950"/>
          <p14:tracePt t="101481" x="7766050" y="5568950"/>
          <p14:tracePt t="101498" x="7778750" y="5568950"/>
          <p14:tracePt t="101500" x="7785100" y="5568950"/>
          <p14:tracePt t="101515" x="7797800" y="5568950"/>
          <p14:tracePt t="101532" x="7804150" y="5562600"/>
          <p14:tracePt t="101534" x="7810500" y="5562600"/>
          <p14:tracePt t="101548" x="7810500" y="5556250"/>
          <p14:tracePt t="101565" x="7829550" y="5556250"/>
          <p14:tracePt t="101582" x="7829550" y="5549900"/>
          <p14:tracePt t="101598" x="7842250" y="5549900"/>
          <p14:tracePt t="101615" x="7848600" y="5543550"/>
          <p14:tracePt t="101631" x="7854950" y="5543550"/>
          <p14:tracePt t="101648" x="7854950" y="5537200"/>
          <p14:tracePt t="101665" x="7867650" y="5530850"/>
          <p14:tracePt t="101681" x="7874000" y="5524500"/>
          <p14:tracePt t="101698" x="7893050" y="5511800"/>
          <p14:tracePt t="101715" x="7899400" y="5505450"/>
          <p14:tracePt t="101732" x="7918450" y="5492750"/>
          <p14:tracePt t="101735" x="7924800" y="5492750"/>
          <p14:tracePt t="101748" x="7924800" y="5486400"/>
          <p14:tracePt t="101765" x="7931150" y="5486400"/>
          <p14:tracePt t="101781" x="7937500" y="5473700"/>
          <p14:tracePt t="101798" x="7943850" y="5467350"/>
          <p14:tracePt t="101816" x="7943850" y="5454650"/>
          <p14:tracePt t="101831" x="7950200" y="5448300"/>
          <p14:tracePt t="101848" x="7956550" y="5441950"/>
          <p14:tracePt t="101865" x="7956550" y="5422900"/>
          <p14:tracePt t="101881" x="7956550" y="5416550"/>
          <p14:tracePt t="101898" x="7962900" y="5403850"/>
          <p14:tracePt t="101915" x="7962900" y="5384800"/>
          <p14:tracePt t="101931" x="7969250" y="5378450"/>
          <p14:tracePt t="101948" x="7969250" y="5365750"/>
          <p14:tracePt t="101965" x="7969250" y="5359400"/>
          <p14:tracePt t="101982" x="7969250" y="5346700"/>
          <p14:tracePt t="101998" x="7969250" y="5334000"/>
          <p14:tracePt t="102018" x="7962900" y="5327650"/>
          <p14:tracePt t="102042" x="7956550" y="5321300"/>
          <p14:tracePt t="102066" x="7943850" y="5314950"/>
          <p14:tracePt t="102074" x="7924800" y="5302250"/>
          <p14:tracePt t="102082" x="7912100" y="5302250"/>
          <p14:tracePt t="102098" x="7893050" y="5289550"/>
          <p14:tracePt t="102115" x="7874000" y="5283200"/>
          <p14:tracePt t="102131" x="7842250" y="5270500"/>
          <p14:tracePt t="102148" x="7823200" y="5270500"/>
          <p14:tracePt t="102165" x="7810500" y="5264150"/>
          <p14:tracePt t="102181" x="7791450" y="5257800"/>
          <p14:tracePt t="102198" x="7785100" y="5257800"/>
          <p14:tracePt t="102203" x="7772400" y="5257800"/>
          <p14:tracePt t="102215" x="7753350" y="5257800"/>
          <p14:tracePt t="102231" x="7721600" y="5251450"/>
          <p14:tracePt t="102235" x="7708900" y="5251450"/>
          <p14:tracePt t="102248" x="7696200" y="5245100"/>
          <p14:tracePt t="102265" x="7651750" y="5238750"/>
          <p14:tracePt t="102281" x="7632700" y="5238750"/>
          <p14:tracePt t="102298" x="7613650" y="5238750"/>
          <p14:tracePt t="102300" x="7607300" y="5238750"/>
          <p14:tracePt t="102315" x="7581900" y="5238750"/>
          <p14:tracePt t="102331" x="7562850" y="5238750"/>
          <p14:tracePt t="102348" x="7550150" y="5245100"/>
          <p14:tracePt t="102365" x="7531100" y="5251450"/>
          <p14:tracePt t="102382" x="7518400" y="5257800"/>
          <p14:tracePt t="102398" x="7505700" y="5264150"/>
          <p14:tracePt t="102415" x="7499350" y="5270500"/>
          <p14:tracePt t="102431" x="7486650" y="5270500"/>
          <p14:tracePt t="102448" x="7480300" y="5276850"/>
          <p14:tracePt t="102465" x="7467600" y="5283200"/>
          <p14:tracePt t="102467" x="7454900" y="5289550"/>
          <p14:tracePt t="102481" x="7448550" y="5289550"/>
          <p14:tracePt t="102498" x="7423150" y="5308600"/>
          <p14:tracePt t="102515" x="7404100" y="5327650"/>
          <p14:tracePt t="102532" x="7385050" y="5340350"/>
          <p14:tracePt t="102534" x="7378700" y="5353050"/>
          <p14:tracePt t="102548" x="7372350" y="5359400"/>
          <p14:tracePt t="102565" x="7366000" y="5372100"/>
          <p14:tracePt t="102597" x="7366000" y="5378450"/>
          <p14:tracePt t="102623" x="7366000" y="5384800"/>
          <p14:tracePt t="102645" x="7366000" y="5391150"/>
          <p14:tracePt t="102662" x="7366000" y="5397500"/>
          <p14:tracePt t="102678" x="7366000" y="5403850"/>
          <p14:tracePt t="102694" x="7366000" y="5410200"/>
          <p14:tracePt t="102710" x="7366000" y="5416550"/>
          <p14:tracePt t="102726" x="7372350" y="5422900"/>
          <p14:tracePt t="102750" x="7378700" y="5429250"/>
          <p14:tracePt t="102758" x="7385050" y="5435600"/>
          <p14:tracePt t="102775" x="7391400" y="5441950"/>
          <p14:tracePt t="102790" x="7397750" y="5448300"/>
          <p14:tracePt t="102798" x="7410450" y="5461000"/>
          <p14:tracePt t="102815" x="7423150" y="5467350"/>
          <p14:tracePt t="102832" x="7442200" y="5486400"/>
          <p14:tracePt t="102849" x="7461250" y="5492750"/>
          <p14:tracePt t="102865" x="7486650" y="5505450"/>
          <p14:tracePt t="102882" x="7505700" y="5518150"/>
          <p14:tracePt t="102898" x="7524750" y="5524500"/>
          <p14:tracePt t="102915" x="7537450" y="5530850"/>
          <p14:tracePt t="102931" x="7556500" y="5537200"/>
          <p14:tracePt t="102948" x="7569200" y="5537200"/>
          <p14:tracePt t="102951" x="7575550" y="5537200"/>
          <p14:tracePt t="102965" x="7594600" y="5537200"/>
          <p14:tracePt t="102981" x="7613650" y="5537200"/>
          <p14:tracePt t="102984" x="7620000" y="5537200"/>
          <p14:tracePt t="102998" x="7626350" y="5543550"/>
          <p14:tracePt t="103015" x="7683500" y="5543550"/>
          <p14:tracePt t="103032" x="7708900" y="5543550"/>
          <p14:tracePt t="103048" x="7734300" y="5543550"/>
          <p14:tracePt t="103065" x="7759700" y="5543550"/>
          <p14:tracePt t="103081" x="7778750" y="5543550"/>
          <p14:tracePt t="103098" x="7816850" y="5543550"/>
          <p14:tracePt t="103115" x="7835900" y="5543550"/>
          <p14:tracePt t="103132" x="7854950" y="5543550"/>
          <p14:tracePt t="103148" x="7867650" y="5543550"/>
          <p14:tracePt t="103165" x="7880350" y="5543550"/>
          <p14:tracePt t="103182" x="7893050" y="5537200"/>
          <p14:tracePt t="103198" x="7899400" y="5537200"/>
          <p14:tracePt t="103215" x="7912100" y="5537200"/>
          <p14:tracePt t="103232" x="7918450" y="5530850"/>
          <p14:tracePt t="103248" x="7931150" y="5530850"/>
          <p14:tracePt t="103251" x="7937500" y="5524500"/>
          <p14:tracePt t="103265" x="7950200" y="5518150"/>
          <p14:tracePt t="103282" x="7962900" y="5505450"/>
          <p14:tracePt t="103298" x="7975600" y="5492750"/>
          <p14:tracePt t="103315" x="7988300" y="5480050"/>
          <p14:tracePt t="103332" x="7994650" y="5461000"/>
          <p14:tracePt t="103348" x="7994650" y="5448300"/>
          <p14:tracePt t="103365" x="8001000" y="5422900"/>
          <p14:tracePt t="103381" x="8001000" y="5397500"/>
          <p14:tracePt t="103399" x="8001000" y="5384800"/>
          <p14:tracePt t="103415" x="8001000" y="5372100"/>
          <p14:tracePt t="103431" x="7994650" y="5365750"/>
          <p14:tracePt t="103448" x="7988300" y="5353050"/>
          <p14:tracePt t="103451" x="7988300" y="5346700"/>
          <p14:tracePt t="103465" x="7981950" y="5340350"/>
          <p14:tracePt t="103481" x="7975600" y="5334000"/>
          <p14:tracePt t="103498" x="7975600" y="5327650"/>
          <p14:tracePt t="103515" x="7969250" y="5321300"/>
          <p14:tracePt t="103532" x="7962900" y="5314950"/>
          <p14:tracePt t="103548" x="7956550" y="5314950"/>
          <p14:tracePt t="103565" x="7950200" y="5302250"/>
          <p14:tracePt t="103581" x="7937500" y="5295900"/>
          <p14:tracePt t="103598" x="7931150" y="5289550"/>
          <p14:tracePt t="103615" x="7918450" y="5283200"/>
          <p14:tracePt t="103631" x="7899400" y="5276850"/>
          <p14:tracePt t="103648" x="7874000" y="5270500"/>
          <p14:tracePt t="103665" x="7861300" y="5264150"/>
          <p14:tracePt t="103682" x="7835900" y="5257800"/>
          <p14:tracePt t="103698" x="7810500" y="5257800"/>
          <p14:tracePt t="103715" x="7778750" y="5257800"/>
          <p14:tracePt t="103719" x="7772400" y="5257800"/>
          <p14:tracePt t="103732" x="7753350" y="5257800"/>
          <p14:tracePt t="103748" x="7740650" y="5257800"/>
          <p14:tracePt t="103750" x="7715250" y="5257800"/>
          <p14:tracePt t="103765" x="7702550" y="5257800"/>
          <p14:tracePt t="103782" x="7677150" y="5257800"/>
          <p14:tracePt t="103798" x="7658100" y="5257800"/>
          <p14:tracePt t="103815" x="7651750" y="5257800"/>
          <p14:tracePt t="103832" x="7639050" y="5257800"/>
          <p14:tracePt t="103848" x="7626350" y="5257800"/>
          <p14:tracePt t="103865" x="7620000" y="5257800"/>
          <p14:tracePt t="103881" x="7607300" y="5264150"/>
          <p14:tracePt t="103898" x="7594600" y="5264150"/>
          <p14:tracePt t="103915" x="7581900" y="5270500"/>
          <p14:tracePt t="103931" x="7575550" y="5270500"/>
          <p14:tracePt t="103948" x="7562850" y="5276850"/>
          <p14:tracePt t="103965" x="7556500" y="5283200"/>
          <p14:tracePt t="103981" x="7550150" y="5289550"/>
          <p14:tracePt t="103984" x="7543800" y="5295900"/>
          <p14:tracePt t="103999" x="7537450" y="5295900"/>
          <p14:tracePt t="104015" x="7505700" y="5327650"/>
          <p14:tracePt t="104031" x="7493000" y="5340350"/>
          <p14:tracePt t="104048" x="7486650" y="5353050"/>
          <p14:tracePt t="104065" x="7480300" y="5359400"/>
          <p14:tracePt t="104081" x="7480300" y="5365750"/>
          <p14:tracePt t="104098" x="7480300" y="5372100"/>
          <p14:tracePt t="104115" x="7480300" y="5378450"/>
          <p14:tracePt t="104132" x="7473950" y="5384800"/>
          <p14:tracePt t="104148" x="7473950" y="5397500"/>
          <p14:tracePt t="104165" x="7473950" y="5403850"/>
          <p14:tracePt t="104182" x="7473950" y="5410200"/>
          <p14:tracePt t="104198" x="7473950" y="5416550"/>
          <p14:tracePt t="104215" x="7473950" y="5429250"/>
          <p14:tracePt t="104235" x="7473950" y="5435600"/>
          <p14:tracePt t="104248" x="7473950" y="5441950"/>
          <p14:tracePt t="104266" x="7480300" y="5461000"/>
          <p14:tracePt t="104281" x="7493000" y="5480050"/>
          <p14:tracePt t="104299" x="7499350" y="5499100"/>
          <p14:tracePt t="104315" x="7512050" y="5518150"/>
          <p14:tracePt t="104332" x="7518400" y="5530850"/>
          <p14:tracePt t="104348" x="7537450" y="5556250"/>
          <p14:tracePt t="104365" x="7556500" y="5581650"/>
          <p14:tracePt t="104381" x="7575550" y="5594350"/>
          <p14:tracePt t="104398" x="7588250" y="5607050"/>
          <p14:tracePt t="104415" x="7607300" y="5613400"/>
          <p14:tracePt t="104432" x="7620000" y="5619750"/>
          <p14:tracePt t="104448" x="7632700" y="5626100"/>
          <p14:tracePt t="104465" x="7639050" y="5626100"/>
          <p14:tracePt t="104467" x="7645400" y="5626100"/>
          <p14:tracePt t="104482" x="7651750" y="5626100"/>
          <p14:tracePt t="104498" x="7658100" y="5626100"/>
          <p14:tracePt t="104500" x="7664450" y="5626100"/>
          <p14:tracePt t="104516" x="7670800" y="5626100"/>
          <p14:tracePt t="104532" x="7677150" y="5626100"/>
          <p14:tracePt t="104548" x="7683500" y="5626100"/>
          <p14:tracePt t="104588" x="7689850" y="5626100"/>
          <p14:tracePt t="104711" x="0" y="0"/>
        </p14:tracePtLst>
        <p14:tracePtLst>
          <p14:tracePt t="106472" x="7467600" y="5505450"/>
          <p14:tracePt t="106858" x="7473950" y="5505450"/>
          <p14:tracePt t="106880" x="7480300" y="5511800"/>
          <p14:tracePt t="106899" x="7493000" y="5511800"/>
          <p14:tracePt t="106915" x="7512050" y="5518150"/>
          <p14:tracePt t="106932" x="7524750" y="5518150"/>
          <p14:tracePt t="106949" x="7531100" y="5524500"/>
          <p14:tracePt t="106965" x="7543800" y="5530850"/>
          <p14:tracePt t="106982" x="7562850" y="5530850"/>
          <p14:tracePt t="106986" x="7569200" y="5530850"/>
          <p14:tracePt t="107003" x="7581900" y="5530850"/>
          <p14:tracePt t="107020" x="7594600" y="5537200"/>
          <p14:tracePt t="107032" x="7600950" y="5537200"/>
          <p14:tracePt t="107048" x="7613650" y="5537200"/>
          <p14:tracePt t="107065" x="7620000" y="5537200"/>
          <p14:tracePt t="107082" x="7626350" y="5537200"/>
          <p14:tracePt t="107085" x="7632700" y="5537200"/>
          <p14:tracePt t="107099" x="7639050" y="5537200"/>
          <p14:tracePt t="107116" x="7658100" y="5543550"/>
          <p14:tracePt t="107132" x="7664450" y="5543550"/>
          <p14:tracePt t="107149" x="7677150" y="5543550"/>
          <p14:tracePt t="107165" x="7702550" y="5543550"/>
          <p14:tracePt t="107182" x="7708900" y="5543550"/>
          <p14:tracePt t="107199" x="7721600" y="5543550"/>
          <p14:tracePt t="107215" x="7740650" y="5543550"/>
          <p14:tracePt t="107220" x="7747000" y="5543550"/>
          <p14:tracePt t="107232" x="7753350" y="5543550"/>
          <p14:tracePt t="107248" x="7759700" y="5543550"/>
          <p14:tracePt t="107252" x="7772400" y="5543550"/>
          <p14:tracePt t="107268" x="7778750" y="5543550"/>
          <p14:tracePt t="107282" x="7785100" y="5543550"/>
          <p14:tracePt t="107287" x="7791450" y="5543550"/>
          <p14:tracePt t="107304" x="7797800" y="5543550"/>
          <p14:tracePt t="107317" x="7804150" y="5543550"/>
          <p14:tracePt t="107332" x="7810500" y="5543550"/>
          <p14:tracePt t="107349" x="7816850" y="5543550"/>
          <p14:tracePt t="107353" x="7823200" y="5543550"/>
          <p14:tracePt t="107370" x="7829550" y="5543550"/>
          <p14:tracePt t="107383" x="7835900" y="5543550"/>
          <p14:tracePt t="107399" x="7848600" y="5543550"/>
          <p14:tracePt t="107415" x="7854950" y="5543550"/>
          <p14:tracePt t="107432" x="7861300" y="5537200"/>
          <p14:tracePt t="107449" x="7867650" y="5537200"/>
          <p14:tracePt t="107466" x="7880350" y="5524500"/>
          <p14:tracePt t="107482" x="7886700" y="5518150"/>
          <p14:tracePt t="107487" x="7886700" y="5511800"/>
          <p14:tracePt t="107499" x="7893050" y="5505450"/>
          <p14:tracePt t="107515" x="7899400" y="5499100"/>
          <p14:tracePt t="107532" x="7905750" y="5492750"/>
          <p14:tracePt t="107549" x="7912100" y="5480050"/>
          <p14:tracePt t="107552" x="7918450" y="5467350"/>
          <p14:tracePt t="107566" x="7918450" y="5454650"/>
          <p14:tracePt t="107571" x="7918450" y="5441950"/>
          <p14:tracePt t="107582" x="7924800" y="5429250"/>
          <p14:tracePt t="107600" x="7931150" y="5384800"/>
          <p14:tracePt t="107615" x="7931150" y="5365750"/>
          <p14:tracePt t="107634" x="7931150" y="5346700"/>
          <p14:tracePt t="107649" x="7931150" y="5340350"/>
          <p14:tracePt t="107667" x="7931150" y="5327650"/>
          <p14:tracePt t="107682" x="7931150" y="5314950"/>
          <p14:tracePt t="107700" x="7931150" y="5302250"/>
          <p14:tracePt t="107715" x="7931150" y="5295900"/>
          <p14:tracePt t="107732" x="7931150" y="5283200"/>
          <p14:tracePt t="107736" x="7931150" y="5270500"/>
          <p14:tracePt t="107748" x="7931150" y="5264150"/>
          <p14:tracePt t="107765" x="7924800" y="5251450"/>
          <p14:tracePt t="107785" x="7924800" y="5245100"/>
          <p14:tracePt t="107801" x="7924800" y="5232400"/>
          <p14:tracePt t="107835" x="7918450" y="5232400"/>
          <p14:tracePt t="107867" x="7918450" y="5226050"/>
          <p14:tracePt t="107883" x="7912100" y="5226050"/>
          <p14:tracePt t="107891" x="7905750" y="5226050"/>
          <p14:tracePt t="107900" x="7899400" y="5226050"/>
          <p14:tracePt t="107916" x="7874000" y="5226050"/>
          <p14:tracePt t="107932" x="7848600" y="5226050"/>
          <p14:tracePt t="107938" x="7842250" y="5226050"/>
          <p14:tracePt t="107948" x="7816850" y="5226050"/>
          <p14:tracePt t="107965" x="7778750" y="5226050"/>
          <p14:tracePt t="107970" x="7772400" y="5226050"/>
          <p14:tracePt t="107982" x="7747000" y="5232400"/>
          <p14:tracePt t="107999" x="7715250" y="5238750"/>
          <p14:tracePt t="108002" x="7702550" y="5238750"/>
          <p14:tracePt t="108018" x="7677150" y="5245100"/>
          <p14:tracePt t="108032" x="7658100" y="5257800"/>
          <p14:tracePt t="108034" x="7639050" y="5257800"/>
          <p14:tracePt t="108048" x="7632700" y="5257800"/>
          <p14:tracePt t="108065" x="7594600" y="5283200"/>
          <p14:tracePt t="108082" x="7575550" y="5295900"/>
          <p14:tracePt t="108099" x="7569200" y="5295900"/>
          <p14:tracePt t="108104" x="7562850" y="5295900"/>
          <p14:tracePt t="108116" x="7556500" y="5302250"/>
          <p14:tracePt t="108148" x="7550150" y="5308600"/>
          <p14:tracePt t="108165" x="7543800" y="5314950"/>
          <p14:tracePt t="108173" x="7537450" y="5327650"/>
          <p14:tracePt t="108199" x="7524750" y="5346700"/>
          <p14:tracePt t="108204" x="7524750" y="5359400"/>
          <p14:tracePt t="108215" x="7518400" y="5372100"/>
          <p14:tracePt t="108232" x="7512050" y="5384800"/>
          <p14:tracePt t="108235" x="7512050" y="5391150"/>
          <p14:tracePt t="108249" x="7512050" y="5403850"/>
          <p14:tracePt t="108265" x="7505700" y="5429250"/>
          <p14:tracePt t="108268" x="7505700" y="5435600"/>
          <p14:tracePt t="108282" x="7505700" y="5441950"/>
          <p14:tracePt t="108299" x="7505700" y="5454650"/>
          <p14:tracePt t="108302" x="7505700" y="5461000"/>
          <p14:tracePt t="108318" x="7505700" y="5467350"/>
          <p14:tracePt t="108332" x="7512050" y="5473700"/>
          <p14:tracePt t="108349" x="7518400" y="5480050"/>
          <p14:tracePt t="108366" x="7531100" y="5499100"/>
          <p14:tracePt t="108382" x="7543800" y="5505450"/>
          <p14:tracePt t="108399" x="7569200" y="5518150"/>
          <p14:tracePt t="108415" x="7594600" y="5537200"/>
          <p14:tracePt t="108432" x="7620000" y="5549900"/>
          <p14:tracePt t="108448" x="7639050" y="5562600"/>
          <p14:tracePt t="108465" x="7651750" y="5568950"/>
          <p14:tracePt t="108469" x="7658100" y="5568950"/>
          <p14:tracePt t="108482" x="7658100" y="5575300"/>
          <p14:tracePt t="108498" x="7664450" y="5575300"/>
          <p14:tracePt t="108515" x="7670800" y="5575300"/>
          <p14:tracePt t="108532" x="7677150" y="5575300"/>
          <p14:tracePt t="108548" x="7683500" y="5575300"/>
          <p14:tracePt t="108566" x="7708900" y="5588000"/>
          <p14:tracePt t="108582" x="7721600" y="5594350"/>
          <p14:tracePt t="108599" x="7734300" y="5600700"/>
          <p14:tracePt t="108617" x="7747000" y="5600700"/>
          <p14:tracePt t="108632" x="7753350" y="5607050"/>
          <p14:tracePt t="108648" x="7759700" y="5607050"/>
          <p14:tracePt t="108691" x="7766050" y="5607050"/>
          <p14:tracePt t="108832" x="7772400" y="5607050"/>
          <p14:tracePt t="108841" x="7778750" y="5607050"/>
          <p14:tracePt t="108848" x="7785100" y="5607050"/>
          <p14:tracePt t="108865" x="7797800" y="5607050"/>
          <p14:tracePt t="108883" x="7810500" y="5600700"/>
          <p14:tracePt t="108899" x="7829550" y="5600700"/>
          <p14:tracePt t="108916" x="7848600" y="5594350"/>
          <p14:tracePt t="108932" x="7867650" y="5594350"/>
          <p14:tracePt t="108938" x="7886700" y="5588000"/>
          <p14:tracePt t="108948" x="7899400" y="5588000"/>
          <p14:tracePt t="108965" x="7931150" y="5588000"/>
          <p14:tracePt t="108970" x="7950200" y="5588000"/>
          <p14:tracePt t="108982" x="7969250" y="5581650"/>
          <p14:tracePt t="108999" x="7994650" y="5581650"/>
          <p14:tracePt t="109003" x="8007350" y="5575300"/>
          <p14:tracePt t="109020" x="8026400" y="5575300"/>
          <p14:tracePt t="109032" x="8039100" y="5575300"/>
          <p14:tracePt t="109049" x="8045450" y="5575300"/>
          <p14:tracePt t="109066" x="8064500" y="5575300"/>
          <p14:tracePt t="109082" x="8070850" y="5575300"/>
          <p14:tracePt t="109099" x="8083550" y="5575300"/>
          <p14:tracePt t="109439" x="8089900" y="5575300"/>
          <p14:tracePt t="109455" x="8089900" y="5581650"/>
          <p14:tracePt t="109527" x="8096250" y="5581650"/>
          <p14:tracePt t="109534" x="8102600" y="5581650"/>
          <p14:tracePt t="109551" x="8108950" y="5581650"/>
          <p14:tracePt t="109560" x="8115300" y="5581650"/>
          <p14:tracePt t="109568" x="8121650" y="5581650"/>
          <p14:tracePt t="109582" x="8147050" y="5581650"/>
          <p14:tracePt t="109598" x="8172450" y="5581650"/>
          <p14:tracePt t="109615" x="8191500" y="5575300"/>
          <p14:tracePt t="109632" x="8204200" y="5568950"/>
          <p14:tracePt t="109648" x="8210550" y="5562600"/>
          <p14:tracePt t="109665" x="8216900" y="5556250"/>
          <p14:tracePt t="109682" x="8216900" y="5549900"/>
          <p14:tracePt t="109699" x="8223250" y="5549900"/>
          <p14:tracePt t="109880" x="8229600" y="5549900"/>
          <p14:tracePt t="109899" x="8255000" y="5568950"/>
          <p14:tracePt t="109916" x="8293100" y="5588000"/>
          <p14:tracePt t="109920" x="8312150" y="5594350"/>
          <p14:tracePt t="109932" x="8324850" y="5594350"/>
          <p14:tracePt t="109949" x="8394700" y="5619750"/>
          <p14:tracePt t="109966" x="8451850" y="5632450"/>
          <p14:tracePt t="109982" x="8559800" y="5638800"/>
          <p14:tracePt t="109987" x="8585200" y="5638800"/>
          <p14:tracePt t="109999" x="8623300" y="5638800"/>
          <p14:tracePt t="110015" x="8705850" y="5638800"/>
          <p14:tracePt t="110019" x="8737600" y="5632450"/>
          <p14:tracePt t="110032" x="8756650" y="5619750"/>
          <p14:tracePt t="110048" x="8794750" y="5594350"/>
          <p14:tracePt t="110051" x="8801100" y="5588000"/>
          <p14:tracePt t="110065" x="8807450" y="5568950"/>
          <p14:tracePt t="110082" x="8813800" y="5549900"/>
          <p14:tracePt t="110099" x="8820150" y="5537200"/>
          <p14:tracePt t="110115" x="8820150" y="5511800"/>
          <p14:tracePt t="110122" x="8820150" y="5499100"/>
          <p14:tracePt t="110132" x="8820150" y="5486400"/>
          <p14:tracePt t="110149" x="8813800" y="5467350"/>
          <p14:tracePt t="110165" x="8813800" y="5448300"/>
          <p14:tracePt t="110182" x="8801100" y="5435600"/>
          <p14:tracePt t="110186" x="8801100" y="5429250"/>
          <p14:tracePt t="110199" x="8788400" y="5416550"/>
          <p14:tracePt t="110216" x="8782050" y="5397500"/>
          <p14:tracePt t="110220" x="8769350" y="5384800"/>
          <p14:tracePt t="110237" x="8763000" y="5378450"/>
          <p14:tracePt t="110248" x="8763000" y="5372100"/>
          <p14:tracePt t="110265" x="8750300" y="5359400"/>
          <p14:tracePt t="110282" x="8737600" y="5353050"/>
          <p14:tracePt t="110299" x="8731250" y="5346700"/>
          <p14:tracePt t="110316" x="8718550" y="5346700"/>
          <p14:tracePt t="110332" x="8705850" y="5346700"/>
          <p14:tracePt t="110349" x="8693150" y="5346700"/>
          <p14:tracePt t="110365" x="8661400" y="5346700"/>
          <p14:tracePt t="110382" x="8642350" y="5353050"/>
          <p14:tracePt t="110399" x="8616950" y="5359400"/>
          <p14:tracePt t="110415" x="8591550" y="5365750"/>
          <p14:tracePt t="110421" x="8572500" y="5378450"/>
          <p14:tracePt t="110432" x="8559800" y="5378450"/>
          <p14:tracePt t="110449" x="8528050" y="5403850"/>
          <p14:tracePt t="110452" x="8496300" y="5416550"/>
          <p14:tracePt t="110465" x="8477250" y="5429250"/>
          <p14:tracePt t="110482" x="8439150" y="5461000"/>
          <p14:tracePt t="110499" x="8426450" y="5473700"/>
          <p14:tracePt t="110516" x="8426450" y="5486400"/>
          <p14:tracePt t="110520" x="8420100" y="5492750"/>
          <p14:tracePt t="110532" x="8420100" y="5499100"/>
          <p14:tracePt t="110548" x="8420100" y="5505450"/>
          <p14:tracePt t="110551" x="8420100" y="5511800"/>
          <p14:tracePt t="110565" x="8420100" y="5524500"/>
          <p14:tracePt t="110582" x="8426450" y="5562600"/>
          <p14:tracePt t="110598" x="8451850" y="5594350"/>
          <p14:tracePt t="110615" x="8470900" y="5613400"/>
          <p14:tracePt t="110632" x="8509000" y="5632450"/>
          <p14:tracePt t="110649" x="8540750" y="5638800"/>
          <p14:tracePt t="110665" x="8591550" y="5651500"/>
          <p14:tracePt t="110682" x="8629650" y="5651500"/>
          <p14:tracePt t="110686" x="8642350" y="5651500"/>
          <p14:tracePt t="110699" x="8648700" y="5651500"/>
          <p14:tracePt t="110715" x="8655050" y="5651500"/>
          <p14:tracePt t="110720" x="8661400" y="5651500"/>
          <p14:tracePt t="110749" x="8667750" y="5645150"/>
          <p14:tracePt t="110765" x="8674100" y="5638800"/>
          <p14:tracePt t="110782" x="8674100" y="5632450"/>
          <p14:tracePt t="110857" x="8680450" y="5632450"/>
          <p14:tracePt t="110865" x="8686800" y="5632450"/>
          <p14:tracePt t="110882" x="8693150" y="5632450"/>
          <p14:tracePt t="110901" x="8705850" y="5626100"/>
          <p14:tracePt t="110906" x="8724900" y="5619750"/>
          <p14:tracePt t="110916" x="8731250" y="5619750"/>
          <p14:tracePt t="110932" x="8737600" y="5613400"/>
          <p14:tracePt t="111043" x="8743950" y="5613400"/>
          <p14:tracePt t="111051" x="8743950" y="5607050"/>
          <p14:tracePt t="111060" x="8756650" y="5607050"/>
          <p14:tracePt t="111076" x="8763000" y="5600700"/>
          <p14:tracePt t="111084" x="8782050" y="5594350"/>
          <p14:tracePt t="111099" x="8839200" y="5581650"/>
          <p14:tracePt t="111115" x="8883650" y="5562600"/>
          <p14:tracePt t="111132" x="8915400" y="5562600"/>
          <p14:tracePt t="111149" x="8934450" y="5549900"/>
          <p14:tracePt t="111373" x="8934450" y="5556250"/>
          <p14:tracePt t="111390" x="8934450" y="5562600"/>
          <p14:tracePt t="111412" x="8934450" y="5568950"/>
          <p14:tracePt t="111430" x="8934450" y="5575300"/>
          <p14:tracePt t="111449" x="8934450" y="5581650"/>
          <p14:tracePt t="111466" x="8934450" y="5588000"/>
          <p14:tracePt t="111470" x="8934450" y="5594350"/>
          <p14:tracePt t="111482" x="8940800" y="5594350"/>
          <p14:tracePt t="111498" x="8953500" y="5607050"/>
          <p14:tracePt t="111501" x="8966200" y="5613400"/>
          <p14:tracePt t="111515" x="8972550" y="5619750"/>
          <p14:tracePt t="111532" x="8991600" y="5619750"/>
          <p14:tracePt t="111535" x="9004300" y="5626100"/>
          <p14:tracePt t="111549" x="9010650" y="5626100"/>
          <p14:tracePt t="111566" x="9042400" y="5632450"/>
          <p14:tracePt t="111582" x="9048750" y="5632450"/>
          <p14:tracePt t="111598" x="9061450" y="5632450"/>
          <p14:tracePt t="111615" x="9067800" y="5632450"/>
          <p14:tracePt t="111632" x="9080500" y="5632450"/>
          <p14:tracePt t="111649" x="9093200" y="5626100"/>
          <p14:tracePt t="111666" x="9099550" y="5619750"/>
          <p14:tracePt t="111671" x="9105900" y="5619750"/>
          <p14:tracePt t="111682" x="9112250" y="5619750"/>
          <p14:tracePt t="111699" x="9131300" y="5613400"/>
          <p14:tracePt t="111702" x="9144000" y="5607050"/>
          <p14:tracePt t="111715" x="9156700" y="5607050"/>
          <p14:tracePt t="111732" x="9182100" y="5600700"/>
          <p14:tracePt t="111734" x="9188450" y="5594350"/>
          <p14:tracePt t="111748" x="9201150" y="5594350"/>
          <p14:tracePt t="111766" x="9220200" y="5588000"/>
          <p14:tracePt t="111801" x="9226550" y="5588000"/>
          <p14:tracePt t="111937" x="9232900" y="5588000"/>
          <p14:tracePt t="111944" x="9239250" y="5588000"/>
          <p14:tracePt t="111953" x="9245600" y="5588000"/>
          <p14:tracePt t="111965" x="9258300" y="5588000"/>
          <p14:tracePt t="111982" x="9290050" y="5594350"/>
          <p14:tracePt t="111986" x="9302750" y="5594350"/>
          <p14:tracePt t="111999" x="9315450" y="5594350"/>
          <p14:tracePt t="112016" x="9378950" y="5600700"/>
          <p14:tracePt t="112032" x="9410700" y="5600700"/>
          <p14:tracePt t="112049" x="9423400" y="5600700"/>
          <p14:tracePt t="112066" x="9461500" y="5600700"/>
          <p14:tracePt t="112082" x="9486900" y="5600700"/>
          <p14:tracePt t="112098" x="9518650" y="5600700"/>
          <p14:tracePt t="112115" x="9537700" y="5600700"/>
          <p14:tracePt t="112132" x="9563100" y="5607050"/>
          <p14:tracePt t="112149" x="9582150" y="5607050"/>
          <p14:tracePt t="112165" x="9601200" y="5607050"/>
          <p14:tracePt t="112182" x="9632950" y="5607050"/>
          <p14:tracePt t="112199" x="9658350" y="5607050"/>
          <p14:tracePt t="112202" x="9664700" y="5607050"/>
          <p14:tracePt t="112215" x="9677400" y="5600700"/>
          <p14:tracePt t="112232" x="9696450" y="5600700"/>
          <p14:tracePt t="112236" x="9702800" y="5600700"/>
          <p14:tracePt t="112249" x="9709150" y="5594350"/>
          <p14:tracePt t="112266" x="9740900" y="5588000"/>
          <p14:tracePt t="112282" x="9759950" y="5588000"/>
          <p14:tracePt t="112299" x="9772650" y="5581650"/>
          <p14:tracePt t="112316" x="9785350" y="5575300"/>
          <p14:tracePt t="112332" x="9804400" y="5575300"/>
          <p14:tracePt t="112349" x="9823450" y="5562600"/>
          <p14:tracePt t="112365" x="9836150" y="5562600"/>
          <p14:tracePt t="112382" x="9861550" y="5549900"/>
          <p14:tracePt t="112399" x="9880600" y="5549900"/>
          <p14:tracePt t="112415" x="9906000" y="5530850"/>
          <p14:tracePt t="112432" x="9925050" y="5524500"/>
          <p14:tracePt t="112435" x="9944100" y="5518150"/>
          <p14:tracePt t="112449" x="9950450" y="5518150"/>
          <p14:tracePt t="112465" x="9963150" y="5505450"/>
          <p14:tracePt t="112484" x="9969500" y="5505450"/>
          <p14:tracePt t="112498" x="9975850" y="5505450"/>
          <p14:tracePt t="112517" x="9982200" y="5499100"/>
          <p14:tracePt t="112532" x="9994900" y="5486400"/>
          <p14:tracePt t="112551" x="10001250" y="5480050"/>
          <p14:tracePt t="112565" x="10026650" y="5461000"/>
          <p14:tracePt t="112584" x="10039350" y="5441950"/>
          <p14:tracePt t="112599" x="10058400" y="5422900"/>
          <p14:tracePt t="112616" x="10064750" y="5416550"/>
          <p14:tracePt t="112632" x="10071100" y="5403850"/>
          <p14:tracePt t="112649" x="10077450" y="5397500"/>
          <p14:tracePt t="112665" x="10077450" y="5391150"/>
          <p14:tracePt t="112682" x="10077450" y="5384800"/>
          <p14:tracePt t="112711" x="10077450" y="5378450"/>
          <p14:tracePt t="112727" x="10077450" y="5372100"/>
          <p14:tracePt t="112735" x="10077450" y="5365750"/>
          <p14:tracePt t="112751" x="10071100" y="5353050"/>
          <p14:tracePt t="112766" x="10058400" y="5334000"/>
          <p14:tracePt t="112782" x="10052050" y="5321300"/>
          <p14:tracePt t="112799" x="10026650" y="5295900"/>
          <p14:tracePt t="112815" x="10001250" y="5264150"/>
          <p14:tracePt t="112832" x="9982200" y="5251450"/>
          <p14:tracePt t="112849" x="9937750" y="5226050"/>
          <p14:tracePt t="112865" x="9912350" y="5226050"/>
          <p14:tracePt t="112882" x="9867900" y="5226050"/>
          <p14:tracePt t="112899" x="9804400" y="5226050"/>
          <p14:tracePt t="112915" x="9753600" y="5238750"/>
          <p14:tracePt t="112920" x="9728200" y="5245100"/>
          <p14:tracePt t="112932" x="9702800" y="5251450"/>
          <p14:tracePt t="112949" x="9671050" y="5251450"/>
          <p14:tracePt t="112952" x="9645650" y="5257800"/>
          <p14:tracePt t="112965" x="9639300" y="5257800"/>
          <p14:tracePt t="112982" x="9620250" y="5257800"/>
          <p14:tracePt t="112986" x="9607550" y="5257800"/>
          <p14:tracePt t="113000" x="9575800" y="5257800"/>
          <p14:tracePt t="113016" x="9537700" y="5257800"/>
          <p14:tracePt t="113032" x="9499600" y="5257800"/>
          <p14:tracePt t="113049" x="9429750" y="5270500"/>
          <p14:tracePt t="113065" x="9366250" y="5289550"/>
          <p14:tracePt t="113082" x="9296400" y="5314950"/>
          <p14:tracePt t="113099" x="9264650" y="5327650"/>
          <p14:tracePt t="113115" x="9245600" y="5340350"/>
          <p14:tracePt t="113132" x="9239250" y="5346700"/>
          <p14:tracePt t="113149" x="9239250" y="5353050"/>
          <p14:tracePt t="113165" x="9232900" y="5359400"/>
          <p14:tracePt t="113182" x="9232900" y="5372100"/>
          <p14:tracePt t="113187" x="9232900" y="5384800"/>
          <p14:tracePt t="113199" x="9232900" y="5397500"/>
          <p14:tracePt t="113215" x="9232900" y="5422900"/>
          <p14:tracePt t="113219" x="9232900" y="5441950"/>
          <p14:tracePt t="113232" x="9232900" y="5448300"/>
          <p14:tracePt t="113250" x="9245600" y="5486400"/>
          <p14:tracePt t="113265" x="9258300" y="5505450"/>
          <p14:tracePt t="113282" x="9277350" y="5524500"/>
          <p14:tracePt t="113299" x="9296400" y="5537200"/>
          <p14:tracePt t="113315" x="9315450" y="5549900"/>
          <p14:tracePt t="113332" x="9340850" y="5568950"/>
          <p14:tracePt t="113349" x="9366250" y="5575300"/>
          <p14:tracePt t="113365" x="9398000" y="5588000"/>
          <p14:tracePt t="113382" x="9423400" y="5594350"/>
          <p14:tracePt t="113399" x="9461500" y="5607050"/>
          <p14:tracePt t="113415" x="9525000" y="5613400"/>
          <p14:tracePt t="113420" x="9531350" y="5619750"/>
          <p14:tracePt t="113432" x="9563100" y="5626100"/>
          <p14:tracePt t="113449" x="9607550" y="5632450"/>
          <p14:tracePt t="113452" x="9613900" y="5632450"/>
          <p14:tracePt t="113465" x="9639300" y="5638800"/>
          <p14:tracePt t="113482" x="9677400" y="5638800"/>
          <p14:tracePt t="113486" x="9690100" y="5638800"/>
          <p14:tracePt t="113498" x="9696450" y="5638800"/>
          <p14:tracePt t="113516" x="9766300" y="5638800"/>
          <p14:tracePt t="113532" x="9779000" y="5638800"/>
          <p14:tracePt t="113549" x="9804400" y="5632450"/>
          <p14:tracePt t="113566" x="9817100" y="5626100"/>
          <p14:tracePt t="113599" x="9829800" y="5626100"/>
          <p14:tracePt t="113632" x="9836150" y="5626100"/>
          <p14:tracePt t="113649" x="9842500" y="5619750"/>
          <p14:tracePt t="113665" x="9848850" y="5619750"/>
          <p14:tracePt t="114003" x="0" y="0"/>
        </p14:tracePtLst>
        <p14:tracePtLst>
          <p14:tracePt t="118835" x="7626350" y="5492750"/>
          <p14:tracePt t="118908" x="7620000" y="5492750"/>
          <p14:tracePt t="119075" x="7626350" y="5492750"/>
          <p14:tracePt t="119087" x="7632700" y="5492750"/>
          <p14:tracePt t="119092" x="7639050" y="5492750"/>
          <p14:tracePt t="119116" x="7677150" y="5511800"/>
          <p14:tracePt t="119132" x="7715250" y="5530850"/>
          <p14:tracePt t="119150" x="7759700" y="5543550"/>
          <p14:tracePt t="119154" x="7778750" y="5549900"/>
          <p14:tracePt t="119165" x="7785100" y="5549900"/>
          <p14:tracePt t="119184" x="7810500" y="5556250"/>
          <p14:tracePt t="119200" x="7823200" y="5562600"/>
          <p14:tracePt t="119217" x="7842250" y="5568950"/>
          <p14:tracePt t="119232" x="7848600" y="5575300"/>
          <p14:tracePt t="119249" x="7854950" y="5575300"/>
          <p14:tracePt t="119251" x="7861300" y="5575300"/>
          <p14:tracePt t="119282" x="7867650" y="5581650"/>
          <p14:tracePt t="119299" x="7880350" y="5581650"/>
          <p14:tracePt t="119316" x="7899400" y="5581650"/>
          <p14:tracePt t="119332" x="7912100" y="5581650"/>
          <p14:tracePt t="119349" x="7931150" y="5581650"/>
          <p14:tracePt t="119366" x="7943850" y="5581650"/>
          <p14:tracePt t="119382" x="7956550" y="5575300"/>
          <p14:tracePt t="119399" x="7969250" y="5575300"/>
          <p14:tracePt t="119416" x="7975600" y="5568950"/>
          <p14:tracePt t="119420" x="7975600" y="5562600"/>
          <p14:tracePt t="119432" x="7981950" y="5562600"/>
          <p14:tracePt t="119449" x="7981950" y="5556250"/>
          <p14:tracePt t="119713" x="0" y="0"/>
        </p14:tracePtLst>
        <p14:tracePtLst>
          <p14:tracePt t="120212" x="8432800" y="5530850"/>
          <p14:tracePt t="120375" x="8439150" y="5530850"/>
          <p14:tracePt t="120390" x="8445500" y="5537200"/>
          <p14:tracePt t="120398" x="8458200" y="5537200"/>
          <p14:tracePt t="120416" x="8477250" y="5549900"/>
          <p14:tracePt t="120420" x="8489950" y="5556250"/>
          <p14:tracePt t="120432" x="8502650" y="5556250"/>
          <p14:tracePt t="120449" x="8528050" y="5562600"/>
          <p14:tracePt t="120452" x="8540750" y="5562600"/>
          <p14:tracePt t="120465" x="8559800" y="5562600"/>
          <p14:tracePt t="120482" x="8591550" y="5562600"/>
          <p14:tracePt t="120488" x="8597900" y="5562600"/>
          <p14:tracePt t="120499" x="8610600" y="5562600"/>
          <p14:tracePt t="120516" x="8655050" y="5562600"/>
          <p14:tracePt t="120520" x="8667750" y="5562600"/>
          <p14:tracePt t="120532" x="8680450" y="5562600"/>
          <p14:tracePt t="120550" x="8693150" y="5562600"/>
          <p14:tracePt t="120569" x="8699500" y="5562600"/>
          <p14:tracePt t="120583" x="8705850" y="5562600"/>
          <p14:tracePt t="120598" x="8712200" y="5562600"/>
          <p14:tracePt t="120616" x="8718550" y="5556250"/>
          <p14:tracePt t="120632" x="8737600" y="5549900"/>
          <p14:tracePt t="120649" x="8750300" y="5543550"/>
          <p14:tracePt t="120665" x="8775700" y="5543550"/>
          <p14:tracePt t="120682" x="8782050" y="5537200"/>
          <p14:tracePt t="120686" x="8788400" y="5537200"/>
          <p14:tracePt t="120793" x="8788400" y="5530850"/>
          <p14:tracePt t="120945" x="0" y="0"/>
        </p14:tracePtLst>
        <p14:tracePtLst>
          <p14:tracePt t="121375" x="9296400" y="5511800"/>
          <p14:tracePt t="121469" x="9302750" y="5511800"/>
          <p14:tracePt t="121494" x="9309100" y="5518150"/>
          <p14:tracePt t="121509" x="9315450" y="5518150"/>
          <p14:tracePt t="121518" x="9321800" y="5524500"/>
          <p14:tracePt t="121532" x="9334500" y="5530850"/>
          <p14:tracePt t="121549" x="9372600" y="5530850"/>
          <p14:tracePt t="121566" x="9404350" y="5530850"/>
          <p14:tracePt t="121582" x="9474200" y="5530850"/>
          <p14:tracePt t="121599" x="9505950" y="5530850"/>
          <p14:tracePt t="121616" x="9550400" y="5530850"/>
          <p14:tracePt t="121632" x="9569450" y="5524500"/>
          <p14:tracePt t="121649" x="9575800" y="5524500"/>
          <p14:tracePt t="121945" x="0" y="0"/>
        </p14:tracePtLst>
      </p14:laserTraceLst>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Returning from a function</a:t>
            </a:r>
            <a:endParaRPr lang="nl-BE" dirty="0"/>
          </a:p>
        </p:txBody>
      </p:sp>
      <p:sp>
        <p:nvSpPr>
          <p:cNvPr id="3" name="Content Placeholder 2"/>
          <p:cNvSpPr>
            <a:spLocks noGrp="1"/>
          </p:cNvSpPr>
          <p:nvPr>
            <p:ph idx="1"/>
          </p:nvPr>
        </p:nvSpPr>
        <p:spPr/>
        <p:txBody>
          <a:bodyPr>
            <a:normAutofit/>
          </a:bodyPr>
          <a:lstStyle/>
          <a:p>
            <a:r>
              <a:rPr lang="en-US" dirty="0"/>
              <a:t>Values are returned by the </a:t>
            </a:r>
            <a:r>
              <a:rPr lang="en-US" dirty="0">
                <a:latin typeface="Courier New" panose="02070309020205020404" pitchFamily="49" charset="0"/>
                <a:cs typeface="Courier New" panose="02070309020205020404" pitchFamily="49" charset="0"/>
              </a:rPr>
              <a:t>return</a:t>
            </a:r>
            <a:r>
              <a:rPr lang="en-US" dirty="0"/>
              <a:t> statement.  It can return an item or an expression.  </a:t>
            </a:r>
          </a:p>
          <a:p>
            <a:pPr lvl="1"/>
            <a:r>
              <a:rPr lang="en-US" dirty="0"/>
              <a:t>Return:  immediate exit.</a:t>
            </a:r>
          </a:p>
          <a:p>
            <a:pPr lvl="1"/>
            <a:r>
              <a:rPr lang="en-US" dirty="0"/>
              <a:t>Python functions can return only one item but that item can be any object, in particular a tuple, list, or dictionary.</a:t>
            </a:r>
          </a:p>
          <a:p>
            <a:r>
              <a:rPr lang="en-US" dirty="0"/>
              <a:t>A function may have multiple return statements but only one (the first encountered) will be executed.</a:t>
            </a:r>
          </a:p>
          <a:p>
            <a:r>
              <a:rPr lang="en-US" dirty="0"/>
              <a:t>Functions always return something. If you do not specify a return value Python returns the special value </a:t>
            </a:r>
            <a:r>
              <a:rPr lang="en-US" dirty="0">
                <a:latin typeface="Courier New" panose="02070309020205020404" pitchFamily="49" charset="0"/>
                <a:cs typeface="Courier New" panose="02070309020205020404" pitchFamily="49" charset="0"/>
              </a:rPr>
              <a:t>None</a:t>
            </a:r>
            <a:r>
              <a:rPr lang="en-US" dirty="0"/>
              <a:t>.</a:t>
            </a:r>
          </a:p>
          <a:p>
            <a:r>
              <a:rPr lang="en-US" dirty="0"/>
              <a:t>File: function_return.py</a:t>
            </a:r>
          </a:p>
        </p:txBody>
      </p:sp>
    </p:spTree>
    <p:extLst>
      <p:ext uri="{BB962C8B-B14F-4D97-AF65-F5344CB8AC3E}">
        <p14:creationId xmlns:p14="http://schemas.microsoft.com/office/powerpoint/2010/main" val="1359296326"/>
      </p:ext>
    </p:extLst>
  </p:cSld>
  <p:clrMapOvr>
    <a:masterClrMapping/>
  </p:clrMapOvr>
  <mc:AlternateContent xmlns:mc="http://schemas.openxmlformats.org/markup-compatibility/2006" xmlns:p14="http://schemas.microsoft.com/office/powerpoint/2010/main">
    <mc:Choice Requires="p14">
      <p:transition spd="slow" p14:dur="2000" advTm="74864"/>
    </mc:Choice>
    <mc:Fallback xmlns="">
      <p:transition spd="slow" advTm="74864"/>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dirty="0" err="1"/>
              <a:t>args</a:t>
            </a:r>
            <a:r>
              <a:rPr lang="en-US" dirty="0"/>
              <a:t> and **</a:t>
            </a:r>
            <a:r>
              <a:rPr lang="en-US" dirty="0" err="1"/>
              <a:t>kwargs</a:t>
            </a:r>
            <a:endParaRPr lang="nl-BE" dirty="0"/>
          </a:p>
        </p:txBody>
      </p:sp>
      <p:sp>
        <p:nvSpPr>
          <p:cNvPr id="3" name="Content Placeholder 2"/>
          <p:cNvSpPr>
            <a:spLocks noGrp="1"/>
          </p:cNvSpPr>
          <p:nvPr>
            <p:ph idx="1"/>
          </p:nvPr>
        </p:nvSpPr>
        <p:spPr/>
        <p:txBody>
          <a:bodyPr>
            <a:normAutofit fontScale="92500" lnSpcReduction="20000"/>
          </a:bodyPr>
          <a:lstStyle/>
          <a:p>
            <a:r>
              <a:rPr lang="nl-BE" dirty="0" err="1"/>
              <a:t>variable</a:t>
            </a:r>
            <a:r>
              <a:rPr lang="nl-BE" dirty="0"/>
              <a:t> </a:t>
            </a:r>
            <a:r>
              <a:rPr lang="nl-BE" dirty="0" err="1"/>
              <a:t>length</a:t>
            </a:r>
            <a:r>
              <a:rPr lang="nl-BE" dirty="0"/>
              <a:t> argument </a:t>
            </a:r>
            <a:r>
              <a:rPr lang="nl-BE" dirty="0" err="1"/>
              <a:t>lists</a:t>
            </a:r>
            <a:endParaRPr lang="nl-BE" dirty="0"/>
          </a:p>
          <a:p>
            <a:r>
              <a:rPr lang="en-US" dirty="0"/>
              <a:t>*</a:t>
            </a:r>
            <a:r>
              <a:rPr lang="en-US" dirty="0" err="1"/>
              <a:t>args</a:t>
            </a:r>
            <a:r>
              <a:rPr lang="en-US" dirty="0"/>
              <a:t> is used to pass a non-</a:t>
            </a:r>
            <a:r>
              <a:rPr lang="en-US" dirty="0" err="1"/>
              <a:t>keyworded</a:t>
            </a:r>
            <a:r>
              <a:rPr lang="en-US" dirty="0"/>
              <a:t>, variable-length argument list</a:t>
            </a:r>
          </a:p>
          <a:p>
            <a:pPr lvl="1"/>
            <a:r>
              <a:rPr lang="en-US" dirty="0"/>
              <a:t>* before a variable means “</a:t>
            </a:r>
            <a:r>
              <a:rPr lang="en-US" i="1" dirty="0"/>
              <a:t>expand this as a sequence</a:t>
            </a:r>
            <a:r>
              <a:rPr lang="en-US" dirty="0"/>
              <a:t>”</a:t>
            </a:r>
          </a:p>
          <a:p>
            <a:pPr lvl="1"/>
            <a:r>
              <a:rPr lang="nl-BE" dirty="0" err="1"/>
              <a:t>Unpacking</a:t>
            </a:r>
            <a:r>
              <a:rPr lang="nl-BE" dirty="0"/>
              <a:t> operator</a:t>
            </a:r>
          </a:p>
          <a:p>
            <a:r>
              <a:rPr lang="en-US" dirty="0"/>
              <a:t>**</a:t>
            </a:r>
            <a:r>
              <a:rPr lang="en-US" dirty="0" err="1"/>
              <a:t>kwargs</a:t>
            </a:r>
            <a:r>
              <a:rPr lang="en-US" dirty="0"/>
              <a:t> is used to pass a </a:t>
            </a:r>
            <a:r>
              <a:rPr lang="en-US" dirty="0" err="1"/>
              <a:t>keyworded</a:t>
            </a:r>
            <a:r>
              <a:rPr lang="en-US" dirty="0"/>
              <a:t>, variable-length argument list.</a:t>
            </a:r>
          </a:p>
          <a:p>
            <a:pPr lvl="1"/>
            <a:r>
              <a:rPr lang="en-US" dirty="0"/>
              <a:t>** before a variable means “</a:t>
            </a:r>
            <a:r>
              <a:rPr lang="en-US" i="1" dirty="0"/>
              <a:t>expand this as a dictionary</a:t>
            </a:r>
            <a:r>
              <a:rPr lang="en-US" dirty="0"/>
              <a:t>”</a:t>
            </a:r>
          </a:p>
          <a:p>
            <a:r>
              <a:rPr lang="en-US" dirty="0"/>
              <a:t>Useful when: </a:t>
            </a:r>
          </a:p>
          <a:p>
            <a:pPr lvl="1"/>
            <a:r>
              <a:rPr lang="en-US" dirty="0"/>
              <a:t>Reduce code rewriting.</a:t>
            </a:r>
          </a:p>
          <a:p>
            <a:pPr lvl="1"/>
            <a:r>
              <a:rPr lang="en-US" dirty="0"/>
              <a:t>Reuse your code</a:t>
            </a:r>
          </a:p>
          <a:p>
            <a:r>
              <a:rPr lang="en-US" i="1" dirty="0"/>
              <a:t>File: function_arg_kwarg_1.py</a:t>
            </a:r>
            <a:endParaRPr lang="nl-BE" i="1" dirty="0"/>
          </a:p>
          <a:p>
            <a:r>
              <a:rPr lang="en-US" sz="1600" dirty="0"/>
              <a:t>Source: </a:t>
            </a:r>
            <a:r>
              <a:rPr lang="en-US" sz="1600" dirty="0">
                <a:hlinkClick r:id="rId2"/>
              </a:rPr>
              <a:t>https://www.saltycrane.com/blog/2008/01/how-to-use-args-and-kwargs-in-python/</a:t>
            </a:r>
            <a:endParaRPr lang="en-US" sz="1600" dirty="0"/>
          </a:p>
          <a:p>
            <a:r>
              <a:rPr lang="nl-BE" sz="1600" dirty="0">
                <a:hlinkClick r:id="rId3"/>
              </a:rPr>
              <a:t>https://realpython.com/python-kwargs-and-args/</a:t>
            </a:r>
            <a:endParaRPr lang="nl-BE" sz="1600" dirty="0"/>
          </a:p>
        </p:txBody>
      </p:sp>
    </p:spTree>
    <p:extLst>
      <p:ext uri="{BB962C8B-B14F-4D97-AF65-F5344CB8AC3E}">
        <p14:creationId xmlns:p14="http://schemas.microsoft.com/office/powerpoint/2010/main" val="29647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B6BD4-50FA-4F49-A8C7-A1496313D829}"/>
              </a:ext>
            </a:extLst>
          </p:cNvPr>
          <p:cNvSpPr>
            <a:spLocks noGrp="1"/>
          </p:cNvSpPr>
          <p:nvPr>
            <p:ph type="title"/>
          </p:nvPr>
        </p:nvSpPr>
        <p:spPr/>
        <p:txBody>
          <a:bodyPr/>
          <a:lstStyle/>
          <a:p>
            <a:r>
              <a:rPr lang="en-US" dirty="0"/>
              <a:t>Passing Arguments by Reference</a:t>
            </a:r>
          </a:p>
        </p:txBody>
      </p:sp>
      <p:sp>
        <p:nvSpPr>
          <p:cNvPr id="4" name="Content Placeholder 3">
            <a:extLst>
              <a:ext uri="{FF2B5EF4-FFF2-40B4-BE49-F238E27FC236}">
                <a16:creationId xmlns:a16="http://schemas.microsoft.com/office/drawing/2014/main" id="{151F6ED8-12FC-4DDE-91C8-1AC006AC9EC6}"/>
              </a:ext>
            </a:extLst>
          </p:cNvPr>
          <p:cNvSpPr>
            <a:spLocks noGrp="1"/>
          </p:cNvSpPr>
          <p:nvPr>
            <p:ph sz="half" idx="1"/>
          </p:nvPr>
        </p:nvSpPr>
        <p:spPr/>
        <p:txBody>
          <a:bodyPr>
            <a:normAutofit fontScale="40000" lnSpcReduction="20000"/>
          </a:bodyPr>
          <a:lstStyle/>
          <a:p>
            <a:pPr marL="0" indent="0">
              <a:buNone/>
            </a:pPr>
            <a:r>
              <a:rPr lang="en-US" dirty="0">
                <a:latin typeface="Courier New" panose="02070309020205020404" pitchFamily="49" charset="0"/>
                <a:cs typeface="Courier New" panose="02070309020205020404" pitchFamily="49" charset="0"/>
              </a:rPr>
              <a:t>def </a:t>
            </a:r>
            <a:r>
              <a:rPr lang="en-US" dirty="0" err="1">
                <a:latin typeface="Courier New" panose="02070309020205020404" pitchFamily="49" charset="0"/>
                <a:cs typeface="Courier New" panose="02070309020205020404" pitchFamily="49" charset="0"/>
              </a:rPr>
              <a:t>myfunction</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arg</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print ('value received:',</a:t>
            </a:r>
            <a:r>
              <a:rPr lang="en-US" dirty="0" err="1">
                <a:latin typeface="Courier New" panose="02070309020205020404" pitchFamily="49" charset="0"/>
                <a:cs typeface="Courier New" panose="02070309020205020404" pitchFamily="49" charset="0"/>
              </a:rPr>
              <a:t>arg</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id:',id</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arg</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arg</a:t>
            </a:r>
            <a:r>
              <a:rPr lang="en-US" dirty="0">
                <a:latin typeface="Courier New" panose="02070309020205020404" pitchFamily="49" charset="0"/>
                <a:cs typeface="Courier New" panose="02070309020205020404" pitchFamily="49" charset="0"/>
              </a:rPr>
              <a:t> = 8</a:t>
            </a:r>
          </a:p>
          <a:p>
            <a:pPr marL="0" indent="0">
              <a:buNone/>
            </a:pPr>
            <a:r>
              <a:rPr lang="en-US" dirty="0">
                <a:latin typeface="Courier New" panose="02070309020205020404" pitchFamily="49" charset="0"/>
                <a:cs typeface="Courier New" panose="02070309020205020404" pitchFamily="49" charset="0"/>
              </a:rPr>
              <a:t>    print ('value changed:',</a:t>
            </a:r>
            <a:r>
              <a:rPr lang="en-US" dirty="0" err="1">
                <a:latin typeface="Courier New" panose="02070309020205020404" pitchFamily="49" charset="0"/>
                <a:cs typeface="Courier New" panose="02070309020205020404" pitchFamily="49" charset="0"/>
              </a:rPr>
              <a:t>arg</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id:',id</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arg</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return</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#id() function returns a unique integer corresponding to the identity of an object.</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x=10</a:t>
            </a:r>
          </a:p>
          <a:p>
            <a:pPr marL="0" indent="0">
              <a:buNone/>
            </a:pPr>
            <a:r>
              <a:rPr lang="en-US" dirty="0">
                <a:latin typeface="Courier New" panose="02070309020205020404" pitchFamily="49" charset="0"/>
                <a:cs typeface="Courier New" panose="02070309020205020404" pitchFamily="49" charset="0"/>
              </a:rPr>
              <a:t>print ('value </a:t>
            </a:r>
            <a:r>
              <a:rPr lang="en-US" dirty="0" err="1">
                <a:latin typeface="Courier New" panose="02070309020205020404" pitchFamily="49" charset="0"/>
                <a:cs typeface="Courier New" panose="02070309020205020404" pitchFamily="49" charset="0"/>
              </a:rPr>
              <a:t>passed:',x</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id:',id</a:t>
            </a:r>
            <a:r>
              <a:rPr lang="en-US" dirty="0">
                <a:latin typeface="Courier New" panose="02070309020205020404" pitchFamily="49" charset="0"/>
                <a:cs typeface="Courier New" panose="02070309020205020404" pitchFamily="49" charset="0"/>
              </a:rPr>
              <a:t>(x))</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err="1">
                <a:latin typeface="Courier New" panose="02070309020205020404" pitchFamily="49" charset="0"/>
                <a:cs typeface="Courier New" panose="02070309020205020404" pitchFamily="49" charset="0"/>
              </a:rPr>
              <a:t>myfunction</a:t>
            </a:r>
            <a:r>
              <a:rPr lang="en-US" dirty="0">
                <a:latin typeface="Courier New" panose="02070309020205020404" pitchFamily="49" charset="0"/>
                <a:cs typeface="Courier New" panose="02070309020205020404" pitchFamily="49" charset="0"/>
              </a:rPr>
              <a:t>(x)</a:t>
            </a:r>
          </a:p>
          <a:p>
            <a:pPr marL="0" indent="0">
              <a:buNone/>
            </a:pPr>
            <a:r>
              <a:rPr lang="en-US" dirty="0">
                <a:latin typeface="Courier New" panose="02070309020205020404" pitchFamily="49" charset="0"/>
                <a:cs typeface="Courier New" panose="02070309020205020404" pitchFamily="49" charset="0"/>
              </a:rPr>
              <a:t>print ('value after function </a:t>
            </a:r>
            <a:r>
              <a:rPr lang="en-US" dirty="0" err="1">
                <a:latin typeface="Courier New" panose="02070309020205020404" pitchFamily="49" charset="0"/>
                <a:cs typeface="Courier New" panose="02070309020205020404" pitchFamily="49" charset="0"/>
              </a:rPr>
              <a:t>call:',x</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id:',id</a:t>
            </a:r>
            <a:r>
              <a:rPr lang="en-US" dirty="0">
                <a:latin typeface="Courier New" panose="02070309020205020404" pitchFamily="49" charset="0"/>
                <a:cs typeface="Courier New" panose="02070309020205020404" pitchFamily="49" charset="0"/>
              </a:rPr>
              <a:t>(x))</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File: function_pass_nonmutable.py</a:t>
            </a:r>
          </a:p>
        </p:txBody>
      </p:sp>
      <p:sp>
        <p:nvSpPr>
          <p:cNvPr id="5" name="Content Placeholder 4">
            <a:extLst>
              <a:ext uri="{FF2B5EF4-FFF2-40B4-BE49-F238E27FC236}">
                <a16:creationId xmlns:a16="http://schemas.microsoft.com/office/drawing/2014/main" id="{15A98D28-33B6-4D89-9E54-54F9EBF0325D}"/>
              </a:ext>
            </a:extLst>
          </p:cNvPr>
          <p:cNvSpPr>
            <a:spLocks noGrp="1"/>
          </p:cNvSpPr>
          <p:nvPr>
            <p:ph sz="half" idx="2"/>
          </p:nvPr>
        </p:nvSpPr>
        <p:spPr/>
        <p:txBody>
          <a:bodyPr>
            <a:normAutofit fontScale="40000" lnSpcReduction="20000"/>
          </a:bodyPr>
          <a:lstStyle/>
          <a:p>
            <a:pPr marL="0" indent="0">
              <a:buNone/>
            </a:pPr>
            <a:r>
              <a:rPr lang="en-US" dirty="0">
                <a:latin typeface="Courier New" panose="02070309020205020404" pitchFamily="49" charset="0"/>
                <a:cs typeface="Courier New" panose="02070309020205020404" pitchFamily="49" charset="0"/>
              </a:rPr>
              <a:t>def </a:t>
            </a:r>
            <a:r>
              <a:rPr lang="en-US" dirty="0" err="1">
                <a:latin typeface="Courier New" panose="02070309020205020404" pitchFamily="49" charset="0"/>
                <a:cs typeface="Courier New" panose="02070309020205020404" pitchFamily="49" charset="0"/>
              </a:rPr>
              <a:t>myfunction</a:t>
            </a:r>
            <a:r>
              <a:rPr lang="en-US" dirty="0">
                <a:latin typeface="Courier New" panose="02070309020205020404" pitchFamily="49" charset="0"/>
                <a:cs typeface="Courier New" panose="02070309020205020404" pitchFamily="49" charset="0"/>
              </a:rPr>
              <a:t> (seq):</a:t>
            </a:r>
          </a:p>
          <a:p>
            <a:pPr marL="0" indent="0">
              <a:buNone/>
            </a:pPr>
            <a:r>
              <a:rPr lang="en-US" dirty="0">
                <a:latin typeface="Courier New" panose="02070309020205020404" pitchFamily="49" charset="0"/>
                <a:cs typeface="Courier New" panose="02070309020205020404" pitchFamily="49" charset="0"/>
              </a:rPr>
              <a:t>    print ("Entering sequence inside a function: ", seq, ' id', id(seq))</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seq.append</a:t>
            </a:r>
            <a:r>
              <a:rPr lang="en-US" dirty="0">
                <a:latin typeface="Courier New" panose="02070309020205020404" pitchFamily="49" charset="0"/>
                <a:cs typeface="Courier New" panose="02070309020205020404" pitchFamily="49" charset="0"/>
              </a:rPr>
              <a:t>(40)</a:t>
            </a:r>
          </a:p>
          <a:p>
            <a:pPr marL="0" indent="0">
              <a:buNone/>
            </a:pPr>
            <a:r>
              <a:rPr lang="en-US" dirty="0">
                <a:latin typeface="Courier New" panose="02070309020205020404" pitchFamily="49" charset="0"/>
                <a:cs typeface="Courier New" panose="02070309020205020404" pitchFamily="49" charset="0"/>
              </a:rPr>
              <a:t>    print ("Modified sequence inside a function: ", seq, ' id', id(seq))</a:t>
            </a:r>
          </a:p>
          <a:p>
            <a:pPr marL="0" indent="0">
              <a:buNone/>
            </a:pPr>
            <a:r>
              <a:rPr lang="en-US" dirty="0">
                <a:latin typeface="Courier New" panose="02070309020205020404" pitchFamily="49" charset="0"/>
                <a:cs typeface="Courier New" panose="02070309020205020404" pitchFamily="49" charset="0"/>
              </a:rPr>
              <a:t>    seq = [1, 2, 3]</a:t>
            </a:r>
          </a:p>
          <a:p>
            <a:pPr marL="0" indent="0">
              <a:buNone/>
            </a:pPr>
            <a:r>
              <a:rPr lang="en-US" dirty="0">
                <a:latin typeface="Courier New" panose="02070309020205020404" pitchFamily="49" charset="0"/>
                <a:cs typeface="Courier New" panose="02070309020205020404" pitchFamily="49" charset="0"/>
              </a:rPr>
              <a:t>    print ("New sequence inside a function: ", seq, ' id', id(seq))</a:t>
            </a:r>
          </a:p>
          <a:p>
            <a:pPr marL="0" indent="0">
              <a:buNone/>
            </a:pPr>
            <a:r>
              <a:rPr lang="en-US" dirty="0">
                <a:latin typeface="Courier New" panose="02070309020205020404" pitchFamily="49" charset="0"/>
                <a:cs typeface="Courier New" panose="02070309020205020404" pitchFamily="49" charset="0"/>
              </a:rPr>
              <a:t>    return</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err="1">
                <a:latin typeface="Courier New" panose="02070309020205020404" pitchFamily="49" charset="0"/>
                <a:cs typeface="Courier New" panose="02070309020205020404" pitchFamily="49" charset="0"/>
              </a:rPr>
              <a:t>mylist</a:t>
            </a:r>
            <a:r>
              <a:rPr lang="en-US" dirty="0">
                <a:latin typeface="Courier New" panose="02070309020205020404" pitchFamily="49" charset="0"/>
                <a:cs typeface="Courier New" panose="02070309020205020404" pitchFamily="49" charset="0"/>
              </a:rPr>
              <a:t>=[10,20,30]</a:t>
            </a:r>
          </a:p>
          <a:p>
            <a:pPr marL="0" indent="0">
              <a:buNone/>
            </a:pPr>
            <a:r>
              <a:rPr lang="en-US" dirty="0">
                <a:latin typeface="Courier New" panose="02070309020205020404" pitchFamily="49" charset="0"/>
                <a:cs typeface="Courier New" panose="02070309020205020404" pitchFamily="49" charset="0"/>
              </a:rPr>
              <a:t>print('</a:t>
            </a:r>
            <a:r>
              <a:rPr lang="en-US" dirty="0" err="1">
                <a:latin typeface="Courier New" panose="02070309020205020404" pitchFamily="49" charset="0"/>
                <a:cs typeface="Courier New" panose="02070309020205020404" pitchFamily="49" charset="0"/>
              </a:rPr>
              <a:t>mylist</a:t>
            </a:r>
            <a:r>
              <a:rPr lang="en-US" dirty="0">
                <a:latin typeface="Courier New" panose="02070309020205020404" pitchFamily="49" charset="0"/>
                <a:cs typeface="Courier New" panose="02070309020205020404" pitchFamily="49" charset="0"/>
              </a:rPr>
              <a:t> before call', </a:t>
            </a:r>
            <a:r>
              <a:rPr lang="en-US" dirty="0" err="1">
                <a:latin typeface="Courier New" panose="02070309020205020404" pitchFamily="49" charset="0"/>
                <a:cs typeface="Courier New" panose="02070309020205020404" pitchFamily="49" charset="0"/>
              </a:rPr>
              <a:t>mylist</a:t>
            </a:r>
            <a:r>
              <a:rPr lang="en-US" dirty="0">
                <a:latin typeface="Courier New" panose="02070309020205020404" pitchFamily="49" charset="0"/>
                <a:cs typeface="Courier New" panose="02070309020205020404" pitchFamily="49" charset="0"/>
              </a:rPr>
              <a:t>, ' id', id(</a:t>
            </a:r>
            <a:r>
              <a:rPr lang="en-US" dirty="0" err="1">
                <a:latin typeface="Courier New" panose="02070309020205020404" pitchFamily="49" charset="0"/>
                <a:cs typeface="Courier New" panose="02070309020205020404" pitchFamily="49" charset="0"/>
              </a:rPr>
              <a:t>mylist</a:t>
            </a:r>
            <a:r>
              <a:rPr lang="en-US" dirty="0">
                <a:latin typeface="Courier New" panose="02070309020205020404" pitchFamily="49" charset="0"/>
                <a:cs typeface="Courier New" panose="02070309020205020404" pitchFamily="49" charset="0"/>
              </a:rPr>
              <a:t>))</a:t>
            </a:r>
          </a:p>
          <a:p>
            <a:pPr marL="0" indent="0">
              <a:buNone/>
            </a:pPr>
            <a:r>
              <a:rPr lang="en-US" dirty="0" err="1">
                <a:latin typeface="Courier New" panose="02070309020205020404" pitchFamily="49" charset="0"/>
                <a:cs typeface="Courier New" panose="02070309020205020404" pitchFamily="49" charset="0"/>
              </a:rPr>
              <a:t>myfunction</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mylist</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print('</a:t>
            </a:r>
            <a:r>
              <a:rPr lang="en-US" dirty="0" err="1">
                <a:latin typeface="Courier New" panose="02070309020205020404" pitchFamily="49" charset="0"/>
                <a:cs typeface="Courier New" panose="02070309020205020404" pitchFamily="49" charset="0"/>
              </a:rPr>
              <a:t>mylist</a:t>
            </a:r>
            <a:r>
              <a:rPr lang="en-US" dirty="0">
                <a:latin typeface="Courier New" panose="02070309020205020404" pitchFamily="49" charset="0"/>
                <a:cs typeface="Courier New" panose="02070309020205020404" pitchFamily="49" charset="0"/>
              </a:rPr>
              <a:t> after call', </a:t>
            </a:r>
            <a:r>
              <a:rPr lang="en-US" dirty="0" err="1">
                <a:latin typeface="Courier New" panose="02070309020205020404" pitchFamily="49" charset="0"/>
                <a:cs typeface="Courier New" panose="02070309020205020404" pitchFamily="49" charset="0"/>
              </a:rPr>
              <a:t>mylist</a:t>
            </a:r>
            <a:r>
              <a:rPr lang="en-US" dirty="0">
                <a:latin typeface="Courier New" panose="02070309020205020404" pitchFamily="49" charset="0"/>
                <a:cs typeface="Courier New" panose="02070309020205020404" pitchFamily="49" charset="0"/>
              </a:rPr>
              <a:t>, ' id', id(</a:t>
            </a:r>
            <a:r>
              <a:rPr lang="en-US" dirty="0" err="1">
                <a:latin typeface="Courier New" panose="02070309020205020404" pitchFamily="49" charset="0"/>
                <a:cs typeface="Courier New" panose="02070309020205020404" pitchFamily="49" charset="0"/>
              </a:rPr>
              <a:t>mylist</a:t>
            </a:r>
            <a:r>
              <a:rPr lang="en-US" dirty="0">
                <a:latin typeface="Courier New" panose="02070309020205020404" pitchFamily="49" charset="0"/>
                <a:cs typeface="Courier New" panose="02070309020205020404" pitchFamily="49" charset="0"/>
              </a:rPr>
              <a:t>))</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File: function_pass_mutable.py</a:t>
            </a:r>
          </a:p>
        </p:txBody>
      </p:sp>
    </p:spTree>
    <p:extLst>
      <p:ext uri="{BB962C8B-B14F-4D97-AF65-F5344CB8AC3E}">
        <p14:creationId xmlns:p14="http://schemas.microsoft.com/office/powerpoint/2010/main" val="3212810020"/>
      </p:ext>
    </p:extLst>
  </p:cSld>
  <p:clrMapOvr>
    <a:masterClrMapping/>
  </p:clrMapOvr>
  <mc:AlternateContent xmlns:mc="http://schemas.openxmlformats.org/markup-compatibility/2006" xmlns:p14="http://schemas.microsoft.com/office/powerpoint/2010/main">
    <mc:Choice Requires="p14">
      <p:transition spd="slow" p14:dur="2000" advTm="169811"/>
    </mc:Choice>
    <mc:Fallback xmlns="">
      <p:transition spd="slow" advTm="169811"/>
    </mc:Fallback>
  </mc:AlternateContent>
  <p:extLst>
    <p:ext uri="{3A86A75C-4F4B-4683-9AE1-C65F6400EC91}">
      <p14:laserTraceLst xmlns:p14="http://schemas.microsoft.com/office/powerpoint/2010/main">
        <p14:tracePtLst>
          <p14:tracePt t="8267" x="1073150" y="1752600"/>
          <p14:tracePt t="8272" x="1066800" y="1752600"/>
          <p14:tracePt t="8288" x="1054100" y="1752600"/>
          <p14:tracePt t="8304" x="1047750" y="1752600"/>
          <p14:tracePt t="8322" x="1035050" y="1752600"/>
          <p14:tracePt t="8337" x="1028700" y="1752600"/>
          <p14:tracePt t="8355" x="1022350" y="1752600"/>
          <p14:tracePt t="8368" x="1016000" y="1752600"/>
          <p14:tracePt t="8384" x="1009650" y="1758950"/>
          <p14:tracePt t="8401" x="990600" y="1771650"/>
          <p14:tracePt t="8418" x="984250" y="1778000"/>
          <p14:tracePt t="8435" x="977900" y="1784350"/>
          <p14:tracePt t="8451" x="965200" y="1797050"/>
          <p14:tracePt t="8468" x="952500" y="1809750"/>
          <p14:tracePt t="8485" x="927100" y="1828800"/>
          <p14:tracePt t="8490" x="927100" y="1835150"/>
          <p14:tracePt t="8501" x="914400" y="1847850"/>
          <p14:tracePt t="8518" x="882650" y="1879600"/>
          <p14:tracePt t="8523" x="869950" y="1892300"/>
          <p14:tracePt t="8534" x="857250" y="1911350"/>
          <p14:tracePt t="8551" x="838200" y="1936750"/>
          <p14:tracePt t="8553" x="825500" y="1955800"/>
          <p14:tracePt t="8568" x="819150" y="1968500"/>
          <p14:tracePt t="8584" x="800100" y="2000250"/>
          <p14:tracePt t="8601" x="787400" y="2025650"/>
          <p14:tracePt t="8618" x="774700" y="2051050"/>
          <p14:tracePt t="8635" x="768350" y="2089150"/>
          <p14:tracePt t="8651" x="755650" y="2127250"/>
          <p14:tracePt t="8657" x="749300" y="2159000"/>
          <p14:tracePt t="8668" x="736600" y="2190750"/>
          <p14:tracePt t="8685" x="736600" y="2241550"/>
          <p14:tracePt t="8701" x="736600" y="2311400"/>
          <p14:tracePt t="8718" x="736600" y="2343150"/>
          <p14:tracePt t="8724" x="736600" y="2362200"/>
          <p14:tracePt t="8734" x="736600" y="2368550"/>
          <p14:tracePt t="8751" x="736600" y="2393950"/>
          <p14:tracePt t="8768" x="736600" y="2406650"/>
          <p14:tracePt t="8784" x="742950" y="2425700"/>
          <p14:tracePt t="8788" x="742950" y="2438400"/>
          <p14:tracePt t="8801" x="755650" y="2457450"/>
          <p14:tracePt t="8818" x="768350" y="2489200"/>
          <p14:tracePt t="8821" x="774700" y="2501900"/>
          <p14:tracePt t="8835" x="793750" y="2533650"/>
          <p14:tracePt t="8851" x="812800" y="2571750"/>
          <p14:tracePt t="8868" x="831850" y="2597150"/>
          <p14:tracePt t="8885" x="863600" y="2635250"/>
          <p14:tracePt t="8901" x="889000" y="2654300"/>
          <p14:tracePt t="8918" x="914400" y="2686050"/>
          <p14:tracePt t="8923" x="927100" y="2698750"/>
          <p14:tracePt t="8935" x="946150" y="2717800"/>
          <p14:tracePt t="8951" x="977900" y="2749550"/>
          <p14:tracePt t="8955" x="1009650" y="2774950"/>
          <p14:tracePt t="8968" x="1016000" y="2787650"/>
          <p14:tracePt t="8984" x="1060450" y="2825750"/>
          <p14:tracePt t="9001" x="1098550" y="2857500"/>
          <p14:tracePt t="9018" x="1143000" y="2889250"/>
          <p14:tracePt t="9022" x="1174750" y="2901950"/>
          <p14:tracePt t="9035" x="1187450" y="2908300"/>
          <p14:tracePt t="9051" x="1225550" y="2921000"/>
          <p14:tracePt t="9054" x="1238250" y="2933700"/>
          <p14:tracePt t="9068" x="1263650" y="2946400"/>
          <p14:tracePt t="9085" x="1308100" y="2965450"/>
          <p14:tracePt t="9101" x="1358900" y="2978150"/>
          <p14:tracePt t="9118" x="1384300" y="2990850"/>
          <p14:tracePt t="9135" x="1447800" y="3009900"/>
          <p14:tracePt t="9151" x="1479550" y="3022600"/>
          <p14:tracePt t="9168" x="1536700" y="3035300"/>
          <p14:tracePt t="9185" x="1562100" y="3048000"/>
          <p14:tracePt t="9189" x="1574800" y="3048000"/>
          <p14:tracePt t="9201" x="1612900" y="3060700"/>
          <p14:tracePt t="9218" x="1625600" y="3067050"/>
          <p14:tracePt t="9222" x="1638300" y="3073400"/>
          <p14:tracePt t="9234" x="1644650" y="3079750"/>
          <p14:tracePt t="9251" x="1670050" y="3092450"/>
          <p14:tracePt t="9269" x="1682750" y="3098800"/>
          <p14:tracePt t="9285" x="1701800" y="3105150"/>
          <p14:tracePt t="9288" x="1708150" y="3105150"/>
          <p14:tracePt t="9301" x="1720850" y="3111500"/>
          <p14:tracePt t="9318" x="1752600" y="3124200"/>
          <p14:tracePt t="9322" x="1758950" y="3124200"/>
          <p14:tracePt t="9335" x="1784350" y="3130550"/>
          <p14:tracePt t="9351" x="1803400" y="3136900"/>
          <p14:tracePt t="9368" x="1835150" y="3143250"/>
          <p14:tracePt t="9385" x="1860550" y="3143250"/>
          <p14:tracePt t="9401" x="1885950" y="3155950"/>
          <p14:tracePt t="9418" x="1911350" y="3155950"/>
          <p14:tracePt t="9424" x="1924050" y="3155950"/>
          <p14:tracePt t="9434" x="1936750" y="3162300"/>
          <p14:tracePt t="9451" x="1962150" y="3162300"/>
          <p14:tracePt t="9455" x="1974850" y="3162300"/>
          <p14:tracePt t="9468" x="2000250" y="3162300"/>
          <p14:tracePt t="9485" x="2019300" y="3162300"/>
          <p14:tracePt t="9487" x="2025650" y="3162300"/>
          <p14:tracePt t="9501" x="2038350" y="3162300"/>
          <p14:tracePt t="9518" x="2044700" y="3162300"/>
          <p14:tracePt t="9523" x="2057400" y="3162300"/>
          <p14:tracePt t="9539" x="2063750" y="3162300"/>
          <p14:tracePt t="9554" x="2076450" y="3162300"/>
          <p14:tracePt t="9570" x="2082800" y="3162300"/>
          <p14:tracePt t="9594" x="2089150" y="3162300"/>
          <p14:tracePt t="9603" x="2095500" y="3162300"/>
          <p14:tracePt t="9618" x="2114550" y="3162300"/>
          <p14:tracePt t="9635" x="2133600" y="3155950"/>
          <p14:tracePt t="9651" x="2159000" y="3155950"/>
          <p14:tracePt t="9668" x="2178050" y="3149600"/>
          <p14:tracePt t="9685" x="2184400" y="3143250"/>
          <p14:tracePt t="9701" x="2216150" y="3136900"/>
          <p14:tracePt t="9718" x="2247900" y="3117850"/>
          <p14:tracePt t="9721" x="2266950" y="3111500"/>
          <p14:tracePt t="9735" x="2292350" y="3098800"/>
          <p14:tracePt t="9751" x="2305050" y="3092450"/>
          <p14:tracePt t="9755" x="2317750" y="3086100"/>
          <p14:tracePt t="9768" x="2324100" y="3079750"/>
          <p14:tracePt t="9784" x="2343150" y="3067050"/>
          <p14:tracePt t="9787" x="2355850" y="3060700"/>
          <p14:tracePt t="9804" x="2368550" y="3048000"/>
          <p14:tracePt t="9818" x="2374900" y="3041650"/>
          <p14:tracePt t="9837" x="2413000" y="3009900"/>
          <p14:tracePt t="9851" x="2451100" y="2984500"/>
          <p14:tracePt t="9869" x="2476500" y="2965450"/>
          <p14:tracePt t="9885" x="2495550" y="2940050"/>
          <p14:tracePt t="9902" x="2514600" y="2914650"/>
          <p14:tracePt t="9918" x="2533650" y="2895600"/>
          <p14:tracePt t="9936" x="2546350" y="2876550"/>
          <p14:tracePt t="9939" x="2552700" y="2863850"/>
          <p14:tracePt t="9951" x="2565400" y="2851150"/>
          <p14:tracePt t="9969" x="2578100" y="2825750"/>
          <p14:tracePt t="9974" x="2590800" y="2819400"/>
          <p14:tracePt t="9984" x="2603500" y="2800350"/>
          <p14:tracePt t="10001" x="2635250" y="2768600"/>
          <p14:tracePt t="10004" x="2647950" y="2755900"/>
          <p14:tracePt t="10020" x="2679700" y="2724150"/>
          <p14:tracePt t="10034" x="2692400" y="2711450"/>
          <p14:tracePt t="10038" x="2705100" y="2692400"/>
          <p14:tracePt t="10052" x="2711450" y="2686050"/>
          <p14:tracePt t="10068" x="2730500" y="2667000"/>
          <p14:tracePt t="10070" x="2743200" y="2660650"/>
          <p14:tracePt t="10085" x="2762250" y="2635250"/>
          <p14:tracePt t="10101" x="2774950" y="2609850"/>
          <p14:tracePt t="10118" x="2794000" y="2590800"/>
          <p14:tracePt t="10135" x="2806700" y="2565400"/>
          <p14:tracePt t="10151" x="2819400" y="2540000"/>
          <p14:tracePt t="10168" x="2825750" y="2508250"/>
          <p14:tracePt t="10185" x="2832100" y="2495550"/>
          <p14:tracePt t="10201" x="2838450" y="2470150"/>
          <p14:tracePt t="10218" x="2844800" y="2432050"/>
          <p14:tracePt t="10235" x="2851150" y="2406650"/>
          <p14:tracePt t="10238" x="2857500" y="2393950"/>
          <p14:tracePt t="10251" x="2857500" y="2381250"/>
          <p14:tracePt t="10268" x="2863850" y="2368550"/>
          <p14:tracePt t="10272" x="2863850" y="2349500"/>
          <p14:tracePt t="10284" x="2863850" y="2343150"/>
          <p14:tracePt t="10301" x="2870200" y="2317750"/>
          <p14:tracePt t="10305" x="2870200" y="2305050"/>
          <p14:tracePt t="10321" x="2870200" y="2292350"/>
          <p14:tracePt t="10335" x="2870200" y="2273300"/>
          <p14:tracePt t="10351" x="2870200" y="2247900"/>
          <p14:tracePt t="10368" x="2870200" y="2228850"/>
          <p14:tracePt t="10385" x="2857500" y="2197100"/>
          <p14:tracePt t="10401" x="2838450" y="2171700"/>
          <p14:tracePt t="10418" x="2832100" y="2152650"/>
          <p14:tracePt t="10435" x="2813050" y="2127250"/>
          <p14:tracePt t="10440" x="2800350" y="2114550"/>
          <p14:tracePt t="10468" x="2774950" y="2082800"/>
          <p14:tracePt t="10471" x="2768600" y="2070100"/>
          <p14:tracePt t="10485" x="2755900" y="2057400"/>
          <p14:tracePt t="10501" x="2743200" y="2038350"/>
          <p14:tracePt t="10505" x="2736850" y="2025650"/>
          <p14:tracePt t="10519" x="2698750" y="1987550"/>
          <p14:tracePt t="10535" x="2673350" y="1968500"/>
          <p14:tracePt t="10551" x="2660650" y="1949450"/>
          <p14:tracePt t="10568" x="2635250" y="1930400"/>
          <p14:tracePt t="10573" x="2616200" y="1911350"/>
          <p14:tracePt t="10585" x="2578100" y="1873250"/>
          <p14:tracePt t="10601" x="2559050" y="1847850"/>
          <p14:tracePt t="10618" x="2520950" y="1822450"/>
          <p14:tracePt t="10635" x="2508250" y="1803400"/>
          <p14:tracePt t="10651" x="2470150" y="1778000"/>
          <p14:tracePt t="10668" x="2451100" y="1765300"/>
          <p14:tracePt t="10684" x="2406650" y="1739900"/>
          <p14:tracePt t="10701" x="2381250" y="1739900"/>
          <p14:tracePt t="10707" x="2349500" y="1733550"/>
          <p14:tracePt t="10718" x="2324100" y="1733550"/>
          <p14:tracePt t="10735" x="2292350" y="1733550"/>
          <p14:tracePt t="10739" x="2260600" y="1733550"/>
          <p14:tracePt t="10751" x="2216150" y="1733550"/>
          <p14:tracePt t="10769" x="2139950" y="1733550"/>
          <p14:tracePt t="10788" x="2101850" y="1733550"/>
          <p14:tracePt t="10801" x="2032000" y="1739900"/>
          <p14:tracePt t="10818" x="1987550" y="1746250"/>
          <p14:tracePt t="10835" x="1892300" y="1765300"/>
          <p14:tracePt t="10852" x="1835150" y="1784350"/>
          <p14:tracePt t="10868" x="1784350" y="1797050"/>
          <p14:tracePt t="10884" x="1682750" y="1822450"/>
          <p14:tracePt t="10901" x="1631950" y="1841500"/>
          <p14:tracePt t="10918" x="1555750" y="1873250"/>
          <p14:tracePt t="10935" x="1517650" y="1892300"/>
          <p14:tracePt t="10941" x="1511300" y="1898650"/>
          <p14:tracePt t="10951" x="1492250" y="1911350"/>
          <p14:tracePt t="10968" x="1479550" y="1924050"/>
          <p14:tracePt t="10985" x="1473200" y="1930400"/>
          <p14:tracePt t="11001" x="1473200" y="1943100"/>
          <p14:tracePt t="11004" x="1466850" y="1943100"/>
          <p14:tracePt t="11019" x="1466850" y="1955800"/>
          <p14:tracePt t="11035" x="1460500" y="1968500"/>
          <p14:tracePt t="11052" x="1454150" y="1981200"/>
          <p14:tracePt t="11068" x="1447800" y="1993900"/>
          <p14:tracePt t="11085" x="1441450" y="2019300"/>
          <p14:tracePt t="11101" x="1441450" y="2032000"/>
          <p14:tracePt t="11118" x="1428750" y="2051050"/>
          <p14:tracePt t="11135" x="1428750" y="2057400"/>
          <p14:tracePt t="11151" x="1422400" y="2070100"/>
          <p14:tracePt t="11168" x="1416050" y="2082800"/>
          <p14:tracePt t="11185" x="1416050" y="2089150"/>
          <p14:tracePt t="11201" x="1409700" y="2101850"/>
          <p14:tracePt t="11205" x="1403350" y="2114550"/>
          <p14:tracePt t="11218" x="1397000" y="2120900"/>
          <p14:tracePt t="11234" x="1397000" y="2127250"/>
          <p14:tracePt t="11238" x="1390650" y="2127250"/>
          <p14:tracePt t="11251" x="1390650" y="2133600"/>
          <p14:tracePt t="11698" x="0" y="0"/>
        </p14:tracePtLst>
        <p14:tracePtLst>
          <p14:tracePt t="14396" x="1460500" y="2286000"/>
          <p14:tracePt t="14564" x="1473200" y="2286000"/>
          <p14:tracePt t="14571" x="1485900" y="2286000"/>
          <p14:tracePt t="14581" x="1498600" y="2286000"/>
          <p14:tracePt t="14590" x="1517650" y="2286000"/>
          <p14:tracePt t="14601" x="1536700" y="2286000"/>
          <p14:tracePt t="14618" x="1574800" y="2286000"/>
          <p14:tracePt t="14624" x="1593850" y="2286000"/>
          <p14:tracePt t="14636" x="1625600" y="2286000"/>
          <p14:tracePt t="14651" x="1657350" y="2286000"/>
          <p14:tracePt t="14685" x="1714500" y="2286000"/>
          <p14:tracePt t="14692" x="1727200" y="2286000"/>
          <p14:tracePt t="14701" x="1752600" y="2286000"/>
          <p14:tracePt t="14718" x="1790700" y="2286000"/>
          <p14:tracePt t="14735" x="1873250" y="2292350"/>
          <p14:tracePt t="14740" x="1905000" y="2298700"/>
          <p14:tracePt t="14754" x="1930400" y="2298700"/>
          <p14:tracePt t="14757" x="1962150" y="2305050"/>
          <p14:tracePt t="14768" x="1981200" y="2311400"/>
          <p14:tracePt t="14786" x="2012950" y="2311400"/>
          <p14:tracePt t="14789" x="2019300" y="2311400"/>
          <p14:tracePt t="14801" x="2025650" y="2311400"/>
          <p14:tracePt t="15168" x="0" y="0"/>
        </p14:tracePtLst>
        <p14:tracePtLst>
          <p14:tracePt t="16295" x="2825750" y="2260600"/>
          <p14:tracePt t="16316" x="2832100" y="2260600"/>
          <p14:tracePt t="16342" x="2838450" y="2260600"/>
          <p14:tracePt t="16430" x="2844800" y="2260600"/>
          <p14:tracePt t="16439" x="2851150" y="2260600"/>
          <p14:tracePt t="16447" x="2863850" y="2260600"/>
          <p14:tracePt t="16454" x="2876550" y="2260600"/>
          <p14:tracePt t="16470" x="2914650" y="2266950"/>
          <p14:tracePt t="16485" x="2952750" y="2273300"/>
          <p14:tracePt t="16505" x="2997200" y="2279650"/>
          <p14:tracePt t="16510" x="3022600" y="2279650"/>
          <p14:tracePt t="16518" x="3054350" y="2279650"/>
          <p14:tracePt t="16536" x="3098800" y="2279650"/>
          <p14:tracePt t="16551" x="3175000" y="2286000"/>
          <p14:tracePt t="16568" x="3289300" y="2292350"/>
          <p14:tracePt t="16585" x="3416300" y="2292350"/>
          <p14:tracePt t="16602" x="3505200" y="2298700"/>
          <p14:tracePt t="16606" x="3549650" y="2298700"/>
          <p14:tracePt t="16618" x="3594100" y="2298700"/>
          <p14:tracePt t="16635" x="3644900" y="2298700"/>
          <p14:tracePt t="16637" x="3657600" y="2298700"/>
          <p14:tracePt t="16651" x="3670300" y="2298700"/>
          <p14:tracePt t="16668" x="3676650" y="2298700"/>
          <p14:tracePt t="16696" x="3683000" y="2298700"/>
          <p14:tracePt t="16713" x="3689350" y="2298700"/>
          <p14:tracePt t="16721" x="3695700" y="2298700"/>
          <p14:tracePt t="16735" x="3727450" y="2292350"/>
          <p14:tracePt t="16751" x="3778250" y="2286000"/>
          <p14:tracePt t="16768" x="3835400" y="2286000"/>
          <p14:tracePt t="16785" x="3892550" y="2279650"/>
          <p14:tracePt t="16802" x="3930650" y="2279650"/>
          <p14:tracePt t="16818" x="3943350" y="2279650"/>
          <p14:tracePt t="21203" x="0" y="0"/>
        </p14:tracePtLst>
        <p14:tracePtLst>
          <p14:tracePt t="22033" x="4356100" y="2286000"/>
          <p14:tracePt t="23961" x="0" y="0"/>
        </p14:tracePtLst>
        <p14:tracePtLst>
          <p14:tracePt t="37462" x="2012950" y="2419350"/>
          <p14:tracePt t="37482" x="2012950" y="2413000"/>
          <p14:tracePt t="37493" x="2012950" y="2406650"/>
          <p14:tracePt t="37508" x="2006600" y="2400300"/>
          <p14:tracePt t="37524" x="2000250" y="2400300"/>
          <p14:tracePt t="37535" x="2000250" y="2393950"/>
          <p14:tracePt t="37569" x="1993900" y="2387600"/>
          <p14:tracePt t="37571" x="1993900" y="2381250"/>
          <p14:tracePt t="37586" x="1987550" y="2381250"/>
          <p14:tracePt t="37602" x="1981200" y="2381250"/>
          <p14:tracePt t="37618" x="1968500" y="2381250"/>
          <p14:tracePt t="37635" x="1943100" y="2381250"/>
          <p14:tracePt t="37652" x="1930400" y="2381250"/>
          <p14:tracePt t="37668" x="1917700" y="2381250"/>
          <p14:tracePt t="37685" x="1911350" y="2381250"/>
          <p14:tracePt t="37718" x="1905000" y="2387600"/>
          <p14:tracePt t="37735" x="1898650" y="2387600"/>
          <p14:tracePt t="37752" x="1885950" y="2400300"/>
          <p14:tracePt t="37768" x="1866900" y="2425700"/>
          <p14:tracePt t="37771" x="1860550" y="2432050"/>
          <p14:tracePt t="37785" x="1854200" y="2438400"/>
          <p14:tracePt t="37802" x="1841500" y="2457450"/>
          <p14:tracePt t="37804" x="1835150" y="2457450"/>
          <p14:tracePt t="37818" x="1835150" y="2463800"/>
          <p14:tracePt t="37835" x="1828800" y="2470150"/>
          <p14:tracePt t="37853" x="1822450" y="2482850"/>
          <p14:tracePt t="37868" x="1822450" y="2489200"/>
          <p14:tracePt t="37886" x="1816100" y="2489200"/>
          <p14:tracePt t="37904" x="1816100" y="2495550"/>
          <p14:tracePt t="37918" x="1816100" y="2501900"/>
          <p14:tracePt t="37935" x="1816100" y="2508250"/>
          <p14:tracePt t="37952" x="1816100" y="2514600"/>
          <p14:tracePt t="37975" x="1816100" y="2520950"/>
          <p14:tracePt t="37990" x="1816100" y="2527300"/>
          <p14:tracePt t="38002" x="1816100" y="2533650"/>
          <p14:tracePt t="38019" x="1816100" y="2546350"/>
          <p14:tracePt t="38022" x="1816100" y="2552700"/>
          <p14:tracePt t="38035" x="1816100" y="2559050"/>
          <p14:tracePt t="38052" x="1822450" y="2559050"/>
          <p14:tracePt t="38053" x="1828800" y="2565400"/>
          <p14:tracePt t="38068" x="1828800" y="2571750"/>
          <p14:tracePt t="38085" x="1847850" y="2578100"/>
          <p14:tracePt t="38102" x="1866900" y="2584450"/>
          <p14:tracePt t="38118" x="1892300" y="2597150"/>
          <p14:tracePt t="38135" x="1924050" y="2603500"/>
          <p14:tracePt t="38152" x="1943100" y="2609850"/>
          <p14:tracePt t="38168" x="1974850" y="2616200"/>
          <p14:tracePt t="38185" x="2000250" y="2616200"/>
          <p14:tracePt t="38202" x="2019300" y="2622550"/>
          <p14:tracePt t="38218" x="2038350" y="2628900"/>
          <p14:tracePt t="38235" x="2076450" y="2635250"/>
          <p14:tracePt t="38252" x="2101850" y="2635250"/>
          <p14:tracePt t="38256" x="2120900" y="2635250"/>
          <p14:tracePt t="38268" x="2127250" y="2635250"/>
          <p14:tracePt t="38285" x="2139950" y="2635250"/>
          <p14:tracePt t="38291" x="2146300" y="2635250"/>
          <p14:tracePt t="38302" x="2152650" y="2635250"/>
          <p14:tracePt t="38319" x="2171700" y="2635250"/>
          <p14:tracePt t="38323" x="2178050" y="2628900"/>
          <p14:tracePt t="38336" x="2190750" y="2622550"/>
          <p14:tracePt t="38352" x="2203450" y="2609850"/>
          <p14:tracePt t="38369" x="2216150" y="2590800"/>
          <p14:tracePt t="38385" x="2222500" y="2571750"/>
          <p14:tracePt t="38402" x="2228850" y="2533650"/>
          <p14:tracePt t="38419" x="2228850" y="2520950"/>
          <p14:tracePt t="38435" x="2228850" y="2514600"/>
          <p14:tracePt t="38440" x="2228850" y="2508250"/>
          <p14:tracePt t="38452" x="2228850" y="2501900"/>
          <p14:tracePt t="38455" x="2228850" y="2495550"/>
          <p14:tracePt t="38468" x="2216150" y="2489200"/>
          <p14:tracePt t="38485" x="2209800" y="2476500"/>
          <p14:tracePt t="38492" x="2203450" y="2470150"/>
          <p14:tracePt t="38502" x="2197100" y="2463800"/>
          <p14:tracePt t="38519" x="2171700" y="2451100"/>
          <p14:tracePt t="38535" x="2146300" y="2432050"/>
          <p14:tracePt t="38540" x="2133600" y="2419350"/>
          <p14:tracePt t="38552" x="2120900" y="2413000"/>
          <p14:tracePt t="38568" x="2089150" y="2400300"/>
          <p14:tracePt t="38571" x="2076450" y="2387600"/>
          <p14:tracePt t="38586" x="2057400" y="2374900"/>
          <p14:tracePt t="38602" x="2051050" y="2374900"/>
          <p14:tracePt t="38618" x="2044700" y="2374900"/>
          <p14:tracePt t="38635" x="2038350" y="2374900"/>
          <p14:tracePt t="38652" x="2032000" y="2374900"/>
          <p14:tracePt t="38669" x="2025650" y="2374900"/>
          <p14:tracePt t="38685" x="2019300" y="2374900"/>
          <p14:tracePt t="38702" x="2012950" y="2374900"/>
          <p14:tracePt t="38719" x="2006600" y="2374900"/>
          <p14:tracePt t="38735" x="2000250" y="2374900"/>
          <p14:tracePt t="38752" x="1993900" y="2374900"/>
          <p14:tracePt t="38781" x="1987550" y="2374900"/>
          <p14:tracePt t="38910" x="0" y="0"/>
        </p14:tracePtLst>
        <p14:tracePtLst>
          <p14:tracePt t="39395" x="2578100" y="2571750"/>
          <p14:tracePt t="39528" x="2571750" y="2571750"/>
          <p14:tracePt t="39538" x="2565400" y="2571750"/>
          <p14:tracePt t="39555" x="2559050" y="2571750"/>
          <p14:tracePt t="39564" x="2546350" y="2571750"/>
          <p14:tracePt t="39571" x="2533650" y="2571750"/>
          <p14:tracePt t="39586" x="2514600" y="2578100"/>
          <p14:tracePt t="39602" x="2482850" y="2584450"/>
          <p14:tracePt t="39618" x="2470150" y="2590800"/>
          <p14:tracePt t="39636" x="2451100" y="2597150"/>
          <p14:tracePt t="39652" x="2444750" y="2597150"/>
          <p14:tracePt t="39669" x="2438400" y="2603500"/>
          <p14:tracePt t="39685" x="2432050" y="2609850"/>
          <p14:tracePt t="39702" x="2419350" y="2616200"/>
          <p14:tracePt t="39706" x="2419350" y="2628900"/>
          <p14:tracePt t="39719" x="2406650" y="2628900"/>
          <p14:tracePt t="39735" x="2393950" y="2654300"/>
          <p14:tracePt t="39737" x="2387600" y="2660650"/>
          <p14:tracePt t="39752" x="2374900" y="2679700"/>
          <p14:tracePt t="39769" x="2355850" y="2692400"/>
          <p14:tracePt t="39773" x="2349500" y="2698750"/>
          <p14:tracePt t="39786" x="2343150" y="2711450"/>
          <p14:tracePt t="39802" x="2336800" y="2711450"/>
          <p14:tracePt t="39805" x="2336800" y="2717800"/>
          <p14:tracePt t="39822" x="2330450" y="2730500"/>
          <p14:tracePt t="39838" x="2330450" y="2736850"/>
          <p14:tracePt t="39853" x="2330450" y="2743200"/>
          <p14:tracePt t="39869" x="2330450" y="2755900"/>
          <p14:tracePt t="39888" x="2330450" y="2768600"/>
          <p14:tracePt t="39902" x="2330450" y="2787650"/>
          <p14:tracePt t="39918" x="2336800" y="2813050"/>
          <p14:tracePt t="39935" x="2355850" y="2838450"/>
          <p14:tracePt t="39952" x="2374900" y="2857500"/>
          <p14:tracePt t="39969" x="2393950" y="2882900"/>
          <p14:tracePt t="39972" x="2400300" y="2889250"/>
          <p14:tracePt t="39985" x="2413000" y="2901950"/>
          <p14:tracePt t="40002" x="2425700" y="2914650"/>
          <p14:tracePt t="40005" x="2438400" y="2921000"/>
          <p14:tracePt t="40021" x="2457450" y="2927350"/>
          <p14:tracePt t="40036" x="2489200" y="2946400"/>
          <p14:tracePt t="40052" x="2514600" y="2952750"/>
          <p14:tracePt t="40068" x="2527300" y="2959100"/>
          <p14:tracePt t="40071" x="2559050" y="2971800"/>
          <p14:tracePt t="40085" x="2590800" y="2978150"/>
          <p14:tracePt t="40102" x="2641600" y="2984500"/>
          <p14:tracePt t="40119" x="2692400" y="2990850"/>
          <p14:tracePt t="40135" x="2736850" y="2990850"/>
          <p14:tracePt t="40152" x="2794000" y="2990850"/>
          <p14:tracePt t="40169" x="2844800" y="2978150"/>
          <p14:tracePt t="40175" x="2863850" y="2978150"/>
          <p14:tracePt t="40185" x="2895600" y="2971800"/>
          <p14:tracePt t="40202" x="2927350" y="2965450"/>
          <p14:tracePt t="40207" x="2959100" y="2959100"/>
          <p14:tracePt t="40219" x="2978150" y="2959100"/>
          <p14:tracePt t="40235" x="3028950" y="2952750"/>
          <p14:tracePt t="40238" x="3048000" y="2952750"/>
          <p14:tracePt t="40252" x="3092450" y="2946400"/>
          <p14:tracePt t="40269" x="3130550" y="2940050"/>
          <p14:tracePt t="40272" x="3187700" y="2927350"/>
          <p14:tracePt t="40286" x="3225800" y="2914650"/>
          <p14:tracePt t="40302" x="3289300" y="2895600"/>
          <p14:tracePt t="40319" x="3314700" y="2889250"/>
          <p14:tracePt t="40335" x="3359150" y="2876550"/>
          <p14:tracePt t="40352" x="3378200" y="2863850"/>
          <p14:tracePt t="40369" x="3390900" y="2857500"/>
          <p14:tracePt t="40385" x="3416300" y="2844800"/>
          <p14:tracePt t="40402" x="3422650" y="2838450"/>
          <p14:tracePt t="40419" x="3429000" y="2832100"/>
          <p14:tracePt t="40435" x="3429000" y="2819400"/>
          <p14:tracePt t="40675" x="0" y="0"/>
        </p14:tracePtLst>
        <p14:tracePtLst>
          <p14:tracePt t="42725" x="4699000" y="2857500"/>
          <p14:tracePt t="42923" x="4705350" y="2857500"/>
          <p14:tracePt t="42938" x="4711700" y="2857500"/>
          <p14:tracePt t="42955" x="4718050" y="2857500"/>
          <p14:tracePt t="42969" x="4737100" y="2857500"/>
          <p14:tracePt t="42973" x="4749800" y="2857500"/>
          <p14:tracePt t="42985" x="4768850" y="2857500"/>
          <p14:tracePt t="43003" x="4806950" y="2863850"/>
          <p14:tracePt t="43007" x="4832350" y="2870200"/>
          <p14:tracePt t="43019" x="4851400" y="2870200"/>
          <p14:tracePt t="43036" x="4921250" y="2882900"/>
          <p14:tracePt t="43052" x="4959350" y="2889250"/>
          <p14:tracePt t="43068" x="4997450" y="2895600"/>
          <p14:tracePt t="43085" x="5035550" y="2901950"/>
          <p14:tracePt t="43102" x="5054600" y="2901950"/>
          <p14:tracePt t="43119" x="5080000" y="2908300"/>
          <p14:tracePt t="43136" x="5086350" y="2908300"/>
          <p14:tracePt t="43140" x="5092700" y="2908300"/>
          <p14:tracePt t="43169" x="5105400" y="2908300"/>
          <p14:tracePt t="43311" x="5105400" y="2901950"/>
          <p14:tracePt t="43319" x="5111750" y="2901950"/>
          <p14:tracePt t="43343" x="5111750" y="2895600"/>
          <p14:tracePt t="43360" x="5118100" y="2895600"/>
          <p14:tracePt t="43392" x="5124450" y="2889250"/>
          <p14:tracePt t="43399" x="5130800" y="2889250"/>
          <p14:tracePt t="43423" x="5137150" y="2882900"/>
          <p14:tracePt t="43438" x="5143500" y="2882900"/>
          <p14:tracePt t="43447" x="5156200" y="2882900"/>
          <p14:tracePt t="43453" x="5162550" y="2882900"/>
          <p14:tracePt t="43469" x="5168900" y="2876550"/>
          <p14:tracePt t="43472" x="5181600" y="2876550"/>
          <p14:tracePt t="43485" x="5194300" y="2870200"/>
          <p14:tracePt t="43502" x="5207000" y="2863850"/>
          <p14:tracePt t="43518" x="5232400" y="2851150"/>
          <p14:tracePt t="43535" x="5245100" y="2838450"/>
          <p14:tracePt t="43552" x="5264150" y="2825750"/>
          <p14:tracePt t="43569" x="5276850" y="2819400"/>
          <p14:tracePt t="43585" x="5276850" y="2813050"/>
          <p14:tracePt t="43602" x="5283200" y="2806700"/>
          <p14:tracePt t="43625" x="5283200" y="2800350"/>
          <p14:tracePt t="43635" x="5283200" y="2794000"/>
          <p14:tracePt t="43652" x="5283200" y="2781300"/>
          <p14:tracePt t="43669" x="5283200" y="2762250"/>
          <p14:tracePt t="43672" x="5283200" y="2749550"/>
          <p14:tracePt t="43685" x="5276850" y="2736850"/>
          <p14:tracePt t="43702" x="5264150" y="2705100"/>
          <p14:tracePt t="43704" x="5251450" y="2692400"/>
          <p14:tracePt t="43719" x="5232400" y="2660650"/>
          <p14:tracePt t="43736" x="5194300" y="2622550"/>
          <p14:tracePt t="43752" x="5175250" y="2597150"/>
          <p14:tracePt t="43769" x="5149850" y="2578100"/>
          <p14:tracePt t="43786" x="5124450" y="2565400"/>
          <p14:tracePt t="43802" x="5092700" y="2552700"/>
          <p14:tracePt t="43819" x="5054600" y="2540000"/>
          <p14:tracePt t="43835" x="5016500" y="2540000"/>
          <p14:tracePt t="43852" x="4978400" y="2540000"/>
          <p14:tracePt t="43869" x="4940300" y="2540000"/>
          <p14:tracePt t="43875" x="4927600" y="2540000"/>
          <p14:tracePt t="43885" x="4908550" y="2533650"/>
          <p14:tracePt t="43902" x="4883150" y="2533650"/>
          <p14:tracePt t="43918" x="4864100" y="2533650"/>
          <p14:tracePt t="43935" x="4845050" y="2527300"/>
          <p14:tracePt t="43938" x="4838700" y="2527300"/>
          <p14:tracePt t="43952" x="4813300" y="2520950"/>
          <p14:tracePt t="43969" x="4781550" y="2520950"/>
          <p14:tracePt t="43972" x="4768850" y="2520950"/>
          <p14:tracePt t="43986" x="4730750" y="2520950"/>
          <p14:tracePt t="44002" x="4679950" y="2533650"/>
          <p14:tracePt t="44019" x="4648200" y="2540000"/>
          <p14:tracePt t="44035" x="4616450" y="2552700"/>
          <p14:tracePt t="44052" x="4584700" y="2578100"/>
          <p14:tracePt t="44069" x="4572000" y="2590800"/>
          <p14:tracePt t="44085" x="4565650" y="2597150"/>
          <p14:tracePt t="44102" x="4565650" y="2609850"/>
          <p14:tracePt t="44119" x="4565650" y="2622550"/>
          <p14:tracePt t="44135" x="4565650" y="2641600"/>
          <p14:tracePt t="44152" x="4565650" y="2667000"/>
          <p14:tracePt t="44169" x="4584700" y="2698750"/>
          <p14:tracePt t="44174" x="4603750" y="2717800"/>
          <p14:tracePt t="44185" x="4610100" y="2730500"/>
          <p14:tracePt t="44202" x="4641850" y="2762250"/>
          <p14:tracePt t="44205" x="4648200" y="2774950"/>
          <p14:tracePt t="44218" x="4667250" y="2787650"/>
          <p14:tracePt t="44236" x="4686300" y="2800350"/>
          <p14:tracePt t="44252" x="4692650" y="2806700"/>
          <p14:tracePt t="44269" x="4699000" y="2806700"/>
          <p14:tracePt t="44285" x="4705350" y="2806700"/>
          <p14:tracePt t="44302" x="4718050" y="2806700"/>
          <p14:tracePt t="44319" x="4730750" y="2813050"/>
          <p14:tracePt t="44335" x="4749800" y="2813050"/>
          <p14:tracePt t="44352" x="4762500" y="2819400"/>
          <p14:tracePt t="44369" x="4775200" y="2819400"/>
          <p14:tracePt t="44424" x="0" y="0"/>
        </p14:tracePtLst>
        <p14:tracePtLst>
          <p14:tracePt t="46638" x="1689100" y="4076700"/>
          <p14:tracePt t="46643" x="1682750" y="4070350"/>
          <p14:tracePt t="46659" x="1682750" y="4064000"/>
          <p14:tracePt t="46669" x="1676400" y="4064000"/>
          <p14:tracePt t="46686" x="1670050" y="4064000"/>
          <p14:tracePt t="46719" x="1657350" y="4057650"/>
          <p14:tracePt t="46735" x="1651000" y="4057650"/>
          <p14:tracePt t="46752" x="1638300" y="4057650"/>
          <p14:tracePt t="46769" x="1625600" y="4051300"/>
          <p14:tracePt t="46775" x="1606550" y="4044950"/>
          <p14:tracePt t="46786" x="1600200" y="4044950"/>
          <p14:tracePt t="46802" x="1574800" y="4038600"/>
          <p14:tracePt t="46805" x="1555750" y="4032250"/>
          <p14:tracePt t="46819" x="1543050" y="4032250"/>
          <p14:tracePt t="46835" x="1524000" y="4025900"/>
          <p14:tracePt t="46852" x="1498600" y="4019550"/>
          <p14:tracePt t="46869" x="1485900" y="4019550"/>
          <p14:tracePt t="46885" x="1460500" y="4013200"/>
          <p14:tracePt t="46902" x="1441450" y="4013200"/>
          <p14:tracePt t="46909" x="1435100" y="4013200"/>
          <p14:tracePt t="46935" x="1403350" y="4013200"/>
          <p14:tracePt t="46940" x="1390650" y="4013200"/>
          <p14:tracePt t="46952" x="1377950" y="4013200"/>
          <p14:tracePt t="46968" x="1346200" y="4013200"/>
          <p14:tracePt t="46986" x="1333500" y="4013200"/>
          <p14:tracePt t="47002" x="1301750" y="4013200"/>
          <p14:tracePt t="47007" x="1289050" y="4013200"/>
          <p14:tracePt t="47019" x="1282700" y="4013200"/>
          <p14:tracePt t="47035" x="1276350" y="4013200"/>
          <p14:tracePt t="47038" x="1263650" y="4019550"/>
          <p14:tracePt t="47052" x="1257300" y="4019550"/>
          <p14:tracePt t="47069" x="1238250" y="4019550"/>
          <p14:tracePt t="47071" x="1225550" y="4019550"/>
          <p14:tracePt t="47087" x="1212850" y="4019550"/>
          <p14:tracePt t="47102" x="1181100" y="4019550"/>
          <p14:tracePt t="47119" x="1162050" y="4019550"/>
          <p14:tracePt t="47136" x="1136650" y="4019550"/>
          <p14:tracePt t="47152" x="1111250" y="4019550"/>
          <p14:tracePt t="47169" x="1104900" y="4025900"/>
          <p14:tracePt t="47185" x="1092200" y="4032250"/>
          <p14:tracePt t="47202" x="1079500" y="4032250"/>
          <p14:tracePt t="47208" x="1073150" y="4032250"/>
          <p14:tracePt t="47219" x="1054100" y="4038600"/>
          <p14:tracePt t="47236" x="1041400" y="4044950"/>
          <p14:tracePt t="47252" x="1016000" y="4051300"/>
          <p14:tracePt t="47269" x="984250" y="4064000"/>
          <p14:tracePt t="47285" x="977900" y="4070350"/>
          <p14:tracePt t="47302" x="965200" y="4070350"/>
          <p14:tracePt t="47305" x="965200" y="4076700"/>
          <p14:tracePt t="47332" x="958850" y="4076700"/>
          <p14:tracePt t="47353" x="958850" y="4083050"/>
          <p14:tracePt t="47362" x="952500" y="4083050"/>
          <p14:tracePt t="47369" x="946150" y="4083050"/>
          <p14:tracePt t="47385" x="939800" y="4095750"/>
          <p14:tracePt t="47402" x="920750" y="4108450"/>
          <p14:tracePt t="47419" x="901700" y="4127500"/>
          <p14:tracePt t="47436" x="876300" y="4140200"/>
          <p14:tracePt t="47441" x="876300" y="4152900"/>
          <p14:tracePt t="47452" x="863600" y="4152900"/>
          <p14:tracePt t="47469" x="850900" y="4165600"/>
          <p14:tracePt t="47473" x="844550" y="4171950"/>
          <p14:tracePt t="47485" x="838200" y="4178300"/>
          <p14:tracePt t="47503" x="825500" y="4184650"/>
          <p14:tracePt t="47519" x="812800" y="4197350"/>
          <p14:tracePt t="47535" x="806450" y="4203700"/>
          <p14:tracePt t="47540" x="800100" y="4210050"/>
          <p14:tracePt t="47555" x="793750" y="4216400"/>
          <p14:tracePt t="47570" x="787400" y="4216400"/>
          <p14:tracePt t="47585" x="787400" y="4222750"/>
          <p14:tracePt t="47628" x="787400" y="4229100"/>
          <p14:tracePt t="47651" x="787400" y="4235450"/>
          <p14:tracePt t="47676" x="781050" y="4235450"/>
          <p14:tracePt t="47683" x="781050" y="4241800"/>
          <p14:tracePt t="47707" x="781050" y="4248150"/>
          <p14:tracePt t="47739" x="781050" y="4254500"/>
          <p14:tracePt t="47772" x="781050" y="4260850"/>
          <p14:tracePt t="47814" x="781050" y="4267200"/>
          <p14:tracePt t="47829" x="781050" y="4273550"/>
          <p14:tracePt t="47855" x="781050" y="4279900"/>
          <p14:tracePt t="47869" x="781050" y="4286250"/>
          <p14:tracePt t="47886" x="781050" y="4292600"/>
          <p14:tracePt t="48031" x="781050" y="4298950"/>
          <p14:tracePt t="48055" x="781050" y="4305300"/>
          <p14:tracePt t="48079" x="781050" y="4311650"/>
          <p14:tracePt t="48095" x="781050" y="4318000"/>
          <p14:tracePt t="48112" x="781050" y="4324350"/>
          <p14:tracePt t="48119" x="774700" y="4324350"/>
          <p14:tracePt t="48135" x="774700" y="4337050"/>
          <p14:tracePt t="48152" x="774700" y="4349750"/>
          <p14:tracePt t="48158" x="774700" y="4368800"/>
          <p14:tracePt t="48169" x="774700" y="4375150"/>
          <p14:tracePt t="48186" x="774700" y="4400550"/>
          <p14:tracePt t="48193" x="774700" y="4406900"/>
          <p14:tracePt t="48202" x="774700" y="4413250"/>
          <p14:tracePt t="48219" x="774700" y="4438650"/>
          <p14:tracePt t="48235" x="774700" y="4451350"/>
          <p14:tracePt t="48252" x="774700" y="4476750"/>
          <p14:tracePt t="48269" x="774700" y="4483100"/>
          <p14:tracePt t="48286" x="774700" y="4489450"/>
          <p14:tracePt t="48361" x="774700" y="4495800"/>
          <p14:tracePt t="48378" x="774700" y="4502150"/>
          <p14:tracePt t="48409" x="774700" y="4508500"/>
          <p14:tracePt t="48433" x="774700" y="4514850"/>
          <p14:tracePt t="48458" x="774700" y="4521200"/>
          <p14:tracePt t="48466" x="774700" y="4527550"/>
          <p14:tracePt t="48482" x="781050" y="4527550"/>
          <p14:tracePt t="48497" x="781050" y="4533900"/>
          <p14:tracePt t="48514" x="787400" y="4540250"/>
          <p14:tracePt t="48529" x="793750" y="4540250"/>
          <p14:tracePt t="48540" x="793750" y="4546600"/>
          <p14:tracePt t="48552" x="793750" y="4552950"/>
          <p14:tracePt t="48555" x="800100" y="4552950"/>
          <p14:tracePt t="48580" x="800100" y="4559300"/>
          <p14:tracePt t="48588" x="806450" y="4559300"/>
          <p14:tracePt t="48602" x="812800" y="4565650"/>
          <p14:tracePt t="48636" x="819150" y="4578350"/>
          <p14:tracePt t="48652" x="825500" y="4584700"/>
          <p14:tracePt t="48669" x="831850" y="4591050"/>
          <p14:tracePt t="48702" x="838200" y="4597400"/>
          <p14:tracePt t="48719" x="850900" y="4603750"/>
          <p14:tracePt t="48735" x="850900" y="4610100"/>
          <p14:tracePt t="48752" x="857250" y="4610100"/>
          <p14:tracePt t="48756" x="863600" y="4616450"/>
          <p14:tracePt t="48788" x="869950" y="4622800"/>
          <p14:tracePt t="48802" x="882650" y="4629150"/>
          <p14:tracePt t="48818" x="882650" y="4635500"/>
          <p14:tracePt t="48836" x="901700" y="4641850"/>
          <p14:tracePt t="48852" x="908050" y="4648200"/>
          <p14:tracePt t="48869" x="927100" y="4654550"/>
          <p14:tracePt t="48885" x="939800" y="4660900"/>
          <p14:tracePt t="48902" x="971550" y="4667250"/>
          <p14:tracePt t="48919" x="996950" y="4679950"/>
          <p14:tracePt t="48935" x="1016000" y="4679950"/>
          <p14:tracePt t="48952" x="1041400" y="4686300"/>
          <p14:tracePt t="48968" x="1047750" y="4686300"/>
          <p14:tracePt t="48985" x="1054100" y="4692650"/>
          <p14:tracePt t="48989" x="1060450" y="4692650"/>
          <p14:tracePt t="49005" x="1066800" y="4692650"/>
          <p14:tracePt t="49022" x="1073150" y="4692650"/>
          <p14:tracePt t="49046" x="1079500" y="4692650"/>
          <p14:tracePt t="49061" x="1085850" y="4699000"/>
          <p14:tracePt t="51239" x="1085850" y="4692650"/>
          <p14:tracePt t="51256" x="1079500" y="4686300"/>
          <p14:tracePt t="51263" x="1079500" y="4679950"/>
          <p14:tracePt t="51272" x="1073150" y="4673600"/>
          <p14:tracePt t="51287" x="1060450" y="4667250"/>
          <p14:tracePt t="51302" x="1054100" y="4654550"/>
          <p14:tracePt t="51319" x="1041400" y="4641850"/>
          <p14:tracePt t="51336" x="1028700" y="4629150"/>
          <p14:tracePt t="51352" x="1016000" y="4616450"/>
          <p14:tracePt t="51369" x="1009650" y="4603750"/>
          <p14:tracePt t="51386" x="1009650" y="4597400"/>
          <p14:tracePt t="51391" x="1003300" y="4591050"/>
          <p14:tracePt t="51402" x="1003300" y="4584700"/>
          <p14:tracePt t="51419" x="1003300" y="4578350"/>
          <p14:tracePt t="51436" x="996950" y="4572000"/>
          <p14:tracePt t="51452" x="990600" y="4559300"/>
          <p14:tracePt t="51456" x="990600" y="4552950"/>
          <p14:tracePt t="51486" x="984250" y="4533900"/>
          <p14:tracePt t="51502" x="977900" y="4521200"/>
          <p14:tracePt t="51519" x="971550" y="4489450"/>
          <p14:tracePt t="51536" x="958850" y="4464050"/>
          <p14:tracePt t="51552" x="952500" y="4457700"/>
          <p14:tracePt t="51569" x="952500" y="4451350"/>
          <p14:tracePt t="51586" x="946150" y="4445000"/>
          <p14:tracePt t="51602" x="946150" y="4432300"/>
          <p14:tracePt t="51619" x="939800" y="4413250"/>
          <p14:tracePt t="51635" x="939800" y="4406900"/>
          <p14:tracePt t="51653" x="933450" y="4394200"/>
          <p14:tracePt t="51659" x="927100" y="4387850"/>
          <p14:tracePt t="51705" x="927100" y="4381500"/>
          <p14:tracePt t="51749" x="927100" y="4375150"/>
          <p14:tracePt t="55068" x="927100" y="4381500"/>
          <p14:tracePt t="55083" x="920750" y="4381500"/>
          <p14:tracePt t="55107" x="920750" y="4387850"/>
          <p14:tracePt t="55132" x="920750" y="4394200"/>
          <p14:tracePt t="55141" x="920750" y="4400550"/>
          <p14:tracePt t="55158" x="914400" y="4406900"/>
          <p14:tracePt t="55173" x="914400" y="4413250"/>
          <p14:tracePt t="55229" x="914400" y="4419600"/>
          <p14:tracePt t="55253" x="914400" y="4425950"/>
          <p14:tracePt t="55269" x="914400" y="4432300"/>
          <p14:tracePt t="55285" x="914400" y="4438650"/>
          <p14:tracePt t="55302" x="908050" y="4451350"/>
          <p14:tracePt t="55319" x="908050" y="4464050"/>
          <p14:tracePt t="55336" x="901700" y="4476750"/>
          <p14:tracePt t="55352" x="901700" y="4495800"/>
          <p14:tracePt t="55369" x="901700" y="4502150"/>
          <p14:tracePt t="55386" x="895350" y="4508500"/>
          <p14:tracePt t="55431" x="895350" y="4514850"/>
          <p14:tracePt t="55472" x="895350" y="4521200"/>
          <p14:tracePt t="55504" x="895350" y="4527550"/>
          <p14:tracePt t="55512" x="889000" y="4533900"/>
          <p14:tracePt t="55534" x="889000" y="4540250"/>
          <p14:tracePt t="55551" x="889000" y="4546600"/>
          <p14:tracePt t="55569" x="882650" y="4552950"/>
          <p14:tracePt t="55602" x="882650" y="4559300"/>
          <p14:tracePt t="55635" x="882650" y="4565650"/>
          <p14:tracePt t="55664" x="882650" y="4572000"/>
          <p14:tracePt t="58882" x="882650" y="4578350"/>
          <p14:tracePt t="58889" x="882650" y="4584700"/>
          <p14:tracePt t="58906" x="882650" y="4591050"/>
          <p14:tracePt t="58919" x="882650" y="4597400"/>
          <p14:tracePt t="58937" x="876300" y="4616450"/>
          <p14:tracePt t="58952" x="869950" y="4635500"/>
          <p14:tracePt t="58970" x="863600" y="4654550"/>
          <p14:tracePt t="58986" x="857250" y="4673600"/>
          <p14:tracePt t="59003" x="850900" y="4692650"/>
          <p14:tracePt t="59019" x="844550" y="4718050"/>
          <p14:tracePt t="59036" x="844550" y="4737100"/>
          <p14:tracePt t="59052" x="844550" y="4749800"/>
          <p14:tracePt t="59069" x="844550" y="4756150"/>
          <p14:tracePt t="59086" x="844550" y="4762500"/>
          <p14:tracePt t="59091" x="844550" y="4768850"/>
          <p14:tracePt t="59102" x="838200" y="4768850"/>
          <p14:tracePt t="59119" x="838200" y="4775200"/>
          <p14:tracePt t="59123" x="838200" y="4781550"/>
          <p14:tracePt t="59138" x="838200" y="4787900"/>
          <p14:tracePt t="59152" x="838200" y="4794250"/>
          <p14:tracePt t="59171" x="838200" y="4813300"/>
          <p14:tracePt t="59186" x="831850" y="4826000"/>
          <p14:tracePt t="59202" x="825500" y="4845050"/>
          <p14:tracePt t="59219" x="825500" y="4857750"/>
          <p14:tracePt t="59238" x="819150" y="4870450"/>
          <p14:tracePt t="59252" x="812800" y="4876800"/>
          <p14:tracePt t="59270" x="812800" y="4883150"/>
          <p14:tracePt t="59285" x="812800" y="4889500"/>
          <p14:tracePt t="59303" x="806450" y="4902200"/>
          <p14:tracePt t="59319" x="806450" y="4914900"/>
          <p14:tracePt t="59337" x="800100" y="4933950"/>
          <p14:tracePt t="59339" x="793750" y="4940300"/>
          <p14:tracePt t="59352" x="793750" y="4959350"/>
          <p14:tracePt t="59369" x="793750" y="4965700"/>
          <p14:tracePt t="59373" x="793750" y="4972050"/>
          <p14:tracePt t="59387" x="787400" y="4984750"/>
          <p14:tracePt t="59402" x="787400" y="4991100"/>
          <p14:tracePt t="59407" x="787400" y="4997450"/>
          <p14:tracePt t="59419" x="781050" y="4997450"/>
          <p14:tracePt t="59436" x="781050" y="5010150"/>
          <p14:tracePt t="59453" x="781050" y="5016500"/>
          <p14:tracePt t="59469" x="781050" y="5022850"/>
          <p14:tracePt t="59486" x="781050" y="5029200"/>
          <p14:tracePt t="59519" x="781050" y="5035550"/>
          <p14:tracePt t="59536" x="781050" y="5041900"/>
          <p14:tracePt t="59553" x="781050" y="5048250"/>
          <p14:tracePt t="59569" x="787400" y="5048250"/>
          <p14:tracePt t="59574" x="787400" y="5054600"/>
          <p14:tracePt t="59585" x="793750" y="5054600"/>
          <p14:tracePt t="59602" x="800100" y="5054600"/>
          <p14:tracePt t="59605" x="800100" y="5060950"/>
          <p14:tracePt t="59619" x="806450" y="5060950"/>
          <p14:tracePt t="59636" x="838200" y="5080000"/>
          <p14:tracePt t="59653" x="863600" y="5092700"/>
          <p14:tracePt t="59669" x="876300" y="5099050"/>
          <p14:tracePt t="59674" x="908050" y="5105400"/>
          <p14:tracePt t="59686" x="996950" y="5130800"/>
          <p14:tracePt t="59702" x="1066800" y="5143500"/>
          <p14:tracePt t="59719" x="1111250" y="5149850"/>
          <p14:tracePt t="59736" x="1168400" y="5156200"/>
          <p14:tracePt t="59753" x="1187450" y="5156200"/>
          <p14:tracePt t="59769" x="1193800" y="5156200"/>
          <p14:tracePt t="59785" x="1200150" y="5156200"/>
          <p14:tracePt t="59802" x="1206500" y="5156200"/>
          <p14:tracePt t="59819" x="1219200" y="5149850"/>
          <p14:tracePt t="59836" x="1238250" y="5137150"/>
          <p14:tracePt t="59839" x="1244600" y="5137150"/>
          <p14:tracePt t="59852" x="1263650" y="5124450"/>
          <p14:tracePt t="59869" x="1276350" y="5118100"/>
          <p14:tracePt t="59872" x="1295400" y="5111750"/>
          <p14:tracePt t="59886" x="1314450" y="5105400"/>
          <p14:tracePt t="59902" x="1339850" y="5105400"/>
          <p14:tracePt t="59919" x="1358900" y="5099050"/>
          <p14:tracePt t="59936" x="1422400" y="5092700"/>
          <p14:tracePt t="59952" x="1466850" y="5092700"/>
          <p14:tracePt t="59969" x="1498600" y="5092700"/>
          <p14:tracePt t="59986" x="1549400" y="5092700"/>
          <p14:tracePt t="60019" x="1638300" y="5092700"/>
          <p14:tracePt t="60036" x="1670050" y="5092700"/>
          <p14:tracePt t="60040" x="1695450" y="5099050"/>
          <p14:tracePt t="60052" x="1701800" y="5099050"/>
          <p14:tracePt t="60069" x="1739900" y="5099050"/>
          <p14:tracePt t="60072" x="1765300" y="5099050"/>
          <p14:tracePt t="60086" x="1771650" y="5099050"/>
          <p14:tracePt t="60102" x="1803400" y="5105400"/>
          <p14:tracePt t="60106" x="1828800" y="5105400"/>
          <p14:tracePt t="60119" x="1835150" y="5105400"/>
          <p14:tracePt t="60136" x="1898650" y="5111750"/>
          <p14:tracePt t="60152" x="1955800" y="5118100"/>
          <p14:tracePt t="60169" x="2006600" y="5130800"/>
          <p14:tracePt t="60186" x="2032000" y="5130800"/>
          <p14:tracePt t="60203" x="2076450" y="5137150"/>
          <p14:tracePt t="60219" x="2101850" y="5143500"/>
          <p14:tracePt t="60236" x="2146300" y="5156200"/>
          <p14:tracePt t="60252" x="2178050" y="5162550"/>
          <p14:tracePt t="60269" x="2228850" y="5175250"/>
          <p14:tracePt t="60275" x="2241550" y="5181600"/>
          <p14:tracePt t="60286" x="2254250" y="5181600"/>
          <p14:tracePt t="60302" x="2279650" y="5181600"/>
          <p14:tracePt t="60306" x="2298700" y="5181600"/>
          <p14:tracePt t="60318" x="2305050" y="5181600"/>
          <p14:tracePt t="60336" x="2311400" y="5181600"/>
          <p14:tracePt t="60372" x="2317750" y="5181600"/>
          <p14:tracePt t="60397" x="2324100" y="5181600"/>
          <p14:tracePt t="60412" x="2330450" y="5168900"/>
          <p14:tracePt t="60419" x="2336800" y="5162550"/>
          <p14:tracePt t="60436" x="2349500" y="5137150"/>
          <p14:tracePt t="60452" x="2355850" y="5105400"/>
          <p14:tracePt t="60469" x="2355850" y="5067300"/>
          <p14:tracePt t="60486" x="2336800" y="5016500"/>
          <p14:tracePt t="60503" x="2286000" y="4959350"/>
          <p14:tracePt t="60519" x="2216150" y="4902200"/>
          <p14:tracePt t="60536" x="2139950" y="4857750"/>
          <p14:tracePt t="60541" x="2101850" y="4845050"/>
          <p14:tracePt t="60552" x="2076450" y="4838700"/>
          <p14:tracePt t="60569" x="1981200" y="4806950"/>
          <p14:tracePt t="60573" x="1955800" y="4806950"/>
          <p14:tracePt t="60586" x="1898650" y="4787900"/>
          <p14:tracePt t="60602" x="1822450" y="4781550"/>
          <p14:tracePt t="60605" x="1778000" y="4768850"/>
          <p14:tracePt t="60619" x="1701800" y="4749800"/>
          <p14:tracePt t="60636" x="1543050" y="4718050"/>
          <p14:tracePt t="60652" x="1435100" y="4699000"/>
          <p14:tracePt t="60669" x="1327150" y="4679950"/>
          <p14:tracePt t="60686" x="1270000" y="4679950"/>
          <p14:tracePt t="60702" x="1200150" y="4673600"/>
          <p14:tracePt t="60719" x="1136650" y="4686300"/>
          <p14:tracePt t="60736" x="1092200" y="4705350"/>
          <p14:tracePt t="60753" x="1047750" y="4737100"/>
          <p14:tracePt t="60769" x="990600" y="4794250"/>
          <p14:tracePt t="60786" x="952500" y="4819650"/>
          <p14:tracePt t="60803" x="927100" y="4838700"/>
          <p14:tracePt t="60819" x="914400" y="4851400"/>
          <p14:tracePt t="60836" x="908050" y="4857750"/>
          <p14:tracePt t="60857" x="901700" y="4864100"/>
          <p14:tracePt t="60879" x="901700" y="4870450"/>
          <p14:tracePt t="60890" x="901700" y="4876800"/>
          <p14:tracePt t="60902" x="895350" y="4889500"/>
          <p14:tracePt t="60921" x="889000" y="4902200"/>
          <p14:tracePt t="60927" x="889000" y="4908550"/>
          <p14:tracePt t="60935" x="889000" y="4914900"/>
          <p14:tracePt t="60953" x="889000" y="4921250"/>
          <p14:tracePt t="60969" x="895350" y="4933950"/>
          <p14:tracePt t="60987" x="901700" y="4940300"/>
          <p14:tracePt t="61003" x="901700" y="4946650"/>
          <p14:tracePt t="61020" x="908050" y="4953000"/>
          <p14:tracePt t="61026" x="908050" y="4959350"/>
          <p14:tracePt t="61035" x="914400" y="4959350"/>
          <p14:tracePt t="61052" x="920750" y="4965700"/>
          <p14:tracePt t="61069" x="927100" y="4965700"/>
          <p14:tracePt t="61086" x="939800" y="4972050"/>
          <p14:tracePt t="61090" x="939800" y="4978400"/>
          <p14:tracePt t="61102" x="946150" y="4978400"/>
          <p14:tracePt t="61119" x="952500" y="4978400"/>
          <p14:tracePt t="61136" x="958850" y="4984750"/>
          <p14:tracePt t="61152" x="965200" y="4984750"/>
          <p14:tracePt t="61169" x="977900" y="4991100"/>
          <p14:tracePt t="61186" x="996950" y="4997450"/>
          <p14:tracePt t="61193" x="1016000" y="5003800"/>
          <p14:tracePt t="61202" x="1035050" y="5010150"/>
          <p14:tracePt t="61220" x="1073150" y="5022850"/>
          <p14:tracePt t="61225" x="1092200" y="5029200"/>
          <p14:tracePt t="61235" x="1098550" y="5029200"/>
          <p14:tracePt t="61252" x="1143000" y="5035550"/>
          <p14:tracePt t="61269" x="1181100" y="5035550"/>
          <p14:tracePt t="61286" x="1193800" y="5035550"/>
          <p14:tracePt t="61290" x="1200150" y="5035550"/>
          <p14:tracePt t="61302" x="1206500" y="5035550"/>
          <p14:tracePt t="61319" x="1212850" y="5035550"/>
          <p14:tracePt t="61694" x="0" y="0"/>
        </p14:tracePtLst>
        <p14:tracePtLst>
          <p14:tracePt t="62178" x="1200150" y="5067300"/>
          <p14:tracePt t="62362" x="1193800" y="5067300"/>
          <p14:tracePt t="62372" x="1181100" y="5067300"/>
          <p14:tracePt t="62380" x="1174750" y="5067300"/>
          <p14:tracePt t="62388" x="1168400" y="5067300"/>
          <p14:tracePt t="62402" x="1143000" y="5067300"/>
          <p14:tracePt t="62419" x="1123950" y="5067300"/>
          <p14:tracePt t="62435" x="1104900" y="5067300"/>
          <p14:tracePt t="62452" x="1085850" y="5067300"/>
          <p14:tracePt t="62469" x="1066800" y="5067300"/>
          <p14:tracePt t="62485" x="1047750" y="5073650"/>
          <p14:tracePt t="62502" x="1022350" y="5073650"/>
          <p14:tracePt t="62519" x="990600" y="5086350"/>
          <p14:tracePt t="62524" x="984250" y="5086350"/>
          <p14:tracePt t="62536" x="971550" y="5092700"/>
          <p14:tracePt t="62540" x="946150" y="5105400"/>
          <p14:tracePt t="62552" x="927100" y="5111750"/>
          <p14:tracePt t="62570" x="895350" y="5137150"/>
          <p14:tracePt t="62572" x="869950" y="5143500"/>
          <p14:tracePt t="62585" x="850900" y="5156200"/>
          <p14:tracePt t="62604" x="800100" y="5187950"/>
          <p14:tracePt t="62619" x="787400" y="5200650"/>
          <p14:tracePt t="62636" x="774700" y="5213350"/>
          <p14:tracePt t="62661" x="768350" y="5213350"/>
          <p14:tracePt t="62669" x="768350" y="5219700"/>
          <p14:tracePt t="62693" x="768350" y="5226050"/>
          <p14:tracePt t="62709" x="762000" y="5232400"/>
          <p14:tracePt t="62719" x="762000" y="5238750"/>
          <p14:tracePt t="62735" x="755650" y="5245100"/>
          <p14:tracePt t="62753" x="755650" y="5251450"/>
          <p14:tracePt t="62769" x="755650" y="5264150"/>
          <p14:tracePt t="62772" x="755650" y="5276850"/>
          <p14:tracePt t="62789" x="755650" y="5283200"/>
          <p14:tracePt t="62802" x="755650" y="5289550"/>
          <p14:tracePt t="62805" x="755650" y="5295900"/>
          <p14:tracePt t="62821" x="755650" y="5302250"/>
          <p14:tracePt t="62836" x="755650" y="5314950"/>
          <p14:tracePt t="62852" x="755650" y="5321300"/>
          <p14:tracePt t="62869" x="755650" y="5340350"/>
          <p14:tracePt t="62871" x="755650" y="5346700"/>
          <p14:tracePt t="62886" x="762000" y="5359400"/>
          <p14:tracePt t="62902" x="774700" y="5384800"/>
          <p14:tracePt t="62919" x="787400" y="5391150"/>
          <p14:tracePt t="62936" x="800100" y="5403850"/>
          <p14:tracePt t="62953" x="806450" y="5416550"/>
          <p14:tracePt t="62969" x="825500" y="5429250"/>
          <p14:tracePt t="62975" x="838200" y="5435600"/>
          <p14:tracePt t="62985" x="844550" y="5441950"/>
          <p14:tracePt t="63002" x="857250" y="5448300"/>
          <p14:tracePt t="63019" x="869950" y="5461000"/>
          <p14:tracePt t="63036" x="901700" y="5480050"/>
          <p14:tracePt t="63038" x="908050" y="5486400"/>
          <p14:tracePt t="63052" x="927100" y="5492750"/>
          <p14:tracePt t="63069" x="946150" y="5505450"/>
          <p14:tracePt t="63070" x="958850" y="5511800"/>
          <p14:tracePt t="63086" x="996950" y="5530850"/>
          <p14:tracePt t="63102" x="1016000" y="5543550"/>
          <p14:tracePt t="63104" x="1035050" y="5543550"/>
          <p14:tracePt t="63119" x="1098550" y="5575300"/>
          <p14:tracePt t="63136" x="1181100" y="5600700"/>
          <p14:tracePt t="63152" x="1231900" y="5619750"/>
          <p14:tracePt t="63169" x="1276350" y="5626100"/>
          <p14:tracePt t="63186" x="1327150" y="5645150"/>
          <p14:tracePt t="63202" x="1384300" y="5657850"/>
          <p14:tracePt t="63219" x="1447800" y="5670550"/>
          <p14:tracePt t="63235" x="1517650" y="5676900"/>
          <p14:tracePt t="63253" x="1587500" y="5683250"/>
          <p14:tracePt t="63269" x="1657350" y="5683250"/>
          <p14:tracePt t="63286" x="1708150" y="5683250"/>
          <p14:tracePt t="63302" x="1752600" y="5683250"/>
          <p14:tracePt t="63305" x="1778000" y="5683250"/>
          <p14:tracePt t="63319" x="1797050" y="5683250"/>
          <p14:tracePt t="63336" x="1860550" y="5683250"/>
          <p14:tracePt t="63352" x="1879600" y="5683250"/>
          <p14:tracePt t="63369" x="1905000" y="5683250"/>
          <p14:tracePt t="63372" x="1924050" y="5683250"/>
          <p14:tracePt t="63386" x="1981200" y="5683250"/>
          <p14:tracePt t="63402" x="2044700" y="5683250"/>
          <p14:tracePt t="63419" x="2095500" y="5683250"/>
          <p14:tracePt t="63435" x="2120900" y="5683250"/>
          <p14:tracePt t="63452" x="2178050" y="5683250"/>
          <p14:tracePt t="63469" x="2216150" y="5683250"/>
          <p14:tracePt t="63486" x="2241550" y="5683250"/>
          <p14:tracePt t="63503" x="2254250" y="5683250"/>
          <p14:tracePt t="63508" x="2260600" y="5683250"/>
          <p14:tracePt t="63519" x="2266950" y="5683250"/>
          <p14:tracePt t="63536" x="2273300" y="5683250"/>
          <p14:tracePt t="63539" x="2279650" y="5683250"/>
          <p14:tracePt t="63552" x="2286000" y="5676900"/>
          <p14:tracePt t="63569" x="2305050" y="5676900"/>
          <p14:tracePt t="63572" x="2311400" y="5670550"/>
          <p14:tracePt t="63586" x="2336800" y="5664200"/>
          <p14:tracePt t="63602" x="2355850" y="5657850"/>
          <p14:tracePt t="63619" x="2381250" y="5651500"/>
          <p14:tracePt t="63636" x="2413000" y="5645150"/>
          <p14:tracePt t="63652" x="2444750" y="5632450"/>
          <p14:tracePt t="63669" x="2470150" y="5626100"/>
          <p14:tracePt t="63685" x="2489200" y="5613400"/>
          <p14:tracePt t="63702" x="2501900" y="5607050"/>
          <p14:tracePt t="63719" x="2508250" y="5600700"/>
          <p14:tracePt t="63736" x="2508250" y="5594350"/>
          <p14:tracePt t="63769" x="2508250" y="5575300"/>
          <p14:tracePt t="63786" x="2508250" y="5549900"/>
          <p14:tracePt t="63802" x="2508250" y="5530850"/>
          <p14:tracePt t="63805" x="2508250" y="5524500"/>
          <p14:tracePt t="63819" x="2508250" y="5518150"/>
          <p14:tracePt t="63836" x="2508250" y="5505450"/>
          <p14:tracePt t="63852" x="2508250" y="5499100"/>
          <p14:tracePt t="63869" x="2508250" y="5492750"/>
          <p14:tracePt t="63887" x="2508250" y="5486400"/>
          <p14:tracePt t="63902" x="2508250" y="5467350"/>
          <p14:tracePt t="63919" x="2501900" y="5454650"/>
          <p14:tracePt t="63935" x="2495550" y="5435600"/>
          <p14:tracePt t="63952" x="2476500" y="5416550"/>
          <p14:tracePt t="63969" x="2470150" y="5403850"/>
          <p14:tracePt t="63986" x="2463800" y="5391150"/>
          <p14:tracePt t="64019" x="2457450" y="5378450"/>
          <p14:tracePt t="64026" x="2457450" y="5372100"/>
          <p14:tracePt t="64047" x="2457450" y="5365750"/>
          <p14:tracePt t="64063" x="2451100" y="5365750"/>
          <p14:tracePt t="64086" x="2451100" y="5359400"/>
          <p14:tracePt t="64112" x="2451100" y="5353050"/>
          <p14:tracePt t="64119" x="2444750" y="5353050"/>
          <p14:tracePt t="64136" x="2438400" y="5346700"/>
          <p14:tracePt t="64153" x="2438400" y="5340350"/>
          <p14:tracePt t="64169" x="2438400" y="5334000"/>
          <p14:tracePt t="64188" x="2432050" y="5334000"/>
          <p14:tracePt t="64410" x="0" y="0"/>
        </p14:tracePtLst>
        <p14:tracePtLst>
          <p14:tracePt t="82727" x="1524000" y="2425700"/>
          <p14:tracePt t="82733" x="1517650" y="2425700"/>
          <p14:tracePt t="82742" x="1511300" y="2425700"/>
          <p14:tracePt t="82753" x="1511300" y="2419350"/>
          <p14:tracePt t="82830" x="1504950" y="2419350"/>
          <p14:tracePt t="82855" x="1498600" y="2419350"/>
          <p14:tracePt t="82871" x="1492250" y="2419350"/>
          <p14:tracePt t="82880" x="1485900" y="2419350"/>
          <p14:tracePt t="82889" x="1479550" y="2419350"/>
          <p14:tracePt t="82903" x="1466850" y="2419350"/>
          <p14:tracePt t="82920" x="1454150" y="2425700"/>
          <p14:tracePt t="82936" x="1428750" y="2432050"/>
          <p14:tracePt t="82953" x="1422400" y="2438400"/>
          <p14:tracePt t="82969" x="1416050" y="2444750"/>
          <p14:tracePt t="82986" x="1409700" y="2457450"/>
          <p14:tracePt t="83003" x="1409700" y="2463800"/>
          <p14:tracePt t="83019" x="1409700" y="2482850"/>
          <p14:tracePt t="83036" x="1409700" y="2501900"/>
          <p14:tracePt t="83053" x="1409700" y="2514600"/>
          <p14:tracePt t="83069" x="1409700" y="2533650"/>
          <p14:tracePt t="83086" x="1409700" y="2540000"/>
          <p14:tracePt t="83103" x="1428750" y="2571750"/>
          <p14:tracePt t="83119" x="1441450" y="2584450"/>
          <p14:tracePt t="83136" x="1466850" y="2609850"/>
          <p14:tracePt t="83153" x="1492250" y="2628900"/>
          <p14:tracePt t="83169" x="1511300" y="2641600"/>
          <p14:tracePt t="83186" x="1536700" y="2654300"/>
          <p14:tracePt t="83203" x="1555750" y="2667000"/>
          <p14:tracePt t="83219" x="1581150" y="2686050"/>
          <p14:tracePt t="83236" x="1612900" y="2711450"/>
          <p14:tracePt t="83253" x="1644650" y="2724150"/>
          <p14:tracePt t="83270" x="1676400" y="2743200"/>
          <p14:tracePt t="83274" x="1695450" y="2749550"/>
          <p14:tracePt t="83286" x="1714500" y="2755900"/>
          <p14:tracePt t="83303" x="1758950" y="2768600"/>
          <p14:tracePt t="83305" x="1765300" y="2768600"/>
          <p14:tracePt t="83320" x="1797050" y="2768600"/>
          <p14:tracePt t="83336" x="1835150" y="2768600"/>
          <p14:tracePt t="83353" x="1879600" y="2768600"/>
          <p14:tracePt t="83369" x="1898650" y="2768600"/>
          <p14:tracePt t="83372" x="1905000" y="2768600"/>
          <p14:tracePt t="83386" x="1930400" y="2755900"/>
          <p14:tracePt t="83403" x="1955800" y="2736850"/>
          <p14:tracePt t="83419" x="1974850" y="2717800"/>
          <p14:tracePt t="83436" x="2000250" y="2698750"/>
          <p14:tracePt t="83453" x="2019300" y="2667000"/>
          <p14:tracePt t="83470" x="2038350" y="2647950"/>
          <p14:tracePt t="83486" x="2057400" y="2622550"/>
          <p14:tracePt t="83503" x="2076450" y="2603500"/>
          <p14:tracePt t="83520" x="2095500" y="2571750"/>
          <p14:tracePt t="83536" x="2108200" y="2552700"/>
          <p14:tracePt t="83539" x="2120900" y="2540000"/>
          <p14:tracePt t="83569" x="2139950" y="2514600"/>
          <p14:tracePt t="83573" x="2146300" y="2501900"/>
          <p14:tracePt t="83587" x="2159000" y="2476500"/>
          <p14:tracePt t="83603" x="2159000" y="2463800"/>
          <p14:tracePt t="83620" x="2159000" y="2451100"/>
          <p14:tracePt t="83636" x="2159000" y="2438400"/>
          <p14:tracePt t="83653" x="2159000" y="2413000"/>
          <p14:tracePt t="83669" x="2152650" y="2400300"/>
          <p14:tracePt t="83686" x="2139950" y="2387600"/>
          <p14:tracePt t="83703" x="2120900" y="2381250"/>
          <p14:tracePt t="83719" x="2095500" y="2368550"/>
          <p14:tracePt t="83736" x="2076450" y="2355850"/>
          <p14:tracePt t="83753" x="2012950" y="2349500"/>
          <p14:tracePt t="83769" x="1949450" y="2343150"/>
          <p14:tracePt t="83786" x="1854200" y="2336800"/>
          <p14:tracePt t="83803" x="1733550" y="2330450"/>
          <p14:tracePt t="83805" x="1708150" y="2330450"/>
          <p14:tracePt t="83820" x="1644650" y="2330450"/>
          <p14:tracePt t="83836" x="1498600" y="2330450"/>
          <p14:tracePt t="83853" x="1422400" y="2330450"/>
          <p14:tracePt t="83869" x="1371600" y="2336800"/>
          <p14:tracePt t="83887" x="1352550" y="2349500"/>
          <p14:tracePt t="83903" x="1333500" y="2362200"/>
          <p14:tracePt t="83920" x="1327150" y="2368550"/>
          <p14:tracePt t="83936" x="1314450" y="2393950"/>
          <p14:tracePt t="83955" x="1301750" y="2406650"/>
          <p14:tracePt t="83969" x="1282700" y="2438400"/>
          <p14:tracePt t="83987" x="1282700" y="2457450"/>
          <p14:tracePt t="84003" x="1276350" y="2476500"/>
          <p14:tracePt t="84020" x="1276350" y="2489200"/>
          <p14:tracePt t="84024" x="1276350" y="2501900"/>
          <p14:tracePt t="84036" x="1276350" y="2520950"/>
          <p14:tracePt t="84053" x="1295400" y="2540000"/>
          <p14:tracePt t="84055" x="1301750" y="2552700"/>
          <p14:tracePt t="84070" x="1308100" y="2559050"/>
          <p14:tracePt t="84086" x="1377950" y="2609850"/>
          <p14:tracePt t="84103" x="1441450" y="2647950"/>
          <p14:tracePt t="84119" x="1504950" y="2679700"/>
          <p14:tracePt t="84136" x="1619250" y="2717800"/>
          <p14:tracePt t="84153" x="1739900" y="2762250"/>
          <p14:tracePt t="84169" x="1822450" y="2781300"/>
          <p14:tracePt t="84186" x="1962150" y="2800350"/>
          <p14:tracePt t="84203" x="2063750" y="2806700"/>
          <p14:tracePt t="84219" x="2108200" y="2806700"/>
          <p14:tracePt t="84236" x="2152650" y="2806700"/>
          <p14:tracePt t="84253" x="2171700" y="2806700"/>
          <p14:tracePt t="84281" x="2178050" y="2800350"/>
          <p14:tracePt t="84347" x="0" y="0"/>
        </p14:tracePtLst>
        <p14:tracePtLst>
          <p14:tracePt t="95160" x="7308850" y="1803400"/>
          <p14:tracePt t="95164" x="7302500" y="1803400"/>
          <p14:tracePt t="95187" x="7283450" y="1790700"/>
          <p14:tracePt t="95204" x="7264400" y="1778000"/>
          <p14:tracePt t="95220" x="7251700" y="1771650"/>
          <p14:tracePt t="95237" x="7232650" y="1765300"/>
          <p14:tracePt t="95253" x="7219950" y="1758950"/>
          <p14:tracePt t="95270" x="7188200" y="1746250"/>
          <p14:tracePt t="95287" x="7169150" y="1746250"/>
          <p14:tracePt t="95303" x="7150100" y="1733550"/>
          <p14:tracePt t="95320" x="7118350" y="1727200"/>
          <p14:tracePt t="95337" x="7086600" y="1727200"/>
          <p14:tracePt t="95353" x="7067550" y="1720850"/>
          <p14:tracePt t="95370" x="7029450" y="1720850"/>
          <p14:tracePt t="95387" x="7004050" y="1714500"/>
          <p14:tracePt t="95391" x="6997700" y="1714500"/>
          <p14:tracePt t="95403" x="6985000" y="1714500"/>
          <p14:tracePt t="95420" x="6959600" y="1714500"/>
          <p14:tracePt t="95425" x="6946900" y="1714500"/>
          <p14:tracePt t="95439" x="6889750" y="1727200"/>
          <p14:tracePt t="95453" x="6832600" y="1739900"/>
          <p14:tracePt t="95472" x="6781800" y="1758950"/>
          <p14:tracePt t="95487" x="6737350" y="1771650"/>
          <p14:tracePt t="95505" x="6699250" y="1784350"/>
          <p14:tracePt t="95521" x="6680200" y="1790700"/>
          <p14:tracePt t="95538" x="6654800" y="1797050"/>
          <p14:tracePt t="95541" x="6648450" y="1803400"/>
          <p14:tracePt t="95553" x="6635750" y="1809750"/>
          <p14:tracePt t="95570" x="6623050" y="1816100"/>
          <p14:tracePt t="95587" x="6604000" y="1822450"/>
          <p14:tracePt t="95603" x="6591300" y="1828800"/>
          <p14:tracePt t="95608" x="6591300" y="1835150"/>
          <p14:tracePt t="95620" x="6578600" y="1835150"/>
          <p14:tracePt t="95636" x="6572250" y="1847850"/>
          <p14:tracePt t="95639" x="6565900" y="1854200"/>
          <p14:tracePt t="95670" x="6540500" y="1879600"/>
          <p14:tracePt t="95673" x="6534150" y="1892300"/>
          <p14:tracePt t="95687" x="6508750" y="1911350"/>
          <p14:tracePt t="95703" x="6489700" y="1930400"/>
          <p14:tracePt t="95720" x="6483350" y="1949450"/>
          <p14:tracePt t="95737" x="6470650" y="1968500"/>
          <p14:tracePt t="95753" x="6464300" y="1981200"/>
          <p14:tracePt t="95770" x="6451600" y="2000250"/>
          <p14:tracePt t="95787" x="6438900" y="2019300"/>
          <p14:tracePt t="95803" x="6413500" y="2057400"/>
          <p14:tracePt t="95809" x="6407150" y="2070100"/>
          <p14:tracePt t="95820" x="6381750" y="2108200"/>
          <p14:tracePt t="95837" x="6362700" y="2139950"/>
          <p14:tracePt t="95853" x="6330950" y="2203450"/>
          <p14:tracePt t="95870" x="6286500" y="2273300"/>
          <p14:tracePt t="95875" x="6273800" y="2298700"/>
          <p14:tracePt t="95892" x="6242050" y="2355850"/>
          <p14:tracePt t="95903" x="6242050" y="2368550"/>
          <p14:tracePt t="95906" x="6235700" y="2374900"/>
          <p14:tracePt t="95920" x="6229350" y="2393950"/>
          <p14:tracePt t="95937" x="6210300" y="2438400"/>
          <p14:tracePt t="95953" x="6203950" y="2470150"/>
          <p14:tracePt t="95970" x="6191250" y="2514600"/>
          <p14:tracePt t="95986" x="6184900" y="2546350"/>
          <p14:tracePt t="96003" x="6172200" y="2603500"/>
          <p14:tracePt t="96020" x="6172200" y="2647950"/>
          <p14:tracePt t="96037" x="6165850" y="2686050"/>
          <p14:tracePt t="96042" x="6159500" y="2711450"/>
          <p14:tracePt t="96053" x="6159500" y="2730500"/>
          <p14:tracePt t="96070" x="6153150" y="2806700"/>
          <p14:tracePt t="96086" x="6146800" y="2844800"/>
          <p14:tracePt t="96104" x="6146800" y="2876550"/>
          <p14:tracePt t="96108" x="6146800" y="2895600"/>
          <p14:tracePt t="96137" x="6146800" y="2940050"/>
          <p14:tracePt t="96141" x="6146800" y="2959100"/>
          <p14:tracePt t="96153" x="6146800" y="2971800"/>
          <p14:tracePt t="96170" x="6153150" y="3041650"/>
          <p14:tracePt t="96173" x="6153150" y="3067050"/>
          <p14:tracePt t="96188" x="6165850" y="3111500"/>
          <p14:tracePt t="96203" x="6178550" y="3155950"/>
          <p14:tracePt t="96220" x="6197600" y="3225800"/>
          <p14:tracePt t="96237" x="6216650" y="3289300"/>
          <p14:tracePt t="96244" x="6229350" y="3327400"/>
          <p14:tracePt t="96253" x="6267450" y="3416300"/>
          <p14:tracePt t="96270" x="6292850" y="3473450"/>
          <p14:tracePt t="96286" x="6318250" y="3517900"/>
          <p14:tracePt t="96303" x="6350000" y="3568700"/>
          <p14:tracePt t="96308" x="6356350" y="3581400"/>
          <p14:tracePt t="96320" x="6369050" y="3594100"/>
          <p14:tracePt t="96353" x="6413500" y="3657600"/>
          <p14:tracePt t="96360" x="6419850" y="3670300"/>
          <p14:tracePt t="96370" x="6426200" y="3676650"/>
          <p14:tracePt t="96387" x="6445250" y="3702050"/>
          <p14:tracePt t="96390" x="6451600" y="3714750"/>
          <p14:tracePt t="96404" x="6464300" y="3727450"/>
          <p14:tracePt t="96420" x="6489700" y="3759200"/>
          <p14:tracePt t="96422" x="6496050" y="3771900"/>
          <p14:tracePt t="96437" x="6546850" y="3822700"/>
          <p14:tracePt t="96453" x="6578600" y="3848100"/>
          <p14:tracePt t="96470" x="6610350" y="3873500"/>
          <p14:tracePt t="96487" x="6642100" y="3892550"/>
          <p14:tracePt t="96503" x="6680200" y="3911600"/>
          <p14:tracePt t="96520" x="6711950" y="3930650"/>
          <p14:tracePt t="96537" x="6756400" y="3949700"/>
          <p14:tracePt t="96542" x="6775450" y="3956050"/>
          <p14:tracePt t="96553" x="6800850" y="3962400"/>
          <p14:tracePt t="96570" x="6851650" y="3994150"/>
          <p14:tracePt t="96573" x="6883400" y="4006850"/>
          <p14:tracePt t="96586" x="6921500" y="4025900"/>
          <p14:tracePt t="96603" x="6991350" y="4051300"/>
          <p14:tracePt t="96606" x="7029450" y="4070350"/>
          <p14:tracePt t="96620" x="7067550" y="4083050"/>
          <p14:tracePt t="96636" x="7150100" y="4114800"/>
          <p14:tracePt t="96640" x="7188200" y="4127500"/>
          <p14:tracePt t="96653" x="7219950" y="4140200"/>
          <p14:tracePt t="96670" x="7302500" y="4159250"/>
          <p14:tracePt t="96673" x="7340600" y="4165600"/>
          <p14:tracePt t="96688" x="7372350" y="4171950"/>
          <p14:tracePt t="96703" x="7442200" y="4178300"/>
          <p14:tracePt t="96720" x="7512050" y="4184650"/>
          <p14:tracePt t="96737" x="7569200" y="4184650"/>
          <p14:tracePt t="96754" x="7620000" y="4184650"/>
          <p14:tracePt t="96770" x="7651750" y="4184650"/>
          <p14:tracePt t="96787" x="7721600" y="4184650"/>
          <p14:tracePt t="96803" x="7797800" y="4184650"/>
          <p14:tracePt t="96809" x="7842250" y="4191000"/>
          <p14:tracePt t="96820" x="7886700" y="4191000"/>
          <p14:tracePt t="96837" x="7943850" y="4191000"/>
          <p14:tracePt t="96841" x="7981950" y="4197350"/>
          <p14:tracePt t="96853" x="8013700" y="4197350"/>
          <p14:tracePt t="96870" x="8096250" y="4197350"/>
          <p14:tracePt t="96875" x="8128000" y="4197350"/>
          <p14:tracePt t="96880" x="8172450" y="4197350"/>
          <p14:tracePt t="96892" x="8210550" y="4197350"/>
          <p14:tracePt t="96903" x="8255000" y="4197350"/>
          <p14:tracePt t="96920" x="8362950" y="4178300"/>
          <p14:tracePt t="96926" x="8407400" y="4171950"/>
          <p14:tracePt t="96937" x="8496300" y="4152900"/>
          <p14:tracePt t="96953" x="8528050" y="4133850"/>
          <p14:tracePt t="96970" x="8604250" y="4102100"/>
          <p14:tracePt t="96987" x="8648700" y="4076700"/>
          <p14:tracePt t="97004" x="8686800" y="4044950"/>
          <p14:tracePt t="97010" x="8699500" y="4032250"/>
          <p14:tracePt t="97020" x="8737600" y="4000500"/>
          <p14:tracePt t="97036" x="8775700" y="3975100"/>
          <p14:tracePt t="97054" x="8807450" y="3949700"/>
          <p14:tracePt t="97057" x="8820150" y="3930650"/>
          <p14:tracePt t="97070" x="8832850" y="3924300"/>
          <p14:tracePt t="97087" x="8864600" y="3886200"/>
          <p14:tracePt t="97091" x="8883650" y="3867150"/>
          <p14:tracePt t="97103" x="8896350" y="3841750"/>
          <p14:tracePt t="97123" x="8953500" y="3746500"/>
          <p14:tracePt t="97130" x="8991600" y="3657600"/>
          <p14:tracePt t="97137" x="9004300" y="3625850"/>
          <p14:tracePt t="97156" x="9048750" y="3517900"/>
          <p14:tracePt t="97170" x="9061450" y="3492500"/>
          <p14:tracePt t="97188" x="9112250" y="3378200"/>
          <p14:tracePt t="97203" x="9137650" y="3308350"/>
          <p14:tracePt t="97221" x="9156700" y="3257550"/>
          <p14:tracePt t="97237" x="9182100" y="3187700"/>
          <p14:tracePt t="97253" x="9194800" y="3143250"/>
          <p14:tracePt t="97270" x="9213850" y="3073400"/>
          <p14:tracePt t="97287" x="9220200" y="3028950"/>
          <p14:tracePt t="97303" x="9232900" y="2940050"/>
          <p14:tracePt t="97320" x="9232900" y="2895600"/>
          <p14:tracePt t="97325" x="9232900" y="2870200"/>
          <p14:tracePt t="97337" x="9232900" y="2844800"/>
          <p14:tracePt t="97353" x="9232900" y="2762250"/>
          <p14:tracePt t="97357" x="9232900" y="2736850"/>
          <p14:tracePt t="97370" x="9226550" y="2705100"/>
          <p14:tracePt t="97387" x="9207500" y="2622550"/>
          <p14:tracePt t="97403" x="9194800" y="2584450"/>
          <p14:tracePt t="97420" x="9188450" y="2527300"/>
          <p14:tracePt t="97423" x="9175750" y="2508250"/>
          <p14:tracePt t="97437" x="9137650" y="2400300"/>
          <p14:tracePt t="97453" x="9105900" y="2343150"/>
          <p14:tracePt t="97470" x="9080500" y="2292350"/>
          <p14:tracePt t="97487" x="9042400" y="2235200"/>
          <p14:tracePt t="97503" x="9004300" y="2178050"/>
          <p14:tracePt t="97520" x="8959850" y="2127250"/>
          <p14:tracePt t="97526" x="8940800" y="2101850"/>
          <p14:tracePt t="97537" x="8921750" y="2082800"/>
          <p14:tracePt t="97553" x="8877300" y="2038350"/>
          <p14:tracePt t="97558" x="8851900" y="2012950"/>
          <p14:tracePt t="97570" x="8820150" y="1987550"/>
          <p14:tracePt t="97586" x="8750300" y="1936750"/>
          <p14:tracePt t="97590" x="8718550" y="1917700"/>
          <p14:tracePt t="97603" x="8674100" y="1892300"/>
          <p14:tracePt t="97620" x="8591550" y="1847850"/>
          <p14:tracePt t="97623" x="8547100" y="1828800"/>
          <p14:tracePt t="97637" x="8464550" y="1790700"/>
          <p14:tracePt t="97653" x="8375650" y="1765300"/>
          <p14:tracePt t="97670" x="8343900" y="1758950"/>
          <p14:tracePt t="97687" x="8223250" y="1733550"/>
          <p14:tracePt t="97703" x="8159750" y="1727200"/>
          <p14:tracePt t="97720" x="8134350" y="1727200"/>
          <p14:tracePt t="97737" x="8089900" y="1727200"/>
          <p14:tracePt t="97753" x="8045450" y="1727200"/>
          <p14:tracePt t="97770" x="8007350" y="1727200"/>
          <p14:tracePt t="97787" x="7962900" y="1727200"/>
          <p14:tracePt t="97803" x="7937500" y="1727200"/>
          <p14:tracePt t="97820" x="7880350" y="1727200"/>
          <p14:tracePt t="97824" x="7842250" y="1727200"/>
          <p14:tracePt t="97836" x="7810500" y="1727200"/>
          <p14:tracePt t="97853" x="7772400" y="1727200"/>
          <p14:tracePt t="97857" x="7740650" y="1727200"/>
          <p14:tracePt t="97870" x="7708900" y="1727200"/>
          <p14:tracePt t="97887" x="7639050" y="1739900"/>
          <p14:tracePt t="97905" x="7613650" y="1746250"/>
          <p14:tracePt t="97920" x="7569200" y="1752600"/>
          <p14:tracePt t="97937" x="7537450" y="1758950"/>
          <p14:tracePt t="97954" x="7518400" y="1765300"/>
          <p14:tracePt t="97971" x="7512050" y="1771650"/>
          <p14:tracePt t="97986" x="7493000" y="1771650"/>
          <p14:tracePt t="98003" x="7480300" y="1778000"/>
          <p14:tracePt t="98020" x="7461250" y="1784350"/>
          <p14:tracePt t="98037" x="7448550" y="1790700"/>
          <p14:tracePt t="98053" x="7423150" y="1797050"/>
          <p14:tracePt t="98070" x="7410450" y="1803400"/>
          <p14:tracePt t="98086" x="7404100" y="1803400"/>
          <p14:tracePt t="98103" x="7397750" y="1803400"/>
          <p14:tracePt t="98120" x="7391400" y="1809750"/>
          <p14:tracePt t="98138" x="7385050" y="1809750"/>
          <p14:tracePt t="98470" x="0" y="0"/>
        </p14:tracePtLst>
        <p14:tracePtLst>
          <p14:tracePt t="100448" x="7118350" y="2482850"/>
          <p14:tracePt t="100453" x="7118350" y="2476500"/>
          <p14:tracePt t="100460" x="7112000" y="2476500"/>
          <p14:tracePt t="100471" x="7105650" y="2470150"/>
          <p14:tracePt t="100488" x="7099300" y="2463800"/>
          <p14:tracePt t="100494" x="7086600" y="2463800"/>
          <p14:tracePt t="100504" x="7067550" y="2463800"/>
          <p14:tracePt t="100520" x="7042150" y="2463800"/>
          <p14:tracePt t="100524" x="7029450" y="2470150"/>
          <p14:tracePt t="100537" x="7010400" y="2476500"/>
          <p14:tracePt t="100553" x="6972300" y="2482850"/>
          <p14:tracePt t="100556" x="6953250" y="2482850"/>
          <p14:tracePt t="100570" x="6934200" y="2489200"/>
          <p14:tracePt t="100587" x="6896100" y="2489200"/>
          <p14:tracePt t="100603" x="6870700" y="2489200"/>
          <p14:tracePt t="100620" x="6858000" y="2489200"/>
          <p14:tracePt t="100625" x="6845300" y="2489200"/>
          <p14:tracePt t="100637" x="6819900" y="2495550"/>
          <p14:tracePt t="100653" x="6788150" y="2495550"/>
          <p14:tracePt t="100670" x="6762750" y="2508250"/>
          <p14:tracePt t="100687" x="6737350" y="2527300"/>
          <p14:tracePt t="100703" x="6705600" y="2546350"/>
          <p14:tracePt t="100720" x="6680200" y="2559050"/>
          <p14:tracePt t="100726" x="6667500" y="2565400"/>
          <p14:tracePt t="100737" x="6654800" y="2578100"/>
          <p14:tracePt t="100753" x="6648450" y="2584450"/>
          <p14:tracePt t="100758" x="6642100" y="2590800"/>
          <p14:tracePt t="100775" x="6635750" y="2590800"/>
          <p14:tracePt t="100787" x="6635750" y="2597150"/>
          <p14:tracePt t="100815" x="6635750" y="2603500"/>
          <p14:tracePt t="100823" x="6629400" y="2603500"/>
          <p14:tracePt t="100839" x="6629400" y="2609850"/>
          <p14:tracePt t="100854" x="6629400" y="2616200"/>
          <p14:tracePt t="100870" x="6629400" y="2635250"/>
          <p14:tracePt t="100888" x="6629400" y="2654300"/>
          <p14:tracePt t="100894" x="6629400" y="2679700"/>
          <p14:tracePt t="100906" x="6629400" y="2692400"/>
          <p14:tracePt t="100920" x="6642100" y="2711450"/>
          <p14:tracePt t="100937" x="6661150" y="2749550"/>
          <p14:tracePt t="100953" x="6673850" y="2762250"/>
          <p14:tracePt t="100970" x="6692900" y="2774950"/>
          <p14:tracePt t="100987" x="6718300" y="2781300"/>
          <p14:tracePt t="101003" x="6743700" y="2781300"/>
          <p14:tracePt t="101020" x="6775450" y="2787650"/>
          <p14:tracePt t="101025" x="6794500" y="2787650"/>
          <p14:tracePt t="101037" x="6813550" y="2787650"/>
          <p14:tracePt t="101053" x="6858000" y="2787650"/>
          <p14:tracePt t="101055" x="6877050" y="2787650"/>
          <p14:tracePt t="101070" x="6902450" y="2787650"/>
          <p14:tracePt t="101087" x="6985000" y="2787650"/>
          <p14:tracePt t="101103" x="7042150" y="2794000"/>
          <p14:tracePt t="101120" x="7086600" y="2800350"/>
          <p14:tracePt t="101136" x="7143750" y="2800350"/>
          <p14:tracePt t="101153" x="7194550" y="2800350"/>
          <p14:tracePt t="101170" x="7245350" y="2800350"/>
          <p14:tracePt t="101186" x="7327900" y="2800350"/>
          <p14:tracePt t="101203" x="7385050" y="2806700"/>
          <p14:tracePt t="101220" x="7442200" y="2806700"/>
          <p14:tracePt t="101237" x="7512050" y="2806700"/>
          <p14:tracePt t="101253" x="7588250" y="2806700"/>
          <p14:tracePt t="101270" x="7645400" y="2800350"/>
          <p14:tracePt t="101286" x="7670800" y="2794000"/>
          <p14:tracePt t="101289" x="7702550" y="2787650"/>
          <p14:tracePt t="101303" x="7708900" y="2781300"/>
          <p14:tracePt t="101320" x="7727950" y="2768600"/>
          <p14:tracePt t="101322" x="7734300" y="2768600"/>
          <p14:tracePt t="101338" x="7753350" y="2755900"/>
          <p14:tracePt t="101353" x="7759700" y="2749550"/>
          <p14:tracePt t="101370" x="7766050" y="2730500"/>
          <p14:tracePt t="101387" x="7772400" y="2717800"/>
          <p14:tracePt t="101394" x="7778750" y="2705100"/>
          <p14:tracePt t="101403" x="7785100" y="2692400"/>
          <p14:tracePt t="101420" x="7785100" y="2679700"/>
          <p14:tracePt t="101437" x="7785100" y="2654300"/>
          <p14:tracePt t="101454" x="7785100" y="2641600"/>
          <p14:tracePt t="101470" x="7785100" y="2628900"/>
          <p14:tracePt t="101487" x="7778750" y="2616200"/>
          <p14:tracePt t="101493" x="7772400" y="2609850"/>
          <p14:tracePt t="101503" x="7772400" y="2603500"/>
          <p14:tracePt t="101521" x="7753350" y="2584450"/>
          <p14:tracePt t="101526" x="7734300" y="2578100"/>
          <p14:tracePt t="101536" x="7727950" y="2571750"/>
          <p14:tracePt t="101553" x="7683500" y="2552700"/>
          <p14:tracePt t="101557" x="7670800" y="2546350"/>
          <p14:tracePt t="101570" x="7645400" y="2533650"/>
          <p14:tracePt t="101588" x="7588250" y="2527300"/>
          <p14:tracePt t="101603" x="7556500" y="2520950"/>
          <p14:tracePt t="101620" x="7518400" y="2514600"/>
          <p14:tracePt t="101637" x="7493000" y="2508250"/>
          <p14:tracePt t="101654" x="7467600" y="2508250"/>
          <p14:tracePt t="101670" x="7442200" y="2501900"/>
          <p14:tracePt t="101687" x="7410450" y="2501900"/>
          <p14:tracePt t="101703" x="7391400" y="2501900"/>
          <p14:tracePt t="101720" x="7334250" y="2501900"/>
          <p14:tracePt t="101727" x="7321550" y="2501900"/>
          <p14:tracePt t="101737" x="7270750" y="2501900"/>
          <p14:tracePt t="101753" x="7226300" y="2508250"/>
          <p14:tracePt t="101757" x="7162800" y="2514600"/>
          <p14:tracePt t="101770" x="7143750" y="2514600"/>
          <p14:tracePt t="101787" x="7099300" y="2514600"/>
          <p14:tracePt t="101792" x="7048500" y="2527300"/>
          <p14:tracePt t="101803" x="7029450" y="2527300"/>
          <p14:tracePt t="101820" x="7004050" y="2527300"/>
          <p14:tracePt t="101824" x="6991350" y="2533650"/>
          <p14:tracePt t="101838" x="6953250" y="2540000"/>
          <p14:tracePt t="101854" x="6934200" y="2552700"/>
          <p14:tracePt t="101870" x="6921500" y="2559050"/>
          <p14:tracePt t="101887" x="6902450" y="2578100"/>
          <p14:tracePt t="101903" x="6889750" y="2584450"/>
          <p14:tracePt t="101920" x="6877050" y="2597150"/>
          <p14:tracePt t="101926" x="6870700" y="2603500"/>
          <p14:tracePt t="101954" x="6870700" y="2609850"/>
          <p14:tracePt t="102153" x="0" y="0"/>
        </p14:tracePtLst>
        <p14:tracePtLst>
          <p14:tracePt t="106490" x="7137400" y="4254500"/>
          <p14:tracePt t="106511" x="7131050" y="4248150"/>
          <p14:tracePt t="106528" x="7124700" y="4241800"/>
          <p14:tracePt t="106537" x="7112000" y="4235450"/>
          <p14:tracePt t="106554" x="7099300" y="4229100"/>
          <p14:tracePt t="106571" x="7073900" y="4222750"/>
          <p14:tracePt t="106577" x="7067550" y="4222750"/>
          <p14:tracePt t="106582" x="7048500" y="4216400"/>
          <p14:tracePt t="106603" x="7016750" y="4216400"/>
          <p14:tracePt t="106606" x="6985000" y="4216400"/>
          <p14:tracePt t="106620" x="6965950" y="4216400"/>
          <p14:tracePt t="106638" x="6883400" y="4216400"/>
          <p14:tracePt t="106654" x="6832600" y="4216400"/>
          <p14:tracePt t="106670" x="6769100" y="4216400"/>
          <p14:tracePt t="106687" x="6692900" y="4216400"/>
          <p14:tracePt t="106704" x="6604000" y="4222750"/>
          <p14:tracePt t="106720" x="6540500" y="4229100"/>
          <p14:tracePt t="106737" x="6470650" y="4229100"/>
          <p14:tracePt t="106742" x="6407150" y="4229100"/>
          <p14:tracePt t="106753" x="6356350" y="4235450"/>
          <p14:tracePt t="106770" x="6292850" y="4235450"/>
          <p14:tracePt t="106787" x="6229350" y="4235450"/>
          <p14:tracePt t="106804" x="6184900" y="4235450"/>
          <p14:tracePt t="106808" x="6159500" y="4235450"/>
          <p14:tracePt t="106820" x="6146800" y="4235450"/>
          <p14:tracePt t="106837" x="6115050" y="4241800"/>
          <p14:tracePt t="106841" x="6096000" y="4248150"/>
          <p14:tracePt t="106853" x="6083300" y="4254500"/>
          <p14:tracePt t="106870" x="6045200" y="4260850"/>
          <p14:tracePt t="106874" x="6032500" y="4260850"/>
          <p14:tracePt t="106894" x="5981700" y="4273550"/>
          <p14:tracePt t="106903" x="5918200" y="4292600"/>
          <p14:tracePt t="106920" x="5848350" y="4305300"/>
          <p14:tracePt t="106937" x="5822950" y="4324350"/>
          <p14:tracePt t="106955" x="5784850" y="4343400"/>
          <p14:tracePt t="106970" x="5778500" y="4356100"/>
          <p14:tracePt t="106989" x="5772150" y="4356100"/>
          <p14:tracePt t="106992" x="5772150" y="4362450"/>
          <p14:tracePt t="107010" x="5772150" y="4368800"/>
          <p14:tracePt t="107026" x="5772150" y="4375150"/>
          <p14:tracePt t="107037" x="5772150" y="4381500"/>
          <p14:tracePt t="107054" x="5772150" y="4387850"/>
          <p14:tracePt t="107058" x="5772150" y="4400550"/>
          <p14:tracePt t="107070" x="5772150" y="4413250"/>
          <p14:tracePt t="107088" x="5778500" y="4445000"/>
          <p14:tracePt t="107091" x="5784850" y="4464050"/>
          <p14:tracePt t="107103" x="5797550" y="4489450"/>
          <p14:tracePt t="107120" x="5816600" y="4514850"/>
          <p14:tracePt t="107124" x="5848350" y="4540250"/>
          <p14:tracePt t="107138" x="5873750" y="4565650"/>
          <p14:tracePt t="107154" x="5924550" y="4597400"/>
          <p14:tracePt t="107170" x="5981700" y="4622800"/>
          <p14:tracePt t="107187" x="6013450" y="4641850"/>
          <p14:tracePt t="107204" x="6096000" y="4667250"/>
          <p14:tracePt t="107220" x="6191250" y="4686300"/>
          <p14:tracePt t="107237" x="6299200" y="4692650"/>
          <p14:tracePt t="107254" x="6432550" y="4699000"/>
          <p14:tracePt t="107258" x="6521450" y="4699000"/>
          <p14:tracePt t="107270" x="6572250" y="4699000"/>
          <p14:tracePt t="107287" x="6711950" y="4699000"/>
          <p14:tracePt t="107292" x="6794500" y="4699000"/>
          <p14:tracePt t="107304" x="6819900" y="4699000"/>
          <p14:tracePt t="107320" x="6902450" y="4699000"/>
          <p14:tracePt t="107326" x="6921500" y="4699000"/>
          <p14:tracePt t="107337" x="6946900" y="4699000"/>
          <p14:tracePt t="107354" x="7016750" y="4705350"/>
          <p14:tracePt t="107357" x="7029450" y="4711700"/>
          <p14:tracePt t="107370" x="7073900" y="4711700"/>
          <p14:tracePt t="107387" x="7169150" y="4724400"/>
          <p14:tracePt t="107404" x="7226300" y="4724400"/>
          <p14:tracePt t="107420" x="7334250" y="4724400"/>
          <p14:tracePt t="107437" x="7397750" y="4724400"/>
          <p14:tracePt t="107454" x="7512050" y="4718050"/>
          <p14:tracePt t="107470" x="7556500" y="4711700"/>
          <p14:tracePt t="107488" x="7594600" y="4699000"/>
          <p14:tracePt t="107494" x="7645400" y="4692650"/>
          <p14:tracePt t="107503" x="7664450" y="4692650"/>
          <p14:tracePt t="107520" x="7702550" y="4686300"/>
          <p14:tracePt t="107526" x="7721600" y="4679950"/>
          <p14:tracePt t="107537" x="7753350" y="4679950"/>
          <p14:tracePt t="107553" x="7861300" y="4673600"/>
          <p14:tracePt t="107570" x="7937500" y="4667250"/>
          <p14:tracePt t="107586" x="8007350" y="4660900"/>
          <p14:tracePt t="107589" x="8045450" y="4654550"/>
          <p14:tracePt t="107603" x="8064500" y="4654550"/>
          <p14:tracePt t="107620" x="8121650" y="4635500"/>
          <p14:tracePt t="107622" x="8134350" y="4629150"/>
          <p14:tracePt t="107639" x="8140700" y="4622800"/>
          <p14:tracePt t="107663" x="8140700" y="4616450"/>
          <p14:tracePt t="107671" x="8147050" y="4610100"/>
          <p14:tracePt t="107687" x="8153400" y="4603750"/>
          <p14:tracePt t="107704" x="8159750" y="4584700"/>
          <p14:tracePt t="107720" x="8166100" y="4565650"/>
          <p14:tracePt t="107737" x="8172450" y="4533900"/>
          <p14:tracePt t="107754" x="8185150" y="4508500"/>
          <p14:tracePt t="107758" x="8185150" y="4489450"/>
          <p14:tracePt t="107770" x="8185150" y="4483100"/>
          <p14:tracePt t="107787" x="8185150" y="4470400"/>
          <p14:tracePt t="107803" x="8185150" y="4451350"/>
          <p14:tracePt t="107821" x="8185150" y="4438650"/>
          <p14:tracePt t="107837" x="8178800" y="4425950"/>
          <p14:tracePt t="107854" x="8153400" y="4413250"/>
          <p14:tracePt t="107858" x="8128000" y="4400550"/>
          <p14:tracePt t="107870" x="8108950" y="4387850"/>
          <p14:tracePt t="107888" x="8020050" y="4368800"/>
          <p14:tracePt t="107903" x="7912100" y="4356100"/>
          <p14:tracePt t="107920" x="7848600" y="4349750"/>
          <p14:tracePt t="107937" x="7759700" y="4343400"/>
          <p14:tracePt t="107954" x="7677150" y="4337050"/>
          <p14:tracePt t="107970" x="7620000" y="4337050"/>
          <p14:tracePt t="107987" x="7588250" y="4330700"/>
          <p14:tracePt t="107992" x="7562850" y="4330700"/>
          <p14:tracePt t="108003" x="7556500" y="4330700"/>
          <p14:tracePt t="108020" x="7518400" y="4337050"/>
          <p14:tracePt t="108025" x="7512050" y="4337050"/>
          <p14:tracePt t="108037" x="7486650" y="4349750"/>
          <p14:tracePt t="108053" x="7461250" y="4362450"/>
          <p14:tracePt t="108056" x="7429500" y="4375150"/>
          <p14:tracePt t="108070" x="7410450" y="4381500"/>
          <p14:tracePt t="108087" x="7283450" y="4419600"/>
          <p14:tracePt t="108104" x="7264400" y="4419600"/>
          <p14:tracePt t="108120" x="7169150" y="4432300"/>
          <p14:tracePt t="108124" x="7150100" y="4432300"/>
          <p14:tracePt t="108138" x="7067550" y="4432300"/>
          <p14:tracePt t="108154" x="6985000" y="4432300"/>
          <p14:tracePt t="108170" x="6940550" y="4432300"/>
          <p14:tracePt t="108187" x="6934200" y="4438650"/>
          <p14:tracePt t="108331" x="0" y="0"/>
        </p14:tracePtLst>
        <p14:tracePtLst>
          <p14:tracePt t="108858" x="6921500" y="4597400"/>
          <p14:tracePt t="108872" x="6915150" y="4597400"/>
          <p14:tracePt t="108880" x="6908800" y="4597400"/>
          <p14:tracePt t="108907" x="6902450" y="4597400"/>
          <p14:tracePt t="108930" x="6889750" y="4597400"/>
          <p14:tracePt t="108944" x="6877050" y="4597400"/>
          <p14:tracePt t="108954" x="6864350" y="4603750"/>
          <p14:tracePt t="108970" x="6807200" y="4616450"/>
          <p14:tracePt t="108977" x="6781800" y="4616450"/>
          <p14:tracePt t="108987" x="6743700" y="4622800"/>
          <p14:tracePt t="109004" x="6661150" y="4629150"/>
          <p14:tracePt t="109021" x="6565900" y="4635500"/>
          <p14:tracePt t="109037" x="6470650" y="4641850"/>
          <p14:tracePt t="109040" x="6419850" y="4648200"/>
          <p14:tracePt t="109053" x="6356350" y="4654550"/>
          <p14:tracePt t="109070" x="6286500" y="4660900"/>
          <p14:tracePt t="109072" x="6267450" y="4667250"/>
          <p14:tracePt t="109087" x="6223000" y="4667250"/>
          <p14:tracePt t="109103" x="6210300" y="4679950"/>
          <p14:tracePt t="109120" x="6191250" y="4686300"/>
          <p14:tracePt t="109137" x="6184900" y="4686300"/>
          <p14:tracePt t="109154" x="6184900" y="4692650"/>
          <p14:tracePt t="109171" x="6178550" y="4699000"/>
          <p14:tracePt t="109187" x="6172200" y="4699000"/>
          <p14:tracePt t="109203" x="6153150" y="4718050"/>
          <p14:tracePt t="109220" x="6140450" y="4730750"/>
          <p14:tracePt t="109237" x="6127750" y="4749800"/>
          <p14:tracePt t="109243" x="6121400" y="4756150"/>
          <p14:tracePt t="109253" x="6121400" y="4762500"/>
          <p14:tracePt t="109270" x="6115050" y="4768850"/>
          <p14:tracePt t="109274" x="6115050" y="4781550"/>
          <p14:tracePt t="109290" x="6115050" y="4787900"/>
          <p14:tracePt t="109303" x="6108700" y="4787900"/>
          <p14:tracePt t="109320" x="6102350" y="4813300"/>
          <p14:tracePt t="109338" x="6102350" y="4851400"/>
          <p14:tracePt t="109354" x="6102350" y="4876800"/>
          <p14:tracePt t="109370" x="6102350" y="4902200"/>
          <p14:tracePt t="109387" x="6108700" y="4927600"/>
          <p14:tracePt t="109404" x="6121400" y="4940300"/>
          <p14:tracePt t="109420" x="6140450" y="4959350"/>
          <p14:tracePt t="109437" x="6178550" y="4984750"/>
          <p14:tracePt t="109454" x="6210300" y="4997450"/>
          <p14:tracePt t="109470" x="6280150" y="5016500"/>
          <p14:tracePt t="109487" x="6324600" y="5022850"/>
          <p14:tracePt t="109504" x="6413500" y="5029200"/>
          <p14:tracePt t="109508" x="6464300" y="5035550"/>
          <p14:tracePt t="109520" x="6489700" y="5035550"/>
          <p14:tracePt t="109537" x="6591300" y="5035550"/>
          <p14:tracePt t="109540" x="6629400" y="5035550"/>
          <p14:tracePt t="109554" x="6711950" y="5035550"/>
          <p14:tracePt t="109570" x="6788150" y="5035550"/>
          <p14:tracePt t="109574" x="6889750" y="5035550"/>
          <p14:tracePt t="109588" x="6985000" y="5035550"/>
          <p14:tracePt t="109603" x="7169150" y="5035550"/>
          <p14:tracePt t="109620" x="7315200" y="5022850"/>
          <p14:tracePt t="109637" x="7378700" y="5016500"/>
          <p14:tracePt t="109654" x="7454900" y="5010150"/>
          <p14:tracePt t="109670" x="7480300" y="4997450"/>
          <p14:tracePt t="109687" x="7493000" y="4997450"/>
          <p14:tracePt t="109704" x="7512050" y="4991100"/>
          <p14:tracePt t="109720" x="7531100" y="4991100"/>
          <p14:tracePt t="109737" x="7550150" y="4978400"/>
          <p14:tracePt t="109754" x="7575550" y="4972050"/>
          <p14:tracePt t="109770" x="7620000" y="4953000"/>
          <p14:tracePt t="109775" x="7632700" y="4946650"/>
          <p14:tracePt t="109787" x="7651750" y="4940300"/>
          <p14:tracePt t="109803" x="7683500" y="4921250"/>
          <p14:tracePt t="109806" x="7696200" y="4914900"/>
          <p14:tracePt t="109820" x="7702550" y="4908550"/>
          <p14:tracePt t="109837" x="7721600" y="4895850"/>
          <p14:tracePt t="110105" x="0" y="0"/>
        </p14:tracePtLst>
        <p14:tracePtLst>
          <p14:tracePt t="114057" x="10229850" y="4629150"/>
          <p14:tracePt t="114071" x="10223500" y="4629150"/>
          <p14:tracePt t="114087" x="10217150" y="4629150"/>
          <p14:tracePt t="114104" x="10204450" y="4629150"/>
          <p14:tracePt t="114120" x="10185400" y="4622800"/>
          <p14:tracePt t="114137" x="10160000" y="4622800"/>
          <p14:tracePt t="114154" x="10134600" y="4622800"/>
          <p14:tracePt t="114158" x="10115550" y="4622800"/>
          <p14:tracePt t="114171" x="10109200" y="4622800"/>
          <p14:tracePt t="114187" x="10083800" y="4622800"/>
          <p14:tracePt t="114190" x="10071100" y="4629150"/>
          <p14:tracePt t="114203" x="10064750" y="4635500"/>
          <p14:tracePt t="114220" x="10039350" y="4648200"/>
          <p14:tracePt t="114223" x="10026650" y="4654550"/>
          <p14:tracePt t="114237" x="10020300" y="4667250"/>
          <p14:tracePt t="114254" x="9994900" y="4686300"/>
          <p14:tracePt t="114256" x="9982200" y="4692650"/>
          <p14:tracePt t="114270" x="9975850" y="4699000"/>
          <p14:tracePt t="114287" x="9931400" y="4724400"/>
          <p14:tracePt t="114304" x="9912350" y="4749800"/>
          <p14:tracePt t="114320" x="9886950" y="4775200"/>
          <p14:tracePt t="114337" x="9867900" y="4813300"/>
          <p14:tracePt t="114354" x="9842500" y="4857750"/>
          <p14:tracePt t="114371" x="9836150" y="4883150"/>
          <p14:tracePt t="114387" x="9836150" y="4895850"/>
          <p14:tracePt t="114393" x="9836150" y="4908550"/>
          <p14:tracePt t="114403" x="9836150" y="4914900"/>
          <p14:tracePt t="114420" x="9848850" y="4933950"/>
          <p14:tracePt t="114424" x="9861550" y="4940300"/>
          <p14:tracePt t="114437" x="9861550" y="4946650"/>
          <p14:tracePt t="114453" x="9893300" y="4959350"/>
          <p14:tracePt t="114456" x="9899650" y="4965700"/>
          <p14:tracePt t="114470" x="9925050" y="4972050"/>
          <p14:tracePt t="114488" x="9982200" y="4978400"/>
          <p14:tracePt t="114504" x="9988550" y="4984750"/>
          <p14:tracePt t="114520" x="10013950" y="4984750"/>
          <p14:tracePt t="114524" x="10033000" y="4984750"/>
          <p14:tracePt t="114538" x="10045700" y="4984750"/>
          <p14:tracePt t="114554" x="10077450" y="4972050"/>
          <p14:tracePt t="114571" x="10096500" y="4965700"/>
          <p14:tracePt t="114587" x="10109200" y="4959350"/>
          <p14:tracePt t="114604" x="10121900" y="4953000"/>
          <p14:tracePt t="114620" x="10134600" y="4953000"/>
          <p14:tracePt t="114637" x="10153650" y="4940300"/>
          <p14:tracePt t="114654" x="10172700" y="4933950"/>
          <p14:tracePt t="114659" x="10179050" y="4927600"/>
          <p14:tracePt t="114670" x="10191750" y="4927600"/>
          <p14:tracePt t="114687" x="10204450" y="4914900"/>
          <p14:tracePt t="114690" x="10217150" y="4914900"/>
          <p14:tracePt t="114703" x="10223500" y="4914900"/>
          <p14:tracePt t="114720" x="10248900" y="4895850"/>
          <p14:tracePt t="114737" x="10255250" y="4889500"/>
          <p14:tracePt t="114770" x="10261600" y="4883150"/>
          <p14:tracePt t="115012" x="10255250" y="4883150"/>
          <p14:tracePt t="115024" x="10248900" y="4883150"/>
          <p14:tracePt t="115032" x="10242550" y="4883150"/>
          <p14:tracePt t="115041" x="10236200" y="4883150"/>
          <p14:tracePt t="115054" x="10223500" y="4889500"/>
          <p14:tracePt t="115070" x="10217150" y="4889500"/>
          <p14:tracePt t="115088" x="10217150" y="4895850"/>
          <p14:tracePt t="115385" x="0" y="0"/>
        </p14:tracePtLst>
        <p14:tracePtLst>
          <p14:tracePt t="116892" x="6197600" y="4984750"/>
          <p14:tracePt t="116922" x="6197600" y="4978400"/>
          <p14:tracePt t="116961" x="6203950" y="4978400"/>
          <p14:tracePt t="116985" x="6210300" y="4978400"/>
          <p14:tracePt t="116992" x="6216650" y="4978400"/>
          <p14:tracePt t="117004" x="6223000" y="4978400"/>
          <p14:tracePt t="117020" x="6242050" y="4978400"/>
          <p14:tracePt t="117037" x="6261100" y="4984750"/>
          <p14:tracePt t="117055" x="6299200" y="4991100"/>
          <p14:tracePt t="117059" x="6318250" y="4997450"/>
          <p14:tracePt t="117070" x="6350000" y="5003800"/>
          <p14:tracePt t="117088" x="6413500" y="5010150"/>
          <p14:tracePt t="117104" x="6470650" y="5016500"/>
          <p14:tracePt t="117121" x="6540500" y="5016500"/>
          <p14:tracePt t="117138" x="6597650" y="5016500"/>
          <p14:tracePt t="117154" x="6661150" y="5016500"/>
          <p14:tracePt t="117170" x="6692900" y="5016500"/>
          <p14:tracePt t="117187" x="6711950" y="5016500"/>
          <p14:tracePt t="117195" x="6718300" y="5016500"/>
          <p14:tracePt t="117203" x="6724650" y="5016500"/>
          <p14:tracePt t="117220" x="6731000" y="5016500"/>
          <p14:tracePt t="117268" x="6737350" y="5016500"/>
          <p14:tracePt t="117493" x="6724650" y="5016500"/>
          <p14:tracePt t="117501" x="6705600" y="5016500"/>
          <p14:tracePt t="117509" x="6680200" y="5016500"/>
          <p14:tracePt t="117520" x="6648450" y="5022850"/>
          <p14:tracePt t="117537" x="6584950" y="5029200"/>
          <p14:tracePt t="117542" x="6546850" y="5029200"/>
          <p14:tracePt t="117555" x="6496050" y="5035550"/>
          <p14:tracePt t="117570" x="6438900" y="5035550"/>
          <p14:tracePt t="117573" x="6426200" y="5035550"/>
          <p14:tracePt t="117588" x="6400800" y="5035550"/>
          <p14:tracePt t="118154" x="0" y="0"/>
        </p14:tracePtLst>
        <p14:tracePtLst>
          <p14:tracePt t="119423" x="6400800" y="5080000"/>
          <p14:tracePt t="119429" x="6388100" y="5073650"/>
          <p14:tracePt t="119437" x="6381750" y="5067300"/>
          <p14:tracePt t="119454" x="6375400" y="5067300"/>
          <p14:tracePt t="119471" x="6356350" y="5054600"/>
          <p14:tracePt t="119477" x="6350000" y="5054600"/>
          <p14:tracePt t="119487" x="6337300" y="5054600"/>
          <p14:tracePt t="119504" x="6324600" y="5041900"/>
          <p14:tracePt t="119508" x="6318250" y="5041900"/>
          <p14:tracePt t="119520" x="6305550" y="5041900"/>
          <p14:tracePt t="119537" x="6286500" y="5035550"/>
          <p14:tracePt t="119541" x="6261100" y="5035550"/>
          <p14:tracePt t="119554" x="6223000" y="5035550"/>
          <p14:tracePt t="119570" x="6165850" y="5035550"/>
          <p14:tracePt t="119573" x="6115050" y="5035550"/>
          <p14:tracePt t="119587" x="6038850" y="5035550"/>
          <p14:tracePt t="119604" x="5969000" y="5041900"/>
          <p14:tracePt t="119621" x="5924550" y="5048250"/>
          <p14:tracePt t="119637" x="5892800" y="5067300"/>
          <p14:tracePt t="119654" x="5880100" y="5073650"/>
          <p14:tracePt t="119687" x="5880100" y="5080000"/>
          <p14:tracePt t="119704" x="5880100" y="5092700"/>
          <p14:tracePt t="119709" x="5880100" y="5099050"/>
          <p14:tracePt t="119721" x="5880100" y="5111750"/>
          <p14:tracePt t="119737" x="5892800" y="5137150"/>
          <p14:tracePt t="119740" x="5911850" y="5156200"/>
          <p14:tracePt t="119754" x="5930900" y="5175250"/>
          <p14:tracePt t="119770" x="6000750" y="5219700"/>
          <p14:tracePt t="119773" x="6045200" y="5245100"/>
          <p14:tracePt t="119787" x="6083300" y="5264150"/>
          <p14:tracePt t="119804" x="6184900" y="5302250"/>
          <p14:tracePt t="119807" x="6235700" y="5314950"/>
          <p14:tracePt t="119820" x="6299200" y="5340350"/>
          <p14:tracePt t="119838" x="6489700" y="5378450"/>
          <p14:tracePt t="119854" x="6610350" y="5391150"/>
          <p14:tracePt t="119870" x="6718300" y="5397500"/>
          <p14:tracePt t="119887" x="6883400" y="5403850"/>
          <p14:tracePt t="119897" x="6959600" y="5403850"/>
          <p14:tracePt t="119904" x="7035800" y="5403850"/>
          <p14:tracePt t="119920" x="7251700" y="5391150"/>
          <p14:tracePt t="119937" x="7397750" y="5378450"/>
          <p14:tracePt t="119943" x="7461250" y="5359400"/>
          <p14:tracePt t="119954" x="7480300" y="5359400"/>
          <p14:tracePt t="119970" x="7562850" y="5346700"/>
          <p14:tracePt t="119975" x="7594600" y="5340350"/>
          <p14:tracePt t="119987" x="7626350" y="5327650"/>
          <p14:tracePt t="120004" x="7658100" y="5314950"/>
          <p14:tracePt t="120008" x="7670800" y="5308600"/>
          <p14:tracePt t="120021" x="7677150" y="5302250"/>
          <p14:tracePt t="120038" x="7696200" y="5289550"/>
          <p14:tracePt t="120054" x="7708900" y="5283200"/>
          <p14:tracePt t="120070" x="7715250" y="5276850"/>
          <p14:tracePt t="120074" x="7715250" y="5270500"/>
          <p14:tracePt t="120088" x="7727950" y="5257800"/>
          <p14:tracePt t="120104" x="7747000" y="5245100"/>
          <p14:tracePt t="120121" x="7766050" y="5232400"/>
          <p14:tracePt t="120137" x="7772400" y="5219700"/>
          <p14:tracePt t="120157" x="7791450" y="5207000"/>
          <p14:tracePt t="120161" x="7804150" y="5200650"/>
          <p14:tracePt t="120170" x="7810500" y="5194300"/>
          <p14:tracePt t="120188" x="7835900" y="5168900"/>
          <p14:tracePt t="120192" x="7848600" y="5156200"/>
          <p14:tracePt t="120204" x="7854950" y="5149850"/>
          <p14:tracePt t="120221" x="7867650" y="5124450"/>
          <p14:tracePt t="120237" x="7867650" y="5118100"/>
          <p14:tracePt t="120256" x="7874000" y="5099050"/>
          <p14:tracePt t="120280" x="7874000" y="5092700"/>
          <p14:tracePt t="120290" x="7867650" y="5086350"/>
          <p14:tracePt t="120304" x="7848600" y="5080000"/>
          <p14:tracePt t="120321" x="7810500" y="5073650"/>
          <p14:tracePt t="120338" x="7766050" y="5067300"/>
          <p14:tracePt t="120354" x="7658100" y="5054600"/>
          <p14:tracePt t="120371" x="7518400" y="5035550"/>
          <p14:tracePt t="120388" x="7366000" y="5035550"/>
          <p14:tracePt t="120404" x="7200900" y="5029200"/>
          <p14:tracePt t="120421" x="7042150" y="5029200"/>
          <p14:tracePt t="120437" x="6915150" y="5029200"/>
          <p14:tracePt t="120454" x="6864350" y="5041900"/>
          <p14:tracePt t="120458" x="6838950" y="5054600"/>
          <p14:tracePt t="120470" x="6826250" y="5060950"/>
          <p14:tracePt t="120487" x="6819900" y="5073650"/>
          <p14:tracePt t="120493" x="6813550" y="5080000"/>
          <p14:tracePt t="120506" x="6813550" y="5086350"/>
          <p14:tracePt t="120520" x="6813550" y="5092700"/>
          <p14:tracePt t="120523" x="6807200" y="5099050"/>
          <p14:tracePt t="120629" x="0" y="0"/>
        </p14:tracePtLst>
        <p14:tracePtLst>
          <p14:tracePt t="121209" x="7359650" y="5289550"/>
          <p14:tracePt t="121214" x="7327900" y="5283200"/>
          <p14:tracePt t="121221" x="7315200" y="5283200"/>
          <p14:tracePt t="121238" x="7283450" y="5276850"/>
          <p14:tracePt t="121254" x="7245350" y="5276850"/>
          <p14:tracePt t="121271" x="7213600" y="5276850"/>
          <p14:tracePt t="121287" x="7169150" y="5276850"/>
          <p14:tracePt t="121293" x="7150100" y="5276850"/>
          <p14:tracePt t="121304" x="7137400" y="5276850"/>
          <p14:tracePt t="121320" x="7099300" y="5276850"/>
          <p14:tracePt t="121324" x="7086600" y="5276850"/>
          <p14:tracePt t="121337" x="7061200" y="5276850"/>
          <p14:tracePt t="121354" x="6997700" y="5283200"/>
          <p14:tracePt t="121358" x="6972300" y="5283200"/>
          <p14:tracePt t="121370" x="6927850" y="5289550"/>
          <p14:tracePt t="121388" x="6781800" y="5302250"/>
          <p14:tracePt t="121404" x="6731000" y="5308600"/>
          <p14:tracePt t="121421" x="6616700" y="5321300"/>
          <p14:tracePt t="121424" x="6597650" y="5321300"/>
          <p14:tracePt t="121438" x="6502400" y="5321300"/>
          <p14:tracePt t="121454" x="6445250" y="5321300"/>
          <p14:tracePt t="121471" x="6394450" y="5321300"/>
          <p14:tracePt t="121487" x="6343650" y="5340350"/>
          <p14:tracePt t="121504" x="6311900" y="5353050"/>
          <p14:tracePt t="121520" x="6292850" y="5365750"/>
          <p14:tracePt t="121537" x="6267450" y="5384800"/>
          <p14:tracePt t="121554" x="6248400" y="5397500"/>
          <p14:tracePt t="121558" x="6242050" y="5410200"/>
          <p14:tracePt t="121570" x="6235700" y="5416550"/>
          <p14:tracePt t="121587" x="6229350" y="5429250"/>
          <p14:tracePt t="121590" x="6229350" y="5435600"/>
          <p14:tracePt t="121604" x="6223000" y="5441950"/>
          <p14:tracePt t="121620" x="6216650" y="5461000"/>
          <p14:tracePt t="121638" x="6210300" y="5480050"/>
          <p14:tracePt t="121654" x="6203950" y="5492750"/>
          <p14:tracePt t="121671" x="6197600" y="5511800"/>
          <p14:tracePt t="121688" x="6191250" y="5562600"/>
          <p14:tracePt t="121704" x="6191250" y="5600700"/>
          <p14:tracePt t="121720" x="6191250" y="5638800"/>
          <p14:tracePt t="121739" x="6197600" y="5664200"/>
          <p14:tracePt t="121754" x="6223000" y="5695950"/>
          <p14:tracePt t="121773" x="6261100" y="5727700"/>
          <p14:tracePt t="121787" x="6305550" y="5746750"/>
          <p14:tracePt t="121806" x="6337300" y="5759450"/>
          <p14:tracePt t="121811" x="6381750" y="5778500"/>
          <p14:tracePt t="121821" x="6407150" y="5784850"/>
          <p14:tracePt t="121839" x="6508750" y="5803900"/>
          <p14:tracePt t="121843" x="6540500" y="5810250"/>
          <p14:tracePt t="121854" x="6584950" y="5816600"/>
          <p14:tracePt t="121873" x="6800850" y="5835650"/>
          <p14:tracePt t="121888" x="6921500" y="5854700"/>
          <p14:tracePt t="121905" x="7023100" y="5867400"/>
          <p14:tracePt t="121913" x="7092950" y="5880100"/>
          <p14:tracePt t="121921" x="7112000" y="5880100"/>
          <p14:tracePt t="121937" x="7169150" y="5880100"/>
          <p14:tracePt t="121954" x="7219950" y="5880100"/>
          <p14:tracePt t="121971" x="7251700" y="5880100"/>
          <p14:tracePt t="121988" x="7302500" y="5880100"/>
          <p14:tracePt t="122004" x="7366000" y="5867400"/>
          <p14:tracePt t="122021" x="7416800" y="5854700"/>
          <p14:tracePt t="122037" x="7512050" y="5842000"/>
          <p14:tracePt t="122044" x="7531100" y="5835650"/>
          <p14:tracePt t="122054" x="7556500" y="5829300"/>
          <p14:tracePt t="122070" x="7658100" y="5816600"/>
          <p14:tracePt t="122074" x="7689850" y="5810250"/>
          <p14:tracePt t="122087" x="7715250" y="5810250"/>
          <p14:tracePt t="122104" x="7810500" y="5797550"/>
          <p14:tracePt t="122107" x="7835900" y="5797550"/>
          <p14:tracePt t="122120" x="7861300" y="5791200"/>
          <p14:tracePt t="122138" x="7969250" y="5778500"/>
          <p14:tracePt t="122154" x="8007350" y="5778500"/>
          <p14:tracePt t="122171" x="8039100" y="5772150"/>
          <p14:tracePt t="122187" x="8077200" y="5759450"/>
          <p14:tracePt t="122204" x="8089900" y="5753100"/>
          <p14:tracePt t="122221" x="8108950" y="5746750"/>
          <p14:tracePt t="122237" x="8128000" y="5746750"/>
          <p14:tracePt t="122254" x="8140700" y="5740400"/>
          <p14:tracePt t="122271" x="8159750" y="5734050"/>
          <p14:tracePt t="122287" x="8185150" y="5734050"/>
          <p14:tracePt t="122304" x="8248650" y="5727700"/>
          <p14:tracePt t="122311" x="8267700" y="5727700"/>
          <p14:tracePt t="122320" x="8286750" y="5727700"/>
          <p14:tracePt t="122337" x="8324850" y="5721350"/>
          <p14:tracePt t="122339" x="8356600" y="5721350"/>
          <p14:tracePt t="122354" x="8375650" y="5721350"/>
          <p14:tracePt t="122370" x="8426450" y="5721350"/>
          <p14:tracePt t="122372" x="8445500" y="5721350"/>
          <p14:tracePt t="122388" x="8496300" y="5721350"/>
          <p14:tracePt t="122404" x="8547100" y="5715000"/>
          <p14:tracePt t="122421" x="8591550" y="5715000"/>
          <p14:tracePt t="122437" x="8642350" y="5715000"/>
          <p14:tracePt t="122454" x="8699500" y="5708650"/>
          <p14:tracePt t="122471" x="8756650" y="5708650"/>
          <p14:tracePt t="122488" x="8839200" y="5708650"/>
          <p14:tracePt t="122504" x="8877300" y="5708650"/>
          <p14:tracePt t="122521" x="8972550" y="5708650"/>
          <p14:tracePt t="122537" x="9067800" y="5708650"/>
          <p14:tracePt t="122554" x="9182100" y="5721350"/>
          <p14:tracePt t="122571" x="9283700" y="5727700"/>
          <p14:tracePt t="122577" x="9328150" y="5734050"/>
          <p14:tracePt t="122591" x="9366250" y="5734050"/>
          <p14:tracePt t="122604" x="9410700" y="5734050"/>
          <p14:tracePt t="122621" x="9499600" y="5734050"/>
          <p14:tracePt t="122624" x="9550400" y="5734050"/>
          <p14:tracePt t="122638" x="9658350" y="5734050"/>
          <p14:tracePt t="122654" x="9715500" y="5727700"/>
          <p14:tracePt t="122671" x="9848850" y="5715000"/>
          <p14:tracePt t="122687" x="9975850" y="5695950"/>
          <p14:tracePt t="122704" x="10033000" y="5689600"/>
          <p14:tracePt t="122721" x="10140950" y="5676900"/>
          <p14:tracePt t="122737" x="10210800" y="5664200"/>
          <p14:tracePt t="122754" x="10261600" y="5657850"/>
          <p14:tracePt t="122771" x="10306050" y="5645150"/>
          <p14:tracePt t="122776" x="10363200" y="5632450"/>
          <p14:tracePt t="122787" x="10382250" y="5632450"/>
          <p14:tracePt t="122804" x="10439400" y="5619750"/>
          <p14:tracePt t="122808" x="10464800" y="5613400"/>
          <p14:tracePt t="122821" x="10490200" y="5600700"/>
          <p14:tracePt t="122837" x="10541000" y="5588000"/>
          <p14:tracePt t="122840" x="10566400" y="5575300"/>
          <p14:tracePt t="122854" x="10585450" y="5568950"/>
          <p14:tracePt t="122870" x="10617200" y="5549900"/>
          <p14:tracePt t="122872" x="10623550" y="5549900"/>
          <p14:tracePt t="122888" x="10636250" y="5537200"/>
          <p14:tracePt t="122904" x="10648950" y="5524500"/>
          <p14:tracePt t="122920" x="10655300" y="5511800"/>
          <p14:tracePt t="122954" x="10668000" y="5480050"/>
          <p14:tracePt t="122971" x="10668000" y="5454650"/>
          <p14:tracePt t="122987" x="10661650" y="5435600"/>
          <p14:tracePt t="123004" x="10642600" y="5410200"/>
          <p14:tracePt t="123011" x="10636250" y="5403850"/>
          <p14:tracePt t="123021" x="10604500" y="5391150"/>
          <p14:tracePt t="123037" x="10566400" y="5384800"/>
          <p14:tracePt t="123042" x="10515600" y="5378450"/>
          <p14:tracePt t="123054" x="10490200" y="5372100"/>
          <p14:tracePt t="123070" x="10401300" y="5365750"/>
          <p14:tracePt t="123074" x="10337800" y="5365750"/>
          <p14:tracePt t="123087" x="10299700" y="5365750"/>
          <p14:tracePt t="123104" x="10115550" y="5359400"/>
          <p14:tracePt t="123107" x="10083800" y="5359400"/>
          <p14:tracePt t="123121" x="9982200" y="5359400"/>
          <p14:tracePt t="123138" x="9652000" y="5353050"/>
          <p14:tracePt t="123154" x="9321800" y="5346700"/>
          <p14:tracePt t="123171" x="9118600" y="5346700"/>
          <p14:tracePt t="123187" x="8915400" y="5334000"/>
          <p14:tracePt t="123204" x="8801100" y="5334000"/>
          <p14:tracePt t="123221" x="8718550" y="5340350"/>
          <p14:tracePt t="123237" x="8699500" y="5346700"/>
          <p14:tracePt t="123242" x="8693150" y="5353050"/>
          <p14:tracePt t="123254" x="8686800" y="5359400"/>
          <p14:tracePt t="123271" x="8680450" y="5372100"/>
          <p14:tracePt t="123287" x="8661400" y="5384800"/>
          <p14:tracePt t="123304" x="8648700" y="5391150"/>
          <p14:tracePt t="123309" x="8642350" y="5397500"/>
          <p14:tracePt t="123320" x="8636000" y="5397500"/>
          <p14:tracePt t="123337" x="8616950" y="5403850"/>
          <p14:tracePt t="123340" x="8610600" y="5403850"/>
          <p14:tracePt t="123353" x="8604250" y="5403850"/>
          <p14:tracePt t="123371" x="8597900" y="5403850"/>
          <p14:tracePt t="123374" x="8591550" y="5403850"/>
          <p14:tracePt t="123390" x="8572500" y="5403850"/>
          <p14:tracePt t="123404" x="8559800" y="5403850"/>
          <p14:tracePt t="123421" x="8547100" y="5403850"/>
          <p14:tracePt t="123584" x="0" y="0"/>
        </p14:tracePtLst>
        <p14:tracePtLst>
          <p14:tracePt t="128060" x="7918450" y="2482850"/>
          <p14:tracePt t="128065" x="7905750" y="2476500"/>
          <p14:tracePt t="128083" x="7899400" y="2470150"/>
          <p14:tracePt t="128090" x="7893050" y="2463800"/>
          <p14:tracePt t="128104" x="7874000" y="2457450"/>
          <p14:tracePt t="128121" x="7829550" y="2444750"/>
          <p14:tracePt t="128138" x="7804150" y="2438400"/>
          <p14:tracePt t="128154" x="7740650" y="2432050"/>
          <p14:tracePt t="128171" x="7702550" y="2425700"/>
          <p14:tracePt t="128188" x="7651750" y="2425700"/>
          <p14:tracePt t="128193" x="7639050" y="2425700"/>
          <p14:tracePt t="128204" x="7620000" y="2425700"/>
          <p14:tracePt t="128221" x="7569200" y="2425700"/>
          <p14:tracePt t="128225" x="7550150" y="2425700"/>
          <p14:tracePt t="128237" x="7531100" y="2425700"/>
          <p14:tracePt t="128254" x="7467600" y="2425700"/>
          <p14:tracePt t="128256" x="7448550" y="2425700"/>
          <p14:tracePt t="128270" x="7429500" y="2425700"/>
          <p14:tracePt t="128288" x="7372350" y="2425700"/>
          <p14:tracePt t="128304" x="7321550" y="2425700"/>
          <p14:tracePt t="128321" x="7289800" y="2432050"/>
          <p14:tracePt t="128341" x="7264400" y="2432050"/>
          <p14:tracePt t="128345" x="7251700" y="2432050"/>
          <p14:tracePt t="128354" x="7239000" y="2432050"/>
          <p14:tracePt t="128372" x="7188200" y="2438400"/>
          <p14:tracePt t="128387" x="7162800" y="2438400"/>
          <p14:tracePt t="128406" x="7137400" y="2444750"/>
          <p14:tracePt t="128421" x="7092950" y="2451100"/>
          <p14:tracePt t="128439" x="7042150" y="2463800"/>
          <p14:tracePt t="128442" x="7016750" y="2463800"/>
          <p14:tracePt t="128454" x="6991350" y="2463800"/>
          <p14:tracePt t="128472" x="6934200" y="2476500"/>
          <p14:tracePt t="128478" x="6908800" y="2476500"/>
          <p14:tracePt t="128482" x="6889750" y="2482850"/>
          <p14:tracePt t="128504" x="6851650" y="2489200"/>
          <p14:tracePt t="128508" x="6838950" y="2489200"/>
          <p14:tracePt t="128521" x="6819900" y="2489200"/>
          <p14:tracePt t="128538" x="6800850" y="2501900"/>
          <p14:tracePt t="128556" x="6794500" y="2501900"/>
          <p14:tracePt t="128571" x="6788150" y="2514600"/>
          <p14:tracePt t="128587" x="6781800" y="2520950"/>
          <p14:tracePt t="128604" x="6775450" y="2540000"/>
          <p14:tracePt t="128621" x="6769100" y="2552700"/>
          <p14:tracePt t="128637" x="6769100" y="2559050"/>
          <p14:tracePt t="128654" x="6769100" y="2571750"/>
          <p14:tracePt t="128670" x="6769100" y="2578100"/>
          <p14:tracePt t="128687" x="6769100" y="2597150"/>
          <p14:tracePt t="128704" x="6769100" y="2609850"/>
          <p14:tracePt t="128709" x="6769100" y="2622550"/>
          <p14:tracePt t="128720" x="6769100" y="2628900"/>
          <p14:tracePt t="128737" x="6781800" y="2660650"/>
          <p14:tracePt t="128742" x="6794500" y="2667000"/>
          <p14:tracePt t="128754" x="6813550" y="2686050"/>
          <p14:tracePt t="128771" x="6832600" y="2705100"/>
          <p14:tracePt t="128774" x="6838950" y="2717800"/>
          <p14:tracePt t="128788" x="6883400" y="2749550"/>
          <p14:tracePt t="128804" x="6908800" y="2762250"/>
          <p14:tracePt t="128821" x="6953250" y="2781300"/>
          <p14:tracePt t="128837" x="6978650" y="2794000"/>
          <p14:tracePt t="128854" x="7010400" y="2806700"/>
          <p14:tracePt t="128871" x="7073900" y="2819400"/>
          <p14:tracePt t="128876" x="7092950" y="2825750"/>
          <p14:tracePt t="128887" x="7112000" y="2832100"/>
          <p14:tracePt t="128904" x="7156450" y="2832100"/>
          <p14:tracePt t="128920" x="7200900" y="2838450"/>
          <p14:tracePt t="128937" x="7251700" y="2844800"/>
          <p14:tracePt t="128944" x="7270750" y="2844800"/>
          <p14:tracePt t="128954" x="7283450" y="2844800"/>
          <p14:tracePt t="128971" x="7353300" y="2851150"/>
          <p14:tracePt t="128974" x="7378700" y="2851150"/>
          <p14:tracePt t="128987" x="7448550" y="2851150"/>
          <p14:tracePt t="129004" x="7505700" y="2851150"/>
          <p14:tracePt t="129007" x="7531100" y="2851150"/>
          <p14:tracePt t="129021" x="7626350" y="2857500"/>
          <p14:tracePt t="129038" x="7740650" y="2857500"/>
          <p14:tracePt t="129054" x="7867650" y="2857500"/>
          <p14:tracePt t="129070" x="7924800" y="2857500"/>
          <p14:tracePt t="129088" x="7988300" y="2857500"/>
          <p14:tracePt t="129104" x="8089900" y="2857500"/>
          <p14:tracePt t="129121" x="8134350" y="2857500"/>
          <p14:tracePt t="129137" x="8166100" y="2857500"/>
          <p14:tracePt t="129154" x="8229600" y="2851150"/>
          <p14:tracePt t="129171" x="8261350" y="2838450"/>
          <p14:tracePt t="129177" x="8280400" y="2838450"/>
          <p14:tracePt t="129187" x="8293100" y="2832100"/>
          <p14:tracePt t="129204" x="8324850" y="2819400"/>
          <p14:tracePt t="129209" x="8337550" y="2819400"/>
          <p14:tracePt t="129221" x="8350250" y="2813050"/>
          <p14:tracePt t="129237" x="8375650" y="2800350"/>
          <p14:tracePt t="129240" x="8388350" y="2787650"/>
          <p14:tracePt t="129254" x="8394700" y="2787650"/>
          <p14:tracePt t="129271" x="8426450" y="2762250"/>
          <p14:tracePt t="129275" x="8432800" y="2749550"/>
          <p14:tracePt t="129288" x="8445500" y="2736850"/>
          <p14:tracePt t="129304" x="8451850" y="2730500"/>
          <p14:tracePt t="129321" x="8458200" y="2717800"/>
          <p14:tracePt t="129337" x="8458200" y="2705100"/>
          <p14:tracePt t="129354" x="8451850" y="2692400"/>
          <p14:tracePt t="129371" x="8439150" y="2679700"/>
          <p14:tracePt t="129387" x="8413750" y="2660650"/>
          <p14:tracePt t="129404" x="8362950" y="2647950"/>
          <p14:tracePt t="129411" x="8343900" y="2635250"/>
          <p14:tracePt t="129421" x="8305800" y="2628900"/>
          <p14:tracePt t="129437" x="8242300" y="2603500"/>
          <p14:tracePt t="129442" x="8191500" y="2590800"/>
          <p14:tracePt t="129454" x="8147050" y="2584450"/>
          <p14:tracePt t="129471" x="8039100" y="2559050"/>
          <p14:tracePt t="129476" x="7988300" y="2546350"/>
          <p14:tracePt t="129487" x="7962900" y="2540000"/>
          <p14:tracePt t="129504" x="7848600" y="2520950"/>
          <p14:tracePt t="129507" x="7797800" y="2508250"/>
          <p14:tracePt t="129521" x="7766050" y="2508250"/>
          <p14:tracePt t="129538" x="7639050" y="2495550"/>
          <p14:tracePt t="129554" x="7550150" y="2495550"/>
          <p14:tracePt t="129571" x="7505700" y="2495550"/>
          <p14:tracePt t="129587" x="7467600" y="2495550"/>
          <p14:tracePt t="129604" x="7442200" y="2495550"/>
          <p14:tracePt t="129621" x="7416800" y="2495550"/>
          <p14:tracePt t="129637" x="7391400" y="2508250"/>
          <p14:tracePt t="129643" x="7385050" y="2508250"/>
          <p14:tracePt t="129654" x="7366000" y="2520950"/>
          <p14:tracePt t="129671" x="7346950" y="2527300"/>
          <p14:tracePt t="129687" x="7327900" y="2546350"/>
          <p14:tracePt t="129704" x="7315200" y="2552700"/>
          <p14:tracePt t="129721" x="7302500" y="2552700"/>
          <p14:tracePt t="129738" x="7296150" y="2559050"/>
          <p14:tracePt t="129742" x="7289800" y="2565400"/>
          <p14:tracePt t="129754" x="7283450" y="2565400"/>
          <p14:tracePt t="129771" x="7277100" y="2571750"/>
          <p14:tracePt t="129789" x="7270750" y="2584450"/>
          <p14:tracePt t="129804" x="7264400" y="2597150"/>
          <p14:tracePt t="129821" x="7264400" y="2609850"/>
          <p14:tracePt t="129837" x="7264400" y="2622550"/>
          <p14:tracePt t="129854" x="7264400" y="2635250"/>
          <p14:tracePt t="129871" x="7270750" y="2654300"/>
          <p14:tracePt t="129887" x="7283450" y="2660650"/>
          <p14:tracePt t="129904" x="7302500" y="2673350"/>
          <p14:tracePt t="129910" x="7321550" y="2679700"/>
          <p14:tracePt t="129921" x="7334250" y="2686050"/>
          <p14:tracePt t="129937" x="7366000" y="2692400"/>
          <p14:tracePt t="129957" x="7442200" y="2717800"/>
          <p14:tracePt t="129962" x="7467600" y="2717800"/>
          <p14:tracePt t="129971" x="7493000" y="2724150"/>
          <p14:tracePt t="129989" x="7556500" y="2736850"/>
          <p14:tracePt t="129993" x="7588250" y="2743200"/>
          <p14:tracePt t="130005" x="7613650" y="2749550"/>
          <p14:tracePt t="130024" x="7664450" y="2762250"/>
          <p14:tracePt t="130032" x="7689850" y="2768600"/>
          <p14:tracePt t="130039" x="7702550" y="2768600"/>
          <p14:tracePt t="130054" x="7715250" y="2768600"/>
          <p14:tracePt t="130070" x="7727950" y="2774950"/>
          <p14:tracePt t="130088" x="7740650" y="2774950"/>
          <p14:tracePt t="130104" x="7753350" y="2774950"/>
          <p14:tracePt t="130122" x="7766050" y="2774950"/>
          <p14:tracePt t="130137" x="7772400" y="2774950"/>
          <p14:tracePt t="130154" x="7778750" y="2774950"/>
          <p14:tracePt t="130172" x="0" y="0"/>
        </p14:tracePtLst>
        <p14:tracePtLst>
          <p14:tracePt t="140464" x="7156450" y="3117850"/>
          <p14:tracePt t="140469" x="7131050" y="3098800"/>
          <p14:tracePt t="140476" x="7105650" y="3092450"/>
          <p14:tracePt t="140487" x="7099300" y="3092450"/>
          <p14:tracePt t="140491" x="7092950" y="3086100"/>
          <p14:tracePt t="140505" x="7061200" y="3073400"/>
          <p14:tracePt t="140524" x="6991350" y="3060700"/>
          <p14:tracePt t="140538" x="6940550" y="3048000"/>
          <p14:tracePt t="140555" x="6864350" y="3041650"/>
          <p14:tracePt t="140571" x="6819900" y="3041650"/>
          <p14:tracePt t="140588" x="6756400" y="3041650"/>
          <p14:tracePt t="140604" x="6718300" y="3041650"/>
          <p14:tracePt t="140621" x="6686550" y="3048000"/>
          <p14:tracePt t="140637" x="6629400" y="3060700"/>
          <p14:tracePt t="140654" x="6597650" y="3067050"/>
          <p14:tracePt t="140671" x="6565900" y="3079750"/>
          <p14:tracePt t="140688" x="6515100" y="3092450"/>
          <p14:tracePt t="140692" x="6508750" y="3098800"/>
          <p14:tracePt t="140704" x="6502400" y="3098800"/>
          <p14:tracePt t="140721" x="6483350" y="3105150"/>
          <p14:tracePt t="140725" x="6470650" y="3111500"/>
          <p14:tracePt t="140741" x="6464300" y="3117850"/>
          <p14:tracePt t="140754" x="6457950" y="3124200"/>
          <p14:tracePt t="140771" x="6451600" y="3143250"/>
          <p14:tracePt t="140774" x="6445250" y="3149600"/>
          <p14:tracePt t="140789" x="6432550" y="3187700"/>
          <p14:tracePt t="140805" x="6432550" y="3206750"/>
          <p14:tracePt t="140821" x="6432550" y="3225800"/>
          <p14:tracePt t="140838" x="6432550" y="3251200"/>
          <p14:tracePt t="140854" x="6432550" y="3276600"/>
          <p14:tracePt t="140871" x="6445250" y="3308350"/>
          <p14:tracePt t="140888" x="6457950" y="3327400"/>
          <p14:tracePt t="140908" x="6470650" y="3340100"/>
          <p14:tracePt t="140914" x="6477000" y="3352800"/>
          <p14:tracePt t="140921" x="6477000" y="3359150"/>
          <p14:tracePt t="140938" x="6489700" y="3378200"/>
          <p14:tracePt t="140954" x="6502400" y="3397250"/>
          <p14:tracePt t="140959" x="6515100" y="3403600"/>
          <p14:tracePt t="140971" x="6521450" y="3416300"/>
          <p14:tracePt t="140988" x="6540500" y="3441700"/>
          <p14:tracePt t="140993" x="6553200" y="3448050"/>
          <p14:tracePt t="141004" x="6559550" y="3460750"/>
          <p14:tracePt t="141021" x="6572250" y="3467100"/>
          <p14:tracePt t="141025" x="6584950" y="3486150"/>
          <p14:tracePt t="141038" x="6616700" y="3505200"/>
          <p14:tracePt t="141054" x="6654800" y="3524250"/>
          <p14:tracePt t="141071" x="6692900" y="3543300"/>
          <p14:tracePt t="141088" x="6743700" y="3556000"/>
          <p14:tracePt t="141104" x="6769100" y="3562350"/>
          <p14:tracePt t="141121" x="6851650" y="3575050"/>
          <p14:tracePt t="141138" x="6927850" y="3581400"/>
          <p14:tracePt t="141154" x="7004050" y="3581400"/>
          <p14:tracePt t="141171" x="7150100" y="3587750"/>
          <p14:tracePt t="141188" x="7239000" y="3587750"/>
          <p14:tracePt t="141193" x="7283450" y="3587750"/>
          <p14:tracePt t="141204" x="7327900" y="3594100"/>
          <p14:tracePt t="141221" x="7410450" y="3594100"/>
          <p14:tracePt t="141226" x="7454900" y="3594100"/>
          <p14:tracePt t="141238" x="7556500" y="3594100"/>
          <p14:tracePt t="141254" x="7639050" y="3587750"/>
          <p14:tracePt t="141257" x="7677150" y="3587750"/>
          <p14:tracePt t="141271" x="7715250" y="3581400"/>
          <p14:tracePt t="141289" x="7835900" y="3575050"/>
          <p14:tracePt t="141304" x="7912100" y="3568700"/>
          <p14:tracePt t="141321" x="7994650" y="3562350"/>
          <p14:tracePt t="141338" x="8051800" y="3562350"/>
          <p14:tracePt t="141354" x="8121650" y="3549650"/>
          <p14:tracePt t="141371" x="8153400" y="3536950"/>
          <p14:tracePt t="141388" x="8191500" y="3524250"/>
          <p14:tracePt t="141404" x="8210550" y="3505200"/>
          <p14:tracePt t="141421" x="8229600" y="3486150"/>
          <p14:tracePt t="141438" x="8255000" y="3448050"/>
          <p14:tracePt t="141455" x="8261350" y="3435350"/>
          <p14:tracePt t="141459" x="8261350" y="3422650"/>
          <p14:tracePt t="141471" x="8267700" y="3416300"/>
          <p14:tracePt t="141487" x="8267700" y="3397250"/>
          <p14:tracePt t="141492" x="8267700" y="3378200"/>
          <p14:tracePt t="141507" x="8267700" y="3352800"/>
          <p14:tracePt t="141521" x="8267700" y="3346450"/>
          <p14:tracePt t="141540" x="8248650" y="3308350"/>
          <p14:tracePt t="141554" x="8235950" y="3289300"/>
          <p14:tracePt t="141573" x="8223250" y="3270250"/>
          <p14:tracePt t="141588" x="8204200" y="3251200"/>
          <p14:tracePt t="141606" x="8185150" y="3238500"/>
          <p14:tracePt t="141621" x="8159750" y="3219450"/>
          <p14:tracePt t="141638" x="8077200" y="3187700"/>
          <p14:tracePt t="141654" x="8039100" y="3175000"/>
          <p14:tracePt t="141672" x="7950200" y="3149600"/>
          <p14:tracePt t="141688" x="7848600" y="3136900"/>
          <p14:tracePt t="141705" x="7778750" y="3136900"/>
          <p14:tracePt t="141710" x="7683500" y="3136900"/>
          <p14:tracePt t="141721" x="7651750" y="3136900"/>
          <p14:tracePt t="141737" x="7531100" y="3136900"/>
          <p14:tracePt t="141742" x="7499350" y="3136900"/>
          <p14:tracePt t="141754" x="7461250" y="3136900"/>
          <p14:tracePt t="141771" x="7366000" y="3143250"/>
          <p14:tracePt t="141774" x="7346950" y="3143250"/>
          <p14:tracePt t="141789" x="7302500" y="3149600"/>
          <p14:tracePt t="141804" x="7232650" y="3155950"/>
          <p14:tracePt t="141821" x="7188200" y="3155950"/>
          <p14:tracePt t="141838" x="7143750" y="3155950"/>
          <p14:tracePt t="141854" x="7054850" y="3162300"/>
          <p14:tracePt t="141871" x="6997700" y="3162300"/>
          <p14:tracePt t="141888" x="6927850" y="3168650"/>
          <p14:tracePt t="141904" x="6858000" y="3168650"/>
          <p14:tracePt t="141921" x="6800850" y="3175000"/>
          <p14:tracePt t="141938" x="6731000" y="3200400"/>
          <p14:tracePt t="141954" x="6705600" y="3213100"/>
          <p14:tracePt t="141971" x="6686550" y="3225800"/>
          <p14:tracePt t="141977" x="6680200" y="3225800"/>
          <p14:tracePt t="141988" x="6667500" y="3238500"/>
          <p14:tracePt t="142004" x="6648450" y="3270250"/>
          <p14:tracePt t="142007" x="6642100" y="3282950"/>
          <p14:tracePt t="142021" x="6635750" y="3295650"/>
          <p14:tracePt t="142038" x="6616700" y="3359150"/>
          <p14:tracePt t="142054" x="6616700" y="3378200"/>
          <p14:tracePt t="142071" x="6616700" y="3390900"/>
          <p14:tracePt t="142088" x="6616700" y="3403600"/>
          <p14:tracePt t="142104" x="6616700" y="3409950"/>
          <p14:tracePt t="142121" x="6629400" y="3422650"/>
          <p14:tracePt t="142138" x="6654800" y="3435350"/>
          <p14:tracePt t="142143" x="6667500" y="3448050"/>
          <p14:tracePt t="142154" x="6680200" y="3454400"/>
          <p14:tracePt t="142171" x="6731000" y="3486150"/>
          <p14:tracePt t="142177" x="6769100" y="3498850"/>
          <p14:tracePt t="142187" x="6813550" y="3511550"/>
          <p14:tracePt t="142204" x="6883400" y="3524250"/>
          <p14:tracePt t="142209" x="6946900" y="3536950"/>
          <p14:tracePt t="142221" x="7010400" y="3543300"/>
          <p14:tracePt t="142238" x="7137400" y="3549650"/>
          <p14:tracePt t="142241" x="7169150" y="3549650"/>
          <p14:tracePt t="142254" x="7232650" y="3549650"/>
          <p14:tracePt t="142271" x="7315200" y="3549650"/>
          <p14:tracePt t="142274" x="7366000" y="3543300"/>
          <p14:tracePt t="142289" x="7429500" y="3530600"/>
          <p14:tracePt t="142304" x="7493000" y="3524250"/>
          <p14:tracePt t="142321" x="7537450" y="3511550"/>
          <p14:tracePt t="142338" x="7594600" y="3492500"/>
          <p14:tracePt t="142354" x="7651750" y="3486150"/>
          <p14:tracePt t="142371" x="7727950" y="3467100"/>
          <p14:tracePt t="142388" x="7816850" y="3454400"/>
          <p14:tracePt t="142404" x="7867650" y="3441700"/>
          <p14:tracePt t="142409" x="7893050" y="3435350"/>
          <p14:tracePt t="142421" x="7918450" y="3422650"/>
          <p14:tracePt t="142438" x="7931150" y="3422650"/>
          <p14:tracePt t="142454" x="7943850" y="3409950"/>
          <p14:tracePt t="142471" x="7956550" y="3403600"/>
          <p14:tracePt t="142476" x="7962900" y="3397250"/>
          <p14:tracePt t="142488" x="7975600" y="3390900"/>
          <p14:tracePt t="142504" x="7981950" y="3384550"/>
          <p14:tracePt t="142508" x="7988300" y="3378200"/>
          <p14:tracePt t="142521" x="7994650" y="3371850"/>
          <p14:tracePt t="142539" x="8001000" y="3359150"/>
          <p14:tracePt t="142554" x="8007350" y="3352800"/>
          <p14:tracePt t="142571" x="8007350" y="3340100"/>
          <p14:tracePt t="142765" x="8020050" y="3340100"/>
          <p14:tracePt t="142774" x="8032750" y="3340100"/>
          <p14:tracePt t="142782" x="8045450" y="3340100"/>
          <p14:tracePt t="142790" x="8070850" y="3340100"/>
          <p14:tracePt t="142805" x="8121650" y="3340100"/>
          <p14:tracePt t="142821" x="8204200" y="3346450"/>
          <p14:tracePt t="142838" x="8242300" y="3346450"/>
          <p14:tracePt t="142855" x="8280400" y="3352800"/>
          <p14:tracePt t="142871" x="8286750" y="3352800"/>
          <p14:tracePt t="142887" x="8293100" y="3352800"/>
          <p14:tracePt t="142889" x="0" y="0"/>
        </p14:tracePtLst>
      </p14:laserTraceLst>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 scope </a:t>
            </a:r>
            <a:endParaRPr lang="nl-BE" dirty="0"/>
          </a:p>
        </p:txBody>
      </p:sp>
      <p:sp>
        <p:nvSpPr>
          <p:cNvPr id="3" name="Content Placeholder 2"/>
          <p:cNvSpPr>
            <a:spLocks noGrp="1"/>
          </p:cNvSpPr>
          <p:nvPr>
            <p:ph idx="1"/>
          </p:nvPr>
        </p:nvSpPr>
        <p:spPr/>
        <p:txBody>
          <a:bodyPr>
            <a:normAutofit fontScale="92500" lnSpcReduction="10000"/>
          </a:bodyPr>
          <a:lstStyle/>
          <a:p>
            <a:r>
              <a:rPr lang="en-US" dirty="0"/>
              <a:t>Functions can be considered as a mini program</a:t>
            </a:r>
          </a:p>
          <a:p>
            <a:r>
              <a:rPr lang="en-US" dirty="0"/>
              <a:t>Variables can be created inside functions</a:t>
            </a:r>
          </a:p>
          <a:p>
            <a:pPr lvl="1"/>
            <a:r>
              <a:rPr lang="en-US" dirty="0"/>
              <a:t>are considered local to that function. </a:t>
            </a:r>
          </a:p>
          <a:p>
            <a:pPr lvl="1"/>
            <a:r>
              <a:rPr lang="en-US" dirty="0"/>
              <a:t>they only exist within that function. </a:t>
            </a:r>
          </a:p>
          <a:p>
            <a:pPr lvl="1"/>
            <a:r>
              <a:rPr lang="en-US" dirty="0"/>
              <a:t>Objects outside the scope of the function will not be able to access that variable </a:t>
            </a:r>
          </a:p>
          <a:p>
            <a:pPr lvl="1"/>
            <a:r>
              <a:rPr lang="en-US" dirty="0"/>
              <a:t>To create a global variable inside a function, you can use the </a:t>
            </a:r>
            <a:r>
              <a:rPr lang="en-US" dirty="0">
                <a:latin typeface="Courier New" panose="02070309020205020404" pitchFamily="49" charset="0"/>
                <a:cs typeface="Courier New" panose="02070309020205020404" pitchFamily="49" charset="0"/>
              </a:rPr>
              <a:t>global</a:t>
            </a:r>
            <a:r>
              <a:rPr lang="en-US" dirty="0"/>
              <a:t> keyword.</a:t>
            </a:r>
          </a:p>
          <a:p>
            <a:pPr lvl="2"/>
            <a:r>
              <a:rPr lang="en-US" i="1" dirty="0"/>
              <a:t>Be careful with global variables</a:t>
            </a:r>
          </a:p>
          <a:p>
            <a:r>
              <a:rPr lang="en-US" dirty="0"/>
              <a:t>Variables that are only referenced inside a function are implicitly global. </a:t>
            </a:r>
            <a:br>
              <a:rPr lang="en-US" dirty="0"/>
            </a:br>
            <a:r>
              <a:rPr lang="en-US" dirty="0"/>
              <a:t>If a variable is assigned a value anywhere within the function’s body, it’s assumed to be a local unless explicitly declared as global.</a:t>
            </a:r>
            <a:endParaRPr lang="en-US" i="1" dirty="0"/>
          </a:p>
          <a:p>
            <a:r>
              <a:rPr lang="en-US" i="1" dirty="0"/>
              <a:t>File: function_scope_5.py</a:t>
            </a:r>
          </a:p>
          <a:p>
            <a:pPr marL="0" indent="0">
              <a:buNone/>
            </a:pPr>
            <a:endParaRPr lang="en-US" i="1" dirty="0"/>
          </a:p>
        </p:txBody>
      </p:sp>
    </p:spTree>
    <p:extLst>
      <p:ext uri="{BB962C8B-B14F-4D97-AF65-F5344CB8AC3E}">
        <p14:creationId xmlns:p14="http://schemas.microsoft.com/office/powerpoint/2010/main" val="507629911"/>
      </p:ext>
    </p:extLst>
  </p:cSld>
  <p:clrMapOvr>
    <a:masterClrMapping/>
  </p:clrMapOvr>
  <mc:AlternateContent xmlns:mc="http://schemas.openxmlformats.org/markup-compatibility/2006" xmlns:p14="http://schemas.microsoft.com/office/powerpoint/2010/main">
    <mc:Choice Requires="p14">
      <p:transition spd="slow" p14:dur="2000" advTm="104017"/>
    </mc:Choice>
    <mc:Fallback xmlns="">
      <p:transition spd="slow" advTm="104017"/>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2796E79-8151-DCC2-2E1E-00BCE136F609}"/>
              </a:ext>
            </a:extLst>
          </p:cNvPr>
          <p:cNvSpPr>
            <a:spLocks noGrp="1"/>
          </p:cNvSpPr>
          <p:nvPr>
            <p:ph type="title"/>
          </p:nvPr>
        </p:nvSpPr>
        <p:spPr/>
        <p:txBody>
          <a:bodyPr/>
          <a:lstStyle/>
          <a:p>
            <a:r>
              <a:rPr lang="en-US" dirty="0"/>
              <a:t>Scope</a:t>
            </a:r>
          </a:p>
        </p:txBody>
      </p:sp>
      <p:sp>
        <p:nvSpPr>
          <p:cNvPr id="6" name="Content Placeholder 5">
            <a:extLst>
              <a:ext uri="{FF2B5EF4-FFF2-40B4-BE49-F238E27FC236}">
                <a16:creationId xmlns:a16="http://schemas.microsoft.com/office/drawing/2014/main" id="{6E556EFC-EC45-1C7A-12C9-5BAFFCA8F675}"/>
              </a:ext>
            </a:extLst>
          </p:cNvPr>
          <p:cNvSpPr>
            <a:spLocks noGrp="1"/>
          </p:cNvSpPr>
          <p:nvPr>
            <p:ph idx="1"/>
          </p:nvPr>
        </p:nvSpPr>
        <p:spPr/>
        <p:txBody>
          <a:bodyPr>
            <a:normAutofit/>
          </a:bodyPr>
          <a:lstStyle/>
          <a:p>
            <a:r>
              <a:rPr lang="en-US" dirty="0"/>
              <a:t>The scope of a variable: all the parts of the program where the variable can be accessed. </a:t>
            </a:r>
          </a:p>
          <a:p>
            <a:r>
              <a:rPr lang="en-US" dirty="0"/>
              <a:t>In Python, scope is controlled by indentation. </a:t>
            </a:r>
          </a:p>
          <a:p>
            <a:r>
              <a:rPr lang="en-US" dirty="0"/>
              <a:t>Variables in the main body are global; they are accessible everywhere in the code.  If you want to be able to modify the value of such a variable, you must declare it as </a:t>
            </a:r>
            <a:r>
              <a:rPr lang="en-US" dirty="0">
                <a:latin typeface="Courier New" panose="02070309020205020404" pitchFamily="49" charset="0"/>
                <a:cs typeface="Courier New" panose="02070309020205020404" pitchFamily="49" charset="0"/>
              </a:rPr>
              <a:t>global</a:t>
            </a:r>
            <a:r>
              <a:rPr lang="en-US" dirty="0"/>
              <a:t> within a subblock. </a:t>
            </a:r>
          </a:p>
          <a:p>
            <a:r>
              <a:rPr lang="en-US" dirty="0"/>
              <a:t>Variables defined in an indented block are accessible only in that block and in its nested blocks. </a:t>
            </a:r>
          </a:p>
        </p:txBody>
      </p:sp>
    </p:spTree>
    <p:extLst>
      <p:ext uri="{BB962C8B-B14F-4D97-AF65-F5344CB8AC3E}">
        <p14:creationId xmlns:p14="http://schemas.microsoft.com/office/powerpoint/2010/main" val="1249781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 </a:t>
            </a:r>
            <a:r>
              <a:rPr lang="en-US" dirty="0" err="1"/>
              <a:t>docstrings</a:t>
            </a:r>
            <a:endParaRPr lang="nl-BE" dirty="0"/>
          </a:p>
        </p:txBody>
      </p:sp>
      <p:sp>
        <p:nvSpPr>
          <p:cNvPr id="3" name="Content Placeholder 2"/>
          <p:cNvSpPr>
            <a:spLocks noGrp="1"/>
          </p:cNvSpPr>
          <p:nvPr>
            <p:ph sz="half" idx="1"/>
          </p:nvPr>
        </p:nvSpPr>
        <p:spPr/>
        <p:txBody>
          <a:bodyPr>
            <a:normAutofit fontScale="77500" lnSpcReduction="20000"/>
          </a:bodyPr>
          <a:lstStyle/>
          <a:p>
            <a:r>
              <a:rPr lang="en-US" sz="3600" dirty="0"/>
              <a:t>Docstrings describe what the function does. These descriptions serve as documentation for the function </a:t>
            </a:r>
          </a:p>
          <a:p>
            <a:r>
              <a:rPr lang="en-US" sz="3600" dirty="0"/>
              <a:t>Function docstrings are placed after the function header and are placed in between triple quotation marks. </a:t>
            </a:r>
          </a:p>
          <a:p>
            <a:r>
              <a:rPr lang="en-US" sz="3600" dirty="0"/>
              <a:t>The docstring must be indented to the level of the function body.</a:t>
            </a:r>
          </a:p>
          <a:p>
            <a:pPr marL="0" indent="0">
              <a:buNone/>
            </a:pPr>
            <a:endParaRPr lang="en-US" dirty="0"/>
          </a:p>
        </p:txBody>
      </p:sp>
      <p:sp>
        <p:nvSpPr>
          <p:cNvPr id="4" name="Content Placeholder 3">
            <a:extLst>
              <a:ext uri="{FF2B5EF4-FFF2-40B4-BE49-F238E27FC236}">
                <a16:creationId xmlns:a16="http://schemas.microsoft.com/office/drawing/2014/main" id="{46C90483-99E2-4EC4-B900-A88C8352939F}"/>
              </a:ext>
            </a:extLst>
          </p:cNvPr>
          <p:cNvSpPr>
            <a:spLocks noGrp="1"/>
          </p:cNvSpPr>
          <p:nvPr>
            <p:ph sz="half" idx="2"/>
          </p:nvPr>
        </p:nvSpPr>
        <p:spPr/>
        <p:txBody>
          <a:bodyPr>
            <a:normAutofit fontScale="77500" lnSpcReduction="20000"/>
          </a:bodyPr>
          <a:lstStyle/>
          <a:p>
            <a:pPr marL="0" indent="0">
              <a:buNone/>
            </a:pPr>
            <a:r>
              <a:rPr lang="en-US" dirty="0">
                <a:latin typeface="Courier New" panose="02070309020205020404" pitchFamily="49" charset="0"/>
                <a:cs typeface="Courier New" panose="02070309020205020404" pitchFamily="49" charset="0"/>
              </a:rPr>
              <a:t>def hello():</a:t>
            </a:r>
          </a:p>
          <a:p>
            <a:pPr marL="0" indent="0">
              <a:buNone/>
            </a:pPr>
            <a:r>
              <a:rPr lang="en-US" dirty="0">
                <a:latin typeface="Courier New" panose="02070309020205020404" pitchFamily="49" charset="0"/>
                <a:cs typeface="Courier New" panose="02070309020205020404" pitchFamily="49" charset="0"/>
              </a:rPr>
              <a:t>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Prints "Hello World".</a:t>
            </a:r>
          </a:p>
          <a:p>
            <a:pPr marL="0" indent="0">
              <a:buNone/>
            </a:pPr>
            <a:r>
              <a:rPr lang="en-US" dirty="0">
                <a:latin typeface="Courier New" panose="02070309020205020404" pitchFamily="49" charset="0"/>
                <a:cs typeface="Courier New" panose="02070309020205020404" pitchFamily="49" charset="0"/>
              </a:rPr>
              <a:t>   Returns:</a:t>
            </a:r>
          </a:p>
          <a:p>
            <a:pPr marL="0" indent="0">
              <a:buNone/>
            </a:pPr>
            <a:r>
              <a:rPr lang="en-US" dirty="0">
                <a:latin typeface="Courier New" panose="02070309020205020404" pitchFamily="49" charset="0"/>
                <a:cs typeface="Courier New" panose="02070309020205020404" pitchFamily="49" charset="0"/>
              </a:rPr>
              <a:t>      None</a:t>
            </a:r>
          </a:p>
          <a:p>
            <a:pPr marL="0" indent="0">
              <a:buNone/>
            </a:pP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  print("Hello World") </a:t>
            </a:r>
          </a:p>
          <a:p>
            <a:pPr marL="0" indent="0">
              <a:buNone/>
            </a:pPr>
            <a:r>
              <a:rPr lang="en-US" dirty="0">
                <a:latin typeface="Courier New" panose="02070309020205020404" pitchFamily="49" charset="0"/>
                <a:cs typeface="Courier New" panose="02070309020205020404" pitchFamily="49" charset="0"/>
              </a:rPr>
              <a:t>  return</a:t>
            </a:r>
          </a:p>
          <a:p>
            <a:pPr marL="0" indent="0">
              <a:buNone/>
            </a:pPr>
            <a:r>
              <a:rPr lang="en-US" dirty="0">
                <a:latin typeface="Courier New" panose="02070309020205020404" pitchFamily="49" charset="0"/>
                <a:cs typeface="Courier New" panose="02070309020205020404" pitchFamily="49" charset="0"/>
              </a:rPr>
              <a:t>print("The docstring of the function hello: " + </a:t>
            </a:r>
            <a:r>
              <a:rPr lang="en-US" dirty="0" err="1">
                <a:latin typeface="Courier New" panose="02070309020205020404" pitchFamily="49" charset="0"/>
                <a:cs typeface="Courier New" panose="02070309020205020404" pitchFamily="49" charset="0"/>
              </a:rPr>
              <a:t>hello.__doc</a:t>
            </a:r>
            <a:r>
              <a:rPr lang="en-US" dirty="0">
                <a:latin typeface="Courier New" panose="02070309020205020404" pitchFamily="49" charset="0"/>
                <a:cs typeface="Courier New" panose="02070309020205020404" pitchFamily="49" charset="0"/>
              </a:rPr>
              <a:t>__)</a:t>
            </a:r>
          </a:p>
          <a:p>
            <a:r>
              <a:rPr lang="en-US" i="1" dirty="0">
                <a:cs typeface="Courier New" panose="02070309020205020404" pitchFamily="49" charset="0"/>
              </a:rPr>
              <a:t>File: hello.py</a:t>
            </a:r>
            <a:br>
              <a:rPr lang="en-US" i="1" dirty="0">
                <a:cs typeface="Courier New" panose="02070309020205020404" pitchFamily="49" charset="0"/>
              </a:rPr>
            </a:br>
            <a:r>
              <a:rPr lang="en-US" i="1" dirty="0">
                <a:cs typeface="Courier New" panose="02070309020205020404" pitchFamily="49" charset="0"/>
              </a:rPr>
              <a:t>help(‘hello’)</a:t>
            </a:r>
            <a:endParaRPr lang="nl-BE" i="1" dirty="0">
              <a:cs typeface="Courier New" panose="02070309020205020404" pitchFamily="49" charset="0"/>
            </a:endParaRPr>
          </a:p>
          <a:p>
            <a:endParaRPr lang="en-US" dirty="0"/>
          </a:p>
        </p:txBody>
      </p:sp>
    </p:spTree>
    <p:extLst>
      <p:ext uri="{BB962C8B-B14F-4D97-AF65-F5344CB8AC3E}">
        <p14:creationId xmlns:p14="http://schemas.microsoft.com/office/powerpoint/2010/main" val="1474830645"/>
      </p:ext>
    </p:extLst>
  </p:cSld>
  <p:clrMapOvr>
    <a:masterClrMapping/>
  </p:clrMapOvr>
  <mc:AlternateContent xmlns:mc="http://schemas.openxmlformats.org/markup-compatibility/2006" xmlns:p14="http://schemas.microsoft.com/office/powerpoint/2010/main">
    <mc:Choice Requires="p14">
      <p:transition spd="slow" p14:dur="2000" advTm="50753"/>
    </mc:Choice>
    <mc:Fallback xmlns="">
      <p:transition spd="slow" advTm="50753"/>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C83A356-F417-3FF3-1657-7F110AA5C923}"/>
              </a:ext>
            </a:extLst>
          </p:cNvPr>
          <p:cNvSpPr>
            <a:spLocks noGrp="1"/>
          </p:cNvSpPr>
          <p:nvPr>
            <p:ph type="title"/>
          </p:nvPr>
        </p:nvSpPr>
        <p:spPr/>
        <p:txBody>
          <a:bodyPr/>
          <a:lstStyle/>
          <a:p>
            <a:r>
              <a:rPr lang="nl-BE" dirty="0"/>
              <a:t>Built-in </a:t>
            </a:r>
            <a:r>
              <a:rPr lang="nl-BE" dirty="0" err="1"/>
              <a:t>Functions</a:t>
            </a:r>
            <a:endParaRPr lang="en-BE" dirty="0"/>
          </a:p>
        </p:txBody>
      </p:sp>
      <p:sp>
        <p:nvSpPr>
          <p:cNvPr id="6" name="Content Placeholder 5">
            <a:extLst>
              <a:ext uri="{FF2B5EF4-FFF2-40B4-BE49-F238E27FC236}">
                <a16:creationId xmlns:a16="http://schemas.microsoft.com/office/drawing/2014/main" id="{83BCAFFE-2704-0193-F9C6-F2AA35B9DDE4}"/>
              </a:ext>
            </a:extLst>
          </p:cNvPr>
          <p:cNvSpPr>
            <a:spLocks noGrp="1"/>
          </p:cNvSpPr>
          <p:nvPr>
            <p:ph idx="1"/>
          </p:nvPr>
        </p:nvSpPr>
        <p:spPr>
          <a:xfrm>
            <a:off x="838200" y="1825625"/>
            <a:ext cx="5987143" cy="4351338"/>
          </a:xfrm>
        </p:spPr>
        <p:txBody>
          <a:bodyPr/>
          <a:lstStyle/>
          <a:p>
            <a:r>
              <a:rPr lang="en-US" dirty="0"/>
              <a:t>The Python interpreter has a number of functions and types built into it that are always available. (</a:t>
            </a:r>
            <a:r>
              <a:rPr lang="en-US" dirty="0">
                <a:hlinkClick r:id="rId2"/>
              </a:rPr>
              <a:t>https://docs.python.org/3/library/functions.html</a:t>
            </a:r>
            <a:r>
              <a:rPr lang="en-US" dirty="0"/>
              <a:t>)</a:t>
            </a:r>
          </a:p>
          <a:p>
            <a:endParaRPr lang="en-BE" dirty="0"/>
          </a:p>
        </p:txBody>
      </p:sp>
      <p:pic>
        <p:nvPicPr>
          <p:cNvPr id="3" name="Picture 2">
            <a:extLst>
              <a:ext uri="{FF2B5EF4-FFF2-40B4-BE49-F238E27FC236}">
                <a16:creationId xmlns:a16="http://schemas.microsoft.com/office/drawing/2014/main" id="{805FA636-E9BF-F298-13B8-047A74A691F4}"/>
              </a:ext>
            </a:extLst>
          </p:cNvPr>
          <p:cNvPicPr>
            <a:picLocks noChangeAspect="1"/>
          </p:cNvPicPr>
          <p:nvPr/>
        </p:nvPicPr>
        <p:blipFill>
          <a:blip r:embed="rId3"/>
          <a:stretch>
            <a:fillRect/>
          </a:stretch>
        </p:blipFill>
        <p:spPr>
          <a:xfrm>
            <a:off x="6945996" y="365125"/>
            <a:ext cx="5009234" cy="6249431"/>
          </a:xfrm>
          <a:prstGeom prst="rect">
            <a:avLst/>
          </a:prstGeom>
        </p:spPr>
      </p:pic>
    </p:spTree>
    <p:extLst>
      <p:ext uri="{BB962C8B-B14F-4D97-AF65-F5344CB8AC3E}">
        <p14:creationId xmlns:p14="http://schemas.microsoft.com/office/powerpoint/2010/main" val="610022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a:t>
            </a:r>
            <a:endParaRPr lang="nl-BE" dirty="0"/>
          </a:p>
        </p:txBody>
      </p:sp>
      <p:sp>
        <p:nvSpPr>
          <p:cNvPr id="3" name="Content Placeholder 2"/>
          <p:cNvSpPr>
            <a:spLocks noGrp="1"/>
          </p:cNvSpPr>
          <p:nvPr>
            <p:ph idx="1"/>
          </p:nvPr>
        </p:nvSpPr>
        <p:spPr/>
        <p:txBody>
          <a:bodyPr>
            <a:normAutofit lnSpcReduction="10000"/>
          </a:bodyPr>
          <a:lstStyle/>
          <a:p>
            <a:pPr marL="0" indent="0">
              <a:buNone/>
            </a:pPr>
            <a:r>
              <a:rPr lang="en-US" dirty="0"/>
              <a:t>Stepping stones in developing projects:</a:t>
            </a:r>
          </a:p>
          <a:p>
            <a:r>
              <a:rPr lang="en-US" dirty="0"/>
              <a:t>Start working with Python in notebook or on the interpreter </a:t>
            </a:r>
          </a:p>
          <a:p>
            <a:r>
              <a:rPr lang="en-US" dirty="0"/>
              <a:t>Write longer programs that need to be executed multiple times:  write scripts</a:t>
            </a:r>
          </a:p>
          <a:p>
            <a:r>
              <a:rPr lang="en-US" dirty="0"/>
              <a:t>The programs grow in size, split it into several files for easier maintenance as well as reusability of the code. </a:t>
            </a:r>
          </a:p>
          <a:p>
            <a:pPr lvl="1"/>
            <a:r>
              <a:rPr lang="en-US" dirty="0"/>
              <a:t>The solution:  Modules. </a:t>
            </a:r>
          </a:p>
          <a:p>
            <a:pPr lvl="1"/>
            <a:r>
              <a:rPr lang="en-US" dirty="0"/>
              <a:t>Define most used functions in a module and import it, instead of copying their definitions into different programs. </a:t>
            </a:r>
          </a:p>
          <a:p>
            <a:pPr lvl="1"/>
            <a:r>
              <a:rPr lang="en-US" dirty="0"/>
              <a:t>A module can be imported by another program to make use of its functionality. </a:t>
            </a:r>
            <a:endParaRPr lang="nl-BE" dirty="0"/>
          </a:p>
        </p:txBody>
      </p:sp>
    </p:spTree>
    <p:extLst>
      <p:ext uri="{BB962C8B-B14F-4D97-AF65-F5344CB8AC3E}">
        <p14:creationId xmlns:p14="http://schemas.microsoft.com/office/powerpoint/2010/main" val="3061117252"/>
      </p:ext>
    </p:extLst>
  </p:cSld>
  <p:clrMapOvr>
    <a:masterClrMapping/>
  </p:clrMapOvr>
  <mc:AlternateContent xmlns:mc="http://schemas.openxmlformats.org/markup-compatibility/2006" xmlns:p14="http://schemas.microsoft.com/office/powerpoint/2010/main">
    <mc:Choice Requires="p14">
      <p:transition spd="slow" p14:dur="2000" advTm="100066"/>
    </mc:Choice>
    <mc:Fallback xmlns="">
      <p:transition spd="slow" advTm="100066"/>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a:t>
            </a:r>
            <a:endParaRPr lang="nl-BE" dirty="0"/>
          </a:p>
        </p:txBody>
      </p:sp>
      <p:sp>
        <p:nvSpPr>
          <p:cNvPr id="3" name="Content Placeholder 2"/>
          <p:cNvSpPr>
            <a:spLocks noGrp="1"/>
          </p:cNvSpPr>
          <p:nvPr>
            <p:ph idx="1"/>
          </p:nvPr>
        </p:nvSpPr>
        <p:spPr/>
        <p:txBody>
          <a:bodyPr>
            <a:normAutofit fontScale="92500" lnSpcReduction="20000"/>
          </a:bodyPr>
          <a:lstStyle/>
          <a:p>
            <a:r>
              <a:rPr lang="en-US" dirty="0"/>
              <a:t>Module is a file consisting of Python code. A module can define functions, classes and variables. A module can also include runnable code.</a:t>
            </a:r>
          </a:p>
          <a:p>
            <a:r>
              <a:rPr lang="en-US" dirty="0"/>
              <a:t>Organize Python code logically. Grouping related code into a module makes the code easier to understand and use. </a:t>
            </a:r>
          </a:p>
          <a:p>
            <a:r>
              <a:rPr lang="en-US" dirty="0"/>
              <a:t>Modules can be incorporated into other Python modules by importing them through an </a:t>
            </a:r>
            <a:r>
              <a:rPr lang="en-US" dirty="0">
                <a:latin typeface="Courier New" panose="02070309020205020404" pitchFamily="49" charset="0"/>
                <a:cs typeface="Courier New" panose="02070309020205020404" pitchFamily="49" charset="0"/>
              </a:rPr>
              <a:t>import</a:t>
            </a:r>
            <a:r>
              <a:rPr lang="en-US" dirty="0"/>
              <a:t> statement.</a:t>
            </a:r>
          </a:p>
          <a:p>
            <a:r>
              <a:rPr lang="en-US" dirty="0"/>
              <a:t>For the Python interpreter to find the functions in an external file, the file must either be in the same directory as the program calling the function, or the file must be located underneath special directories designated by </a:t>
            </a:r>
            <a:r>
              <a:rPr lang="en-US" dirty="0" err="1">
                <a:latin typeface="Courier New" panose="02070309020205020404" pitchFamily="49" charset="0"/>
                <a:cs typeface="Courier New" panose="02070309020205020404" pitchFamily="49" charset="0"/>
              </a:rPr>
              <a:t>sys.path</a:t>
            </a:r>
            <a:r>
              <a:rPr lang="en-US" dirty="0"/>
              <a:t>.</a:t>
            </a:r>
          </a:p>
          <a:p>
            <a:r>
              <a:rPr lang="en-US" i="1" dirty="0"/>
              <a:t>File: support_print.py (module containing the functions)</a:t>
            </a:r>
          </a:p>
          <a:p>
            <a:r>
              <a:rPr lang="en-US" i="1" dirty="0"/>
              <a:t>File: support_print_use.py (program using the functions)</a:t>
            </a:r>
            <a:endParaRPr lang="nl-BE" i="1" dirty="0"/>
          </a:p>
        </p:txBody>
      </p:sp>
    </p:spTree>
    <p:extLst>
      <p:ext uri="{BB962C8B-B14F-4D97-AF65-F5344CB8AC3E}">
        <p14:creationId xmlns:p14="http://schemas.microsoft.com/office/powerpoint/2010/main" val="4334042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00EC0-7F00-4B2C-A983-501B5910DDED}"/>
              </a:ext>
            </a:extLst>
          </p:cNvPr>
          <p:cNvSpPr>
            <a:spLocks noGrp="1"/>
          </p:cNvSpPr>
          <p:nvPr>
            <p:ph type="title"/>
          </p:nvPr>
        </p:nvSpPr>
        <p:spPr/>
        <p:txBody>
          <a:bodyPr/>
          <a:lstStyle/>
          <a:p>
            <a:r>
              <a:rPr lang="nl-BE" dirty="0" err="1"/>
              <a:t>Example</a:t>
            </a:r>
            <a:r>
              <a:rPr lang="nl-BE" dirty="0"/>
              <a:t> </a:t>
            </a:r>
            <a:r>
              <a:rPr lang="nl-BE" dirty="0" err="1"/>
              <a:t>straightforward</a:t>
            </a:r>
            <a:r>
              <a:rPr lang="nl-BE" dirty="0"/>
              <a:t> approach </a:t>
            </a:r>
            <a:endParaRPr lang="en-US" dirty="0"/>
          </a:p>
        </p:txBody>
      </p:sp>
      <p:sp>
        <p:nvSpPr>
          <p:cNvPr id="3" name="Content Placeholder 2">
            <a:extLst>
              <a:ext uri="{FF2B5EF4-FFF2-40B4-BE49-F238E27FC236}">
                <a16:creationId xmlns:a16="http://schemas.microsoft.com/office/drawing/2014/main" id="{879F690B-1A1D-4B41-B519-93D60A372B6F}"/>
              </a:ext>
            </a:extLst>
          </p:cNvPr>
          <p:cNvSpPr>
            <a:spLocks noGrp="1"/>
          </p:cNvSpPr>
          <p:nvPr>
            <p:ph idx="1"/>
          </p:nvPr>
        </p:nvSpPr>
        <p:spPr/>
        <p:txBody>
          <a:bodyPr/>
          <a:lstStyle/>
          <a:p>
            <a:r>
              <a:rPr lang="nl-BE" dirty="0" err="1"/>
              <a:t>Function</a:t>
            </a:r>
            <a:r>
              <a:rPr lang="nl-BE" dirty="0"/>
              <a:t> </a:t>
            </a:r>
            <a:r>
              <a:rPr lang="nl-BE" dirty="0" err="1"/>
              <a:t>definition</a:t>
            </a:r>
            <a:r>
              <a:rPr lang="nl-BE" dirty="0"/>
              <a:t> </a:t>
            </a:r>
            <a:r>
              <a:rPr lang="nl-BE" dirty="0" err="1"/>
              <a:t>and</a:t>
            </a:r>
            <a:r>
              <a:rPr lang="nl-BE" dirty="0"/>
              <a:t> </a:t>
            </a:r>
            <a:r>
              <a:rPr lang="nl-BE" dirty="0" err="1"/>
              <a:t>function</a:t>
            </a:r>
            <a:r>
              <a:rPr lang="nl-BE" dirty="0"/>
              <a:t> calls in </a:t>
            </a:r>
            <a:r>
              <a:rPr lang="nl-BE" dirty="0" err="1"/>
              <a:t>same</a:t>
            </a:r>
            <a:r>
              <a:rPr lang="nl-BE" dirty="0"/>
              <a:t> file</a:t>
            </a:r>
          </a:p>
          <a:p>
            <a:pPr lvl="1"/>
            <a:r>
              <a:rPr lang="nl-BE" i="1" dirty="0"/>
              <a:t>File: greetings_func.py</a:t>
            </a:r>
          </a:p>
          <a:p>
            <a:r>
              <a:rPr lang="nl-BE" dirty="0" err="1"/>
              <a:t>Function</a:t>
            </a:r>
            <a:r>
              <a:rPr lang="nl-BE" dirty="0"/>
              <a:t> </a:t>
            </a:r>
            <a:r>
              <a:rPr lang="nl-BE" dirty="0" err="1"/>
              <a:t>definition</a:t>
            </a:r>
            <a:r>
              <a:rPr lang="nl-BE" dirty="0"/>
              <a:t> in separate file, </a:t>
            </a:r>
            <a:r>
              <a:rPr lang="nl-BE" dirty="0" err="1"/>
              <a:t>another</a:t>
            </a:r>
            <a:r>
              <a:rPr lang="nl-BE" dirty="0"/>
              <a:t> program is </a:t>
            </a:r>
            <a:r>
              <a:rPr lang="nl-BE" dirty="0" err="1"/>
              <a:t>calling</a:t>
            </a:r>
            <a:r>
              <a:rPr lang="nl-BE" dirty="0"/>
              <a:t> </a:t>
            </a:r>
            <a:r>
              <a:rPr lang="nl-BE" dirty="0" err="1"/>
              <a:t>the</a:t>
            </a:r>
            <a:r>
              <a:rPr lang="nl-BE" dirty="0"/>
              <a:t> </a:t>
            </a:r>
            <a:r>
              <a:rPr lang="nl-BE" dirty="0" err="1"/>
              <a:t>function</a:t>
            </a:r>
            <a:endParaRPr lang="nl-BE" dirty="0"/>
          </a:p>
          <a:p>
            <a:pPr lvl="1"/>
            <a:r>
              <a:rPr lang="nl-BE" i="1" dirty="0"/>
              <a:t>File: greetings_calling.py</a:t>
            </a:r>
          </a:p>
          <a:p>
            <a:pPr lvl="2"/>
            <a:r>
              <a:rPr lang="nl-BE" dirty="0" err="1"/>
              <a:t>Main</a:t>
            </a:r>
            <a:r>
              <a:rPr lang="nl-BE" dirty="0"/>
              <a:t> program</a:t>
            </a:r>
          </a:p>
          <a:p>
            <a:pPr lvl="2"/>
            <a:r>
              <a:rPr lang="nl-BE" dirty="0" err="1"/>
              <a:t>Key</a:t>
            </a:r>
            <a:r>
              <a:rPr lang="nl-BE" dirty="0"/>
              <a:t> feature: </a:t>
            </a:r>
            <a:r>
              <a:rPr lang="nl-BE" dirty="0">
                <a:latin typeface="Courier New" panose="02070309020205020404" pitchFamily="49" charset="0"/>
                <a:cs typeface="Courier New" panose="02070309020205020404" pitchFamily="49" charset="0"/>
              </a:rPr>
              <a:t>import</a:t>
            </a:r>
          </a:p>
          <a:p>
            <a:pPr lvl="1"/>
            <a:r>
              <a:rPr lang="nl-BE" i="1" dirty="0"/>
              <a:t>File: greetings_bucket.py</a:t>
            </a:r>
          </a:p>
          <a:p>
            <a:pPr lvl="2"/>
            <a:r>
              <a:rPr lang="nl-BE" dirty="0" err="1"/>
              <a:t>Function</a:t>
            </a:r>
            <a:r>
              <a:rPr lang="nl-BE" dirty="0"/>
              <a:t> </a:t>
            </a:r>
            <a:r>
              <a:rPr lang="nl-BE" dirty="0" err="1"/>
              <a:t>definition</a:t>
            </a:r>
            <a:endParaRPr lang="nl-BE" dirty="0"/>
          </a:p>
        </p:txBody>
      </p:sp>
    </p:spTree>
    <p:extLst>
      <p:ext uri="{BB962C8B-B14F-4D97-AF65-F5344CB8AC3E}">
        <p14:creationId xmlns:p14="http://schemas.microsoft.com/office/powerpoint/2010/main" val="1245248398"/>
      </p:ext>
    </p:extLst>
  </p:cSld>
  <p:clrMapOvr>
    <a:masterClrMapping/>
  </p:clrMapOvr>
  <mc:AlternateContent xmlns:mc="http://schemas.openxmlformats.org/markup-compatibility/2006" xmlns:p14="http://schemas.microsoft.com/office/powerpoint/2010/main">
    <mc:Choice Requires="p14">
      <p:transition spd="slow" p14:dur="2000" advTm="67185"/>
    </mc:Choice>
    <mc:Fallback xmlns="">
      <p:transition spd="slow" advTm="67185"/>
    </mc:Fallback>
  </mc:AlternateContent>
  <p:extLst>
    <p:ext uri="{3A86A75C-4F4B-4683-9AE1-C65F6400EC91}">
      <p14:laserTraceLst xmlns:p14="http://schemas.microsoft.com/office/powerpoint/2010/main">
        <p14:tracePtLst>
          <p14:tracePt t="51071" x="4432300" y="4787900"/>
          <p14:tracePt t="51129" x="4432300" y="4781550"/>
          <p14:tracePt t="51146" x="4438650" y="4781550"/>
          <p14:tracePt t="51155" x="4438650" y="4775200"/>
          <p14:tracePt t="51163" x="4438650" y="4768850"/>
          <p14:tracePt t="51180" x="4445000" y="4756150"/>
          <p14:tracePt t="51196" x="4457700" y="4737100"/>
          <p14:tracePt t="51213" x="4470400" y="4699000"/>
          <p14:tracePt t="51230" x="4489450" y="4660900"/>
          <p14:tracePt t="51246" x="4502150" y="4610100"/>
          <p14:tracePt t="51262" x="4521200" y="4514850"/>
          <p14:tracePt t="51279" x="4521200" y="4470400"/>
          <p14:tracePt t="51295" x="4521200" y="4432300"/>
          <p14:tracePt t="51312" x="4502150" y="4394200"/>
          <p14:tracePt t="51317" x="4502150" y="4381500"/>
          <p14:tracePt t="51329" x="4483100" y="4362450"/>
          <p14:tracePt t="51346" x="4470400" y="4343400"/>
          <p14:tracePt t="51348" x="4464050" y="4337050"/>
          <p14:tracePt t="51363" x="4457700" y="4324350"/>
          <p14:tracePt t="51379" x="4438650" y="4311650"/>
          <p14:tracePt t="51399" x="4432300" y="4311650"/>
          <p14:tracePt t="51413" x="4413250" y="4298950"/>
          <p14:tracePt t="51430" x="4387850" y="4292600"/>
          <p14:tracePt t="51446" x="4356100" y="4279900"/>
          <p14:tracePt t="51464" x="4318000" y="4273550"/>
          <p14:tracePt t="51479" x="4273550" y="4254500"/>
          <p14:tracePt t="51497" x="4229100" y="4248150"/>
          <p14:tracePt t="51502" x="4210050" y="4241800"/>
          <p14:tracePt t="51513" x="4171950" y="4235450"/>
          <p14:tracePt t="51529" x="4133850" y="4229100"/>
          <p14:tracePt t="51534" x="4114800" y="4229100"/>
          <p14:tracePt t="51546" x="4089400" y="4222750"/>
          <p14:tracePt t="51562" x="4051300" y="4216400"/>
          <p14:tracePt t="51565" x="4019550" y="4216400"/>
          <p14:tracePt t="51579" x="4006850" y="4216400"/>
          <p14:tracePt t="51596" x="3968750" y="4216400"/>
          <p14:tracePt t="51600" x="3949700" y="4216400"/>
          <p14:tracePt t="51613" x="3930650" y="4216400"/>
          <p14:tracePt t="51629" x="3867150" y="4216400"/>
          <p14:tracePt t="51646" x="3810000" y="4216400"/>
          <p14:tracePt t="51662" x="3752850" y="4216400"/>
          <p14:tracePt t="51679" x="3702050" y="4222750"/>
          <p14:tracePt t="51696" x="3670300" y="4222750"/>
          <p14:tracePt t="51713" x="3632200" y="4222750"/>
          <p14:tracePt t="51729" x="3619500" y="4229100"/>
          <p14:tracePt t="51746" x="3613150" y="4229100"/>
          <p14:tracePt t="51763" x="3600450" y="4235450"/>
          <p14:tracePt t="51779" x="3594100" y="4235450"/>
          <p14:tracePt t="51796" x="3581400" y="4235450"/>
          <p14:tracePt t="51800" x="3575050" y="4235450"/>
          <p14:tracePt t="51812" x="3568700" y="4241800"/>
          <p14:tracePt t="51829" x="3556000" y="4248150"/>
          <p14:tracePt t="51834" x="3549650" y="4248150"/>
          <p14:tracePt t="51839" x="3543300" y="4248150"/>
          <p14:tracePt t="51862" x="3517900" y="4248150"/>
          <p14:tracePt t="51865" x="3505200" y="4254500"/>
          <p14:tracePt t="51879" x="3479800" y="4260850"/>
          <p14:tracePt t="51896" x="3454400" y="4273550"/>
          <p14:tracePt t="51912" x="3429000" y="4279900"/>
          <p14:tracePt t="51929" x="3409950" y="4298950"/>
          <p14:tracePt t="51936" x="3403600" y="4298950"/>
          <p14:tracePt t="51963" x="3397250" y="4311650"/>
          <p14:tracePt t="51979" x="3390900" y="4318000"/>
          <p14:tracePt t="51996" x="3390900" y="4324350"/>
          <p14:tracePt t="52016" x="3390900" y="4337050"/>
          <p14:tracePt t="52019" x="3390900" y="4343400"/>
          <p14:tracePt t="52029" x="3384550" y="4343400"/>
          <p14:tracePt t="52046" x="3384550" y="4362450"/>
          <p14:tracePt t="52062" x="3384550" y="4375150"/>
          <p14:tracePt t="52066" x="3384550" y="4387850"/>
          <p14:tracePt t="52079" x="3384550" y="4394200"/>
          <p14:tracePt t="52096" x="3384550" y="4406900"/>
          <p14:tracePt t="52098" x="3384550" y="4425950"/>
          <p14:tracePt t="52115" x="3384550" y="4432300"/>
          <p14:tracePt t="52129" x="3384550" y="4451350"/>
          <p14:tracePt t="52146" x="3384550" y="4464050"/>
          <p14:tracePt t="52163" x="3384550" y="4476750"/>
          <p14:tracePt t="52170" x="3384550" y="4483100"/>
          <p14:tracePt t="52179" x="3384550" y="4495800"/>
          <p14:tracePt t="52196" x="3384550" y="4508500"/>
          <p14:tracePt t="52213" x="3390900" y="4533900"/>
          <p14:tracePt t="52229" x="3409950" y="4559300"/>
          <p14:tracePt t="52234" x="3422650" y="4572000"/>
          <p14:tracePt t="52246" x="3422650" y="4578350"/>
          <p14:tracePt t="52262" x="3441700" y="4597400"/>
          <p14:tracePt t="52279" x="3454400" y="4603750"/>
          <p14:tracePt t="52296" x="3473450" y="4622800"/>
          <p14:tracePt t="52300" x="3486150" y="4629150"/>
          <p14:tracePt t="52312" x="3505200" y="4641850"/>
          <p14:tracePt t="52329" x="3524250" y="4648200"/>
          <p14:tracePt t="52332" x="3543300" y="4660900"/>
          <p14:tracePt t="52346" x="3549650" y="4667250"/>
          <p14:tracePt t="52363" x="3581400" y="4686300"/>
          <p14:tracePt t="52379" x="3606800" y="4686300"/>
          <p14:tracePt t="52396" x="3625850" y="4699000"/>
          <p14:tracePt t="52412" x="3676650" y="4705350"/>
          <p14:tracePt t="52429" x="3702050" y="4718050"/>
          <p14:tracePt t="52446" x="3733800" y="4724400"/>
          <p14:tracePt t="52463" x="3784600" y="4730750"/>
          <p14:tracePt t="52479" x="3810000" y="4737100"/>
          <p14:tracePt t="52496" x="3841750" y="4737100"/>
          <p14:tracePt t="52500" x="3860800" y="4737100"/>
          <p14:tracePt t="52512" x="3873500" y="4737100"/>
          <p14:tracePt t="52529" x="3924300" y="4737100"/>
          <p14:tracePt t="52534" x="3943350" y="4737100"/>
          <p14:tracePt t="52546" x="3962400" y="4737100"/>
          <p14:tracePt t="52563" x="4006850" y="4737100"/>
          <p14:tracePt t="52566" x="4032250" y="4737100"/>
          <p14:tracePt t="52579" x="4057650" y="4737100"/>
          <p14:tracePt t="52596" x="4121150" y="4737100"/>
          <p14:tracePt t="52599" x="4146550" y="4737100"/>
          <p14:tracePt t="52612" x="4171950" y="4737100"/>
          <p14:tracePt t="52629" x="4248150" y="4737100"/>
          <p14:tracePt t="52646" x="4292600" y="4737100"/>
          <p14:tracePt t="52663" x="4330700" y="4730750"/>
          <p14:tracePt t="52679" x="4343400" y="4724400"/>
          <p14:tracePt t="52696" x="4349750" y="4724400"/>
          <p14:tracePt t="52713" x="4356100" y="4711700"/>
          <p14:tracePt t="52729" x="4356100" y="4705350"/>
          <p14:tracePt t="52746" x="4362450" y="4686300"/>
          <p14:tracePt t="52763" x="4368800" y="4660900"/>
          <p14:tracePt t="52769" x="4368800" y="4648200"/>
          <p14:tracePt t="52779" x="4368800" y="4635500"/>
          <p14:tracePt t="52796" x="4375150" y="4603750"/>
          <p14:tracePt t="52800" x="4375150" y="4597400"/>
          <p14:tracePt t="52812" x="4381500" y="4584700"/>
          <p14:tracePt t="52829" x="4381500" y="4552950"/>
          <p14:tracePt t="52834" x="4381500" y="4546600"/>
          <p14:tracePt t="52846" x="4381500" y="4533900"/>
          <p14:tracePt t="52863" x="4375150" y="4502150"/>
          <p14:tracePt t="52879" x="4368800" y="4483100"/>
          <p14:tracePt t="52896" x="4349750" y="4451350"/>
          <p14:tracePt t="52912" x="4337050" y="4438650"/>
          <p14:tracePt t="52929" x="4318000" y="4419600"/>
          <p14:tracePt t="52948" x="4298950" y="4400550"/>
          <p14:tracePt t="52952" x="4286250" y="4387850"/>
          <p14:tracePt t="52962" x="4260850" y="4362450"/>
          <p14:tracePt t="52981" x="4229100" y="4343400"/>
          <p14:tracePt t="52995" x="4203700" y="4324350"/>
          <p14:tracePt t="53015" x="4165600" y="4311650"/>
          <p14:tracePt t="53018" x="4146550" y="4298950"/>
          <p14:tracePt t="53029" x="4133850" y="4292600"/>
          <p14:tracePt t="53048" x="4102100" y="4273550"/>
          <p14:tracePt t="53052" x="4083050" y="4273550"/>
          <p14:tracePt t="53062" x="4057650" y="4267200"/>
          <p14:tracePt t="53082" x="3968750" y="4241800"/>
          <p14:tracePt t="53096" x="3949700" y="4241800"/>
          <p14:tracePt t="53114" x="3886200" y="4235450"/>
          <p14:tracePt t="53129" x="3848100" y="4235450"/>
          <p14:tracePt t="53147" x="3822700" y="4235450"/>
          <p14:tracePt t="53163" x="3784600" y="4235450"/>
          <p14:tracePt t="53180" x="3759200" y="4241800"/>
          <p14:tracePt t="53196" x="3727450" y="4241800"/>
          <p14:tracePt t="53213" x="3689350" y="4254500"/>
          <p14:tracePt t="53229" x="3638550" y="4267200"/>
          <p14:tracePt t="53246" x="3613150" y="4273550"/>
          <p14:tracePt t="53251" x="3594100" y="4273550"/>
          <p14:tracePt t="53262" x="3562350" y="4279900"/>
          <p14:tracePt t="53279" x="3524250" y="4292600"/>
          <p14:tracePt t="53283" x="3511550" y="4292600"/>
          <p14:tracePt t="53296" x="3498850" y="4305300"/>
          <p14:tracePt t="53312" x="3467100" y="4311650"/>
          <p14:tracePt t="53316" x="3460750" y="4324350"/>
          <p14:tracePt t="53329" x="3454400" y="4330700"/>
          <p14:tracePt t="53346" x="3441700" y="4337050"/>
          <p14:tracePt t="53349" x="3441700" y="4343400"/>
          <p14:tracePt t="53363" x="3429000" y="4349750"/>
          <p14:tracePt t="53379" x="3429000" y="4362450"/>
          <p14:tracePt t="53396" x="3422650" y="4368800"/>
          <p14:tracePt t="53412" x="3422650" y="4375150"/>
          <p14:tracePt t="53429" x="3422650" y="4387850"/>
          <p14:tracePt t="53446" x="3422650" y="4394200"/>
          <p14:tracePt t="53469" x="3416300" y="4394200"/>
          <p14:tracePt t="53484" x="3416300" y="4400550"/>
          <p14:tracePt t="53905" x="0" y="0"/>
        </p14:tracePtLst>
      </p14:laserTraceLst>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Loading Modules: the </a:t>
            </a:r>
            <a:r>
              <a:rPr lang="en-US" dirty="0">
                <a:latin typeface="Courier New" panose="02070309020205020404" pitchFamily="49" charset="0"/>
                <a:cs typeface="Courier New" panose="02070309020205020404" pitchFamily="49" charset="0"/>
              </a:rPr>
              <a:t>import</a:t>
            </a:r>
            <a:r>
              <a:rPr lang="en-US" dirty="0"/>
              <a:t> Statement</a:t>
            </a:r>
            <a:endParaRPr lang="nl-BE" dirty="0"/>
          </a:p>
        </p:txBody>
      </p:sp>
      <p:sp>
        <p:nvSpPr>
          <p:cNvPr id="3" name="Content Placeholder 2"/>
          <p:cNvSpPr>
            <a:spLocks noGrp="1"/>
          </p:cNvSpPr>
          <p:nvPr>
            <p:ph idx="1"/>
          </p:nvPr>
        </p:nvSpPr>
        <p:spPr/>
        <p:txBody>
          <a:bodyPr>
            <a:normAutofit fontScale="62500" lnSpcReduction="20000"/>
          </a:bodyPr>
          <a:lstStyle/>
          <a:p>
            <a:r>
              <a:rPr lang="en-US" sz="2900" dirty="0"/>
              <a:t>Explicit module import : Explicit import of a module preserves the module's content in a namespace. The namespace is then used to refer to its contents with a "." between them.</a:t>
            </a:r>
          </a:p>
          <a:p>
            <a:pPr marL="457200" lvl="1" indent="0">
              <a:buNone/>
            </a:pPr>
            <a:r>
              <a:rPr lang="en-US" sz="2500" dirty="0">
                <a:latin typeface="Courier New" panose="02070309020205020404" pitchFamily="49" charset="0"/>
                <a:cs typeface="Courier New" panose="02070309020205020404" pitchFamily="49" charset="0"/>
              </a:rPr>
              <a:t>import math</a:t>
            </a:r>
          </a:p>
          <a:p>
            <a:pPr marL="457200" lvl="1" indent="0">
              <a:buNone/>
            </a:pPr>
            <a:r>
              <a:rPr lang="en-US" sz="2500" dirty="0" err="1">
                <a:latin typeface="Courier New" panose="02070309020205020404" pitchFamily="49" charset="0"/>
                <a:cs typeface="Courier New" panose="02070309020205020404" pitchFamily="49" charset="0"/>
              </a:rPr>
              <a:t>math.tan</a:t>
            </a:r>
            <a:r>
              <a:rPr lang="en-US" sz="2500" dirty="0">
                <a:latin typeface="Courier New" panose="02070309020205020404" pitchFamily="49" charset="0"/>
                <a:cs typeface="Courier New" panose="02070309020205020404" pitchFamily="49" charset="0"/>
              </a:rPr>
              <a:t>(</a:t>
            </a:r>
            <a:r>
              <a:rPr lang="en-US" sz="2500" dirty="0" err="1">
                <a:latin typeface="Courier New" panose="02070309020205020404" pitchFamily="49" charset="0"/>
                <a:cs typeface="Courier New" panose="02070309020205020404" pitchFamily="49" charset="0"/>
              </a:rPr>
              <a:t>math.pi</a:t>
            </a:r>
            <a:r>
              <a:rPr lang="en-US" sz="2500" dirty="0">
                <a:latin typeface="Courier New" panose="02070309020205020404" pitchFamily="49" charset="0"/>
                <a:cs typeface="Courier New" panose="02070309020205020404" pitchFamily="49" charset="0"/>
              </a:rPr>
              <a:t>)</a:t>
            </a:r>
          </a:p>
          <a:p>
            <a:r>
              <a:rPr lang="en-US" sz="2900" dirty="0"/>
              <a:t>Explicit module import by alias</a:t>
            </a:r>
          </a:p>
          <a:p>
            <a:pPr lvl="1"/>
            <a:r>
              <a:rPr lang="en-US" sz="2500" dirty="0"/>
              <a:t>For long module names, use the "</a:t>
            </a:r>
            <a:r>
              <a:rPr lang="en-US" sz="2500" dirty="0">
                <a:latin typeface="Courier New" panose="02070309020205020404" pitchFamily="49" charset="0"/>
                <a:cs typeface="Courier New" panose="02070309020205020404" pitchFamily="49" charset="0"/>
              </a:rPr>
              <a:t>import ... as ...</a:t>
            </a:r>
            <a:r>
              <a:rPr lang="en-US" sz="2500" dirty="0"/>
              <a:t>" </a:t>
            </a:r>
          </a:p>
          <a:p>
            <a:pPr marL="457200" lvl="1" indent="0">
              <a:buNone/>
            </a:pPr>
            <a:r>
              <a:rPr lang="en-US" sz="2500" dirty="0">
                <a:latin typeface="Courier New" panose="02070309020205020404" pitchFamily="49" charset="0"/>
                <a:cs typeface="Courier New" panose="02070309020205020404" pitchFamily="49" charset="0"/>
              </a:rPr>
              <a:t>import matplotlib as </a:t>
            </a:r>
            <a:r>
              <a:rPr lang="en-US" sz="2500" dirty="0" err="1">
                <a:latin typeface="Courier New" panose="02070309020205020404" pitchFamily="49" charset="0"/>
                <a:cs typeface="Courier New" panose="02070309020205020404" pitchFamily="49" charset="0"/>
              </a:rPr>
              <a:t>mpl</a:t>
            </a:r>
            <a:endParaRPr lang="en-US" sz="2500" dirty="0">
              <a:latin typeface="Courier New" panose="02070309020205020404" pitchFamily="49" charset="0"/>
              <a:cs typeface="Courier New" panose="02070309020205020404" pitchFamily="49" charset="0"/>
            </a:endParaRPr>
          </a:p>
          <a:p>
            <a:r>
              <a:rPr lang="en-US" sz="2900" dirty="0"/>
              <a:t>Explicit import of module contents: Sometimes rather than importing the module namespace, just like import a few particular items from the module, use "from ... import ...“</a:t>
            </a:r>
          </a:p>
          <a:p>
            <a:pPr marL="457200" lvl="1" indent="0">
              <a:buNone/>
            </a:pPr>
            <a:r>
              <a:rPr lang="en-US" sz="2500" dirty="0">
                <a:latin typeface="Courier New" panose="02070309020205020404" pitchFamily="49" charset="0"/>
                <a:cs typeface="Courier New" panose="02070309020205020404" pitchFamily="49" charset="0"/>
              </a:rPr>
              <a:t> from math import cos, pi</a:t>
            </a:r>
          </a:p>
          <a:p>
            <a:r>
              <a:rPr lang="en-US" sz="2900" dirty="0"/>
              <a:t>Implicit import of module contents:  it is sometimes useful to import the entirety of the module contents into the local namespace. This can be done with the "from ... import *" </a:t>
            </a:r>
          </a:p>
          <a:p>
            <a:pPr marL="457200" lvl="1" indent="0">
              <a:buNone/>
            </a:pPr>
            <a:r>
              <a:rPr lang="en-US" sz="2500" dirty="0">
                <a:latin typeface="Courier New" panose="02070309020205020404" pitchFamily="49" charset="0"/>
                <a:cs typeface="Courier New" panose="02070309020205020404" pitchFamily="49" charset="0"/>
              </a:rPr>
              <a:t>from math import *</a:t>
            </a:r>
          </a:p>
          <a:p>
            <a:pPr marL="457200" lvl="1" indent="0">
              <a:buNone/>
            </a:pPr>
            <a:r>
              <a:rPr lang="en-US" sz="2500" dirty="0">
                <a:latin typeface="Courier New" panose="02070309020205020404" pitchFamily="49" charset="0"/>
                <a:cs typeface="Courier New" panose="02070309020205020404" pitchFamily="49" charset="0"/>
              </a:rPr>
              <a:t>sin(pi) ** 2 + cos(pi) ** 2</a:t>
            </a:r>
          </a:p>
          <a:p>
            <a:pPr lvl="1"/>
            <a:r>
              <a:rPr lang="en-US" sz="2500" dirty="0"/>
              <a:t>This pattern should be used sparingly, if at all. The problem is that such imports can sometimes overwrite function names that you do not intend to overwrite, and the implicitness of the statement makes it difficult to determine what has changed.</a:t>
            </a:r>
            <a:endParaRPr lang="en-US" dirty="0"/>
          </a:p>
        </p:txBody>
      </p:sp>
      <p:sp>
        <p:nvSpPr>
          <p:cNvPr id="5" name="TextBox 4"/>
          <p:cNvSpPr txBox="1"/>
          <p:nvPr/>
        </p:nvSpPr>
        <p:spPr>
          <a:xfrm>
            <a:off x="740229" y="6311900"/>
            <a:ext cx="11094256" cy="646331"/>
          </a:xfrm>
          <a:prstGeom prst="rect">
            <a:avLst/>
          </a:prstGeom>
          <a:noFill/>
        </p:spPr>
        <p:txBody>
          <a:bodyPr wrap="none" rtlCol="0">
            <a:spAutoFit/>
          </a:bodyPr>
          <a:lstStyle/>
          <a:p>
            <a:r>
              <a:rPr lang="nl-BE" dirty="0">
                <a:hlinkClick r:id="rId3"/>
              </a:rPr>
              <a:t>https://nbviewer.jupyter.org/github/jakevdp/WhirlwindTourOfPython/blob/master/13-Modules-and-Packages.ipynb</a:t>
            </a:r>
            <a:endParaRPr lang="en-US" dirty="0"/>
          </a:p>
          <a:p>
            <a:endParaRPr lang="nl-BE" dirty="0"/>
          </a:p>
        </p:txBody>
      </p:sp>
    </p:spTree>
    <p:extLst>
      <p:ext uri="{BB962C8B-B14F-4D97-AF65-F5344CB8AC3E}">
        <p14:creationId xmlns:p14="http://schemas.microsoft.com/office/powerpoint/2010/main" val="3812274864"/>
      </p:ext>
    </p:extLst>
  </p:cSld>
  <p:clrMapOvr>
    <a:masterClrMapping/>
  </p:clrMapOvr>
  <mc:AlternateContent xmlns:mc="http://schemas.openxmlformats.org/markup-compatibility/2006" xmlns:p14="http://schemas.microsoft.com/office/powerpoint/2010/main">
    <mc:Choice Requires="p14">
      <p:transition spd="slow" p14:dur="2000" advTm="130361"/>
    </mc:Choice>
    <mc:Fallback xmlns="">
      <p:transition spd="slow" advTm="130361"/>
    </mc:Fallback>
  </mc:AlternateContent>
  <p:extLst>
    <p:ext uri="{3A86A75C-4F4B-4683-9AE1-C65F6400EC91}">
      <p14:laserTraceLst xmlns:p14="http://schemas.microsoft.com/office/powerpoint/2010/main">
        <p14:tracePtLst>
          <p14:tracePt t="27279" x="1289050" y="2425700"/>
          <p14:tracePt t="27300" x="1295400" y="2425700"/>
          <p14:tracePt t="27357" x="1301750" y="2425700"/>
          <p14:tracePt t="27389" x="1308100" y="2425700"/>
          <p14:tracePt t="27397" x="1314450" y="2425700"/>
          <p14:tracePt t="27406" x="1314450" y="2432050"/>
          <p14:tracePt t="27420" x="1320800" y="2432050"/>
          <p14:tracePt t="27437" x="1346200" y="2444750"/>
          <p14:tracePt t="27455" x="1371600" y="2457450"/>
          <p14:tracePt t="27470" x="1397000" y="2463800"/>
          <p14:tracePt t="27488" x="1454150" y="2476500"/>
          <p14:tracePt t="27504" x="1485900" y="2489200"/>
          <p14:tracePt t="27520" x="1543050" y="2495550"/>
          <p14:tracePt t="27537" x="1593850" y="2508250"/>
          <p14:tracePt t="27554" x="1625600" y="2514600"/>
          <p14:tracePt t="27570" x="1663700" y="2514600"/>
          <p14:tracePt t="27587" x="1708150" y="2520950"/>
          <p14:tracePt t="27603" x="1739900" y="2527300"/>
          <p14:tracePt t="27606" x="1758950" y="2527300"/>
          <p14:tracePt t="27620" x="1771650" y="2533650"/>
          <p14:tracePt t="27637" x="1809750" y="2540000"/>
          <p14:tracePt t="27639" x="1816100" y="2540000"/>
          <p14:tracePt t="27654" x="1866900" y="2540000"/>
          <p14:tracePt t="27670" x="1917700" y="2540000"/>
          <p14:tracePt t="27687" x="1974850" y="2540000"/>
          <p14:tracePt t="27703" x="2044700" y="2540000"/>
          <p14:tracePt t="27720" x="2114550" y="2540000"/>
          <p14:tracePt t="27737" x="2178050" y="2540000"/>
          <p14:tracePt t="27753" x="2241550" y="2540000"/>
          <p14:tracePt t="27770" x="2298700" y="2540000"/>
          <p14:tracePt t="27787" x="2336800" y="2540000"/>
          <p14:tracePt t="27803" x="2368550" y="2546350"/>
          <p14:tracePt t="27820" x="2393950" y="2552700"/>
          <p14:tracePt t="27837" x="2413000" y="2559050"/>
          <p14:tracePt t="27853" x="2444750" y="2559050"/>
          <p14:tracePt t="27870" x="2457450" y="2559050"/>
          <p14:tracePt t="27873" x="2470150" y="2559050"/>
          <p14:tracePt t="27890" x="2482850" y="2559050"/>
          <p14:tracePt t="27904" x="2501900" y="2559050"/>
          <p14:tracePt t="27920" x="2508250" y="2559050"/>
          <p14:tracePt t="27937" x="2514600" y="2559050"/>
          <p14:tracePt t="27953" x="2520950" y="2559050"/>
          <p14:tracePt t="27970" x="2527300" y="2559050"/>
          <p14:tracePt t="27987" x="2533650" y="2559050"/>
          <p14:tracePt t="28003" x="2540000" y="2559050"/>
          <p14:tracePt t="28020" x="2546350" y="2552700"/>
          <p14:tracePt t="28036" x="2552700" y="2546350"/>
          <p14:tracePt t="28053" x="2578100" y="2533650"/>
          <p14:tracePt t="28070" x="2584450" y="2527300"/>
          <p14:tracePt t="28087" x="2609850" y="2514600"/>
          <p14:tracePt t="28103" x="2628900" y="2495550"/>
          <p14:tracePt t="28106" x="2635250" y="2489200"/>
          <p14:tracePt t="28120" x="2647950" y="2489200"/>
          <p14:tracePt t="28137" x="2654300" y="2482850"/>
          <p14:tracePt t="28139" x="2654300" y="2476500"/>
          <p14:tracePt t="28153" x="2660650" y="2470150"/>
          <p14:tracePt t="28187" x="2667000" y="2463800"/>
          <p14:tracePt t="28220" x="2673350" y="2457450"/>
          <p14:tracePt t="28237" x="2679700" y="2444750"/>
          <p14:tracePt t="28253" x="2679700" y="2438400"/>
          <p14:tracePt t="28270" x="2686050" y="2425700"/>
          <p14:tracePt t="28287" x="2692400" y="2413000"/>
          <p14:tracePt t="28303" x="2698750" y="2406650"/>
          <p14:tracePt t="28320" x="2698750" y="2400300"/>
          <p14:tracePt t="28336" x="2698750" y="2393950"/>
          <p14:tracePt t="28353" x="2698750" y="2381250"/>
          <p14:tracePt t="28370" x="2705100" y="2368550"/>
          <p14:tracePt t="28372" x="2705100" y="2362200"/>
          <p14:tracePt t="28387" x="2705100" y="2355850"/>
          <p14:tracePt t="28403" x="2705100" y="2343150"/>
          <p14:tracePt t="28420" x="2705100" y="2336800"/>
          <p14:tracePt t="28437" x="2705100" y="2324100"/>
          <p14:tracePt t="28453" x="2692400" y="2305050"/>
          <p14:tracePt t="28470" x="2673350" y="2292350"/>
          <p14:tracePt t="28487" x="2654300" y="2273300"/>
          <p14:tracePt t="28503" x="2628900" y="2254250"/>
          <p14:tracePt t="28520" x="2597150" y="2241550"/>
          <p14:tracePt t="28537" x="2571750" y="2235200"/>
          <p14:tracePt t="28553" x="2527300" y="2216150"/>
          <p14:tracePt t="28570" x="2476500" y="2197100"/>
          <p14:tracePt t="28587" x="2457450" y="2197100"/>
          <p14:tracePt t="28604" x="2413000" y="2190750"/>
          <p14:tracePt t="28608" x="2387600" y="2190750"/>
          <p14:tracePt t="28620" x="2355850" y="2190750"/>
          <p14:tracePt t="28637" x="2330450" y="2190750"/>
          <p14:tracePt t="28639" x="2305050" y="2190750"/>
          <p14:tracePt t="28654" x="2247900" y="2190750"/>
          <p14:tracePt t="28670" x="2222500" y="2190750"/>
          <p14:tracePt t="28687" x="2159000" y="2190750"/>
          <p14:tracePt t="28703" x="2095500" y="2190750"/>
          <p14:tracePt t="28720" x="2070100" y="2190750"/>
          <p14:tracePt t="28737" x="2012950" y="2190750"/>
          <p14:tracePt t="28753" x="1981200" y="2197100"/>
          <p14:tracePt t="28770" x="1911350" y="2197100"/>
          <p14:tracePt t="28787" x="1879600" y="2203450"/>
          <p14:tracePt t="28803" x="1809750" y="2209800"/>
          <p14:tracePt t="28820" x="1739900" y="2216150"/>
          <p14:tracePt t="28837" x="1714500" y="2222500"/>
          <p14:tracePt t="28840" x="1701800" y="2228850"/>
          <p14:tracePt t="28853" x="1695450" y="2228850"/>
          <p14:tracePt t="28870" x="1676400" y="2235200"/>
          <p14:tracePt t="28872" x="1670050" y="2235200"/>
          <p14:tracePt t="28892" x="1651000" y="2247900"/>
          <p14:tracePt t="28905" x="1644650" y="2254250"/>
          <p14:tracePt t="28920" x="1625600" y="2254250"/>
          <p14:tracePt t="28937" x="1612900" y="2273300"/>
          <p14:tracePt t="28953" x="1587500" y="2279650"/>
          <p14:tracePt t="28970" x="1568450" y="2292350"/>
          <p14:tracePt t="28987" x="1555750" y="2298700"/>
          <p14:tracePt t="29004" x="1549400" y="2305050"/>
          <p14:tracePt t="29140" x="0" y="0"/>
        </p14:tracePtLst>
        <p14:tracePtLst>
          <p14:tracePt t="30047" x="1403350" y="2717800"/>
          <p14:tracePt t="30258" x="1409700" y="2717800"/>
          <p14:tracePt t="30404" x="1416050" y="2724150"/>
          <p14:tracePt t="30444" x="1422400" y="2730500"/>
          <p14:tracePt t="30461" x="1422400" y="2736850"/>
          <p14:tracePt t="30477" x="1428750" y="2736850"/>
          <p14:tracePt t="30493" x="1428750" y="2743200"/>
          <p14:tracePt t="30516" x="1435100" y="2743200"/>
          <p14:tracePt t="30532" x="1435100" y="2749550"/>
          <p14:tracePt t="30556" x="1441450" y="2749550"/>
          <p14:tracePt t="30573" x="1447800" y="2755900"/>
          <p14:tracePt t="30589" x="1454150" y="2762250"/>
          <p14:tracePt t="30605" x="1460500" y="2762250"/>
          <p14:tracePt t="30613" x="1466850" y="2768600"/>
          <p14:tracePt t="30628" x="1473200" y="2768600"/>
          <p14:tracePt t="30637" x="1479550" y="2768600"/>
          <p14:tracePt t="30653" x="1485900" y="2774950"/>
          <p14:tracePt t="30670" x="1511300" y="2781300"/>
          <p14:tracePt t="30687" x="1524000" y="2781300"/>
          <p14:tracePt t="30704" x="1543050" y="2787650"/>
          <p14:tracePt t="30720" x="1555750" y="2787650"/>
          <p14:tracePt t="30737" x="1581150" y="2794000"/>
          <p14:tracePt t="30753" x="1593850" y="2800350"/>
          <p14:tracePt t="30771" x="1612900" y="2800350"/>
          <p14:tracePt t="30774" x="1619250" y="2800350"/>
          <p14:tracePt t="30791" x="1625600" y="2800350"/>
          <p14:tracePt t="30803" x="1638300" y="2800350"/>
          <p14:tracePt t="30820" x="1657350" y="2800350"/>
          <p14:tracePt t="30837" x="1689100" y="2806700"/>
          <p14:tracePt t="30853" x="1708150" y="2806700"/>
          <p14:tracePt t="30870" x="1720850" y="2806700"/>
          <p14:tracePt t="30887" x="1733550" y="2806700"/>
          <p14:tracePt t="30903" x="1739900" y="2813050"/>
          <p14:tracePt t="30920" x="1746250" y="2813050"/>
          <p14:tracePt t="30937" x="1752600" y="2813050"/>
          <p14:tracePt t="30954" x="1758950" y="2813050"/>
          <p14:tracePt t="30970" x="1765300" y="2813050"/>
          <p14:tracePt t="30993" x="1771650" y="2813050"/>
          <p14:tracePt t="31025" x="1778000" y="2813050"/>
          <p14:tracePt t="31032" x="1784350" y="2813050"/>
          <p14:tracePt t="31057" x="1790700" y="2813050"/>
          <p14:tracePt t="31072" x="1797050" y="2813050"/>
          <p14:tracePt t="31088" x="1803400" y="2813050"/>
          <p14:tracePt t="31097" x="1809750" y="2813050"/>
          <p14:tracePt t="31113" x="1816100" y="2813050"/>
          <p14:tracePt t="31129" x="1816100" y="2806700"/>
          <p14:tracePt t="31137" x="1822450" y="2806700"/>
          <p14:tracePt t="31153" x="1822450" y="2800350"/>
          <p14:tracePt t="31259" x="1828800" y="2794000"/>
          <p14:tracePt t="31275" x="1835150" y="2794000"/>
          <p14:tracePt t="31283" x="1835150" y="2787650"/>
          <p14:tracePt t="31307" x="1841500" y="2787650"/>
          <p14:tracePt t="31338" x="1841500" y="2781300"/>
          <p14:tracePt t="31663" x="1847850" y="2787650"/>
          <p14:tracePt t="31678" x="1847850" y="2794000"/>
          <p14:tracePt t="31685" x="1854200" y="2794000"/>
          <p14:tracePt t="31704" x="1860550" y="2794000"/>
          <p14:tracePt t="31720" x="1866900" y="2800350"/>
          <p14:tracePt t="31737" x="1866900" y="2806700"/>
          <p14:tracePt t="31754" x="1873250" y="2806700"/>
          <p14:tracePt t="31770" x="1879600" y="2806700"/>
          <p14:tracePt t="31787" x="1885950" y="2806700"/>
          <p14:tracePt t="31803" x="1892300" y="2806700"/>
          <p14:tracePt t="31807" x="1898650" y="2806700"/>
          <p14:tracePt t="31838" x="1905000" y="2806700"/>
          <p14:tracePt t="31846" x="1905000" y="2800350"/>
          <p14:tracePt t="31870" x="1911350" y="2800350"/>
          <p14:tracePt t="31879" x="1911350" y="2794000"/>
          <p14:tracePt t="31887" x="1917700" y="2794000"/>
          <p14:tracePt t="31906" x="1917700" y="2787650"/>
          <p14:tracePt t="31934" x="1917700" y="2781300"/>
          <p14:tracePt t="31943" x="1924050" y="2781300"/>
          <p14:tracePt t="32105" x="1924050" y="2787650"/>
          <p14:tracePt t="32113" x="1924050" y="2794000"/>
          <p14:tracePt t="32122" x="1924050" y="2800350"/>
          <p14:tracePt t="32138" x="1936750" y="2813050"/>
          <p14:tracePt t="32154" x="1943100" y="2819400"/>
          <p14:tracePt t="32171" x="1962150" y="2825750"/>
          <p14:tracePt t="32187" x="1981200" y="2825750"/>
          <p14:tracePt t="32203" x="2019300" y="2813050"/>
          <p14:tracePt t="32220" x="2051050" y="2794000"/>
          <p14:tracePt t="32237" x="2070100" y="2781300"/>
          <p14:tracePt t="32254" x="2082800" y="2781300"/>
          <p14:tracePt t="32339" x="2089150" y="2781300"/>
          <p14:tracePt t="32347" x="2095500" y="2781300"/>
          <p14:tracePt t="32359" x="2108200" y="2781300"/>
          <p14:tracePt t="32370" x="2133600" y="2774950"/>
          <p14:tracePt t="32387" x="2152650" y="2768600"/>
          <p14:tracePt t="32404" x="2171700" y="2768600"/>
          <p14:tracePt t="32422" x="2184400" y="2762250"/>
          <p14:tracePt t="32437" x="2184400" y="2755900"/>
          <p14:tracePt t="33452" x="0" y="0"/>
        </p14:tracePtLst>
        <p14:tracePtLst>
          <p14:tracePt t="41844" x="2762250" y="2438400"/>
          <p14:tracePt t="41969" x="2755900" y="2438400"/>
          <p14:tracePt t="41987" x="2743200" y="2444750"/>
          <p14:tracePt t="42005" x="2736850" y="2451100"/>
          <p14:tracePt t="42009" x="2730500" y="2451100"/>
          <p14:tracePt t="42020" x="2724150" y="2451100"/>
          <p14:tracePt t="42037" x="2724150" y="2457450"/>
          <p14:tracePt t="42083" x="2717800" y="2457450"/>
          <p14:tracePt t="42114" x="2711450" y="2457450"/>
          <p14:tracePt t="42122" x="2705100" y="2463800"/>
          <p14:tracePt t="42139" x="2698750" y="2470150"/>
          <p14:tracePt t="42154" x="2686050" y="2476500"/>
          <p14:tracePt t="42170" x="2667000" y="2482850"/>
          <p14:tracePt t="42187" x="2641600" y="2495550"/>
          <p14:tracePt t="42204" x="2628900" y="2501900"/>
          <p14:tracePt t="42221" x="2616200" y="2508250"/>
          <p14:tracePt t="42237" x="2609850" y="2514600"/>
          <p14:tracePt t="42255" x="2603500" y="2514600"/>
          <p14:tracePt t="42258" x="2597150" y="2514600"/>
          <p14:tracePt t="42288" x="2590800" y="2520950"/>
          <p14:tracePt t="42304" x="2578100" y="2533650"/>
          <p14:tracePt t="42321" x="2565400" y="2540000"/>
          <p14:tracePt t="42337" x="2559050" y="2546350"/>
          <p14:tracePt t="42354" x="2552700" y="2552700"/>
          <p14:tracePt t="42357" x="2546350" y="2552700"/>
          <p14:tracePt t="42404" x="2546350" y="2559050"/>
          <p14:tracePt t="42429" x="2540000" y="2559050"/>
          <p14:tracePt t="42436" x="2540000" y="2565400"/>
          <p14:tracePt t="42454" x="2540000" y="2571750"/>
          <p14:tracePt t="42470" x="2540000" y="2578100"/>
          <p14:tracePt t="42487" x="2540000" y="2584450"/>
          <p14:tracePt t="42504" x="2540000" y="2590800"/>
          <p14:tracePt t="42520" x="2540000" y="2597150"/>
          <p14:tracePt t="42537" x="2540000" y="2609850"/>
          <p14:tracePt t="42554" x="2540000" y="2616200"/>
          <p14:tracePt t="42571" x="2540000" y="2628900"/>
          <p14:tracePt t="42587" x="2540000" y="2635250"/>
          <p14:tracePt t="42589" x="2540000" y="2641600"/>
          <p14:tracePt t="42604" x="2540000" y="2647950"/>
          <p14:tracePt t="42620" x="2546350" y="2654300"/>
          <p14:tracePt t="42623" x="2546350" y="2660650"/>
          <p14:tracePt t="42637" x="2552700" y="2667000"/>
          <p14:tracePt t="42654" x="2565400" y="2686050"/>
          <p14:tracePt t="42670" x="2578100" y="2698750"/>
          <p14:tracePt t="42687" x="2590800" y="2717800"/>
          <p14:tracePt t="42704" x="2603500" y="2724150"/>
          <p14:tracePt t="42720" x="2609850" y="2736850"/>
          <p14:tracePt t="42737" x="2622550" y="2743200"/>
          <p14:tracePt t="42754" x="2628900" y="2749550"/>
          <p14:tracePt t="42770" x="2641600" y="2755900"/>
          <p14:tracePt t="42787" x="2647950" y="2762250"/>
          <p14:tracePt t="42790" x="2654300" y="2768600"/>
          <p14:tracePt t="42804" x="2660650" y="2768600"/>
          <p14:tracePt t="42820" x="2679700" y="2781300"/>
          <p14:tracePt t="42822" x="2686050" y="2781300"/>
          <p14:tracePt t="42837" x="2692400" y="2781300"/>
          <p14:tracePt t="42854" x="2711450" y="2794000"/>
          <p14:tracePt t="42870" x="2730500" y="2800350"/>
          <p14:tracePt t="42887" x="2730500" y="2806700"/>
          <p14:tracePt t="42890" x="2736850" y="2806700"/>
          <p14:tracePt t="42904" x="2749550" y="2806700"/>
          <p14:tracePt t="42920" x="2762250" y="2813050"/>
          <p14:tracePt t="42937" x="2768600" y="2813050"/>
          <p14:tracePt t="42954" x="2781300" y="2813050"/>
          <p14:tracePt t="42970" x="2787650" y="2813050"/>
          <p14:tracePt t="42987" x="2806700" y="2813050"/>
          <p14:tracePt t="43004" x="2819400" y="2813050"/>
          <p14:tracePt t="43020" x="2832100" y="2813050"/>
          <p14:tracePt t="43037" x="2851150" y="2813050"/>
          <p14:tracePt t="43054" x="2863850" y="2813050"/>
          <p14:tracePt t="43058" x="2876550" y="2813050"/>
          <p14:tracePt t="43070" x="2889250" y="2813050"/>
          <p14:tracePt t="43087" x="2901950" y="2813050"/>
          <p14:tracePt t="43104" x="2933700" y="2813050"/>
          <p14:tracePt t="43120" x="2959100" y="2813050"/>
          <p14:tracePt t="43137" x="2990850" y="2813050"/>
          <p14:tracePt t="43154" x="3009900" y="2813050"/>
          <p14:tracePt t="43170" x="3041650" y="2813050"/>
          <p14:tracePt t="43187" x="3073400" y="2813050"/>
          <p14:tracePt t="43204" x="3086100" y="2813050"/>
          <p14:tracePt t="43221" x="3117850" y="2813050"/>
          <p14:tracePt t="43237" x="3130550" y="2813050"/>
          <p14:tracePt t="43254" x="3143250" y="2813050"/>
          <p14:tracePt t="43270" x="3162300" y="2813050"/>
          <p14:tracePt t="43287" x="3168650" y="2813050"/>
          <p14:tracePt t="43290" x="3181350" y="2813050"/>
          <p14:tracePt t="43304" x="3194050" y="2813050"/>
          <p14:tracePt t="43320" x="3206750" y="2813050"/>
          <p14:tracePt t="43337" x="3213100" y="2813050"/>
          <p14:tracePt t="43354" x="3232150" y="2813050"/>
          <p14:tracePt t="43371" x="3238500" y="2813050"/>
          <p14:tracePt t="43387" x="3251200" y="2813050"/>
          <p14:tracePt t="43403" x="3257550" y="2813050"/>
          <p14:tracePt t="43421" x="3270250" y="2813050"/>
          <p14:tracePt t="43437" x="3276600" y="2813050"/>
          <p14:tracePt t="43454" x="3282950" y="2813050"/>
          <p14:tracePt t="43471" x="3289300" y="2813050"/>
          <p14:tracePt t="43487" x="3302000" y="2813050"/>
          <p14:tracePt t="43504" x="3308350" y="2806700"/>
          <p14:tracePt t="43521" x="3327400" y="2800350"/>
          <p14:tracePt t="43554" x="3333750" y="2794000"/>
          <p14:tracePt t="43573" x="3340100" y="2787650"/>
          <p14:tracePt t="43598" x="3340100" y="2781300"/>
          <p14:tracePt t="43606" x="3346450" y="2781300"/>
          <p14:tracePt t="43620" x="3352800" y="2774950"/>
          <p14:tracePt t="43637" x="3352800" y="2768600"/>
          <p14:tracePt t="43654" x="3359150" y="2762250"/>
          <p14:tracePt t="43671" x="3365500" y="2736850"/>
          <p14:tracePt t="43687" x="3371850" y="2724150"/>
          <p14:tracePt t="43704" x="3378200" y="2698750"/>
          <p14:tracePt t="43720" x="3378200" y="2686050"/>
          <p14:tracePt t="43737" x="3378200" y="2679700"/>
          <p14:tracePt t="43754" x="3378200" y="2673350"/>
          <p14:tracePt t="43771" x="3378200" y="2667000"/>
          <p14:tracePt t="43787" x="3378200" y="2647950"/>
          <p14:tracePt t="43804" x="3378200" y="2641600"/>
          <p14:tracePt t="43809" x="3378200" y="2635250"/>
          <p14:tracePt t="43821" x="3365500" y="2616200"/>
          <p14:tracePt t="43837" x="3365500" y="2609850"/>
          <p14:tracePt t="43854" x="3352800" y="2584450"/>
          <p14:tracePt t="43870" x="3333750" y="2565400"/>
          <p14:tracePt t="43887" x="3321050" y="2552700"/>
          <p14:tracePt t="43905" x="3302000" y="2533650"/>
          <p14:tracePt t="43921" x="3289300" y="2527300"/>
          <p14:tracePt t="43939" x="3263900" y="2508250"/>
          <p14:tracePt t="43954" x="3251200" y="2501900"/>
          <p14:tracePt t="43972" x="3206750" y="2489200"/>
          <p14:tracePt t="43987" x="3181350" y="2489200"/>
          <p14:tracePt t="44004" x="3136900" y="2489200"/>
          <p14:tracePt t="44021" x="3092450" y="2489200"/>
          <p14:tracePt t="44038" x="3028950" y="2489200"/>
          <p14:tracePt t="44041" x="3003550" y="2495550"/>
          <p14:tracePt t="44057" x="2978150" y="2495550"/>
          <p14:tracePt t="44070" x="2952750" y="2495550"/>
          <p14:tracePt t="44074" x="2933700" y="2495550"/>
          <p14:tracePt t="44087" x="2908300" y="2495550"/>
          <p14:tracePt t="44104" x="2825750" y="2501900"/>
          <p14:tracePt t="44122" x="2794000" y="2501900"/>
          <p14:tracePt t="44137" x="2736850" y="2514600"/>
          <p14:tracePt t="44154" x="2692400" y="2527300"/>
          <p14:tracePt t="44171" x="2667000" y="2527300"/>
          <p14:tracePt t="44187" x="2635250" y="2546350"/>
          <p14:tracePt t="44204" x="2616200" y="2552700"/>
          <p14:tracePt t="44221" x="2603500" y="2559050"/>
          <p14:tracePt t="44237" x="2597150" y="2559050"/>
          <p14:tracePt t="44254" x="2590800" y="2565400"/>
          <p14:tracePt t="44271" x="2578100" y="2565400"/>
          <p14:tracePt t="44287" x="2571750" y="2565400"/>
          <p14:tracePt t="44304" x="2559050" y="2571750"/>
          <p14:tracePt t="44321" x="2552700" y="2578100"/>
          <p14:tracePt t="44337" x="2540000" y="2584450"/>
          <p14:tracePt t="44339" x="2533650" y="2584450"/>
          <p14:tracePt t="44354" x="2533650" y="2590800"/>
          <p14:tracePt t="44370" x="2527300" y="2597150"/>
          <p14:tracePt t="44387" x="2514600" y="2603500"/>
          <p14:tracePt t="44404" x="2508250" y="2616200"/>
          <p14:tracePt t="44420" x="2501900" y="2628900"/>
          <p14:tracePt t="44437" x="2495550" y="2647950"/>
          <p14:tracePt t="44454" x="2495550" y="2660650"/>
          <p14:tracePt t="44470" x="2495550" y="2667000"/>
          <p14:tracePt t="44487" x="2495550" y="2673350"/>
          <p14:tracePt t="44503" x="2495550" y="2679700"/>
          <p14:tracePt t="44520" x="2495550" y="2686050"/>
          <p14:tracePt t="44537" x="2495550" y="2692400"/>
          <p14:tracePt t="44554" x="2495550" y="2698750"/>
          <p14:tracePt t="44587" x="2501900" y="2705100"/>
          <p14:tracePt t="44589" x="2508250" y="2711450"/>
          <p14:tracePt t="44606" x="2514600" y="2711450"/>
          <p14:tracePt t="44620" x="2514600" y="2717800"/>
          <p14:tracePt t="44637" x="2520950" y="2724150"/>
          <p14:tracePt t="44653" x="2527300" y="2730500"/>
          <p14:tracePt t="44670" x="2533650" y="2730500"/>
          <p14:tracePt t="44687" x="2540000" y="2730500"/>
          <p14:tracePt t="44704" x="2540000" y="2736850"/>
          <p14:tracePt t="44720" x="2540000" y="2743200"/>
          <p14:tracePt t="44737" x="2546350" y="2743200"/>
          <p14:tracePt t="45225" x="2546350" y="2749550"/>
          <p14:tracePt t="45233" x="2552700" y="2749550"/>
          <p14:tracePt t="45241" x="2552700" y="2755900"/>
          <p14:tracePt t="45259" x="2559050" y="2762250"/>
          <p14:tracePt t="45271" x="2565400" y="2768600"/>
          <p14:tracePt t="45287" x="2571750" y="2774950"/>
          <p14:tracePt t="45291" x="2571750" y="2781300"/>
          <p14:tracePt t="45304" x="2578100" y="2787650"/>
          <p14:tracePt t="45321" x="2584450" y="2787650"/>
          <p14:tracePt t="45337" x="2584450" y="2794000"/>
          <p14:tracePt t="45354" x="2590800" y="2794000"/>
          <p14:tracePt t="45396" x="2597150" y="2800350"/>
          <p14:tracePt t="45419" x="2603500" y="2800350"/>
          <p14:tracePt t="45435" x="2616200" y="2800350"/>
          <p14:tracePt t="45451" x="2622550" y="2800350"/>
          <p14:tracePt t="45467" x="2635250" y="2800350"/>
          <p14:tracePt t="45483" x="2641600" y="2800350"/>
          <p14:tracePt t="45491" x="2647950" y="2800350"/>
          <p14:tracePt t="45504" x="2654300" y="2800350"/>
          <p14:tracePt t="45520" x="2660650" y="2800350"/>
          <p14:tracePt t="45525" x="2667000" y="2800350"/>
          <p14:tracePt t="45537" x="2673350" y="2806700"/>
          <p14:tracePt t="45555" x="2698750" y="2813050"/>
          <p14:tracePt t="45557" x="2705100" y="2813050"/>
          <p14:tracePt t="45570" x="2717800" y="2813050"/>
          <p14:tracePt t="45589" x="2755900" y="2819400"/>
          <p14:tracePt t="45604" x="2768600" y="2825750"/>
          <p14:tracePt t="45621" x="2787650" y="2832100"/>
          <p14:tracePt t="45637" x="2806700" y="2832100"/>
          <p14:tracePt t="45654" x="2825750" y="2832100"/>
          <p14:tracePt t="45670" x="2844800" y="2838450"/>
          <p14:tracePt t="45687" x="2870200" y="2838450"/>
          <p14:tracePt t="45704" x="2901950" y="2844800"/>
          <p14:tracePt t="45721" x="2927350" y="2844800"/>
          <p14:tracePt t="45737" x="2946400" y="2844800"/>
          <p14:tracePt t="45754" x="2978150" y="2844800"/>
          <p14:tracePt t="45757" x="2984500" y="2844800"/>
          <p14:tracePt t="45770" x="3009900" y="2844800"/>
          <p14:tracePt t="45787" x="3035300" y="2844800"/>
          <p14:tracePt t="45789" x="3060700" y="2844800"/>
          <p14:tracePt t="45804" x="3073400" y="2844800"/>
          <p14:tracePt t="45820" x="3092450" y="2844800"/>
          <p14:tracePt t="45822" x="3105150" y="2844800"/>
          <p14:tracePt t="45837" x="3124200" y="2844800"/>
          <p14:tracePt t="45854" x="3149600" y="2844800"/>
          <p14:tracePt t="45870" x="3162300" y="2844800"/>
          <p14:tracePt t="45887" x="3168650" y="2844800"/>
          <p14:tracePt t="45904" x="3175000" y="2844800"/>
          <p14:tracePt t="45920" x="3187700" y="2838450"/>
          <p14:tracePt t="45937" x="3194050" y="2838450"/>
          <p14:tracePt t="45954" x="3200400" y="2838450"/>
          <p14:tracePt t="45971" x="3206750" y="2832100"/>
          <p14:tracePt t="45987" x="3213100" y="2825750"/>
          <p14:tracePt t="46004" x="3225800" y="2825750"/>
          <p14:tracePt t="46020" x="3232150" y="2813050"/>
          <p14:tracePt t="46037" x="3238500" y="2806700"/>
          <p14:tracePt t="46054" x="3257550" y="2800350"/>
          <p14:tracePt t="46070" x="3263900" y="2794000"/>
          <p14:tracePt t="46087" x="3276600" y="2787650"/>
          <p14:tracePt t="46090" x="3282950" y="2787650"/>
          <p14:tracePt t="46104" x="3302000" y="2774950"/>
          <p14:tracePt t="46121" x="3314700" y="2768600"/>
          <p14:tracePt t="46137" x="3321050" y="2762250"/>
          <p14:tracePt t="46154" x="3327400" y="2755900"/>
          <p14:tracePt t="46170" x="3333750" y="2749550"/>
          <p14:tracePt t="46187" x="3340100" y="2749550"/>
          <p14:tracePt t="46217" x="3340100" y="2743200"/>
          <p14:tracePt t="46225" x="3346450" y="2743200"/>
          <p14:tracePt t="46241" x="3346450" y="2736850"/>
          <p14:tracePt t="46254" x="3352800" y="2736850"/>
          <p14:tracePt t="46282" x="3352800" y="2730500"/>
          <p14:tracePt t="46288" x="3359150" y="2730500"/>
          <p14:tracePt t="46305" x="3359150" y="2724150"/>
          <p14:tracePt t="46321" x="3365500" y="2717800"/>
          <p14:tracePt t="46337" x="3365500" y="2711450"/>
          <p14:tracePt t="46354" x="3371850" y="2705100"/>
          <p14:tracePt t="46379" x="3371850" y="2698750"/>
          <p14:tracePt t="46403" x="3371850" y="2692400"/>
          <p14:tracePt t="46419" x="3371850" y="2686050"/>
          <p14:tracePt t="46437" x="3371850" y="2679700"/>
          <p14:tracePt t="46454" x="3371850" y="2667000"/>
          <p14:tracePt t="46470" x="3371850" y="2654300"/>
          <p14:tracePt t="46487" x="3371850" y="2647950"/>
          <p14:tracePt t="46491" x="3371850" y="2641600"/>
          <p14:tracePt t="46504" x="3371850" y="2635250"/>
          <p14:tracePt t="46521" x="3365500" y="2622550"/>
          <p14:tracePt t="46537" x="3359150" y="2616200"/>
          <p14:tracePt t="46554" x="3352800" y="2603500"/>
          <p14:tracePt t="46570" x="3340100" y="2597150"/>
          <p14:tracePt t="46587" x="3327400" y="2584450"/>
          <p14:tracePt t="46604" x="3314700" y="2571750"/>
          <p14:tracePt t="46621" x="3302000" y="2565400"/>
          <p14:tracePt t="46637" x="3282950" y="2552700"/>
          <p14:tracePt t="46654" x="3263900" y="2540000"/>
          <p14:tracePt t="46670" x="3244850" y="2533650"/>
          <p14:tracePt t="46687" x="3232150" y="2520950"/>
          <p14:tracePt t="46704" x="3194050" y="2514600"/>
          <p14:tracePt t="46720" x="3181350" y="2508250"/>
          <p14:tracePt t="46737" x="3149600" y="2501900"/>
          <p14:tracePt t="46740" x="3130550" y="2501900"/>
          <p14:tracePt t="46770" x="3098800" y="2489200"/>
          <p14:tracePt t="46787" x="3079750" y="2482850"/>
          <p14:tracePt t="46789" x="3060700" y="2482850"/>
          <p14:tracePt t="46804" x="3035300" y="2482850"/>
          <p14:tracePt t="46821" x="3022600" y="2476500"/>
          <p14:tracePt t="46837" x="2997200" y="2476500"/>
          <p14:tracePt t="46854" x="2984500" y="2470150"/>
          <p14:tracePt t="46870" x="2971800" y="2470150"/>
          <p14:tracePt t="46887" x="2952750" y="2470150"/>
          <p14:tracePt t="46904" x="2940050" y="2470150"/>
          <p14:tracePt t="46920" x="2914650" y="2470150"/>
          <p14:tracePt t="46937" x="2908300" y="2470150"/>
          <p14:tracePt t="46954" x="2876550" y="2470150"/>
          <p14:tracePt t="46971" x="2863850" y="2470150"/>
          <p14:tracePt t="46988" x="2825750" y="2470150"/>
          <p14:tracePt t="47004" x="2806700" y="2470150"/>
          <p14:tracePt t="47021" x="2768600" y="2476500"/>
          <p14:tracePt t="47037" x="2743200" y="2476500"/>
          <p14:tracePt t="47054" x="2705100" y="2482850"/>
          <p14:tracePt t="47070" x="2667000" y="2489200"/>
          <p14:tracePt t="47087" x="2647950" y="2489200"/>
          <p14:tracePt t="47104" x="2622550" y="2495550"/>
          <p14:tracePt t="47120" x="2603500" y="2501900"/>
          <p14:tracePt t="47137" x="2590800" y="2508250"/>
          <p14:tracePt t="47154" x="2565400" y="2514600"/>
          <p14:tracePt t="47170" x="2559050" y="2514600"/>
          <p14:tracePt t="47187" x="2540000" y="2520950"/>
          <p14:tracePt t="47205" x="2533650" y="2520950"/>
          <p14:tracePt t="47220" x="2520950" y="2527300"/>
          <p14:tracePt t="47254" x="2508250" y="2533650"/>
          <p14:tracePt t="47287" x="2495550" y="2540000"/>
          <p14:tracePt t="47304" x="2489200" y="2540000"/>
          <p14:tracePt t="47321" x="2489200" y="2546350"/>
          <p14:tracePt t="47451" x="0" y="0"/>
        </p14:tracePtLst>
        <p14:tracePtLst>
          <p14:tracePt t="63669" x="3613150" y="2698750"/>
          <p14:tracePt t="63761" x="3606800" y="2698750"/>
          <p14:tracePt t="63770" x="3600450" y="2698750"/>
          <p14:tracePt t="63795" x="3594100" y="2698750"/>
          <p14:tracePt t="63811" x="3587750" y="2698750"/>
          <p14:tracePt t="63826" x="3581400" y="2698750"/>
          <p14:tracePt t="63838" x="3575050" y="2705100"/>
          <p14:tracePt t="63854" x="3556000" y="2711450"/>
          <p14:tracePt t="63871" x="3543300" y="2724150"/>
          <p14:tracePt t="63875" x="3536950" y="2724150"/>
          <p14:tracePt t="63890" x="3517900" y="2736850"/>
          <p14:tracePt t="63904" x="3498850" y="2749550"/>
          <p14:tracePt t="63921" x="3486150" y="2762250"/>
          <p14:tracePt t="63937" x="3479800" y="2768600"/>
          <p14:tracePt t="63955" x="3479800" y="2774950"/>
          <p14:tracePt t="63971" x="3473450" y="2787650"/>
          <p14:tracePt t="63988" x="3467100" y="2800350"/>
          <p14:tracePt t="64004" x="3467100" y="2825750"/>
          <p14:tracePt t="64021" x="3467100" y="2844800"/>
          <p14:tracePt t="64038" x="3467100" y="2857500"/>
          <p14:tracePt t="64054" x="3467100" y="2863850"/>
          <p14:tracePt t="64071" x="3467100" y="2876550"/>
          <p14:tracePt t="64088" x="3473450" y="2882900"/>
          <p14:tracePt t="64104" x="3479800" y="2895600"/>
          <p14:tracePt t="64108" x="3486150" y="2901950"/>
          <p14:tracePt t="64121" x="3486150" y="2908300"/>
          <p14:tracePt t="64138" x="3511550" y="2946400"/>
          <p14:tracePt t="64141" x="3530600" y="2965450"/>
          <p14:tracePt t="64154" x="3562350" y="2997200"/>
          <p14:tracePt t="64171" x="3587750" y="3022600"/>
          <p14:tracePt t="64188" x="3625850" y="3048000"/>
          <p14:tracePt t="64204" x="3663950" y="3067050"/>
          <p14:tracePt t="64221" x="3683000" y="3079750"/>
          <p14:tracePt t="64238" x="3721100" y="3098800"/>
          <p14:tracePt t="64254" x="3746500" y="3111500"/>
          <p14:tracePt t="64271" x="3771900" y="3124200"/>
          <p14:tracePt t="64288" x="3790950" y="3136900"/>
          <p14:tracePt t="64304" x="3829050" y="3149600"/>
          <p14:tracePt t="64321" x="3867150" y="3155950"/>
          <p14:tracePt t="64337" x="3892550" y="3168650"/>
          <p14:tracePt t="64354" x="3924300" y="3175000"/>
          <p14:tracePt t="64371" x="3962400" y="3181350"/>
          <p14:tracePt t="64374" x="3975100" y="3181350"/>
          <p14:tracePt t="64388" x="3994150" y="3187700"/>
          <p14:tracePt t="64405" x="4025900" y="3194050"/>
          <p14:tracePt t="64421" x="4038600" y="3194050"/>
          <p14:tracePt t="64438" x="4064000" y="3194050"/>
          <p14:tracePt t="64454" x="4089400" y="3187700"/>
          <p14:tracePt t="64471" x="4114800" y="3181350"/>
          <p14:tracePt t="64488" x="4133850" y="3155950"/>
          <p14:tracePt t="64505" x="4152900" y="3130550"/>
          <p14:tracePt t="64521" x="4159250" y="3105150"/>
          <p14:tracePt t="64538" x="4159250" y="3092450"/>
          <p14:tracePt t="64554" x="4165600" y="3060700"/>
          <p14:tracePt t="64571" x="4165600" y="3022600"/>
          <p14:tracePt t="64588" x="4165600" y="2971800"/>
          <p14:tracePt t="64604" x="4146550" y="2927350"/>
          <p14:tracePt t="64607" x="4127500" y="2876550"/>
          <p14:tracePt t="64621" x="4114800" y="2851150"/>
          <p14:tracePt t="64638" x="4083050" y="2800350"/>
          <p14:tracePt t="64639" x="4070350" y="2781300"/>
          <p14:tracePt t="64654" x="4051300" y="2749550"/>
          <p14:tracePt t="64671" x="4025900" y="2730500"/>
          <p14:tracePt t="64688" x="4013200" y="2717800"/>
          <p14:tracePt t="64704" x="3994150" y="2711450"/>
          <p14:tracePt t="64721" x="3981450" y="2705100"/>
          <p14:tracePt t="64738" x="3975100" y="2705100"/>
          <p14:tracePt t="64754" x="3949700" y="2698750"/>
          <p14:tracePt t="64771" x="3924300" y="2698750"/>
          <p14:tracePt t="64788" x="3860800" y="2705100"/>
          <p14:tracePt t="64804" x="3816350" y="2705100"/>
          <p14:tracePt t="64821" x="3771900" y="2717800"/>
          <p14:tracePt t="64838" x="3740150" y="2724150"/>
          <p14:tracePt t="64841" x="3714750" y="2730500"/>
          <p14:tracePt t="64854" x="3708400" y="2730500"/>
          <p14:tracePt t="64871" x="3676650" y="2736850"/>
          <p14:tracePt t="64875" x="3663950" y="2743200"/>
          <p14:tracePt t="64890" x="3651250" y="2743200"/>
          <p14:tracePt t="64906" x="3644900" y="2749550"/>
          <p14:tracePt t="65053" x="0" y="0"/>
        </p14:tracePtLst>
        <p14:tracePtLst>
          <p14:tracePt t="65619" x="4933950" y="3028950"/>
          <p14:tracePt t="65625" x="4927600" y="3028950"/>
          <p14:tracePt t="65649" x="4921250" y="3028950"/>
          <p14:tracePt t="65657" x="4902200" y="3028950"/>
          <p14:tracePt t="65671" x="4864100" y="3022600"/>
          <p14:tracePt t="65688" x="4826000" y="3016250"/>
          <p14:tracePt t="65705" x="4787900" y="3016250"/>
          <p14:tracePt t="65721" x="4743450" y="3016250"/>
          <p14:tracePt t="65738" x="4699000" y="3009900"/>
          <p14:tracePt t="65754" x="4667250" y="3009900"/>
          <p14:tracePt t="65771" x="4654550" y="3009900"/>
          <p14:tracePt t="65788" x="4641850" y="3009900"/>
          <p14:tracePt t="65790" x="4635500" y="3009900"/>
          <p14:tracePt t="65804" x="4629150" y="3009900"/>
          <p14:tracePt t="65821" x="4616450" y="3009900"/>
          <p14:tracePt t="65823" x="4610100" y="3009900"/>
          <p14:tracePt t="65837" x="4603750" y="3009900"/>
          <p14:tracePt t="65854" x="4584700" y="3009900"/>
          <p14:tracePt t="65857" x="4578350" y="3009900"/>
          <p14:tracePt t="65871" x="4565650" y="3009900"/>
          <p14:tracePt t="65888" x="4540250" y="3009900"/>
          <p14:tracePt t="65890" x="4540250" y="3016250"/>
          <p14:tracePt t="65907" x="4514850" y="3022600"/>
          <p14:tracePt t="65921" x="4483100" y="3035300"/>
          <p14:tracePt t="65938" x="4470400" y="3048000"/>
          <p14:tracePt t="65954" x="4451350" y="3060700"/>
          <p14:tracePt t="65971" x="4432300" y="3073400"/>
          <p14:tracePt t="65988" x="4413250" y="3086100"/>
          <p14:tracePt t="66004" x="4406900" y="3086100"/>
          <p14:tracePt t="66021" x="4394200" y="3098800"/>
          <p14:tracePt t="66037" x="4381500" y="3111500"/>
          <p14:tracePt t="66054" x="4375150" y="3124200"/>
          <p14:tracePt t="66057" x="4375150" y="3130550"/>
          <p14:tracePt t="66071" x="4368800" y="3130550"/>
          <p14:tracePt t="66087" x="4362450" y="3136900"/>
          <p14:tracePt t="66089" x="4362450" y="3143250"/>
          <p14:tracePt t="66108" x="4356100" y="3155950"/>
          <p14:tracePt t="66123" x="4356100" y="3162300"/>
          <p14:tracePt t="66138" x="4349750" y="3162300"/>
          <p14:tracePt t="66155" x="4349750" y="3175000"/>
          <p14:tracePt t="66171" x="4349750" y="3181350"/>
          <p14:tracePt t="66188" x="4343400" y="3194050"/>
          <p14:tracePt t="66205" x="4343400" y="3200400"/>
          <p14:tracePt t="66221" x="4343400" y="3206750"/>
          <p14:tracePt t="66238" x="4343400" y="3213100"/>
          <p14:tracePt t="66255" x="4343400" y="3225800"/>
          <p14:tracePt t="66271" x="4343400" y="3232150"/>
          <p14:tracePt t="66288" x="4349750" y="3238500"/>
          <p14:tracePt t="66291" x="4349750" y="3251200"/>
          <p14:tracePt t="66304" x="4362450" y="3276600"/>
          <p14:tracePt t="66321" x="4381500" y="3302000"/>
          <p14:tracePt t="66322" x="4387850" y="3308350"/>
          <p14:tracePt t="66338" x="4406900" y="3314700"/>
          <p14:tracePt t="66355" x="4432300" y="3340100"/>
          <p14:tracePt t="66371" x="4451350" y="3346450"/>
          <p14:tracePt t="66388" x="4457700" y="3352800"/>
          <p14:tracePt t="66390" x="4464050" y="3359150"/>
          <p14:tracePt t="66405" x="4483100" y="3359150"/>
          <p14:tracePt t="66421" x="4489450" y="3365500"/>
          <p14:tracePt t="66438" x="4495800" y="3365500"/>
          <p14:tracePt t="66454" x="4495800" y="3371850"/>
          <p14:tracePt t="66488" x="4502150" y="3371850"/>
          <p14:tracePt t="66517" x="4508500" y="3371850"/>
          <p14:tracePt t="66525" x="4514850" y="3371850"/>
          <p14:tracePt t="66538" x="4521200" y="3378200"/>
          <p14:tracePt t="66554" x="4527550" y="3378200"/>
          <p14:tracePt t="66557" x="4533900" y="3378200"/>
          <p14:tracePt t="66571" x="4540250" y="3378200"/>
          <p14:tracePt t="66588" x="4552950" y="3384550"/>
          <p14:tracePt t="66590" x="4559300" y="3384550"/>
          <p14:tracePt t="66605" x="4578350" y="3390900"/>
          <p14:tracePt t="66621" x="4597400" y="3390900"/>
          <p14:tracePt t="66638" x="4622800" y="3403600"/>
          <p14:tracePt t="66655" x="4660900" y="3403600"/>
          <p14:tracePt t="66671" x="4692650" y="3416300"/>
          <p14:tracePt t="66688" x="4724400" y="3422650"/>
          <p14:tracePt t="66704" x="4756150" y="3429000"/>
          <p14:tracePt t="66721" x="4787900" y="3429000"/>
          <p14:tracePt t="66738" x="4826000" y="3435350"/>
          <p14:tracePt t="66754" x="4857750" y="3435350"/>
          <p14:tracePt t="66771" x="4895850" y="3435350"/>
          <p14:tracePt t="66788" x="4933950" y="3435350"/>
          <p14:tracePt t="66804" x="4972050" y="3435350"/>
          <p14:tracePt t="66809" x="4984750" y="3441700"/>
          <p14:tracePt t="66821" x="5003800" y="3441700"/>
          <p14:tracePt t="66837" x="5029200" y="3441700"/>
          <p14:tracePt t="66841" x="5041900" y="3441700"/>
          <p14:tracePt t="66854" x="5054600" y="3441700"/>
          <p14:tracePt t="66871" x="5073650" y="3441700"/>
          <p14:tracePt t="66888" x="5092700" y="3441700"/>
          <p14:tracePt t="66909" x="5118100" y="3441700"/>
          <p14:tracePt t="66921" x="5156200" y="3441700"/>
          <p14:tracePt t="66938" x="5200650" y="3441700"/>
          <p14:tracePt t="66954" x="5238750" y="3441700"/>
          <p14:tracePt t="66971" x="5283200" y="3435350"/>
          <p14:tracePt t="66988" x="5334000" y="3429000"/>
          <p14:tracePt t="67006" x="5372100" y="3429000"/>
          <p14:tracePt t="67010" x="5384800" y="3429000"/>
          <p14:tracePt t="67021" x="5410200" y="3429000"/>
          <p14:tracePt t="67038" x="5441950" y="3429000"/>
          <p14:tracePt t="67054" x="5473700" y="3429000"/>
          <p14:tracePt t="67058" x="5480050" y="3429000"/>
          <p14:tracePt t="67071" x="5499100" y="3429000"/>
          <p14:tracePt t="67074" x="5511800" y="3429000"/>
          <p14:tracePt t="67087" x="5518150" y="3429000"/>
          <p14:tracePt t="67105" x="5549900" y="3429000"/>
          <p14:tracePt t="67121" x="5568950" y="3422650"/>
          <p14:tracePt t="67138" x="5588000" y="3422650"/>
          <p14:tracePt t="67154" x="5607050" y="3422650"/>
          <p14:tracePt t="67171" x="5638800" y="3416300"/>
          <p14:tracePt t="67188" x="5664200" y="3416300"/>
          <p14:tracePt t="67204" x="5702300" y="3416300"/>
          <p14:tracePt t="67221" x="5727700" y="3416300"/>
          <p14:tracePt t="67238" x="5772150" y="3416300"/>
          <p14:tracePt t="67254" x="5803900" y="3409950"/>
          <p14:tracePt t="67271" x="5835650" y="3403600"/>
          <p14:tracePt t="67288" x="5854700" y="3397250"/>
          <p14:tracePt t="67304" x="5867400" y="3397250"/>
          <p14:tracePt t="67307" x="5873750" y="3397250"/>
          <p14:tracePt t="67321" x="5886450" y="3397250"/>
          <p14:tracePt t="67338" x="5918200" y="3390900"/>
          <p14:tracePt t="67341" x="5924550" y="3384550"/>
          <p14:tracePt t="67355" x="5956300" y="3384550"/>
          <p14:tracePt t="67371" x="5975350" y="3384550"/>
          <p14:tracePt t="67388" x="6000750" y="3378200"/>
          <p14:tracePt t="67404" x="6038850" y="3371850"/>
          <p14:tracePt t="67421" x="6076950" y="3371850"/>
          <p14:tracePt t="67437" x="6146800" y="3365500"/>
          <p14:tracePt t="67454" x="6184900" y="3359150"/>
          <p14:tracePt t="67471" x="6223000" y="3359150"/>
          <p14:tracePt t="67477" x="6242050" y="3359150"/>
          <p14:tracePt t="67488" x="6261100" y="3359150"/>
          <p14:tracePt t="67504" x="6299200" y="3352800"/>
          <p14:tracePt t="67521" x="6324600" y="3352800"/>
          <p14:tracePt t="67538" x="6356350" y="3346450"/>
          <p14:tracePt t="67542" x="6369050" y="3340100"/>
          <p14:tracePt t="67554" x="6375400" y="3340100"/>
          <p14:tracePt t="67571" x="6400800" y="3340100"/>
          <p14:tracePt t="67573" x="6407150" y="3333750"/>
          <p14:tracePt t="67588" x="6413500" y="3333750"/>
          <p14:tracePt t="67605" x="6438900" y="3327400"/>
          <p14:tracePt t="67621" x="6457950" y="3327400"/>
          <p14:tracePt t="67638" x="6464300" y="3327400"/>
          <p14:tracePt t="67655" x="6477000" y="3321050"/>
          <p14:tracePt t="67671" x="6483350" y="3314700"/>
          <p14:tracePt t="67688" x="6489700" y="3314700"/>
          <p14:tracePt t="67704" x="6496050" y="3314700"/>
          <p14:tracePt t="67725" x="6502400" y="3314700"/>
          <p14:tracePt t="67745" x="6502400" y="3308350"/>
          <p14:tracePt t="67754" x="6508750" y="3308350"/>
          <p14:tracePt t="68977" x="0" y="0"/>
        </p14:tracePtLst>
        <p14:tracePtLst>
          <p14:tracePt t="69824" x="2305050" y="3270250"/>
          <p14:tracePt t="69829" x="2298700" y="3270250"/>
          <p14:tracePt t="69855" x="2292350" y="3270250"/>
          <p14:tracePt t="69912" x="2286000" y="3270250"/>
          <p14:tracePt t="69928" x="2279650" y="3270250"/>
          <p14:tracePt t="69936" x="2266950" y="3270250"/>
          <p14:tracePt t="69954" x="2241550" y="3270250"/>
          <p14:tracePt t="69973" x="2197100" y="3276600"/>
          <p14:tracePt t="69988" x="2114550" y="3282950"/>
          <p14:tracePt t="69993" x="2082800" y="3282950"/>
          <p14:tracePt t="70004" x="2044700" y="3289300"/>
          <p14:tracePt t="70021" x="1962150" y="3295650"/>
          <p14:tracePt t="70023" x="1924050" y="3302000"/>
          <p14:tracePt t="70038" x="1905000" y="3302000"/>
          <p14:tracePt t="70055" x="1854200" y="3308350"/>
          <p14:tracePt t="70071" x="1841500" y="3308350"/>
          <p14:tracePt t="70088" x="1835150" y="3308350"/>
          <p14:tracePt t="70104" x="1828800" y="3308350"/>
          <p14:tracePt t="70121" x="1816100" y="3308350"/>
          <p14:tracePt t="70138" x="1790700" y="3308350"/>
          <p14:tracePt t="70154" x="1758950" y="3308350"/>
          <p14:tracePt t="70171" x="1714500" y="3308350"/>
          <p14:tracePt t="70188" x="1676400" y="3308350"/>
          <p14:tracePt t="70205" x="1625600" y="3308350"/>
          <p14:tracePt t="70221" x="1593850" y="3308350"/>
          <p14:tracePt t="70238" x="1568450" y="3308350"/>
          <p14:tracePt t="70255" x="1555750" y="3308350"/>
          <p14:tracePt t="70259" x="1549400" y="3308350"/>
          <p14:tracePt t="70273" x="1543050" y="3308350"/>
          <p14:tracePt t="70288" x="1536700" y="3308350"/>
          <p14:tracePt t="70307" x="1530350" y="3308350"/>
          <p14:tracePt t="70321" x="1517650" y="3314700"/>
          <p14:tracePt t="70339" x="1504950" y="3314700"/>
          <p14:tracePt t="70354" x="1492250" y="3314700"/>
          <p14:tracePt t="70372" x="1466850" y="3321050"/>
          <p14:tracePt t="70388" x="1454150" y="3321050"/>
          <p14:tracePt t="70404" x="1422400" y="3327400"/>
          <p14:tracePt t="70421" x="1397000" y="3333750"/>
          <p14:tracePt t="70438" x="1384300" y="3340100"/>
          <p14:tracePt t="70454" x="1365250" y="3346450"/>
          <p14:tracePt t="70471" x="1358900" y="3346450"/>
          <p14:tracePt t="70488" x="1346200" y="3352800"/>
          <p14:tracePt t="70504" x="1346200" y="3359150"/>
          <p14:tracePt t="70547" x="1339850" y="3359150"/>
          <p14:tracePt t="70563" x="1339850" y="3365500"/>
          <p14:tracePt t="70604" x="1339850" y="3371850"/>
          <p14:tracePt t="70620" x="1339850" y="3378200"/>
          <p14:tracePt t="70638" x="1333500" y="3390900"/>
          <p14:tracePt t="70655" x="1333500" y="3403600"/>
          <p14:tracePt t="70672" x="1333500" y="3416300"/>
          <p14:tracePt t="70688" x="1333500" y="3429000"/>
          <p14:tracePt t="70704" x="1333500" y="3441700"/>
          <p14:tracePt t="70721" x="1339850" y="3454400"/>
          <p14:tracePt t="70738" x="1358900" y="3473450"/>
          <p14:tracePt t="70742" x="1371600" y="3486150"/>
          <p14:tracePt t="70754" x="1384300" y="3492500"/>
          <p14:tracePt t="70771" x="1422400" y="3517900"/>
          <p14:tracePt t="70773" x="1441450" y="3536950"/>
          <p14:tracePt t="70788" x="1473200" y="3543300"/>
          <p14:tracePt t="70805" x="1574800" y="3575050"/>
          <p14:tracePt t="70821" x="1657350" y="3600450"/>
          <p14:tracePt t="70838" x="1708150" y="3613150"/>
          <p14:tracePt t="70854" x="1797050" y="3619500"/>
          <p14:tracePt t="70871" x="1847850" y="3625850"/>
          <p14:tracePt t="70888" x="1911350" y="3625850"/>
          <p14:tracePt t="70904" x="2044700" y="3632200"/>
          <p14:tracePt t="70909" x="2089150" y="3632200"/>
          <p14:tracePt t="70921" x="2133600" y="3632200"/>
          <p14:tracePt t="70938" x="2209800" y="3632200"/>
          <p14:tracePt t="70954" x="2317750" y="3632200"/>
          <p14:tracePt t="70971" x="2368550" y="3632200"/>
          <p14:tracePt t="70988" x="2406650" y="3632200"/>
          <p14:tracePt t="71004" x="2432050" y="3632200"/>
          <p14:tracePt t="71007" x="2438400" y="3632200"/>
          <p14:tracePt t="71021" x="2451100" y="3632200"/>
          <p14:tracePt t="71038" x="2501900" y="3632200"/>
          <p14:tracePt t="71040" x="2520950" y="3632200"/>
          <p14:tracePt t="71055" x="2584450" y="3632200"/>
          <p14:tracePt t="71071" x="2622550" y="3632200"/>
          <p14:tracePt t="71088" x="2686050" y="3632200"/>
          <p14:tracePt t="71104" x="2717800" y="3632200"/>
          <p14:tracePt t="71121" x="2749550" y="3632200"/>
          <p14:tracePt t="71138" x="2762250" y="3638550"/>
          <p14:tracePt t="71155" x="2774950" y="3644900"/>
          <p14:tracePt t="71171" x="2794000" y="3644900"/>
          <p14:tracePt t="71188" x="2813050" y="3657600"/>
          <p14:tracePt t="71205" x="2832100" y="3657600"/>
          <p14:tracePt t="71207" x="2851150" y="3657600"/>
          <p14:tracePt t="71221" x="2857500" y="3663950"/>
          <p14:tracePt t="71238" x="2889250" y="3670300"/>
          <p14:tracePt t="71241" x="2895600" y="3670300"/>
          <p14:tracePt t="71254" x="2908300" y="3676650"/>
          <p14:tracePt t="71271" x="2933700" y="3676650"/>
          <p14:tracePt t="71274" x="2940050" y="3676650"/>
          <p14:tracePt t="71288" x="2952750" y="3676650"/>
          <p14:tracePt t="71305" x="2984500" y="3683000"/>
          <p14:tracePt t="71321" x="3016250" y="3683000"/>
          <p14:tracePt t="71338" x="3035300" y="3683000"/>
          <p14:tracePt t="71354" x="3067050" y="3683000"/>
          <p14:tracePt t="71371" x="3086100" y="3676650"/>
          <p14:tracePt t="71388" x="3105150" y="3676650"/>
          <p14:tracePt t="71404" x="3136900" y="3670300"/>
          <p14:tracePt t="71421" x="3162300" y="3663950"/>
          <p14:tracePt t="71438" x="3187700" y="3657600"/>
          <p14:tracePt t="71442" x="3213100" y="3657600"/>
          <p14:tracePt t="71454" x="3225800" y="3657600"/>
          <p14:tracePt t="71471" x="3263900" y="3657600"/>
          <p14:tracePt t="71488" x="3302000" y="3651250"/>
          <p14:tracePt t="71504" x="3346450" y="3644900"/>
          <p14:tracePt t="71507" x="3352800" y="3644900"/>
          <p14:tracePt t="71521" x="3365500" y="3644900"/>
          <p14:tracePt t="71538" x="3403600" y="3638550"/>
          <p14:tracePt t="71540" x="3416300" y="3638550"/>
          <p14:tracePt t="71555" x="3460750" y="3638550"/>
          <p14:tracePt t="71571" x="3486150" y="3638550"/>
          <p14:tracePt t="71588" x="3536950" y="3632200"/>
          <p14:tracePt t="71604" x="3575050" y="3625850"/>
          <p14:tracePt t="71621" x="3625850" y="3625850"/>
          <p14:tracePt t="71638" x="3644900" y="3625850"/>
          <p14:tracePt t="71654" x="3676650" y="3619500"/>
          <p14:tracePt t="71671" x="3689350" y="3619500"/>
          <p14:tracePt t="71688" x="3708400" y="3613150"/>
          <p14:tracePt t="71704" x="3733800" y="3613150"/>
          <p14:tracePt t="71708" x="3746500" y="3613150"/>
          <p14:tracePt t="71721" x="3759200" y="3606800"/>
          <p14:tracePt t="71738" x="3778250" y="3594100"/>
          <p14:tracePt t="71741" x="3784600" y="3594100"/>
          <p14:tracePt t="71755" x="3790950" y="3587750"/>
          <p14:tracePt t="71771" x="3810000" y="3575050"/>
          <p14:tracePt t="71775" x="3816350" y="3575050"/>
          <p14:tracePt t="71788" x="3816350" y="3568700"/>
          <p14:tracePt t="71805" x="3822700" y="3562350"/>
          <p14:tracePt t="71821" x="3829050" y="3556000"/>
          <p14:tracePt t="71838" x="3835400" y="3543300"/>
          <p14:tracePt t="71855" x="3835400" y="3517900"/>
          <p14:tracePt t="71871" x="3835400" y="3498850"/>
          <p14:tracePt t="71889" x="3835400" y="3479800"/>
          <p14:tracePt t="71894" x="3835400" y="3460750"/>
          <p14:tracePt t="71905" x="3829050" y="3454400"/>
          <p14:tracePt t="71922" x="3822700" y="3441700"/>
          <p14:tracePt t="71938" x="3816350" y="3429000"/>
          <p14:tracePt t="71955" x="3803650" y="3422650"/>
          <p14:tracePt t="71957" x="3797300" y="3416300"/>
          <p14:tracePt t="71971" x="3790950" y="3416300"/>
          <p14:tracePt t="71989" x="3771900" y="3403600"/>
          <p14:tracePt t="72005" x="3752850" y="3397250"/>
          <p14:tracePt t="72021" x="3740150" y="3390900"/>
          <p14:tracePt t="72023" x="3727450" y="3378200"/>
          <p14:tracePt t="72038" x="3714750" y="3378200"/>
          <p14:tracePt t="72055" x="3644900" y="3359150"/>
          <p14:tracePt t="72071" x="3581400" y="3340100"/>
          <p14:tracePt t="72088" x="3517900" y="3340100"/>
          <p14:tracePt t="72105" x="3467100" y="3333750"/>
          <p14:tracePt t="72121" x="3435350" y="3333750"/>
          <p14:tracePt t="72138" x="3403600" y="3333750"/>
          <p14:tracePt t="72154" x="3390900" y="3333750"/>
          <p14:tracePt t="72171" x="3384550" y="3333750"/>
          <p14:tracePt t="72188" x="3371850" y="3333750"/>
          <p14:tracePt t="72191" x="3365500" y="3333750"/>
          <p14:tracePt t="72204" x="3359150" y="3333750"/>
          <p14:tracePt t="72221" x="3333750" y="3333750"/>
          <p14:tracePt t="72224" x="3327400" y="3333750"/>
          <p14:tracePt t="72238" x="3314700" y="3333750"/>
          <p14:tracePt t="72255" x="3270250" y="3333750"/>
          <p14:tracePt t="72271" x="3263900" y="3333750"/>
          <p14:tracePt t="72288" x="3244850" y="3333750"/>
          <p14:tracePt t="72828" x="0" y="0"/>
        </p14:tracePtLst>
        <p14:tracePtLst>
          <p14:tracePt t="78744" x="2540000" y="3225800"/>
          <p14:tracePt t="78798" x="2533650" y="3225800"/>
          <p14:tracePt t="78807" x="2527300" y="3225800"/>
          <p14:tracePt t="78815" x="2520950" y="3225800"/>
          <p14:tracePt t="78822" x="2508250" y="3225800"/>
          <p14:tracePt t="78838" x="2476500" y="3225800"/>
          <p14:tracePt t="78855" x="2463800" y="3225800"/>
          <p14:tracePt t="78871" x="2425700" y="3238500"/>
          <p14:tracePt t="78888" x="2393950" y="3251200"/>
          <p14:tracePt t="78908" x="2355850" y="3270250"/>
          <p14:tracePt t="78910" x="2336800" y="3282950"/>
          <p14:tracePt t="78921" x="2330450" y="3282950"/>
          <p14:tracePt t="78938" x="2298700" y="3295650"/>
          <p14:tracePt t="78954" x="2279650" y="3295650"/>
          <p14:tracePt t="78971" x="2266950" y="3302000"/>
          <p14:tracePt t="78988" x="2266950" y="3308350"/>
          <p14:tracePt t="79005" x="2260600" y="3308350"/>
          <p14:tracePt t="79021" x="2260600" y="3314700"/>
          <p14:tracePt t="79024" x="2260600" y="3321050"/>
          <p14:tracePt t="79038" x="2247900" y="3340100"/>
          <p14:tracePt t="79055" x="2241550" y="3371850"/>
          <p14:tracePt t="79071" x="2241550" y="3390900"/>
          <p14:tracePt t="79088" x="2241550" y="3416300"/>
          <p14:tracePt t="79104" x="2260600" y="3441700"/>
          <p14:tracePt t="79121" x="2273300" y="3460750"/>
          <p14:tracePt t="79138" x="2298700" y="3492500"/>
          <p14:tracePt t="79155" x="2330450" y="3517900"/>
          <p14:tracePt t="79160" x="2355850" y="3536950"/>
          <p14:tracePt t="79171" x="2381250" y="3562350"/>
          <p14:tracePt t="79188" x="2432050" y="3587750"/>
          <p14:tracePt t="79192" x="2476500" y="3606800"/>
          <p14:tracePt t="79205" x="2489200" y="3613150"/>
          <p14:tracePt t="79221" x="2559050" y="3632200"/>
          <p14:tracePt t="79225" x="2616200" y="3644900"/>
          <p14:tracePt t="79238" x="2641600" y="3651250"/>
          <p14:tracePt t="79255" x="2743200" y="3676650"/>
          <p14:tracePt t="79259" x="2762250" y="3676650"/>
          <p14:tracePt t="79271" x="2781300" y="3683000"/>
          <p14:tracePt t="79288" x="2844800" y="3689350"/>
          <p14:tracePt t="79289" x="2889250" y="3689350"/>
          <p14:tracePt t="79305" x="2959100" y="3689350"/>
          <p14:tracePt t="79321" x="3003550" y="3689350"/>
          <p14:tracePt t="79338" x="3073400" y="3670300"/>
          <p14:tracePt t="79355" x="3136900" y="3644900"/>
          <p14:tracePt t="79371" x="3175000" y="3619500"/>
          <p14:tracePt t="79388" x="3181350" y="3600450"/>
          <p14:tracePt t="79405" x="3187700" y="3587750"/>
          <p14:tracePt t="79421" x="3187700" y="3568700"/>
          <p14:tracePt t="79425" x="3181350" y="3556000"/>
          <p14:tracePt t="79438" x="3175000" y="3549650"/>
          <p14:tracePt t="79455" x="3162300" y="3524250"/>
          <p14:tracePt t="79457" x="3143250" y="3511550"/>
          <p14:tracePt t="79471" x="3136900" y="3505200"/>
          <p14:tracePt t="79488" x="3105150" y="3486150"/>
          <p14:tracePt t="79505" x="3073400" y="3467100"/>
          <p14:tracePt t="79521" x="3022600" y="3448050"/>
          <p14:tracePt t="79523" x="2990850" y="3435350"/>
          <p14:tracePt t="79538" x="2971800" y="3429000"/>
          <p14:tracePt t="79555" x="2863850" y="3403600"/>
          <p14:tracePt t="79571" x="2768600" y="3384550"/>
          <p14:tracePt t="79588" x="2667000" y="3359150"/>
          <p14:tracePt t="79604" x="2622550" y="3346450"/>
          <p14:tracePt t="79621" x="2546350" y="3333750"/>
          <p14:tracePt t="79638" x="2520950" y="3327400"/>
          <p14:tracePt t="79655" x="2489200" y="3321050"/>
          <p14:tracePt t="79671" x="2470150" y="3321050"/>
          <p14:tracePt t="79688" x="2451100" y="3321050"/>
          <p14:tracePt t="79693" x="2444750" y="3321050"/>
          <p14:tracePt t="79705" x="2438400" y="3327400"/>
          <p14:tracePt t="79722" x="2425700" y="3333750"/>
          <p14:tracePt t="79723" x="2419350" y="3340100"/>
          <p14:tracePt t="79738" x="2400300" y="3346450"/>
          <p14:tracePt t="79755" x="2387600" y="3359150"/>
          <p14:tracePt t="79758" x="2381250" y="3359150"/>
          <p14:tracePt t="79771" x="2381250" y="3365500"/>
          <p14:tracePt t="79788" x="2362200" y="3371850"/>
          <p14:tracePt t="79790" x="2355850" y="3384550"/>
          <p14:tracePt t="79805" x="2343150" y="3390900"/>
          <p14:tracePt t="80015" x="0" y="0"/>
        </p14:tracePtLst>
        <p14:tracePtLst>
          <p14:tracePt t="80984" x="3441700" y="3314700"/>
          <p14:tracePt t="80990" x="3422650" y="3295650"/>
          <p14:tracePt t="80999" x="3397250" y="3282950"/>
          <p14:tracePt t="81006" x="3378200" y="3276600"/>
          <p14:tracePt t="81022" x="3352800" y="3257550"/>
          <p14:tracePt t="81038" x="3340100" y="3257550"/>
          <p14:tracePt t="81055" x="3327400" y="3257550"/>
          <p14:tracePt t="81072" x="3314700" y="3257550"/>
          <p14:tracePt t="81088" x="3302000" y="3257550"/>
          <p14:tracePt t="81105" x="3282950" y="3257550"/>
          <p14:tracePt t="81121" x="3263900" y="3257550"/>
          <p14:tracePt t="81138" x="3225800" y="3257550"/>
          <p14:tracePt t="81155" x="3194050" y="3263900"/>
          <p14:tracePt t="81171" x="3149600" y="3289300"/>
          <p14:tracePt t="81175" x="3130550" y="3308350"/>
          <p14:tracePt t="81188" x="3111500" y="3321050"/>
          <p14:tracePt t="81205" x="3092450" y="3352800"/>
          <p14:tracePt t="81207" x="3092450" y="3359150"/>
          <p14:tracePt t="81221" x="3086100" y="3365500"/>
          <p14:tracePt t="81238" x="3079750" y="3390900"/>
          <p14:tracePt t="81255" x="3079750" y="3397250"/>
          <p14:tracePt t="81272" x="3079750" y="3409950"/>
          <p14:tracePt t="81288" x="3086100" y="3416300"/>
          <p14:tracePt t="81305" x="3092450" y="3429000"/>
          <p14:tracePt t="81321" x="3117850" y="3448050"/>
          <p14:tracePt t="81338" x="3162300" y="3479800"/>
          <p14:tracePt t="81355" x="3213100" y="3498850"/>
          <p14:tracePt t="81371" x="3244850" y="3511550"/>
          <p14:tracePt t="81388" x="3308350" y="3536950"/>
          <p14:tracePt t="81405" x="3371850" y="3556000"/>
          <p14:tracePt t="81421" x="3416300" y="3568700"/>
          <p14:tracePt t="81438" x="3467100" y="3575050"/>
          <p14:tracePt t="81442" x="3473450" y="3575050"/>
          <p14:tracePt t="81455" x="3486150" y="3575050"/>
          <p14:tracePt t="81471" x="3524250" y="3575050"/>
          <p14:tracePt t="81474" x="3536950" y="3575050"/>
          <p14:tracePt t="81488" x="3587750" y="3575050"/>
          <p14:tracePt t="81505" x="3663950" y="3575050"/>
          <p14:tracePt t="81521" x="3702050" y="3575050"/>
          <p14:tracePt t="81538" x="3740150" y="3568700"/>
          <p14:tracePt t="81555" x="3765550" y="3562350"/>
          <p14:tracePt t="81571" x="3771900" y="3562350"/>
          <p14:tracePt t="81588" x="3778250" y="3562350"/>
          <p14:tracePt t="81604" x="3784600" y="3562350"/>
          <p14:tracePt t="81621" x="3784600" y="3556000"/>
          <p14:tracePt t="81638" x="3784600" y="3549650"/>
          <p14:tracePt t="81654" x="3790950" y="3530600"/>
          <p14:tracePt t="81671" x="3790950" y="3517900"/>
          <p14:tracePt t="81688" x="3790950" y="3492500"/>
          <p14:tracePt t="81705" x="3771900" y="3454400"/>
          <p14:tracePt t="81707" x="3759200" y="3441700"/>
          <p14:tracePt t="81721" x="3733800" y="3422650"/>
          <p14:tracePt t="81738" x="3714750" y="3409950"/>
          <p14:tracePt t="81740" x="3695700" y="3397250"/>
          <p14:tracePt t="81756" x="3676650" y="3390900"/>
          <p14:tracePt t="81771" x="3644900" y="3378200"/>
          <p14:tracePt t="81789" x="3632200" y="3378200"/>
          <p14:tracePt t="81805" x="3613150" y="3365500"/>
          <p14:tracePt t="81822" x="3606800" y="3365500"/>
          <p14:tracePt t="81838" x="3581400" y="3352800"/>
          <p14:tracePt t="81855" x="3562350" y="3346450"/>
          <p14:tracePt t="81871" x="3543300" y="3346450"/>
          <p14:tracePt t="81888" x="3517900" y="3340100"/>
          <p14:tracePt t="81905" x="3505200" y="3340100"/>
          <p14:tracePt t="81921" x="3498850" y="3340100"/>
          <p14:tracePt t="82056" x="0" y="0"/>
        </p14:tracePtLst>
        <p14:tracePtLst>
          <p14:tracePt t="97884" x="2400300" y="4006850"/>
          <p14:tracePt t="97957" x="2393950" y="4006850"/>
          <p14:tracePt t="97963" x="2381250" y="4006850"/>
          <p14:tracePt t="97981" x="2368550" y="4000500"/>
          <p14:tracePt t="97989" x="2349500" y="3994150"/>
          <p14:tracePt t="98005" x="2336800" y="3994150"/>
          <p14:tracePt t="98022" x="2298700" y="3994150"/>
          <p14:tracePt t="98039" x="2279650" y="3994150"/>
          <p14:tracePt t="98055" x="2241550" y="3987800"/>
          <p14:tracePt t="98072" x="2222500" y="3987800"/>
          <p14:tracePt t="98088" x="2190750" y="3981450"/>
          <p14:tracePt t="98105" x="2165350" y="3975100"/>
          <p14:tracePt t="98108" x="2152650" y="3975100"/>
          <p14:tracePt t="98122" x="2139950" y="3975100"/>
          <p14:tracePt t="98138" x="2095500" y="3962400"/>
          <p14:tracePt t="98142" x="2082800" y="3962400"/>
          <p14:tracePt t="98155" x="2044700" y="3956050"/>
          <p14:tracePt t="98172" x="2019300" y="3956050"/>
          <p14:tracePt t="98188" x="1962150" y="3956050"/>
          <p14:tracePt t="98205" x="1930400" y="3956050"/>
          <p14:tracePt t="98222" x="1898650" y="3956050"/>
          <p14:tracePt t="98238" x="1873250" y="3956050"/>
          <p14:tracePt t="98257" x="1854200" y="3956050"/>
          <p14:tracePt t="98272" x="1828800" y="3956050"/>
          <p14:tracePt t="98290" x="1797050" y="3956050"/>
          <p14:tracePt t="98305" x="1765300" y="3956050"/>
          <p14:tracePt t="98323" x="1733550" y="3956050"/>
          <p14:tracePt t="98338" x="1701800" y="3956050"/>
          <p14:tracePt t="98356" x="1670050" y="3949700"/>
          <p14:tracePt t="98359" x="1651000" y="3949700"/>
          <p14:tracePt t="98372" x="1631950" y="3949700"/>
          <p14:tracePt t="98389" x="1593850" y="3949700"/>
          <p14:tracePt t="98391" x="1581150" y="3949700"/>
          <p14:tracePt t="98405" x="1568450" y="3949700"/>
          <p14:tracePt t="98422" x="1549400" y="3949700"/>
          <p14:tracePt t="98438" x="1536700" y="3949700"/>
          <p14:tracePt t="98455" x="1524000" y="3949700"/>
          <p14:tracePt t="98472" x="1517650" y="3949700"/>
          <p14:tracePt t="98488" x="1504950" y="3949700"/>
          <p14:tracePt t="98505" x="1485900" y="3956050"/>
          <p14:tracePt t="98522" x="1460500" y="3968750"/>
          <p14:tracePt t="98538" x="1447800" y="3975100"/>
          <p14:tracePt t="98555" x="1441450" y="3981450"/>
          <p14:tracePt t="98572" x="1435100" y="3981450"/>
          <p14:tracePt t="98640" x="1435100" y="3987800"/>
          <p14:tracePt t="98649" x="1428750" y="3987800"/>
          <p14:tracePt t="98665" x="1428750" y="3994150"/>
          <p14:tracePt t="98674" x="1428750" y="4000500"/>
          <p14:tracePt t="98696" x="1428750" y="4006850"/>
          <p14:tracePt t="98721" x="1428750" y="4013200"/>
          <p14:tracePt t="98739" x="1422400" y="4013200"/>
          <p14:tracePt t="98755" x="1422400" y="4025900"/>
          <p14:tracePt t="98772" x="1422400" y="4038600"/>
          <p14:tracePt t="98788" x="1422400" y="4044950"/>
          <p14:tracePt t="98805" x="1422400" y="4064000"/>
          <p14:tracePt t="98838" x="1422400" y="4083050"/>
          <p14:tracePt t="98855" x="1422400" y="4095750"/>
          <p14:tracePt t="98872" x="1422400" y="4108450"/>
          <p14:tracePt t="98888" x="1428750" y="4140200"/>
          <p14:tracePt t="98890" x="1428750" y="4146550"/>
          <p14:tracePt t="98907" x="1435100" y="4165600"/>
          <p14:tracePt t="98922" x="1447800" y="4178300"/>
          <p14:tracePt t="98938" x="1454150" y="4191000"/>
          <p14:tracePt t="98955" x="1460500" y="4203700"/>
          <p14:tracePt t="98972" x="1466850" y="4203700"/>
          <p14:tracePt t="98988" x="1473200" y="4210050"/>
          <p14:tracePt t="99005" x="1473200" y="4216400"/>
          <p14:tracePt t="99022" x="1485900" y="4222750"/>
          <p14:tracePt t="99039" x="1492250" y="4229100"/>
          <p14:tracePt t="99055" x="1504950" y="4235450"/>
          <p14:tracePt t="99072" x="1511300" y="4241800"/>
          <p14:tracePt t="99088" x="1530350" y="4254500"/>
          <p14:tracePt t="99105" x="1543050" y="4267200"/>
          <p14:tracePt t="99122" x="1568450" y="4279900"/>
          <p14:tracePt t="99138" x="1574800" y="4286250"/>
          <p14:tracePt t="99156" x="1600200" y="4298950"/>
          <p14:tracePt t="99172" x="1638300" y="4311650"/>
          <p14:tracePt t="99189" x="1651000" y="4318000"/>
          <p14:tracePt t="99205" x="1689100" y="4330700"/>
          <p14:tracePt t="99222" x="1701800" y="4337050"/>
          <p14:tracePt t="99238" x="1727200" y="4343400"/>
          <p14:tracePt t="99255" x="1752600" y="4349750"/>
          <p14:tracePt t="99272" x="1771650" y="4356100"/>
          <p14:tracePt t="99288" x="1797050" y="4362450"/>
          <p14:tracePt t="99305" x="1816100" y="4362450"/>
          <p14:tracePt t="99322" x="1841500" y="4368800"/>
          <p14:tracePt t="99338" x="1854200" y="4375150"/>
          <p14:tracePt t="99355" x="1879600" y="4381500"/>
          <p14:tracePt t="99372" x="1898650" y="4381500"/>
          <p14:tracePt t="99388" x="1924050" y="4387850"/>
          <p14:tracePt t="99405" x="1949450" y="4387850"/>
          <p14:tracePt t="99422" x="1962150" y="4387850"/>
          <p14:tracePt t="99438" x="1993900" y="4387850"/>
          <p14:tracePt t="99455" x="2006600" y="4387850"/>
          <p14:tracePt t="99472" x="2032000" y="4387850"/>
          <p14:tracePt t="99488" x="2070100" y="4387850"/>
          <p14:tracePt t="99505" x="2114550" y="4387850"/>
          <p14:tracePt t="99522" x="2178050" y="4387850"/>
          <p14:tracePt t="99526" x="2203450" y="4381500"/>
          <p14:tracePt t="99555" x="2260600" y="4375150"/>
          <p14:tracePt t="99559" x="2286000" y="4375150"/>
          <p14:tracePt t="99572" x="2311400" y="4375150"/>
          <p14:tracePt t="99588" x="2355850" y="4362450"/>
          <p14:tracePt t="99605" x="2400300" y="4349750"/>
          <p14:tracePt t="99622" x="2413000" y="4349750"/>
          <p14:tracePt t="99624" x="2432050" y="4337050"/>
          <p14:tracePt t="99638" x="2444750" y="4330700"/>
          <p14:tracePt t="99656" x="2489200" y="4318000"/>
          <p14:tracePt t="99672" x="2495550" y="4311650"/>
          <p14:tracePt t="99688" x="2514600" y="4305300"/>
          <p14:tracePt t="99705" x="2533650" y="4298950"/>
          <p14:tracePt t="99722" x="2540000" y="4292600"/>
          <p14:tracePt t="99739" x="2559050" y="4279900"/>
          <p14:tracePt t="99755" x="2578100" y="4267200"/>
          <p14:tracePt t="99772" x="2578100" y="4254500"/>
          <p14:tracePt t="99788" x="2590800" y="4229100"/>
          <p14:tracePt t="99792" x="2590800" y="4222750"/>
          <p14:tracePt t="99805" x="2590800" y="4210050"/>
          <p14:tracePt t="99822" x="2590800" y="4178300"/>
          <p14:tracePt t="99825" x="2590800" y="4165600"/>
          <p14:tracePt t="99838" x="2584450" y="4159250"/>
          <p14:tracePt t="99855" x="2578100" y="4146550"/>
          <p14:tracePt t="99859" x="2578100" y="4140200"/>
          <p14:tracePt t="99954" x="2578100" y="4133850"/>
          <p14:tracePt t="99962" x="2571750" y="4133850"/>
          <p14:tracePt t="99973" x="2565400" y="4133850"/>
          <p14:tracePt t="99989" x="2552700" y="4114800"/>
          <p14:tracePt t="100006" x="2520950" y="4102100"/>
          <p14:tracePt t="100010" x="2501900" y="4089400"/>
          <p14:tracePt t="100022" x="2482850" y="4083050"/>
          <p14:tracePt t="100038" x="2457450" y="4070350"/>
          <p14:tracePt t="100042" x="2438400" y="4070350"/>
          <p14:tracePt t="100055" x="2432050" y="4070350"/>
          <p14:tracePt t="100072" x="2419350" y="4070350"/>
          <p14:tracePt t="100075" x="2413000" y="4070350"/>
          <p14:tracePt t="100088" x="2406650" y="4070350"/>
          <p14:tracePt t="100105" x="2400300" y="4070350"/>
          <p14:tracePt t="100108" x="2387600" y="4076700"/>
          <p14:tracePt t="100122" x="2381250" y="4083050"/>
          <p14:tracePt t="100138" x="2374900" y="4095750"/>
          <p14:tracePt t="100141" x="2368550" y="4095750"/>
          <p14:tracePt t="100156" x="2368550" y="4102100"/>
          <p14:tracePt t="100431" x="0" y="0"/>
        </p14:tracePtLst>
        <p14:tracePtLst>
          <p14:tracePt t="100827" x="3136900" y="4064000"/>
          <p14:tracePt t="100880" x="3130550" y="4064000"/>
          <p14:tracePt t="100890" x="3124200" y="4064000"/>
          <p14:tracePt t="100901" x="3124200" y="4057650"/>
          <p14:tracePt t="100906" x="3117850" y="4057650"/>
          <p14:tracePt t="100922" x="3105150" y="4051300"/>
          <p14:tracePt t="100938" x="3092450" y="4051300"/>
          <p14:tracePt t="100955" x="3060700" y="4044950"/>
          <p14:tracePt t="100972" x="3041650" y="4044950"/>
          <p14:tracePt t="100989" x="3003550" y="4044950"/>
          <p14:tracePt t="101005" x="2971800" y="4044950"/>
          <p14:tracePt t="101022" x="2933700" y="4044950"/>
          <p14:tracePt t="101038" x="2901950" y="4044950"/>
          <p14:tracePt t="101041" x="2876550" y="4051300"/>
          <p14:tracePt t="101055" x="2870200" y="4051300"/>
          <p14:tracePt t="101072" x="2825750" y="4064000"/>
          <p14:tracePt t="101073" x="2825750" y="4070350"/>
          <p14:tracePt t="101088" x="2819400" y="4070350"/>
          <p14:tracePt t="101105" x="2806700" y="4089400"/>
          <p14:tracePt t="101122" x="2806700" y="4108450"/>
          <p14:tracePt t="101138" x="2806700" y="4121150"/>
          <p14:tracePt t="101155" x="2806700" y="4171950"/>
          <p14:tracePt t="101172" x="2813050" y="4229100"/>
          <p14:tracePt t="101189" x="2838450" y="4267200"/>
          <p14:tracePt t="101205" x="2876550" y="4324350"/>
          <p14:tracePt t="101222" x="2940050" y="4375150"/>
          <p14:tracePt t="101239" x="2990850" y="4406900"/>
          <p14:tracePt t="101255" x="3060700" y="4432300"/>
          <p14:tracePt t="101272" x="3124200" y="4451350"/>
          <p14:tracePt t="101288" x="3181350" y="4451350"/>
          <p14:tracePt t="101305" x="3270250" y="4457700"/>
          <p14:tracePt t="101308" x="3302000" y="4457700"/>
          <p14:tracePt t="101322" x="3346450" y="4457700"/>
          <p14:tracePt t="101338" x="3422650" y="4457700"/>
          <p14:tracePt t="101341" x="3467100" y="4451350"/>
          <p14:tracePt t="101356" x="3530600" y="4445000"/>
          <p14:tracePt t="101372" x="3562350" y="4438650"/>
          <p14:tracePt t="101388" x="3613150" y="4419600"/>
          <p14:tracePt t="101405" x="3625850" y="4413250"/>
          <p14:tracePt t="101422" x="3644900" y="4400550"/>
          <p14:tracePt t="101438" x="3663950" y="4381500"/>
          <p14:tracePt t="101455" x="3676650" y="4349750"/>
          <p14:tracePt t="101472" x="3683000" y="4318000"/>
          <p14:tracePt t="101488" x="3683000" y="4273550"/>
          <p14:tracePt t="101505" x="3676650" y="4241800"/>
          <p14:tracePt t="101522" x="3651250" y="4203700"/>
          <p14:tracePt t="101539" x="3632200" y="4184650"/>
          <p14:tracePt t="101558" x="3581400" y="4159250"/>
          <p14:tracePt t="101572" x="3575050" y="4152900"/>
          <p14:tracePt t="101590" x="3524250" y="4140200"/>
          <p14:tracePt t="101606" x="3498850" y="4133850"/>
          <p14:tracePt t="101623" x="3492500" y="4133850"/>
          <p14:tracePt t="101687" x="0" y="0"/>
        </p14:tracePtLst>
        <p14:tracePtLst>
          <p14:tracePt t="102151" x="3797300" y="4013200"/>
          <p14:tracePt t="102155" x="3784600" y="4013200"/>
          <p14:tracePt t="102171" x="3771900" y="4013200"/>
          <p14:tracePt t="102189" x="3752850" y="4013200"/>
          <p14:tracePt t="102205" x="3714750" y="4013200"/>
          <p14:tracePt t="102222" x="3670300" y="4019550"/>
          <p14:tracePt t="102239" x="3644900" y="4032250"/>
          <p14:tracePt t="102255" x="3606800" y="4051300"/>
          <p14:tracePt t="102260" x="3600450" y="4057650"/>
          <p14:tracePt t="102272" x="3594100" y="4057650"/>
          <p14:tracePt t="102288" x="3562350" y="4076700"/>
          <p14:tracePt t="102305" x="3543300" y="4095750"/>
          <p14:tracePt t="102322" x="3517900" y="4114800"/>
          <p14:tracePt t="102324" x="3517900" y="4127500"/>
          <p14:tracePt t="102338" x="3505200" y="4133850"/>
          <p14:tracePt t="102356" x="3492500" y="4159250"/>
          <p14:tracePt t="102372" x="3486150" y="4171950"/>
          <p14:tracePt t="102388" x="3486150" y="4184650"/>
          <p14:tracePt t="102405" x="3486150" y="4197350"/>
          <p14:tracePt t="102422" x="3486150" y="4210050"/>
          <p14:tracePt t="102439" x="3498850" y="4241800"/>
          <p14:tracePt t="102455" x="3517900" y="4267200"/>
          <p14:tracePt t="102472" x="3587750" y="4305300"/>
          <p14:tracePt t="102489" x="3670300" y="4343400"/>
          <p14:tracePt t="102505" x="3784600" y="4381500"/>
          <p14:tracePt t="102522" x="3879850" y="4400550"/>
          <p14:tracePt t="102539" x="3987800" y="4413250"/>
          <p14:tracePt t="102555" x="4044950" y="4413250"/>
          <p14:tracePt t="102558" x="4057650" y="4413250"/>
          <p14:tracePt t="102572" x="4064000" y="4413250"/>
          <p14:tracePt t="102589" x="4083050" y="4406900"/>
          <p14:tracePt t="102605" x="4089400" y="4394200"/>
          <p14:tracePt t="102622" x="4095750" y="4381500"/>
          <p14:tracePt t="102639" x="4108450" y="4356100"/>
          <p14:tracePt t="102655" x="4108450" y="4337050"/>
          <p14:tracePt t="102672" x="4108450" y="4311650"/>
          <p14:tracePt t="102689" x="4108450" y="4286250"/>
          <p14:tracePt t="102705" x="4108450" y="4267200"/>
          <p14:tracePt t="102722" x="4114800" y="4248150"/>
          <p14:tracePt t="102739" x="4114800" y="4229100"/>
          <p14:tracePt t="102755" x="4121150" y="4216400"/>
          <p14:tracePt t="102759" x="4121150" y="4210050"/>
          <p14:tracePt t="102772" x="4121150" y="4197350"/>
          <p14:tracePt t="102789" x="4121150" y="4184650"/>
          <p14:tracePt t="102805" x="4121150" y="4165600"/>
          <p14:tracePt t="102822" x="4108450" y="4146550"/>
          <p14:tracePt t="102824" x="4102100" y="4133850"/>
          <p14:tracePt t="102838" x="4083050" y="4121150"/>
          <p14:tracePt t="102856" x="4006850" y="4095750"/>
          <p14:tracePt t="102872" x="3962400" y="4089400"/>
          <p14:tracePt t="102889" x="3867150" y="4076700"/>
          <p14:tracePt t="102905" x="3816350" y="4070350"/>
          <p14:tracePt t="102922" x="3778250" y="4070350"/>
          <p14:tracePt t="102939" x="3746500" y="4070350"/>
          <p14:tracePt t="102955" x="3727450" y="4070350"/>
          <p14:tracePt t="102972" x="3708400" y="4070350"/>
          <p14:tracePt t="102988" x="3702050" y="4070350"/>
          <p14:tracePt t="103044" x="0" y="0"/>
        </p14:tracePtLst>
        <p14:tracePtLst>
          <p14:tracePt t="103375" x="3740150" y="4083050"/>
          <p14:tracePt t="103413" x="3740150" y="4089400"/>
          <p14:tracePt t="103452" x="3733800" y="4095750"/>
          <p14:tracePt t="103469" x="3733800" y="4102100"/>
          <p14:tracePt t="103476" x="3727450" y="4102100"/>
          <p14:tracePt t="103489" x="3721100" y="4114800"/>
          <p14:tracePt t="103506" x="3721100" y="4121150"/>
          <p14:tracePt t="103509" x="3714750" y="4121150"/>
          <p14:tracePt t="103523" x="3714750" y="4127500"/>
          <p14:tracePt t="103538" x="3714750" y="4133850"/>
          <p14:tracePt t="103540" x="3714750" y="4140200"/>
          <p14:tracePt t="103559" x="3714750" y="4146550"/>
          <p14:tracePt t="103574" x="3714750" y="4152900"/>
          <p14:tracePt t="103589" x="3714750" y="4159250"/>
          <p14:tracePt t="103605" x="3714750" y="4165600"/>
          <p14:tracePt t="103622" x="3727450" y="4178300"/>
          <p14:tracePt t="103638" x="3733800" y="4184650"/>
          <p14:tracePt t="103655" x="3746500" y="4203700"/>
          <p14:tracePt t="103672" x="3765550" y="4222750"/>
          <p14:tracePt t="103688" x="3784600" y="4241800"/>
          <p14:tracePt t="103705" x="3816350" y="4260850"/>
          <p14:tracePt t="103711" x="3829050" y="4267200"/>
          <p14:tracePt t="103722" x="3841750" y="4273550"/>
          <p14:tracePt t="103738" x="3873500" y="4286250"/>
          <p14:tracePt t="103755" x="3905250" y="4292600"/>
          <p14:tracePt t="103772" x="3917950" y="4298950"/>
          <p14:tracePt t="103775" x="3937000" y="4298950"/>
          <p14:tracePt t="103789" x="3949700" y="4298950"/>
          <p14:tracePt t="103806" x="3994150" y="4298950"/>
          <p14:tracePt t="103822" x="4032250" y="4298950"/>
          <p14:tracePt t="103838" x="4038600" y="4292600"/>
          <p14:tracePt t="103841" x="4044950" y="4292600"/>
          <p14:tracePt t="103856" x="4057650" y="4279900"/>
          <p14:tracePt t="103872" x="4057650" y="4267200"/>
          <p14:tracePt t="103986" x="0" y="0"/>
        </p14:tracePtLst>
        <p14:tracePtLst>
          <p14:tracePt t="104480" x="4375150" y="3987800"/>
          <p14:tracePt t="104485" x="4349750" y="3987800"/>
          <p14:tracePt t="104495" x="4305300" y="3987800"/>
          <p14:tracePt t="104507" x="4267200" y="3987800"/>
          <p14:tracePt t="104522" x="4229100" y="3987800"/>
          <p14:tracePt t="104539" x="4197350" y="3994150"/>
          <p14:tracePt t="104541" x="4184650" y="3994150"/>
          <p14:tracePt t="104556" x="4171950" y="4000500"/>
          <p14:tracePt t="104572" x="4165600" y="4013200"/>
          <p14:tracePt t="104589" x="4159250" y="4013200"/>
          <p14:tracePt t="104605" x="4152900" y="4025900"/>
          <p14:tracePt t="104622" x="4146550" y="4038600"/>
          <p14:tracePt t="104638" x="4133850" y="4057650"/>
          <p14:tracePt t="104655" x="4127500" y="4076700"/>
          <p14:tracePt t="104672" x="4114800" y="4102100"/>
          <p14:tracePt t="104688" x="4114800" y="4121150"/>
          <p14:tracePt t="104705" x="4108450" y="4146550"/>
          <p14:tracePt t="104711" x="4108450" y="4152900"/>
          <p14:tracePt t="104722" x="4108450" y="4165600"/>
          <p14:tracePt t="104739" x="4108450" y="4184650"/>
          <p14:tracePt t="104755" x="4108450" y="4203700"/>
          <p14:tracePt t="104772" x="4114800" y="4229100"/>
          <p14:tracePt t="104775" x="4121150" y="4241800"/>
          <p14:tracePt t="104789" x="4133850" y="4254500"/>
          <p14:tracePt t="104806" x="4165600" y="4279900"/>
          <p14:tracePt t="104822" x="4178300" y="4292600"/>
          <p14:tracePt t="104839" x="4197350" y="4305300"/>
          <p14:tracePt t="104857" x="4216400" y="4318000"/>
          <p14:tracePt t="104872" x="4235450" y="4324350"/>
          <p14:tracePt t="104890" x="4279900" y="4337050"/>
          <p14:tracePt t="104897" x="4292600" y="4337050"/>
          <p14:tracePt t="104905" x="4298950" y="4337050"/>
          <p14:tracePt t="104922" x="4330700" y="4343400"/>
          <p14:tracePt t="104939" x="4362450" y="4343400"/>
          <p14:tracePt t="104955" x="4413250" y="4343400"/>
          <p14:tracePt t="104972" x="4451350" y="4330700"/>
          <p14:tracePt t="104989" x="4476750" y="4318000"/>
          <p14:tracePt t="105005" x="4521200" y="4292600"/>
          <p14:tracePt t="105022" x="4546600" y="4273550"/>
          <p14:tracePt t="105025" x="4552950" y="4260850"/>
          <p14:tracePt t="105039" x="4559300" y="4254500"/>
          <p14:tracePt t="105055" x="4578350" y="4216400"/>
          <p14:tracePt t="105072" x="4578350" y="4191000"/>
          <p14:tracePt t="105088" x="4578350" y="4165600"/>
          <p14:tracePt t="105105" x="4578350" y="4140200"/>
          <p14:tracePt t="105122" x="4578350" y="4133850"/>
          <p14:tracePt t="105138" x="4578350" y="4127500"/>
          <p14:tracePt t="105155" x="4578350" y="4121150"/>
          <p14:tracePt t="105172" x="4572000" y="4114800"/>
          <p14:tracePt t="105205" x="4565650" y="4102100"/>
          <p14:tracePt t="105222" x="4559300" y="4095750"/>
          <p14:tracePt t="105227" x="4552950" y="4089400"/>
          <p14:tracePt t="105238" x="4540250" y="4083050"/>
          <p14:tracePt t="105255" x="4527550" y="4076700"/>
          <p14:tracePt t="105258" x="4514850" y="4070350"/>
          <p14:tracePt t="105272" x="4508500" y="4064000"/>
          <p14:tracePt t="105288" x="4489450" y="4064000"/>
          <p14:tracePt t="105306" x="4470400" y="4064000"/>
          <p14:tracePt t="105322" x="4464050" y="4064000"/>
          <p14:tracePt t="105339" x="4451350" y="4064000"/>
          <p14:tracePt t="105355" x="4445000" y="4064000"/>
          <p14:tracePt t="105372" x="4438650" y="4070350"/>
          <p14:tracePt t="105405" x="4432300" y="4070350"/>
          <p14:tracePt t="105407" x="0" y="0"/>
        </p14:tracePtLst>
      </p14:laserTraceLst>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881DA-891D-2382-2557-DC9AEDD7A5D2}"/>
              </a:ext>
            </a:extLst>
          </p:cNvPr>
          <p:cNvSpPr>
            <a:spLocks noGrp="1"/>
          </p:cNvSpPr>
          <p:nvPr>
            <p:ph type="title"/>
          </p:nvPr>
        </p:nvSpPr>
        <p:spPr/>
        <p:txBody>
          <a:bodyPr/>
          <a:lstStyle/>
          <a:p>
            <a:r>
              <a:rPr lang="en-US" dirty="0"/>
              <a:t>Terminology</a:t>
            </a:r>
            <a:endParaRPr lang="en-BE" dirty="0"/>
          </a:p>
        </p:txBody>
      </p:sp>
      <p:sp>
        <p:nvSpPr>
          <p:cNvPr id="3" name="Content Placeholder 2">
            <a:extLst>
              <a:ext uri="{FF2B5EF4-FFF2-40B4-BE49-F238E27FC236}">
                <a16:creationId xmlns:a16="http://schemas.microsoft.com/office/drawing/2014/main" id="{43FF92DA-0608-4C5D-5709-5601B7F4919D}"/>
              </a:ext>
            </a:extLst>
          </p:cNvPr>
          <p:cNvSpPr>
            <a:spLocks noGrp="1"/>
          </p:cNvSpPr>
          <p:nvPr>
            <p:ph idx="1"/>
          </p:nvPr>
        </p:nvSpPr>
        <p:spPr/>
        <p:txBody>
          <a:bodyPr>
            <a:normAutofit fontScale="62500" lnSpcReduction="20000"/>
          </a:bodyPr>
          <a:lstStyle/>
          <a:p>
            <a:r>
              <a:rPr lang="en-US" dirty="0"/>
              <a:t>Taken from: </a:t>
            </a:r>
            <a:r>
              <a:rPr lang="en-US" dirty="0">
                <a:hlinkClick r:id="rId2"/>
              </a:rPr>
              <a:t>https://realpython.com/lessons/scripts-modules-packages-and-libraries/#:~:text=04%3A41%20Packages%20are%20a,Python%20scripts%20without%20any%20issues</a:t>
            </a:r>
            <a:r>
              <a:rPr lang="en-US" dirty="0"/>
              <a:t> </a:t>
            </a:r>
          </a:p>
          <a:p>
            <a:r>
              <a:rPr lang="en-US" dirty="0"/>
              <a:t>A </a:t>
            </a:r>
            <a:r>
              <a:rPr lang="en-US" b="1" dirty="0"/>
              <a:t>script</a:t>
            </a:r>
            <a:r>
              <a:rPr lang="en-US" dirty="0"/>
              <a:t> is a Python file that’s intended to be run directly. When you run it, it should do something. This means that scripts will often contain code written outside the scope of any classes or functions.</a:t>
            </a:r>
          </a:p>
          <a:p>
            <a:r>
              <a:rPr lang="en-US" dirty="0"/>
              <a:t>A </a:t>
            </a:r>
            <a:r>
              <a:rPr lang="en-US" b="1" dirty="0"/>
              <a:t>module</a:t>
            </a:r>
            <a:r>
              <a:rPr lang="en-US" dirty="0"/>
              <a:t> is a Python file that’s intended to be imported into scripts or other modules. It often defines members like classes, functions, and variables intended to be used in other files that import it.</a:t>
            </a:r>
          </a:p>
          <a:p>
            <a:r>
              <a:rPr lang="en-US" dirty="0"/>
              <a:t>A </a:t>
            </a:r>
            <a:r>
              <a:rPr lang="en-US" b="1" dirty="0"/>
              <a:t>package</a:t>
            </a:r>
            <a:r>
              <a:rPr lang="en-US" dirty="0"/>
              <a:t> is a </a:t>
            </a:r>
            <a:r>
              <a:rPr lang="en-US" i="1" dirty="0"/>
              <a:t>collection of related modules </a:t>
            </a:r>
            <a:r>
              <a:rPr lang="en-US" dirty="0"/>
              <a:t>that work together to provide certain functionality. These modules are contained within a folder and can be imported just like any other modules. This folder will often contain a special __init__.py file that tells Python it’s a package, potentially containing more modules nested within subfolders</a:t>
            </a:r>
            <a:br>
              <a:rPr lang="en-US" dirty="0"/>
            </a:br>
            <a:r>
              <a:rPr lang="en-US" dirty="0"/>
              <a:t>Think of packages as the directories on a file system and modules as files within directories.</a:t>
            </a:r>
          </a:p>
          <a:p>
            <a:r>
              <a:rPr lang="en-US" dirty="0"/>
              <a:t>A </a:t>
            </a:r>
            <a:r>
              <a:rPr lang="en-US" b="1" dirty="0"/>
              <a:t>library</a:t>
            </a:r>
            <a:r>
              <a:rPr lang="en-US" dirty="0"/>
              <a:t> is an umbrella term that loosely means “a bundle of code.” These can have tens or even hundreds of individual modules that can provide a wide range of functionality. Matplotlib is a plotting library. The Python Standard Library contains hundreds of modules for performing common tasks, like sending emails or reading JSON data. What’s special about the Standard Library is that it comes bundled with your installation of Python, so you can use its modules without having to download them from anywhere.</a:t>
            </a:r>
          </a:p>
          <a:p>
            <a:endParaRPr lang="en-BE" dirty="0"/>
          </a:p>
        </p:txBody>
      </p:sp>
    </p:spTree>
    <p:extLst>
      <p:ext uri="{BB962C8B-B14F-4D97-AF65-F5344CB8AC3E}">
        <p14:creationId xmlns:p14="http://schemas.microsoft.com/office/powerpoint/2010/main" val="36701949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Standard library</a:t>
            </a:r>
            <a:endParaRPr lang="nl-BE" dirty="0"/>
          </a:p>
        </p:txBody>
      </p:sp>
      <p:sp>
        <p:nvSpPr>
          <p:cNvPr id="3" name="Content Placeholder 2"/>
          <p:cNvSpPr>
            <a:spLocks noGrp="1"/>
          </p:cNvSpPr>
          <p:nvPr>
            <p:ph idx="1"/>
          </p:nvPr>
        </p:nvSpPr>
        <p:spPr/>
        <p:txBody>
          <a:bodyPr>
            <a:normAutofit fontScale="92500" lnSpcReduction="20000"/>
          </a:bodyPr>
          <a:lstStyle/>
          <a:p>
            <a:r>
              <a:rPr lang="en-US" dirty="0"/>
              <a:t>Python's standard library contains many useful built-in modules, </a:t>
            </a:r>
            <a:r>
              <a:rPr lang="en-US" dirty="0">
                <a:hlinkClick r:id="rId2"/>
              </a:rPr>
              <a:t>Python documentation</a:t>
            </a:r>
            <a:r>
              <a:rPr lang="en-US" dirty="0"/>
              <a:t> (</a:t>
            </a:r>
            <a:r>
              <a:rPr lang="nl-BE" dirty="0">
                <a:hlinkClick r:id="rId2"/>
              </a:rPr>
              <a:t>https://docs.python.org/3/library/</a:t>
            </a:r>
            <a:r>
              <a:rPr lang="nl-BE" dirty="0"/>
              <a:t>)</a:t>
            </a:r>
          </a:p>
          <a:p>
            <a:r>
              <a:rPr lang="en-US" dirty="0"/>
              <a:t>Batteries included</a:t>
            </a:r>
          </a:p>
          <a:p>
            <a:r>
              <a:rPr lang="en-US" dirty="0"/>
              <a:t>Any of these can be imported with the </a:t>
            </a:r>
            <a:r>
              <a:rPr lang="en-US" dirty="0">
                <a:latin typeface="Courier New" panose="02070309020205020404" pitchFamily="49" charset="0"/>
                <a:cs typeface="Courier New" panose="02070309020205020404" pitchFamily="49" charset="0"/>
              </a:rPr>
              <a:t>import</a:t>
            </a:r>
            <a:r>
              <a:rPr lang="en-US" dirty="0"/>
              <a:t> statement</a:t>
            </a:r>
          </a:p>
          <a:p>
            <a:pPr lvl="1"/>
            <a:r>
              <a:rPr lang="en-US" dirty="0" err="1"/>
              <a:t>os</a:t>
            </a:r>
            <a:r>
              <a:rPr lang="en-US" dirty="0"/>
              <a:t> and sys: Tools for interfacing with the operating system, including navigating file directory structures and executing shell commands</a:t>
            </a:r>
          </a:p>
          <a:p>
            <a:pPr lvl="1"/>
            <a:r>
              <a:rPr lang="en-US" dirty="0"/>
              <a:t>math and </a:t>
            </a:r>
            <a:r>
              <a:rPr lang="en-US" dirty="0" err="1"/>
              <a:t>cmath</a:t>
            </a:r>
            <a:r>
              <a:rPr lang="en-US" dirty="0"/>
              <a:t>: Mathematical functions and operations on real and complex numbers</a:t>
            </a:r>
          </a:p>
          <a:p>
            <a:pPr lvl="1"/>
            <a:r>
              <a:rPr lang="en-US" dirty="0" err="1"/>
              <a:t>itertools</a:t>
            </a:r>
            <a:r>
              <a:rPr lang="en-US" dirty="0"/>
              <a:t>: Tools for constructing and interacting with iterators and generators</a:t>
            </a:r>
          </a:p>
          <a:p>
            <a:pPr lvl="1"/>
            <a:r>
              <a:rPr lang="en-US" dirty="0" err="1"/>
              <a:t>functools</a:t>
            </a:r>
            <a:r>
              <a:rPr lang="en-US" dirty="0"/>
              <a:t>: Tools that assist with functional programming</a:t>
            </a:r>
          </a:p>
          <a:p>
            <a:pPr lvl="1"/>
            <a:r>
              <a:rPr lang="en-US" dirty="0"/>
              <a:t>random: Tools for generating pseudorandom numbers</a:t>
            </a:r>
          </a:p>
          <a:p>
            <a:pPr lvl="1"/>
            <a:r>
              <a:rPr lang="en-US" dirty="0"/>
              <a:t>pickle: Tools for object persistence: saving objects to and loading objects from disk</a:t>
            </a:r>
          </a:p>
          <a:p>
            <a:pPr lvl="1"/>
            <a:r>
              <a:rPr lang="en-US" dirty="0" err="1"/>
              <a:t>json</a:t>
            </a:r>
            <a:r>
              <a:rPr lang="en-US" dirty="0"/>
              <a:t> and csv: Tools for reading JSON-formatted and CSV-formatted files.</a:t>
            </a:r>
          </a:p>
          <a:p>
            <a:pPr lvl="1"/>
            <a:r>
              <a:rPr lang="en-US" dirty="0" err="1"/>
              <a:t>urllib</a:t>
            </a:r>
            <a:r>
              <a:rPr lang="en-US" dirty="0"/>
              <a:t>: Tools for doing HTTP and other web requests.</a:t>
            </a:r>
            <a:endParaRPr lang="nl-BE" dirty="0"/>
          </a:p>
        </p:txBody>
      </p:sp>
      <p:sp>
        <p:nvSpPr>
          <p:cNvPr id="5" name="TextBox 4"/>
          <p:cNvSpPr txBox="1"/>
          <p:nvPr/>
        </p:nvSpPr>
        <p:spPr>
          <a:xfrm>
            <a:off x="740229" y="6311900"/>
            <a:ext cx="11094256" cy="646331"/>
          </a:xfrm>
          <a:prstGeom prst="rect">
            <a:avLst/>
          </a:prstGeom>
          <a:noFill/>
        </p:spPr>
        <p:txBody>
          <a:bodyPr wrap="none" rtlCol="0">
            <a:spAutoFit/>
          </a:bodyPr>
          <a:lstStyle/>
          <a:p>
            <a:r>
              <a:rPr lang="nl-BE" dirty="0">
                <a:hlinkClick r:id="rId3"/>
              </a:rPr>
              <a:t>https://nbviewer.jupyter.org/github/jakevdp/WhirlwindTourOfPython/blob/master/13-Modules-and-Packages.ipynb</a:t>
            </a:r>
            <a:endParaRPr lang="en-US" dirty="0"/>
          </a:p>
          <a:p>
            <a:endParaRPr lang="nl-BE" dirty="0"/>
          </a:p>
        </p:txBody>
      </p:sp>
    </p:spTree>
    <p:extLst>
      <p:ext uri="{BB962C8B-B14F-4D97-AF65-F5344CB8AC3E}">
        <p14:creationId xmlns:p14="http://schemas.microsoft.com/office/powerpoint/2010/main" val="1856531042"/>
      </p:ext>
    </p:extLst>
  </p:cSld>
  <p:clrMapOvr>
    <a:masterClrMapping/>
  </p:clrMapOvr>
  <mc:AlternateContent xmlns:mc="http://schemas.openxmlformats.org/markup-compatibility/2006" xmlns:p14="http://schemas.microsoft.com/office/powerpoint/2010/main">
    <mc:Choice Requires="p14">
      <p:transition spd="slow" p14:dur="2000" advTm="52689"/>
    </mc:Choice>
    <mc:Fallback xmlns="">
      <p:transition spd="slow" advTm="52689"/>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51CF7-0AC8-3A0C-CDEA-808E23C3AC82}"/>
              </a:ext>
            </a:extLst>
          </p:cNvPr>
          <p:cNvSpPr>
            <a:spLocks noGrp="1"/>
          </p:cNvSpPr>
          <p:nvPr>
            <p:ph type="title"/>
          </p:nvPr>
        </p:nvSpPr>
        <p:spPr/>
        <p:txBody>
          <a:bodyPr/>
          <a:lstStyle/>
          <a:p>
            <a:r>
              <a:rPr lang="en-US" dirty="0"/>
              <a:t>Finding functions in a package</a:t>
            </a:r>
            <a:endParaRPr lang="en-BE" dirty="0"/>
          </a:p>
        </p:txBody>
      </p:sp>
      <p:sp>
        <p:nvSpPr>
          <p:cNvPr id="3" name="Content Placeholder 2">
            <a:extLst>
              <a:ext uri="{FF2B5EF4-FFF2-40B4-BE49-F238E27FC236}">
                <a16:creationId xmlns:a16="http://schemas.microsoft.com/office/drawing/2014/main" id="{48062E01-61A3-9AE4-B8DA-97EF2ED1F1A2}"/>
              </a:ext>
            </a:extLst>
          </p:cNvPr>
          <p:cNvSpPr>
            <a:spLocks noGrp="1"/>
          </p:cNvSpPr>
          <p:nvPr>
            <p:ph sz="half" idx="1"/>
          </p:nvPr>
        </p:nvSpPr>
        <p:spPr/>
        <p:txBody>
          <a:bodyPr/>
          <a:lstStyle/>
          <a:p>
            <a:r>
              <a:rPr lang="nl-BE" dirty="0"/>
              <a:t>Import </a:t>
            </a:r>
            <a:r>
              <a:rPr lang="nl-BE" dirty="0" err="1"/>
              <a:t>the</a:t>
            </a:r>
            <a:r>
              <a:rPr lang="nl-BE" dirty="0"/>
              <a:t> package</a:t>
            </a:r>
          </a:p>
          <a:p>
            <a:r>
              <a:rPr lang="nl-BE" dirty="0">
                <a:latin typeface="Courier New" panose="02070309020205020404" pitchFamily="49" charset="0"/>
                <a:cs typeface="Courier New" panose="02070309020205020404" pitchFamily="49" charset="0"/>
              </a:rPr>
              <a:t>help(</a:t>
            </a:r>
            <a:r>
              <a:rPr lang="nl-BE" dirty="0" err="1">
                <a:latin typeface="Courier New" panose="02070309020205020404" pitchFamily="49" charset="0"/>
                <a:cs typeface="Courier New" panose="02070309020205020404" pitchFamily="49" charset="0"/>
              </a:rPr>
              <a:t>package_name</a:t>
            </a:r>
            <a:r>
              <a:rPr lang="nl-BE" dirty="0">
                <a:latin typeface="Courier New" panose="02070309020205020404" pitchFamily="49" charset="0"/>
                <a:cs typeface="Courier New" panose="02070309020205020404" pitchFamily="49" charset="0"/>
              </a:rPr>
              <a:t>)</a:t>
            </a:r>
            <a:endParaRPr lang="en-BE" dirty="0">
              <a:latin typeface="Courier New" panose="02070309020205020404" pitchFamily="49" charset="0"/>
              <a:cs typeface="Courier New" panose="02070309020205020404" pitchFamily="49" charset="0"/>
            </a:endParaRPr>
          </a:p>
        </p:txBody>
      </p:sp>
      <p:pic>
        <p:nvPicPr>
          <p:cNvPr id="6" name="Content Placeholder 5">
            <a:extLst>
              <a:ext uri="{FF2B5EF4-FFF2-40B4-BE49-F238E27FC236}">
                <a16:creationId xmlns:a16="http://schemas.microsoft.com/office/drawing/2014/main" id="{D31744AD-A146-3039-6535-28E022587271}"/>
              </a:ext>
            </a:extLst>
          </p:cNvPr>
          <p:cNvPicPr>
            <a:picLocks noGrp="1" noChangeAspect="1"/>
          </p:cNvPicPr>
          <p:nvPr>
            <p:ph sz="half" idx="2"/>
          </p:nvPr>
        </p:nvPicPr>
        <p:blipFill>
          <a:blip r:embed="rId2"/>
          <a:stretch>
            <a:fillRect/>
          </a:stretch>
        </p:blipFill>
        <p:spPr>
          <a:xfrm>
            <a:off x="5351449" y="1542113"/>
            <a:ext cx="6778737" cy="4950762"/>
          </a:xfrm>
        </p:spPr>
      </p:pic>
    </p:spTree>
    <p:extLst>
      <p:ext uri="{BB962C8B-B14F-4D97-AF65-F5344CB8AC3E}">
        <p14:creationId xmlns:p14="http://schemas.microsoft.com/office/powerpoint/2010/main" val="36386678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 __name__ == “__main__ “</a:t>
            </a:r>
            <a:endParaRPr lang="nl-BE" dirty="0"/>
          </a:p>
        </p:txBody>
      </p:sp>
      <p:sp>
        <p:nvSpPr>
          <p:cNvPr id="3" name="Content Placeholder 2"/>
          <p:cNvSpPr>
            <a:spLocks noGrp="1"/>
          </p:cNvSpPr>
          <p:nvPr>
            <p:ph idx="1"/>
          </p:nvPr>
        </p:nvSpPr>
        <p:spPr/>
        <p:txBody>
          <a:bodyPr>
            <a:normAutofit/>
          </a:bodyPr>
          <a:lstStyle/>
          <a:p>
            <a:r>
              <a:rPr lang="en-US" dirty="0"/>
              <a:t>2 ways of executing code</a:t>
            </a:r>
          </a:p>
          <a:p>
            <a:pPr lvl="1"/>
            <a:r>
              <a:rPr lang="en-US" dirty="0"/>
              <a:t>As main process, execute the file as a Python Script (most common).</a:t>
            </a:r>
          </a:p>
          <a:p>
            <a:pPr lvl="1"/>
            <a:r>
              <a:rPr lang="en-US" dirty="0"/>
              <a:t>Being imported as a module.</a:t>
            </a:r>
          </a:p>
          <a:p>
            <a:r>
              <a:rPr lang="en-US" dirty="0"/>
              <a:t>Python interpreter sets </a:t>
            </a:r>
            <a:r>
              <a:rPr lang="en-US" b="1" dirty="0"/>
              <a:t>__name__</a:t>
            </a:r>
            <a:r>
              <a:rPr lang="en-US" dirty="0"/>
              <a:t> depending on how the code is executed. </a:t>
            </a:r>
          </a:p>
          <a:p>
            <a:pPr lvl="1"/>
            <a:r>
              <a:rPr lang="en-US" dirty="0"/>
              <a:t>running the script directly, Python is going to assign “</a:t>
            </a:r>
            <a:r>
              <a:rPr lang="en-US" b="1" dirty="0"/>
              <a:t>__main__</a:t>
            </a:r>
            <a:r>
              <a:rPr lang="en-US" dirty="0"/>
              <a:t>” to </a:t>
            </a:r>
            <a:r>
              <a:rPr lang="en-US" b="1" dirty="0"/>
              <a:t>__name__</a:t>
            </a:r>
            <a:endParaRPr lang="en-US" dirty="0"/>
          </a:p>
          <a:p>
            <a:pPr lvl="1"/>
            <a:r>
              <a:rPr lang="en-US" b="1" dirty="0"/>
              <a:t>__name__</a:t>
            </a:r>
            <a:r>
              <a:rPr lang="en-US" dirty="0"/>
              <a:t> variable helps to check if the </a:t>
            </a:r>
            <a:r>
              <a:rPr lang="en-US" dirty="0">
                <a:hlinkClick r:id="rId2"/>
              </a:rPr>
              <a:t>file</a:t>
            </a:r>
            <a:r>
              <a:rPr lang="en-US" dirty="0"/>
              <a:t> is being run directly or if it has been imported.</a:t>
            </a:r>
          </a:p>
        </p:txBody>
      </p:sp>
    </p:spTree>
    <p:extLst>
      <p:ext uri="{BB962C8B-B14F-4D97-AF65-F5344CB8AC3E}">
        <p14:creationId xmlns:p14="http://schemas.microsoft.com/office/powerpoint/2010/main" val="386546626"/>
      </p:ext>
    </p:extLst>
  </p:cSld>
  <p:clrMapOvr>
    <a:masterClrMapping/>
  </p:clrMapOvr>
  <mc:AlternateContent xmlns:mc="http://schemas.openxmlformats.org/markup-compatibility/2006" xmlns:p14="http://schemas.microsoft.com/office/powerpoint/2010/main">
    <mc:Choice Requires="p14">
      <p:transition spd="slow" p14:dur="2000" advTm="5214"/>
    </mc:Choice>
    <mc:Fallback xmlns="">
      <p:transition spd="slow" advTm="5214"/>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 __name__ == “__main__ “</a:t>
            </a:r>
            <a:endParaRPr lang="nl-BE" dirty="0"/>
          </a:p>
        </p:txBody>
      </p:sp>
      <p:sp>
        <p:nvSpPr>
          <p:cNvPr id="3" name="Content Placeholder 2"/>
          <p:cNvSpPr>
            <a:spLocks noGrp="1"/>
          </p:cNvSpPr>
          <p:nvPr>
            <p:ph idx="1"/>
          </p:nvPr>
        </p:nvSpPr>
        <p:spPr/>
        <p:txBody>
          <a:bodyPr>
            <a:normAutofit/>
          </a:bodyPr>
          <a:lstStyle/>
          <a:p>
            <a:r>
              <a:rPr lang="en-US" dirty="0"/>
              <a:t>The main block is only run when the file is run directly by Python. When the file is imported, the main block is not run.</a:t>
            </a:r>
          </a:p>
          <a:p>
            <a:r>
              <a:rPr lang="en-US" dirty="0"/>
              <a:t>Usage</a:t>
            </a:r>
          </a:p>
          <a:p>
            <a:pPr lvl="1"/>
            <a:r>
              <a:rPr lang="en-US" dirty="0"/>
              <a:t>Reusability: It allows you to reuse the script's functions and classes in other scripts without executing the script's main code.</a:t>
            </a:r>
          </a:p>
          <a:p>
            <a:pPr lvl="1"/>
            <a:r>
              <a:rPr lang="en-US" dirty="0"/>
              <a:t>Testing: It makes it easier to write tests for your code, as you can import the script and test its functions without running the main code.</a:t>
            </a:r>
          </a:p>
          <a:p>
            <a:r>
              <a:rPr lang="en-US" i="1" dirty="0"/>
              <a:t>File: isVow_using.py</a:t>
            </a:r>
            <a:endParaRPr lang="en-US" dirty="0"/>
          </a:p>
        </p:txBody>
      </p:sp>
    </p:spTree>
    <p:extLst>
      <p:ext uri="{BB962C8B-B14F-4D97-AF65-F5344CB8AC3E}">
        <p14:creationId xmlns:p14="http://schemas.microsoft.com/office/powerpoint/2010/main" val="1167656238"/>
      </p:ext>
    </p:extLst>
  </p:cSld>
  <p:clrMapOvr>
    <a:masterClrMapping/>
  </p:clrMapOvr>
  <mc:AlternateContent xmlns:mc="http://schemas.openxmlformats.org/markup-compatibility/2006" xmlns:p14="http://schemas.microsoft.com/office/powerpoint/2010/main">
    <mc:Choice Requires="p14">
      <p:transition spd="slow" p14:dur="2000" advTm="73121"/>
    </mc:Choice>
    <mc:Fallback xmlns="">
      <p:transition spd="slow" advTm="73121"/>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D19A7-2C60-451C-A93E-EFAF5A52E5FA}"/>
              </a:ext>
            </a:extLst>
          </p:cNvPr>
          <p:cNvSpPr>
            <a:spLocks noGrp="1"/>
          </p:cNvSpPr>
          <p:nvPr>
            <p:ph type="title"/>
          </p:nvPr>
        </p:nvSpPr>
        <p:spPr/>
        <p:txBody>
          <a:bodyPr/>
          <a:lstStyle/>
          <a:p>
            <a:r>
              <a:rPr lang="en-US" dirty="0"/>
              <a:t>name == main block</a:t>
            </a:r>
          </a:p>
        </p:txBody>
      </p:sp>
      <p:sp>
        <p:nvSpPr>
          <p:cNvPr id="4" name="Content Placeholder 3">
            <a:extLst>
              <a:ext uri="{FF2B5EF4-FFF2-40B4-BE49-F238E27FC236}">
                <a16:creationId xmlns:a16="http://schemas.microsoft.com/office/drawing/2014/main" id="{10A1BE47-FAD5-46C5-B22E-DB62B891BE99}"/>
              </a:ext>
            </a:extLst>
          </p:cNvPr>
          <p:cNvSpPr>
            <a:spLocks noGrp="1"/>
          </p:cNvSpPr>
          <p:nvPr>
            <p:ph sz="half" idx="1"/>
          </p:nvPr>
        </p:nvSpPr>
        <p:spPr/>
        <p:txBody>
          <a:bodyPr>
            <a:normAutofit fontScale="70000" lnSpcReduction="20000"/>
          </a:bodyPr>
          <a:lstStyle/>
          <a:p>
            <a:pPr marL="0" indent="0">
              <a:buNone/>
            </a:pPr>
            <a:r>
              <a:rPr lang="en-US" dirty="0">
                <a:latin typeface="Courier New" panose="02070309020205020404" pitchFamily="49" charset="0"/>
                <a:cs typeface="Courier New" panose="02070309020205020404" pitchFamily="49" charset="0"/>
              </a:rPr>
              <a:t># -*- coding: utf-8 -*-</a:t>
            </a:r>
          </a:p>
          <a:p>
            <a:pPr marL="0" indent="0">
              <a:buNone/>
            </a:pP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@author: u0015831</a:t>
            </a:r>
          </a:p>
          <a:p>
            <a:pPr marL="0" indent="0">
              <a:buNone/>
            </a:pPr>
            <a:r>
              <a:rPr lang="en-US" dirty="0">
                <a:latin typeface="Courier New" panose="02070309020205020404" pitchFamily="49" charset="0"/>
                <a:cs typeface="Courier New" panose="02070309020205020404" pitchFamily="49" charset="0"/>
              </a:rPr>
              <a:t>"""</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def </a:t>
            </a:r>
            <a:r>
              <a:rPr lang="en-US" dirty="0" err="1">
                <a:latin typeface="Courier New" panose="02070309020205020404" pitchFamily="49" charset="0"/>
                <a:cs typeface="Courier New" panose="02070309020205020404" pitchFamily="49" charset="0"/>
              </a:rPr>
              <a:t>print_greet</a:t>
            </a:r>
            <a:r>
              <a:rPr lang="en-US" dirty="0">
                <a:latin typeface="Courier New" panose="02070309020205020404" pitchFamily="49" charset="0"/>
                <a:cs typeface="Courier New" panose="02070309020205020404" pitchFamily="49" charset="0"/>
              </a:rPr>
              <a:t>( par ):</a:t>
            </a:r>
          </a:p>
          <a:p>
            <a:pPr marL="0" indent="0">
              <a:buNone/>
            </a:pPr>
            <a:r>
              <a:rPr lang="en-US" dirty="0">
                <a:latin typeface="Courier New" panose="02070309020205020404" pitchFamily="49" charset="0"/>
                <a:cs typeface="Courier New" panose="02070309020205020404" pitchFamily="49" charset="0"/>
              </a:rPr>
              <a:t>   print('Greetings My Dear ', par)</a:t>
            </a:r>
          </a:p>
          <a:p>
            <a:pPr marL="0" indent="0">
              <a:buNone/>
            </a:pPr>
            <a:r>
              <a:rPr lang="en-US" dirty="0">
                <a:latin typeface="Courier New" panose="02070309020205020404" pitchFamily="49" charset="0"/>
                <a:cs typeface="Courier New" panose="02070309020205020404" pitchFamily="49" charset="0"/>
              </a:rPr>
              <a:t>   return</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 test the function</a:t>
            </a:r>
          </a:p>
          <a:p>
            <a:pPr marL="0" indent="0">
              <a:buNone/>
            </a:pPr>
            <a:r>
              <a:rPr lang="en-US" dirty="0" err="1">
                <a:latin typeface="Courier New" panose="02070309020205020404" pitchFamily="49" charset="0"/>
                <a:cs typeface="Courier New" panose="02070309020205020404" pitchFamily="49" charset="0"/>
              </a:rPr>
              <a:t>print_greet</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all_of_you</a:t>
            </a:r>
            <a:r>
              <a:rPr lang="en-US" dirty="0">
                <a:latin typeface="Courier New" panose="02070309020205020404" pitchFamily="49" charset="0"/>
                <a:cs typeface="Courier New" panose="02070309020205020404" pitchFamily="49" charset="0"/>
              </a:rPr>
              <a:t>')</a:t>
            </a:r>
          </a:p>
        </p:txBody>
      </p:sp>
      <p:sp>
        <p:nvSpPr>
          <p:cNvPr id="5" name="Content Placeholder 4">
            <a:extLst>
              <a:ext uri="{FF2B5EF4-FFF2-40B4-BE49-F238E27FC236}">
                <a16:creationId xmlns:a16="http://schemas.microsoft.com/office/drawing/2014/main" id="{50F8366D-5445-49BE-97D8-32FF4D5D58BF}"/>
              </a:ext>
            </a:extLst>
          </p:cNvPr>
          <p:cNvSpPr>
            <a:spLocks noGrp="1"/>
          </p:cNvSpPr>
          <p:nvPr>
            <p:ph sz="half" idx="2"/>
          </p:nvPr>
        </p:nvSpPr>
        <p:spPr/>
        <p:txBody>
          <a:bodyPr>
            <a:normAutofit fontScale="70000" lnSpcReduction="20000"/>
          </a:bodyPr>
          <a:lstStyle/>
          <a:p>
            <a:pPr marL="0" indent="0">
              <a:buNone/>
            </a:pPr>
            <a:r>
              <a:rPr lang="en-US" dirty="0">
                <a:latin typeface="Courier New" panose="02070309020205020404" pitchFamily="49" charset="0"/>
                <a:cs typeface="Courier New" panose="02070309020205020404" pitchFamily="49" charset="0"/>
              </a:rPr>
              <a:t># -*- coding: utf-8 -*-</a:t>
            </a:r>
          </a:p>
          <a:p>
            <a:pPr marL="0" indent="0">
              <a:buNone/>
            </a:pP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@author: u0015831</a:t>
            </a:r>
          </a:p>
          <a:p>
            <a:pPr marL="0" indent="0">
              <a:buNone/>
            </a:pPr>
            <a:r>
              <a:rPr lang="en-US" dirty="0">
                <a:latin typeface="Courier New" panose="02070309020205020404" pitchFamily="49" charset="0"/>
                <a:cs typeface="Courier New" panose="02070309020205020404" pitchFamily="49" charset="0"/>
              </a:rPr>
              <a:t>"""</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def </a:t>
            </a:r>
            <a:r>
              <a:rPr lang="en-US" dirty="0" err="1">
                <a:latin typeface="Courier New" panose="02070309020205020404" pitchFamily="49" charset="0"/>
                <a:cs typeface="Courier New" panose="02070309020205020404" pitchFamily="49" charset="0"/>
              </a:rPr>
              <a:t>print_greet</a:t>
            </a:r>
            <a:r>
              <a:rPr lang="en-US" dirty="0">
                <a:latin typeface="Courier New" panose="02070309020205020404" pitchFamily="49" charset="0"/>
                <a:cs typeface="Courier New" panose="02070309020205020404" pitchFamily="49" charset="0"/>
              </a:rPr>
              <a:t>( par ):</a:t>
            </a:r>
          </a:p>
          <a:p>
            <a:pPr marL="0" indent="0">
              <a:buNone/>
            </a:pPr>
            <a:r>
              <a:rPr lang="en-US" dirty="0">
                <a:latin typeface="Courier New" panose="02070309020205020404" pitchFamily="49" charset="0"/>
                <a:cs typeface="Courier New" panose="02070309020205020404" pitchFamily="49" charset="0"/>
              </a:rPr>
              <a:t>   print('Greetings My Dear ', par)</a:t>
            </a:r>
          </a:p>
          <a:p>
            <a:pPr marL="0" indent="0">
              <a:buNone/>
            </a:pPr>
            <a:r>
              <a:rPr lang="en-US" dirty="0">
                <a:latin typeface="Courier New" panose="02070309020205020404" pitchFamily="49" charset="0"/>
                <a:cs typeface="Courier New" panose="02070309020205020404" pitchFamily="49" charset="0"/>
              </a:rPr>
              <a:t>   return</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if __name__ == '__main__' :   # test the code without if</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print_greet</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all_of_you</a:t>
            </a:r>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030721277"/>
      </p:ext>
    </p:extLst>
  </p:cSld>
  <p:clrMapOvr>
    <a:masterClrMapping/>
  </p:clrMapOvr>
  <mc:AlternateContent xmlns:mc="http://schemas.openxmlformats.org/markup-compatibility/2006" xmlns:p14="http://schemas.microsoft.com/office/powerpoint/2010/main">
    <mc:Choice Requires="p14">
      <p:transition spd="slow" p14:dur="2000" advTm="97635"/>
    </mc:Choice>
    <mc:Fallback xmlns="">
      <p:transition spd="slow" advTm="97635"/>
    </mc:Fallback>
  </mc:AlternateContent>
  <p:extLst>
    <p:ext uri="{3A86A75C-4F4B-4683-9AE1-C65F6400EC91}">
      <p14:laserTraceLst xmlns:p14="http://schemas.microsoft.com/office/powerpoint/2010/main">
        <p14:tracePtLst>
          <p14:tracePt t="5823" x="2133600" y="3282950"/>
          <p14:tracePt t="5950" x="2127250" y="3282950"/>
          <p14:tracePt t="5957" x="2120900" y="3282950"/>
          <p14:tracePt t="5970" x="2114550" y="3282950"/>
          <p14:tracePt t="5987" x="2089150" y="3282950"/>
          <p14:tracePt t="5990" x="2076450" y="3282950"/>
          <p14:tracePt t="6005" x="2057400" y="3282950"/>
          <p14:tracePt t="6020" x="2019300" y="3276600"/>
          <p14:tracePt t="6037" x="1981200" y="3276600"/>
          <p14:tracePt t="6054" x="1949450" y="3263900"/>
          <p14:tracePt t="6070" x="1911350" y="3257550"/>
          <p14:tracePt t="6086" x="1885950" y="3257550"/>
          <p14:tracePt t="6103" x="1860550" y="3257550"/>
          <p14:tracePt t="6120" x="1835150" y="3251200"/>
          <p14:tracePt t="6136" x="1809750" y="3251200"/>
          <p14:tracePt t="6153" x="1784350" y="3251200"/>
          <p14:tracePt t="6170" x="1752600" y="3251200"/>
          <p14:tracePt t="6186" x="1714500" y="3251200"/>
          <p14:tracePt t="6192" x="1695450" y="3251200"/>
          <p14:tracePt t="6203" x="1670050" y="3251200"/>
          <p14:tracePt t="6220" x="1638300" y="3251200"/>
          <p14:tracePt t="6226" x="1612900" y="3257550"/>
          <p14:tracePt t="6237" x="1581150" y="3257550"/>
          <p14:tracePt t="6253" x="1543050" y="3257550"/>
          <p14:tracePt t="6257" x="1517650" y="3257550"/>
          <p14:tracePt t="6270" x="1479550" y="3257550"/>
          <p14:tracePt t="6303" x="1397000" y="3257550"/>
          <p14:tracePt t="6320" x="1365250" y="3257550"/>
          <p14:tracePt t="6337" x="1339850" y="3257550"/>
          <p14:tracePt t="6353" x="1314450" y="3257550"/>
          <p14:tracePt t="6370" x="1308100" y="3257550"/>
          <p14:tracePt t="6386" x="1289050" y="3257550"/>
          <p14:tracePt t="6403" x="1276350" y="3257550"/>
          <p14:tracePt t="6419" x="1263650" y="3263900"/>
          <p14:tracePt t="6436" x="1238250" y="3270250"/>
          <p14:tracePt t="6453" x="1225550" y="3270250"/>
          <p14:tracePt t="6457" x="1212850" y="3276600"/>
          <p14:tracePt t="6470" x="1200150" y="3276600"/>
          <p14:tracePt t="6486" x="1193800" y="3276600"/>
          <p14:tracePt t="6490" x="1162050" y="3282950"/>
          <p14:tracePt t="6504" x="1149350" y="3289300"/>
          <p14:tracePt t="6520" x="1111250" y="3295650"/>
          <p14:tracePt t="6536" x="1085850" y="3308350"/>
          <p14:tracePt t="6553" x="1054100" y="3314700"/>
          <p14:tracePt t="6570" x="1016000" y="3340100"/>
          <p14:tracePt t="6587" x="990600" y="3352800"/>
          <p14:tracePt t="6603" x="965200" y="3365500"/>
          <p14:tracePt t="6620" x="920750" y="3390900"/>
          <p14:tracePt t="6636" x="895350" y="3403600"/>
          <p14:tracePt t="6653" x="876300" y="3416300"/>
          <p14:tracePt t="6669" x="857250" y="3429000"/>
          <p14:tracePt t="6686" x="844550" y="3441700"/>
          <p14:tracePt t="6703" x="825500" y="3454400"/>
          <p14:tracePt t="6720" x="806450" y="3473450"/>
          <p14:tracePt t="6724" x="787400" y="3486150"/>
          <p14:tracePt t="6737" x="781050" y="3492500"/>
          <p14:tracePt t="6753" x="768350" y="3505200"/>
          <p14:tracePt t="6757" x="762000" y="3511550"/>
          <p14:tracePt t="6770" x="749300" y="3530600"/>
          <p14:tracePt t="6786" x="736600" y="3549650"/>
          <p14:tracePt t="6803" x="723900" y="3568700"/>
          <p14:tracePt t="6820" x="711200" y="3587750"/>
          <p14:tracePt t="6836" x="698500" y="3606800"/>
          <p14:tracePt t="6853" x="692150" y="3619500"/>
          <p14:tracePt t="6870" x="685800" y="3632200"/>
          <p14:tracePt t="6887" x="679450" y="3651250"/>
          <p14:tracePt t="6910" x="673100" y="3683000"/>
          <p14:tracePt t="6920" x="666750" y="3689350"/>
          <p14:tracePt t="6939" x="654050" y="3714750"/>
          <p14:tracePt t="6942" x="654050" y="3733800"/>
          <p14:tracePt t="6953" x="654050" y="3746500"/>
          <p14:tracePt t="6971" x="647700" y="3771900"/>
          <p14:tracePt t="6975" x="635000" y="3803650"/>
          <p14:tracePt t="6987" x="635000" y="3822700"/>
          <p14:tracePt t="7005" x="628650" y="3860800"/>
          <p14:tracePt t="7020" x="628650" y="3892550"/>
          <p14:tracePt t="7038" x="628650" y="3917950"/>
          <p14:tracePt t="7053" x="628650" y="3937000"/>
          <p14:tracePt t="7071" x="622300" y="3962400"/>
          <p14:tracePt t="7087" x="622300" y="3981450"/>
          <p14:tracePt t="7104" x="615950" y="4025900"/>
          <p14:tracePt t="7120" x="615950" y="4044950"/>
          <p14:tracePt t="7137" x="615950" y="4051300"/>
          <p14:tracePt t="7153" x="615950" y="4064000"/>
          <p14:tracePt t="7170" x="615950" y="4070350"/>
          <p14:tracePt t="7187" x="615950" y="4083050"/>
          <p14:tracePt t="7203" x="615950" y="4095750"/>
          <p14:tracePt t="7209" x="615950" y="4102100"/>
          <p14:tracePt t="7223" x="615950" y="4114800"/>
          <p14:tracePt t="7237" x="615950" y="4121150"/>
          <p14:tracePt t="7240" x="615950" y="4127500"/>
          <p14:tracePt t="7253" x="615950" y="4140200"/>
          <p14:tracePt t="7270" x="622300" y="4171950"/>
          <p14:tracePt t="7287" x="635000" y="4203700"/>
          <p14:tracePt t="7303" x="635000" y="4229100"/>
          <p14:tracePt t="7320" x="641350" y="4248150"/>
          <p14:tracePt t="7337" x="647700" y="4279900"/>
          <p14:tracePt t="7343" x="654050" y="4298950"/>
          <p14:tracePt t="7353" x="654050" y="4311650"/>
          <p14:tracePt t="7370" x="666750" y="4330700"/>
          <p14:tracePt t="7375" x="673100" y="4349750"/>
          <p14:tracePt t="7387" x="679450" y="4362450"/>
          <p14:tracePt t="7403" x="685800" y="4387850"/>
          <p14:tracePt t="7420" x="698500" y="4413250"/>
          <p14:tracePt t="7437" x="704850" y="4438650"/>
          <p14:tracePt t="7442" x="704850" y="4451350"/>
          <p14:tracePt t="7453" x="711200" y="4470400"/>
          <p14:tracePt t="7470" x="723900" y="4508500"/>
          <p14:tracePt t="7474" x="723900" y="4521200"/>
          <p14:tracePt t="7486" x="723900" y="4527550"/>
          <p14:tracePt t="7503" x="730250" y="4540250"/>
          <p14:tracePt t="7506" x="730250" y="4546600"/>
          <p14:tracePt t="7520" x="730250" y="4559300"/>
          <p14:tracePt t="7536" x="736600" y="4565650"/>
          <p14:tracePt t="7554" x="736600" y="4572000"/>
          <p14:tracePt t="7570" x="736600" y="4578350"/>
          <p14:tracePt t="7586" x="736600" y="4584700"/>
          <p14:tracePt t="7603" x="736600" y="4603750"/>
          <p14:tracePt t="7620" x="736600" y="4616450"/>
          <p14:tracePt t="7636" x="742950" y="4648200"/>
          <p14:tracePt t="7641" x="742950" y="4654550"/>
          <p14:tracePt t="7653" x="742950" y="4673600"/>
          <p14:tracePt t="7670" x="749300" y="4692650"/>
          <p14:tracePt t="7674" x="749300" y="4699000"/>
          <p14:tracePt t="7703" x="749300" y="4705350"/>
          <p14:tracePt t="7859" x="755650" y="4711700"/>
          <p14:tracePt t="7867" x="755650" y="4718050"/>
          <p14:tracePt t="7876" x="768350" y="4724400"/>
          <p14:tracePt t="7890" x="774700" y="4724400"/>
          <p14:tracePt t="7903" x="806450" y="4737100"/>
          <p14:tracePt t="7907" x="819150" y="4743450"/>
          <p14:tracePt t="7920" x="838200" y="4749800"/>
          <p14:tracePt t="7938" x="882650" y="4762500"/>
          <p14:tracePt t="7941" x="901700" y="4762500"/>
          <p14:tracePt t="7953" x="920750" y="4768850"/>
          <p14:tracePt t="7970" x="939800" y="4781550"/>
          <p14:tracePt t="7975" x="952500" y="4781550"/>
          <p14:tracePt t="7987" x="965200" y="4781550"/>
          <p14:tracePt t="8004" x="990600" y="4794250"/>
          <p14:tracePt t="8022" x="996950" y="4800600"/>
          <p14:tracePt t="8037" x="1009650" y="4806950"/>
          <p14:tracePt t="8053" x="1047750" y="4819650"/>
          <p14:tracePt t="8070" x="1066800" y="4826000"/>
          <p14:tracePt t="8087" x="1104900" y="4832350"/>
          <p14:tracePt t="8103" x="1143000" y="4838700"/>
          <p14:tracePt t="8109" x="1162050" y="4838700"/>
          <p14:tracePt t="8120" x="1174750" y="4845050"/>
          <p14:tracePt t="8137" x="1193800" y="4851400"/>
          <p14:tracePt t="8141" x="1212850" y="4851400"/>
          <p14:tracePt t="8159" x="1225550" y="4851400"/>
          <p14:tracePt t="8170" x="1231900" y="4851400"/>
          <p14:tracePt t="8187" x="1250950" y="4851400"/>
          <p14:tracePt t="8192" x="1263650" y="4857750"/>
          <p14:tracePt t="8203" x="1270000" y="4857750"/>
          <p14:tracePt t="8220" x="1301750" y="4857750"/>
          <p14:tracePt t="8226" x="1333500" y="4864100"/>
          <p14:tracePt t="8237" x="1346200" y="4864100"/>
          <p14:tracePt t="8253" x="1397000" y="4870450"/>
          <p14:tracePt t="8270" x="1454150" y="4876800"/>
          <p14:tracePt t="8287" x="1492250" y="4883150"/>
          <p14:tracePt t="8303" x="1517650" y="4883150"/>
          <p14:tracePt t="8320" x="1549400" y="4889500"/>
          <p14:tracePt t="8337" x="1568450" y="4895850"/>
          <p14:tracePt t="8353" x="1612900" y="4902200"/>
          <p14:tracePt t="8370" x="1651000" y="4908550"/>
          <p14:tracePt t="8374" x="1708150" y="4914900"/>
          <p14:tracePt t="8386" x="1727200" y="4914900"/>
          <p14:tracePt t="8403" x="1797050" y="4927600"/>
          <p14:tracePt t="8407" x="1809750" y="4927600"/>
          <p14:tracePt t="8420" x="1828800" y="4927600"/>
          <p14:tracePt t="8437" x="1854200" y="4933950"/>
          <p14:tracePt t="8441" x="1860550" y="4933950"/>
          <p14:tracePt t="8453" x="1866900" y="4933950"/>
          <p14:tracePt t="8470" x="1879600" y="4933950"/>
          <p14:tracePt t="8487" x="1885950" y="4933950"/>
          <p14:tracePt t="8504" x="1892300" y="4933950"/>
          <p14:tracePt t="8522" x="1911350" y="4933950"/>
          <p14:tracePt t="8539" x="1924050" y="4933950"/>
          <p14:tracePt t="8554" x="1943100" y="4933950"/>
          <p14:tracePt t="8570" x="1968500" y="4933950"/>
          <p14:tracePt t="8589" x="1993900" y="4933950"/>
          <p14:tracePt t="8594" x="2000250" y="4933950"/>
          <p14:tracePt t="8603" x="2019300" y="4933950"/>
          <p14:tracePt t="8622" x="2032000" y="4933950"/>
          <p14:tracePt t="8626" x="2044700" y="4933950"/>
          <p14:tracePt t="8637" x="2063750" y="4933950"/>
          <p14:tracePt t="8655" x="2082800" y="4933950"/>
          <p14:tracePt t="8658" x="2089150" y="4933950"/>
          <p14:tracePt t="8670" x="2108200" y="4933950"/>
          <p14:tracePt t="8689" x="2171700" y="4933950"/>
          <p14:tracePt t="8703" x="2184400" y="4933950"/>
          <p14:tracePt t="8721" x="2247900" y="4933950"/>
          <p14:tracePt t="8737" x="2279650" y="4933950"/>
          <p14:tracePt t="8754" x="2311400" y="4933950"/>
          <p14:tracePt t="8770" x="2324100" y="4927600"/>
          <p14:tracePt t="8786" x="2336800" y="4927600"/>
          <p14:tracePt t="8821" x="2343150" y="4927600"/>
          <p14:tracePt t="8828" x="2343150" y="4921250"/>
          <p14:tracePt t="8843" x="2349500" y="4921250"/>
          <p14:tracePt t="8853" x="2355850" y="4914900"/>
          <p14:tracePt t="8870" x="2368550" y="4914900"/>
          <p14:tracePt t="8887" x="2387600" y="4908550"/>
          <p14:tracePt t="8891" x="2406650" y="4902200"/>
          <p14:tracePt t="8903" x="2425700" y="4902200"/>
          <p14:tracePt t="8920" x="2463800" y="4889500"/>
          <p14:tracePt t="8923" x="2482850" y="4883150"/>
          <p14:tracePt t="8937" x="2495550" y="4883150"/>
          <p14:tracePt t="8953" x="2527300" y="4870450"/>
          <p14:tracePt t="8957" x="2540000" y="4864100"/>
          <p14:tracePt t="8970" x="2552700" y="4864100"/>
          <p14:tracePt t="8987" x="2565400" y="4857750"/>
          <p14:tracePt t="9003" x="2578100" y="4851400"/>
          <p14:tracePt t="9021" x="2603500" y="4838700"/>
          <p14:tracePt t="9036" x="2628900" y="4826000"/>
          <p14:tracePt t="9053" x="2654300" y="4819650"/>
          <p14:tracePt t="9070" x="2705100" y="4794250"/>
          <p14:tracePt t="9087" x="2743200" y="4781550"/>
          <p14:tracePt t="9103" x="2762250" y="4775200"/>
          <p14:tracePt t="9120" x="2781300" y="4762500"/>
          <p14:tracePt t="9125" x="2794000" y="4762500"/>
          <p14:tracePt t="9137" x="2800350" y="4756150"/>
          <p14:tracePt t="9153" x="2813050" y="4749800"/>
          <p14:tracePt t="9170" x="2819400" y="4749800"/>
          <p14:tracePt t="9187" x="2825750" y="4743450"/>
          <p14:tracePt t="9190" x="2832100" y="4743450"/>
          <p14:tracePt t="9203" x="2838450" y="4743450"/>
          <p14:tracePt t="9220" x="2857500" y="4724400"/>
          <p14:tracePt t="9238" x="2863850" y="4724400"/>
          <p14:tracePt t="9253" x="2876550" y="4711700"/>
          <p14:tracePt t="9270" x="2882900" y="4705350"/>
          <p14:tracePt t="9287" x="2895600" y="4699000"/>
          <p14:tracePt t="9320" x="2927350" y="4679950"/>
          <p14:tracePt t="9337" x="2933700" y="4673600"/>
          <p14:tracePt t="9353" x="2940050" y="4667250"/>
          <p14:tracePt t="9359" x="2946400" y="4660900"/>
          <p14:tracePt t="9387" x="2952750" y="4660900"/>
          <p14:tracePt t="9403" x="2965450" y="4654550"/>
          <p14:tracePt t="9420" x="2978150" y="4641850"/>
          <p14:tracePt t="9422" x="2978150" y="4635500"/>
          <p14:tracePt t="9436" x="2990850" y="4629150"/>
          <p14:tracePt t="9453" x="3003550" y="4616450"/>
          <p14:tracePt t="9455" x="3016250" y="4616450"/>
          <p14:tracePt t="9470" x="3022600" y="4603750"/>
          <p14:tracePt t="9486" x="3035300" y="4603750"/>
          <p14:tracePt t="9503" x="3035300" y="4597400"/>
          <p14:tracePt t="9520" x="3048000" y="4597400"/>
          <p14:tracePt t="9537" x="3048000" y="4591050"/>
          <p14:tracePt t="9553" x="3054350" y="4591050"/>
          <p14:tracePt t="9570" x="3067050" y="4591050"/>
          <p14:tracePt t="9587" x="3092450" y="4584700"/>
          <p14:tracePt t="9593" x="3098800" y="4578350"/>
          <p14:tracePt t="9620" x="3111500" y="4578350"/>
          <p14:tracePt t="10738" x="0" y="0"/>
        </p14:tracePtLst>
        <p14:tracePtLst>
          <p14:tracePt t="11430" x="1835150" y="3816350"/>
          <p14:tracePt t="11572" x="1841500" y="3816350"/>
          <p14:tracePt t="11580" x="1847850" y="3816350"/>
          <p14:tracePt t="11591" x="1854200" y="3822700"/>
          <p14:tracePt t="11595" x="1873250" y="3835400"/>
          <p14:tracePt t="11604" x="1892300" y="3835400"/>
          <p14:tracePt t="11620" x="1936750" y="3854450"/>
          <p14:tracePt t="11637" x="1987550" y="3867150"/>
          <p14:tracePt t="11654" x="2063750" y="3886200"/>
          <p14:tracePt t="11670" x="2159000" y="3905250"/>
          <p14:tracePt t="11676" x="2222500" y="3917950"/>
          <p14:tracePt t="11687" x="2273300" y="3924300"/>
          <p14:tracePt t="11703" x="2355850" y="3930650"/>
          <p14:tracePt t="11720" x="2463800" y="3937000"/>
          <p14:tracePt t="11737" x="2527300" y="3943350"/>
          <p14:tracePt t="11741" x="2571750" y="3943350"/>
          <p14:tracePt t="11753" x="2609850" y="3943350"/>
          <p14:tracePt t="11770" x="2647950" y="3943350"/>
          <p14:tracePt t="11772" x="2679700" y="3943350"/>
          <p14:tracePt t="11786" x="2686050" y="3943350"/>
          <p14:tracePt t="11804" x="2755900" y="3943350"/>
          <p14:tracePt t="11822" x="2813050" y="3937000"/>
          <p14:tracePt t="11837" x="2863850" y="3930650"/>
          <p14:tracePt t="11856" x="2901950" y="3924300"/>
          <p14:tracePt t="11870" x="2921000" y="3917950"/>
          <p14:tracePt t="11888" x="2927350" y="3911600"/>
          <p14:tracePt t="11907" x="2940050" y="3905250"/>
          <p14:tracePt t="11921" x="2946400" y="3905250"/>
          <p14:tracePt t="11937" x="2946400" y="3898900"/>
          <p14:tracePt t="11954" x="2946400" y="3892550"/>
          <p14:tracePt t="12176" x="0" y="0"/>
        </p14:tracePtLst>
        <p14:tracePtLst>
          <p14:tracePt t="18726" x="1676400" y="5048250"/>
          <p14:tracePt t="18730" x="1657350" y="5048250"/>
          <p14:tracePt t="18741" x="1631950" y="5048250"/>
          <p14:tracePt t="18745" x="1625600" y="5048250"/>
          <p14:tracePt t="18754" x="1612900" y="5048250"/>
          <p14:tracePt t="18770" x="1574800" y="5048250"/>
          <p14:tracePt t="18787" x="1543050" y="5048250"/>
          <p14:tracePt t="18803" x="1498600" y="5041900"/>
          <p14:tracePt t="18820" x="1473200" y="5041900"/>
          <p14:tracePt t="18825" x="1435100" y="5035550"/>
          <p14:tracePt t="18837" x="1416050" y="5035550"/>
          <p14:tracePt t="18854" x="1377950" y="5035550"/>
          <p14:tracePt t="18858" x="1358900" y="5035550"/>
          <p14:tracePt t="18870" x="1333500" y="5035550"/>
          <p14:tracePt t="18887" x="1250950" y="5035550"/>
          <p14:tracePt t="18894" x="1231900" y="5035550"/>
          <p14:tracePt t="18903" x="1200150" y="5041900"/>
          <p14:tracePt t="18920" x="1123950" y="5054600"/>
          <p14:tracePt t="18937" x="1041400" y="5067300"/>
          <p14:tracePt t="18953" x="1022350" y="5073650"/>
          <p14:tracePt t="18957" x="1009650" y="5073650"/>
          <p14:tracePt t="18971" x="984250" y="5086350"/>
          <p14:tracePt t="18987" x="965200" y="5105400"/>
          <p14:tracePt t="19003" x="939800" y="5118100"/>
          <p14:tracePt t="19020" x="914400" y="5137150"/>
          <p14:tracePt t="19037" x="876300" y="5175250"/>
          <p14:tracePt t="19054" x="850900" y="5207000"/>
          <p14:tracePt t="19060" x="838200" y="5219700"/>
          <p14:tracePt t="19070" x="825500" y="5238750"/>
          <p14:tracePt t="19087" x="793750" y="5264150"/>
          <p14:tracePt t="19091" x="787400" y="5276850"/>
          <p14:tracePt t="19103" x="774700" y="5295900"/>
          <p14:tracePt t="19120" x="755650" y="5321300"/>
          <p14:tracePt t="19124" x="755650" y="5334000"/>
          <p14:tracePt t="19137" x="742950" y="5353050"/>
          <p14:tracePt t="19154" x="736600" y="5365750"/>
          <p14:tracePt t="19157" x="736600" y="5378450"/>
          <p14:tracePt t="19171" x="736600" y="5410200"/>
          <p14:tracePt t="19187" x="736600" y="5448300"/>
          <p14:tracePt t="19204" x="736600" y="5467350"/>
          <p14:tracePt t="19220" x="755650" y="5556250"/>
          <p14:tracePt t="19237" x="774700" y="5626100"/>
          <p14:tracePt t="19253" x="800100" y="5689600"/>
          <p14:tracePt t="19270" x="844550" y="5753100"/>
          <p14:tracePt t="19287" x="869950" y="5778500"/>
          <p14:tracePt t="19294" x="882650" y="5797550"/>
          <p14:tracePt t="19303" x="895350" y="5803900"/>
          <p14:tracePt t="19320" x="946150" y="5842000"/>
          <p14:tracePt t="19325" x="990600" y="5873750"/>
          <p14:tracePt t="19336" x="1016000" y="5886450"/>
          <p14:tracePt t="19353" x="1104900" y="5937250"/>
          <p14:tracePt t="19370" x="1212850" y="5994400"/>
          <p14:tracePt t="19387" x="1289050" y="6026150"/>
          <p14:tracePt t="19389" x="1403350" y="6064250"/>
          <p14:tracePt t="19404" x="1524000" y="6096000"/>
          <p14:tracePt t="19420" x="1739900" y="6146800"/>
          <p14:tracePt t="19437" x="1898650" y="6184900"/>
          <p14:tracePt t="19454" x="2044700" y="6203950"/>
          <p14:tracePt t="19471" x="2190750" y="6235700"/>
          <p14:tracePt t="19487" x="2305050" y="6248400"/>
          <p14:tracePt t="19504" x="2387600" y="6261100"/>
          <p14:tracePt t="19520" x="2514600" y="6267450"/>
          <p14:tracePt t="19537" x="2768600" y="6267450"/>
          <p14:tracePt t="19554" x="2959100" y="6248400"/>
          <p14:tracePt t="19560" x="3073400" y="6235700"/>
          <p14:tracePt t="19570" x="3162300" y="6223000"/>
          <p14:tracePt t="19587" x="3359150" y="6191250"/>
          <p14:tracePt t="19591" x="3448050" y="6165850"/>
          <p14:tracePt t="19603" x="3517900" y="6159500"/>
          <p14:tracePt t="19620" x="3670300" y="6134100"/>
          <p14:tracePt t="19623" x="3727450" y="6121400"/>
          <p14:tracePt t="19637" x="3790950" y="6115050"/>
          <p14:tracePt t="19654" x="3879850" y="6102350"/>
          <p14:tracePt t="19658" x="3905250" y="6096000"/>
          <p14:tracePt t="19670" x="4000500" y="6089650"/>
          <p14:tracePt t="19687" x="4102100" y="6070600"/>
          <p14:tracePt t="19704" x="4184650" y="6051550"/>
          <p14:tracePt t="19720" x="4305300" y="6019800"/>
          <p14:tracePt t="19737" x="4381500" y="5988050"/>
          <p14:tracePt t="19754" x="4419600" y="5969000"/>
          <p14:tracePt t="19771" x="4445000" y="5943600"/>
          <p14:tracePt t="19787" x="4457700" y="5924550"/>
          <p14:tracePt t="19804" x="4457700" y="5911850"/>
          <p14:tracePt t="19820" x="4457700" y="5886450"/>
          <p14:tracePt t="19837" x="4457700" y="5854700"/>
          <p14:tracePt t="19854" x="4451350" y="5772150"/>
          <p14:tracePt t="19857" x="4445000" y="5746750"/>
          <p14:tracePt t="19870" x="4438650" y="5689600"/>
          <p14:tracePt t="19887" x="4425950" y="5619750"/>
          <p14:tracePt t="19890" x="4425950" y="5600700"/>
          <p14:tracePt t="19904" x="4413250" y="5543550"/>
          <p14:tracePt t="19920" x="4381500" y="5454650"/>
          <p14:tracePt t="19937" x="4362450" y="5391150"/>
          <p14:tracePt t="19953" x="4330700" y="5346700"/>
          <p14:tracePt t="19970" x="4292600" y="5295900"/>
          <p14:tracePt t="19987" x="4260850" y="5264150"/>
          <p14:tracePt t="20004" x="4146550" y="5194300"/>
          <p14:tracePt t="20020" x="4025900" y="5149850"/>
          <p14:tracePt t="20037" x="3854450" y="5086350"/>
          <p14:tracePt t="20054" x="3702050" y="5048250"/>
          <p14:tracePt t="20073" x="3460750" y="5010150"/>
          <p14:tracePt t="20077" x="3365500" y="5003800"/>
          <p14:tracePt t="20087" x="3276600" y="5003800"/>
          <p14:tracePt t="20106" x="3092450" y="5003800"/>
          <p14:tracePt t="20109" x="2997200" y="5003800"/>
          <p14:tracePt t="20120" x="2921000" y="5003800"/>
          <p14:tracePt t="20140" x="2717800" y="5003800"/>
          <p14:tracePt t="20154" x="2660650" y="5003800"/>
          <p14:tracePt t="20172" x="2552700" y="5010150"/>
          <p14:tracePt t="20187" x="2482850" y="5016500"/>
          <p14:tracePt t="20204" x="2368550" y="5029200"/>
          <p14:tracePt t="20220" x="2298700" y="5041900"/>
          <p14:tracePt t="20238" x="2203450" y="5048250"/>
          <p14:tracePt t="20243" x="2178050" y="5048250"/>
          <p14:tracePt t="20253" x="2114550" y="5048250"/>
          <p14:tracePt t="20270" x="2038350" y="5060950"/>
          <p14:tracePt t="20287" x="1974850" y="5060950"/>
          <p14:tracePt t="20304" x="1911350" y="5073650"/>
          <p14:tracePt t="20320" x="1835150" y="5092700"/>
          <p14:tracePt t="20337" x="1797050" y="5111750"/>
          <p14:tracePt t="20341" x="1739900" y="5143500"/>
          <p14:tracePt t="20353" x="1720850" y="5149850"/>
          <p14:tracePt t="20370" x="1638300" y="5200650"/>
          <p14:tracePt t="20375" x="1612900" y="5213350"/>
          <p14:tracePt t="20387" x="1593850" y="5232400"/>
          <p14:tracePt t="20403" x="1530350" y="5270500"/>
          <p14:tracePt t="20407" x="1511300" y="5283200"/>
          <p14:tracePt t="20421" x="1466850" y="5314950"/>
          <p14:tracePt t="20437" x="1441450" y="5340350"/>
          <p14:tracePt t="20454" x="1416050" y="5365750"/>
          <p14:tracePt t="20470" x="1403350" y="5378450"/>
          <p14:tracePt t="20487" x="1397000" y="5384800"/>
          <p14:tracePt t="20503" x="1397000" y="5391150"/>
          <p14:tracePt t="20648" x="1397000" y="5397500"/>
          <p14:tracePt t="20666" x="1390650" y="5410200"/>
          <p14:tracePt t="20673" x="1390650" y="5422900"/>
          <p14:tracePt t="20687" x="1384300" y="5441950"/>
          <p14:tracePt t="20704" x="1371600" y="5473700"/>
          <p14:tracePt t="20720" x="1358900" y="5518150"/>
          <p14:tracePt t="20737" x="1346200" y="5543550"/>
          <p14:tracePt t="20743" x="1339850" y="5556250"/>
          <p14:tracePt t="20753" x="1333500" y="5568950"/>
          <p14:tracePt t="20770" x="1327150" y="5588000"/>
          <p14:tracePt t="20775" x="1320800" y="5594350"/>
          <p14:tracePt t="20788" x="1320800" y="5613400"/>
          <p14:tracePt t="20804" x="1301750" y="5638800"/>
          <p14:tracePt t="20820" x="1289050" y="5676900"/>
          <p14:tracePt t="20837" x="1282700" y="5715000"/>
          <p14:tracePt t="20843" x="1276350" y="5734050"/>
          <p14:tracePt t="20853" x="1276350" y="5740400"/>
          <p14:tracePt t="20870" x="1270000" y="5797550"/>
          <p14:tracePt t="20873" x="1270000" y="5816600"/>
          <p14:tracePt t="20887" x="1270000" y="5835650"/>
          <p14:tracePt t="20906" x="1282700" y="5861050"/>
          <p14:tracePt t="20920" x="1289050" y="5873750"/>
          <p14:tracePt t="20937" x="1308100" y="5886450"/>
          <p14:tracePt t="20954" x="1327150" y="5892800"/>
          <p14:tracePt t="20970" x="1339850" y="5899150"/>
          <p14:tracePt t="20987" x="1352550" y="5905500"/>
          <p14:tracePt t="21004" x="1358900" y="5911850"/>
          <p14:tracePt t="21009" x="1365250" y="5918200"/>
          <p14:tracePt t="21020" x="1371600" y="5918200"/>
          <p14:tracePt t="21037" x="1384300" y="5930900"/>
          <p14:tracePt t="21040" x="1390650" y="5937250"/>
          <p14:tracePt t="21071" x="1416050" y="5949950"/>
          <p14:tracePt t="21074" x="1422400" y="5956300"/>
          <p14:tracePt t="21087" x="1428750" y="5962650"/>
          <p14:tracePt t="21103" x="1454150" y="5975350"/>
          <p14:tracePt t="21107" x="1460500" y="5975350"/>
          <p14:tracePt t="21120" x="1466850" y="5975350"/>
          <p14:tracePt t="21137" x="1479550" y="5988050"/>
          <p14:tracePt t="21140" x="1485900" y="5988050"/>
          <p14:tracePt t="21153" x="1492250" y="5988050"/>
          <p14:tracePt t="21196" x="1498600" y="5988050"/>
          <p14:tracePt t="21219" x="1504950" y="5988050"/>
          <p14:tracePt t="21872" x="0" y="0"/>
        </p14:tracePtLst>
        <p14:tracePtLst>
          <p14:tracePt t="26614" x="1060450" y="4768850"/>
          <p14:tracePt t="26678" x="1047750" y="4768850"/>
          <p14:tracePt t="26686" x="1035050" y="4768850"/>
          <p14:tracePt t="26706" x="990600" y="4787900"/>
          <p14:tracePt t="26710" x="958850" y="4787900"/>
          <p14:tracePt t="26720" x="933450" y="4800600"/>
          <p14:tracePt t="26739" x="882650" y="4819650"/>
          <p14:tracePt t="26742" x="850900" y="4826000"/>
          <p14:tracePt t="26754" x="819150" y="4838700"/>
          <p14:tracePt t="26773" x="711200" y="4889500"/>
          <p14:tracePt t="26788" x="673100" y="4902200"/>
          <p14:tracePt t="26804" x="596900" y="4940300"/>
          <p14:tracePt t="26806" x="546100" y="4965700"/>
          <p14:tracePt t="26820" x="508000" y="4991100"/>
          <p14:tracePt t="26837" x="469900" y="5035550"/>
          <p14:tracePt t="26853" x="444500" y="5073650"/>
          <p14:tracePt t="26870" x="412750" y="5124450"/>
          <p14:tracePt t="26887" x="400050" y="5162550"/>
          <p14:tracePt t="26893" x="393700" y="5194300"/>
          <p14:tracePt t="26904" x="387350" y="5213350"/>
          <p14:tracePt t="26920" x="381000" y="5289550"/>
          <p14:tracePt t="26937" x="381000" y="5353050"/>
          <p14:tracePt t="26942" x="387350" y="5410200"/>
          <p14:tracePt t="26953" x="393700" y="5435600"/>
          <p14:tracePt t="26970" x="406400" y="5537200"/>
          <p14:tracePt t="26987" x="425450" y="5632450"/>
          <p14:tracePt t="27004" x="450850" y="5734050"/>
          <p14:tracePt t="27009" x="482600" y="5803900"/>
          <p14:tracePt t="27020" x="495300" y="5829300"/>
          <p14:tracePt t="27037" x="558800" y="5905500"/>
          <p14:tracePt t="27040" x="571500" y="5918200"/>
          <p14:tracePt t="27053" x="609600" y="5943600"/>
          <p14:tracePt t="27071" x="730250" y="6000750"/>
          <p14:tracePt t="27087" x="844550" y="6051550"/>
          <p14:tracePt t="27104" x="990600" y="6096000"/>
          <p14:tracePt t="27120" x="1174750" y="6153150"/>
          <p14:tracePt t="27137" x="1390650" y="6210300"/>
          <p14:tracePt t="27143" x="1473200" y="6235700"/>
          <p14:tracePt t="27154" x="1631950" y="6280150"/>
          <p14:tracePt t="27170" x="1835150" y="6330950"/>
          <p14:tracePt t="27187" x="2057400" y="6388100"/>
          <p14:tracePt t="27204" x="2292350" y="6426200"/>
          <p14:tracePt t="27207" x="2425700" y="6457950"/>
          <p14:tracePt t="27221" x="2552700" y="6470650"/>
          <p14:tracePt t="27237" x="2794000" y="6496050"/>
          <p14:tracePt t="27241" x="2889250" y="6508750"/>
          <p14:tracePt t="27254" x="2978150" y="6508750"/>
          <p14:tracePt t="27270" x="3098800" y="6508750"/>
          <p14:tracePt t="27276" x="3175000" y="6508750"/>
          <p14:tracePt t="27288" x="3251200" y="6508750"/>
          <p14:tracePt t="27304" x="3359150" y="6508750"/>
          <p14:tracePt t="27308" x="3435350" y="6502400"/>
          <p14:tracePt t="27321" x="3549650" y="6477000"/>
          <p14:tracePt t="27337" x="3676650" y="6445250"/>
          <p14:tracePt t="27354" x="3790950" y="6394450"/>
          <p14:tracePt t="27370" x="3930650" y="6337300"/>
          <p14:tracePt t="27387" x="4044950" y="6273800"/>
          <p14:tracePt t="27404" x="4133850" y="6210300"/>
          <p14:tracePt t="27420" x="4197350" y="6134100"/>
          <p14:tracePt t="27437" x="4260850" y="6038850"/>
          <p14:tracePt t="27444" x="4298950" y="5981700"/>
          <p14:tracePt t="27454" x="4330700" y="5937250"/>
          <p14:tracePt t="27470" x="4387850" y="5873750"/>
          <p14:tracePt t="27473" x="4425950" y="5829300"/>
          <p14:tracePt t="27487" x="4438650" y="5816600"/>
          <p14:tracePt t="27504" x="4533900" y="5734050"/>
          <p14:tracePt t="27508" x="4559300" y="5721350"/>
          <p14:tracePt t="27520" x="4597400" y="5689600"/>
          <p14:tracePt t="27537" x="4654550" y="5645150"/>
          <p14:tracePt t="27540" x="4686300" y="5613400"/>
          <p14:tracePt t="27554" x="4699000" y="5600700"/>
          <p14:tracePt t="27571" x="4737100" y="5511800"/>
          <p14:tracePt t="27587" x="4743450" y="5441950"/>
          <p14:tracePt t="27603" x="4743450" y="5372100"/>
          <p14:tracePt t="27620" x="4679950" y="5270500"/>
          <p14:tracePt t="27637" x="4597400" y="5175250"/>
          <p14:tracePt t="27654" x="4489450" y="5086350"/>
          <p14:tracePt t="27670" x="4387850" y="5010150"/>
          <p14:tracePt t="27677" x="4330700" y="4978400"/>
          <p14:tracePt t="27687" x="4286250" y="4953000"/>
          <p14:tracePt t="27704" x="4184650" y="4914900"/>
          <p14:tracePt t="27708" x="4133850" y="4902200"/>
          <p14:tracePt t="27721" x="4083050" y="4889500"/>
          <p14:tracePt t="27737" x="3962400" y="4876800"/>
          <p14:tracePt t="27740" x="3917950" y="4876800"/>
          <p14:tracePt t="27754" x="3835400" y="4876800"/>
          <p14:tracePt t="27770" x="3708400" y="4889500"/>
          <p14:tracePt t="27774" x="3575050" y="4902200"/>
          <p14:tracePt t="27787" x="3492500" y="4914900"/>
          <p14:tracePt t="27803" x="3295650" y="4953000"/>
          <p14:tracePt t="27805" x="3194050" y="4978400"/>
          <p14:tracePt t="27820" x="2946400" y="5022850"/>
          <p14:tracePt t="27837" x="2736850" y="5054600"/>
          <p14:tracePt t="27854" x="2552700" y="5073650"/>
          <p14:tracePt t="27870" x="2432050" y="5080000"/>
          <p14:tracePt t="27887" x="2273300" y="5099050"/>
          <p14:tracePt t="27904" x="2146300" y="5111750"/>
          <p14:tracePt t="27909" x="2051050" y="5124450"/>
          <p14:tracePt t="27920" x="1955800" y="5137150"/>
          <p14:tracePt t="27937" x="1809750" y="5168900"/>
          <p14:tracePt t="27941" x="1778000" y="5181600"/>
          <p14:tracePt t="27954" x="1689100" y="5207000"/>
          <p14:tracePt t="27970" x="1593850" y="5251450"/>
          <p14:tracePt t="27973" x="1555750" y="5270500"/>
          <p14:tracePt t="27987" x="1536700" y="5283200"/>
          <p14:tracePt t="28003" x="1517650" y="5289550"/>
          <p14:tracePt t="28006" x="1517650" y="5295900"/>
          <p14:tracePt t="28020" x="1511300" y="5302250"/>
          <p14:tracePt t="28037" x="1504950" y="5308600"/>
          <p14:tracePt t="28040" x="1498600" y="5314950"/>
          <p14:tracePt t="28071" x="1441450" y="5372100"/>
          <p14:tracePt t="28087" x="1409700" y="5410200"/>
          <p14:tracePt t="28104" x="1390650" y="5429250"/>
          <p14:tracePt t="28241" x="0" y="0"/>
        </p14:tracePtLst>
        <p14:tracePtLst>
          <p14:tracePt t="30799" x="7975600" y="4959350"/>
          <p14:tracePt t="30805" x="7962900" y="4953000"/>
          <p14:tracePt t="30821" x="7943850" y="4946650"/>
          <p14:tracePt t="30837" x="7931150" y="4946650"/>
          <p14:tracePt t="30843" x="7918450" y="4940300"/>
          <p14:tracePt t="30854" x="7893050" y="4940300"/>
          <p14:tracePt t="30870" x="7854950" y="4940300"/>
          <p14:tracePt t="30875" x="7835900" y="4940300"/>
          <p14:tracePt t="30887" x="7797800" y="4940300"/>
          <p14:tracePt t="30894" x="7785100" y="4933950"/>
          <p14:tracePt t="30904" x="7740650" y="4927600"/>
          <p14:tracePt t="30920" x="7651750" y="4921250"/>
          <p14:tracePt t="30924" x="7626350" y="4921250"/>
          <p14:tracePt t="30937" x="7550150" y="4914900"/>
          <p14:tracePt t="30954" x="7486650" y="4914900"/>
          <p14:tracePt t="30971" x="7302500" y="4908550"/>
          <p14:tracePt t="30987" x="7277100" y="4902200"/>
          <p14:tracePt t="31004" x="7200900" y="4902200"/>
          <p14:tracePt t="31008" x="7181850" y="4895850"/>
          <p14:tracePt t="31020" x="7143750" y="4895850"/>
          <p14:tracePt t="31037" x="7105650" y="4889500"/>
          <p14:tracePt t="31054" x="7067550" y="4883150"/>
          <p14:tracePt t="31071" x="7042150" y="4883150"/>
          <p14:tracePt t="31087" x="7023100" y="4883150"/>
          <p14:tracePt t="31104" x="6991350" y="4883150"/>
          <p14:tracePt t="31109" x="6972300" y="4883150"/>
          <p14:tracePt t="31137" x="6921500" y="4883150"/>
          <p14:tracePt t="31141" x="6896100" y="4883150"/>
          <p14:tracePt t="31154" x="6889750" y="4889500"/>
          <p14:tracePt t="31170" x="6858000" y="4889500"/>
          <p14:tracePt t="31174" x="6851650" y="4889500"/>
          <p14:tracePt t="31187" x="6832600" y="4889500"/>
          <p14:tracePt t="31205" x="6788150" y="4889500"/>
          <p14:tracePt t="31221" x="6781800" y="4889500"/>
          <p14:tracePt t="31237" x="6743700" y="4895850"/>
          <p14:tracePt t="31240" x="6724650" y="4895850"/>
          <p14:tracePt t="31254" x="6711950" y="4895850"/>
          <p14:tracePt t="31271" x="6635750" y="4902200"/>
          <p14:tracePt t="31287" x="6578600" y="4908550"/>
          <p14:tracePt t="31304" x="6546850" y="4908550"/>
          <p14:tracePt t="31321" x="6496050" y="4908550"/>
          <p14:tracePt t="31337" x="6464300" y="4908550"/>
          <p14:tracePt t="31354" x="6432550" y="4908550"/>
          <p14:tracePt t="31371" x="6375400" y="4908550"/>
          <p14:tracePt t="31387" x="6343650" y="4921250"/>
          <p14:tracePt t="31404" x="6324600" y="4921250"/>
          <p14:tracePt t="31407" x="6311900" y="4927600"/>
          <p14:tracePt t="31420" x="6292850" y="4927600"/>
          <p14:tracePt t="31437" x="6254750" y="4940300"/>
          <p14:tracePt t="31440" x="6248400" y="4946650"/>
          <p14:tracePt t="31454" x="6235700" y="4946650"/>
          <p14:tracePt t="31471" x="6203950" y="4959350"/>
          <p14:tracePt t="31487" x="6191250" y="4965700"/>
          <p14:tracePt t="31504" x="6178550" y="4965700"/>
          <p14:tracePt t="31508" x="6172200" y="4972050"/>
          <p14:tracePt t="31521" x="6146800" y="4984750"/>
          <p14:tracePt t="31537" x="6127750" y="4997450"/>
          <p14:tracePt t="31555" x="6102350" y="5010150"/>
          <p14:tracePt t="31571" x="6083300" y="5022850"/>
          <p14:tracePt t="31590" x="6070600" y="5035550"/>
          <p14:tracePt t="31657" x="6070600" y="5041900"/>
          <p14:tracePt t="31675" x="6064250" y="5041900"/>
          <p14:tracePt t="31682" x="6064250" y="5048250"/>
          <p14:tracePt t="31707" x="6057900" y="5054600"/>
          <p14:tracePt t="31715" x="6057900" y="5060950"/>
          <p14:tracePt t="31730" x="6051550" y="5060950"/>
          <p14:tracePt t="31739" x="6051550" y="5067300"/>
          <p14:tracePt t="31754" x="6045200" y="5067300"/>
          <p14:tracePt t="31757" x="6045200" y="5073650"/>
          <p14:tracePt t="31773" x="6038850" y="5080000"/>
          <p14:tracePt t="31787" x="6038850" y="5086350"/>
          <p14:tracePt t="31803" x="6038850" y="5092700"/>
          <p14:tracePt t="31821" x="6032500" y="5099050"/>
          <p14:tracePt t="31837" x="6032500" y="5118100"/>
          <p14:tracePt t="31854" x="6026150" y="5137150"/>
          <p14:tracePt t="31870" x="6019800" y="5143500"/>
          <p14:tracePt t="31887" x="6019800" y="5168900"/>
          <p14:tracePt t="31904" x="6013450" y="5194300"/>
          <p14:tracePt t="31920" x="6007100" y="5207000"/>
          <p14:tracePt t="31937" x="6007100" y="5213350"/>
          <p14:tracePt t="31954" x="6007100" y="5226050"/>
          <p14:tracePt t="31959" x="6007100" y="5238750"/>
          <p14:tracePt t="31973" x="6000750" y="5251450"/>
          <p14:tracePt t="31987" x="6000750" y="5264150"/>
          <p14:tracePt t="32004" x="6000750" y="5276850"/>
          <p14:tracePt t="32020" x="6000750" y="5289550"/>
          <p14:tracePt t="32037" x="6000750" y="5314950"/>
          <p14:tracePt t="32054" x="6000750" y="5321300"/>
          <p14:tracePt t="32070" x="6000750" y="5327650"/>
          <p14:tracePt t="32087" x="6000750" y="5340350"/>
          <p14:tracePt t="32104" x="6000750" y="5346700"/>
          <p14:tracePt t="32121" x="6007100" y="5372100"/>
          <p14:tracePt t="32126" x="6013450" y="5372100"/>
          <p14:tracePt t="32137" x="6013450" y="5378450"/>
          <p14:tracePt t="32154" x="6013450" y="5384800"/>
          <p14:tracePt t="32206" x="6019800" y="5384800"/>
          <p14:tracePt t="32216" x="6019800" y="5391150"/>
          <p14:tracePt t="32222" x="6026150" y="5391150"/>
          <p14:tracePt t="32238" x="6045200" y="5403850"/>
          <p14:tracePt t="32254" x="6057900" y="5403850"/>
          <p14:tracePt t="32271" x="6089650" y="5416550"/>
          <p14:tracePt t="32287" x="6121400" y="5422900"/>
          <p14:tracePt t="32294" x="6134100" y="5422900"/>
          <p14:tracePt t="32304" x="6146800" y="5422900"/>
          <p14:tracePt t="32321" x="6172200" y="5429250"/>
          <p14:tracePt t="32337" x="6184900" y="5435600"/>
          <p14:tracePt t="32354" x="6191250" y="5441950"/>
          <p14:tracePt t="32359" x="6203950" y="5441950"/>
          <p14:tracePt t="32388" x="6223000" y="5448300"/>
          <p14:tracePt t="32391" x="6229350" y="5454650"/>
          <p14:tracePt t="32404" x="6235700" y="5454650"/>
          <p14:tracePt t="32420" x="6261100" y="5461000"/>
          <p14:tracePt t="32423" x="6273800" y="5461000"/>
          <p14:tracePt t="32437" x="6286500" y="5461000"/>
          <p14:tracePt t="32454" x="6311900" y="5461000"/>
          <p14:tracePt t="32457" x="6318250" y="5467350"/>
          <p14:tracePt t="32471" x="6350000" y="5473700"/>
          <p14:tracePt t="32487" x="6381750" y="5473700"/>
          <p14:tracePt t="32504" x="6438900" y="5480050"/>
          <p14:tracePt t="32521" x="6483350" y="5486400"/>
          <p14:tracePt t="32527" x="6515100" y="5486400"/>
          <p14:tracePt t="32537" x="6527800" y="5486400"/>
          <p14:tracePt t="32554" x="6584950" y="5492750"/>
          <p14:tracePt t="32571" x="6642100" y="5499100"/>
          <p14:tracePt t="32587" x="6667500" y="5499100"/>
          <p14:tracePt t="32604" x="6711950" y="5499100"/>
          <p14:tracePt t="32621" x="6756400" y="5505450"/>
          <p14:tracePt t="32626" x="6788150" y="5505450"/>
          <p14:tracePt t="32638" x="6794500" y="5505450"/>
          <p14:tracePt t="32654" x="6826250" y="5505450"/>
          <p14:tracePt t="32659" x="6838950" y="5505450"/>
          <p14:tracePt t="32670" x="6864350" y="5511800"/>
          <p14:tracePt t="32687" x="6877050" y="5511800"/>
          <p14:tracePt t="32690" x="6908800" y="5518150"/>
          <p14:tracePt t="32705" x="6921500" y="5518150"/>
          <p14:tracePt t="32721" x="6946900" y="5518150"/>
          <p14:tracePt t="32738" x="6972300" y="5524500"/>
          <p14:tracePt t="32754" x="7010400" y="5524500"/>
          <p14:tracePt t="32771" x="7042150" y="5530850"/>
          <p14:tracePt t="32787" x="7099300" y="5530850"/>
          <p14:tracePt t="32804" x="7137400" y="5530850"/>
          <p14:tracePt t="32821" x="7194550" y="5537200"/>
          <p14:tracePt t="32837" x="7283450" y="5537200"/>
          <p14:tracePt t="32854" x="7346950" y="5537200"/>
          <p14:tracePt t="32871" x="7410450" y="5537200"/>
          <p14:tracePt t="32887" x="7473950" y="5537200"/>
          <p14:tracePt t="32893" x="7562850" y="5537200"/>
          <p14:tracePt t="32904" x="7581900" y="5537200"/>
          <p14:tracePt t="32920" x="7620000" y="5537200"/>
          <p14:tracePt t="32924" x="7658100" y="5537200"/>
          <p14:tracePt t="32937" x="7670800" y="5537200"/>
          <p14:tracePt t="32955" x="7734300" y="5543550"/>
          <p14:tracePt t="32971" x="7772400" y="5543550"/>
          <p14:tracePt t="32987" x="7842250" y="5549900"/>
          <p14:tracePt t="33004" x="7886700" y="5549900"/>
          <p14:tracePt t="33021" x="7937500" y="5549900"/>
          <p14:tracePt t="33037" x="8013700" y="5556250"/>
          <p14:tracePt t="33054" x="8051800" y="5562600"/>
          <p14:tracePt t="33063" x="8077200" y="5562600"/>
          <p14:tracePt t="33070" x="8102600" y="5568950"/>
          <p14:tracePt t="33087" x="8178800" y="5581650"/>
          <p14:tracePt t="33104" x="8216900" y="5581650"/>
          <p14:tracePt t="33121" x="8261350" y="5588000"/>
          <p14:tracePt t="33125" x="8286750" y="5588000"/>
          <p14:tracePt t="33137" x="8312150" y="5594350"/>
          <p14:tracePt t="33154" x="8362950" y="5600700"/>
          <p14:tracePt t="33158" x="8388350" y="5600700"/>
          <p14:tracePt t="33170" x="8413750" y="5607050"/>
          <p14:tracePt t="33187" x="8534400" y="5613400"/>
          <p14:tracePt t="33190" x="8572500" y="5613400"/>
          <p14:tracePt t="33204" x="8604250" y="5613400"/>
          <p14:tracePt t="33221" x="8705850" y="5613400"/>
          <p14:tracePt t="33239" x="8763000" y="5613400"/>
          <p14:tracePt t="33254" x="8820150" y="5619750"/>
          <p14:tracePt t="33271" x="8883650" y="5619750"/>
          <p14:tracePt t="33287" x="8934450" y="5626100"/>
          <p14:tracePt t="33305" x="8997950" y="5626100"/>
          <p14:tracePt t="33309" x="9036050" y="5632450"/>
          <p14:tracePt t="33321" x="9067800" y="5638800"/>
          <p14:tracePt t="33338" x="9131300" y="5645150"/>
          <p14:tracePt t="33341" x="9156700" y="5651500"/>
          <p14:tracePt t="33354" x="9188450" y="5651500"/>
          <p14:tracePt t="33370" x="9220200" y="5651500"/>
          <p14:tracePt t="33374" x="9232900" y="5651500"/>
          <p14:tracePt t="33387" x="9239250" y="5657850"/>
          <p14:tracePt t="33404" x="9264650" y="5657850"/>
          <p14:tracePt t="33408" x="9283700" y="5657850"/>
          <p14:tracePt t="33420" x="9296400" y="5657850"/>
          <p14:tracePt t="33437" x="9321800" y="5657850"/>
          <p14:tracePt t="33441" x="9334500" y="5657850"/>
          <p14:tracePt t="33454" x="9347200" y="5657850"/>
          <p14:tracePt t="33471" x="9423400" y="5657850"/>
          <p14:tracePt t="33487" x="9455150" y="5657850"/>
          <p14:tracePt t="33504" x="9493250" y="5657850"/>
          <p14:tracePt t="33520" x="9531350" y="5657850"/>
          <p14:tracePt t="33538" x="9569450" y="5657850"/>
          <p14:tracePt t="33554" x="9607550" y="5657850"/>
          <p14:tracePt t="33570" x="9645650" y="5657850"/>
          <p14:tracePt t="33576" x="9664700" y="5657850"/>
          <p14:tracePt t="33587" x="9683750" y="5657850"/>
          <p14:tracePt t="33604" x="9721850" y="5657850"/>
          <p14:tracePt t="33609" x="9740900" y="5657850"/>
          <p14:tracePt t="33621" x="9759950" y="5657850"/>
          <p14:tracePt t="33638" x="9798050" y="5657850"/>
          <p14:tracePt t="33642" x="9817100" y="5657850"/>
          <p14:tracePt t="33654" x="9829800" y="5657850"/>
          <p14:tracePt t="33670" x="9867900" y="5651500"/>
          <p14:tracePt t="33673" x="9880600" y="5651500"/>
          <p14:tracePt t="33687" x="9899650" y="5651500"/>
          <p14:tracePt t="33704" x="9918700" y="5651500"/>
          <p14:tracePt t="33706" x="9931400" y="5651500"/>
          <p14:tracePt t="33721" x="9982200" y="5651500"/>
          <p14:tracePt t="33738" x="10045700" y="5651500"/>
          <p14:tracePt t="33754" x="10121900" y="5645150"/>
          <p14:tracePt t="33770" x="10166350" y="5645150"/>
          <p14:tracePt t="33787" x="10242550" y="5645150"/>
          <p14:tracePt t="33804" x="10293350" y="5645150"/>
          <p14:tracePt t="33821" x="10331450" y="5645150"/>
          <p14:tracePt t="33837" x="10369550" y="5645150"/>
          <p14:tracePt t="33842" x="10382250" y="5645150"/>
          <p14:tracePt t="33854" x="10394950" y="5645150"/>
          <p14:tracePt t="33870" x="10426700" y="5645150"/>
          <p14:tracePt t="33875" x="10464800" y="5645150"/>
          <p14:tracePt t="33887" x="10496550" y="5645150"/>
          <p14:tracePt t="33904" x="10534650" y="5638800"/>
          <p14:tracePt t="33907" x="10553700" y="5638800"/>
          <p14:tracePt t="33921" x="10604500" y="5632450"/>
          <p14:tracePt t="33937" x="10617200" y="5626100"/>
          <p14:tracePt t="33940" x="10629900" y="5619750"/>
          <p14:tracePt t="33954" x="10648950" y="5619750"/>
          <p14:tracePt t="33971" x="10674350" y="5613400"/>
          <p14:tracePt t="33987" x="10687050" y="5607050"/>
          <p14:tracePt t="34004" x="10706100" y="5600700"/>
          <p14:tracePt t="34021" x="10750550" y="5588000"/>
          <p14:tracePt t="34037" x="10782300" y="5581650"/>
          <p14:tracePt t="34044" x="10801350" y="5575300"/>
          <p14:tracePt t="34054" x="10820400" y="5568950"/>
          <p14:tracePt t="34070" x="10852150" y="5562600"/>
          <p14:tracePt t="34087" x="10883900" y="5549900"/>
          <p14:tracePt t="34104" x="10902950" y="5530850"/>
          <p14:tracePt t="34107" x="10922000" y="5524500"/>
          <p14:tracePt t="34121" x="10922000" y="5518150"/>
          <p14:tracePt t="34137" x="10928350" y="5511800"/>
          <p14:tracePt t="34142" x="10934700" y="5511800"/>
          <p14:tracePt t="34154" x="10941050" y="5505450"/>
          <p14:tracePt t="34171" x="10947400" y="5486400"/>
          <p14:tracePt t="34173" x="10953750" y="5486400"/>
          <p14:tracePt t="34187" x="10960100" y="5473700"/>
          <p14:tracePt t="34204" x="10972800" y="5461000"/>
          <p14:tracePt t="34207" x="10979150" y="5448300"/>
          <p14:tracePt t="34221" x="10998200" y="5429250"/>
          <p14:tracePt t="34237" x="11004550" y="5403850"/>
          <p14:tracePt t="34254" x="11023600" y="5378450"/>
          <p14:tracePt t="34271" x="11023600" y="5365750"/>
          <p14:tracePt t="34287" x="11036300" y="5346700"/>
          <p14:tracePt t="34304" x="11042650" y="5321300"/>
          <p14:tracePt t="34321" x="11049000" y="5308600"/>
          <p14:tracePt t="34337" x="11049000" y="5289550"/>
          <p14:tracePt t="34354" x="11049000" y="5283200"/>
          <p14:tracePt t="34370" x="11049000" y="5251450"/>
          <p14:tracePt t="34377" x="11049000" y="5245100"/>
          <p14:tracePt t="34387" x="11042650" y="5238750"/>
          <p14:tracePt t="34404" x="11036300" y="5219700"/>
          <p14:tracePt t="34406" x="11029950" y="5207000"/>
          <p14:tracePt t="34421" x="11017250" y="5194300"/>
          <p14:tracePt t="34437" x="11004550" y="5181600"/>
          <p14:tracePt t="34441" x="10998200" y="5175250"/>
          <p14:tracePt t="34454" x="10979150" y="5162550"/>
          <p14:tracePt t="34471" x="10953750" y="5143500"/>
          <p14:tracePt t="34488" x="10909300" y="5118100"/>
          <p14:tracePt t="34504" x="10833100" y="5099050"/>
          <p14:tracePt t="34521" x="10782300" y="5099050"/>
          <p14:tracePt t="34537" x="10668000" y="5086350"/>
          <p14:tracePt t="34554" x="10560050" y="5086350"/>
          <p14:tracePt t="34571" x="10439400" y="5086350"/>
          <p14:tracePt t="34577" x="10350500" y="5086350"/>
          <p14:tracePt t="34587" x="10312400" y="5086350"/>
          <p14:tracePt t="34604" x="10198100" y="5086350"/>
          <p14:tracePt t="34608" x="10115550" y="5086350"/>
          <p14:tracePt t="34620" x="10083800" y="5086350"/>
          <p14:tracePt t="34637" x="9975850" y="5086350"/>
          <p14:tracePt t="34640" x="9950450" y="5086350"/>
          <p14:tracePt t="34654" x="9880600" y="5086350"/>
          <p14:tracePt t="34671" x="9753600" y="5086350"/>
          <p14:tracePt t="34687" x="9690100" y="5086350"/>
          <p14:tracePt t="34704" x="9563100" y="5092700"/>
          <p14:tracePt t="34721" x="9474200" y="5105400"/>
          <p14:tracePt t="34737" x="9340850" y="5105400"/>
          <p14:tracePt t="34754" x="9264650" y="5105400"/>
          <p14:tracePt t="34771" x="9137650" y="5105400"/>
          <p14:tracePt t="34787" x="9067800" y="5105400"/>
          <p14:tracePt t="34804" x="8978900" y="5105400"/>
          <p14:tracePt t="34821" x="8801100" y="5105400"/>
          <p14:tracePt t="34837" x="8623300" y="5111750"/>
          <p14:tracePt t="34842" x="8566150" y="5118100"/>
          <p14:tracePt t="34854" x="8502650" y="5118100"/>
          <p14:tracePt t="34870" x="8286750" y="5124450"/>
          <p14:tracePt t="34875" x="8223250" y="5130800"/>
          <p14:tracePt t="34887" x="8166100" y="5130800"/>
          <p14:tracePt t="34907" x="7924800" y="5130800"/>
          <p14:tracePt t="34923" x="7759700" y="5130800"/>
          <p14:tracePt t="34937" x="7664450" y="5130800"/>
          <p14:tracePt t="34956" x="7505700" y="5130800"/>
          <p14:tracePt t="34962" x="7454900" y="5130800"/>
          <p14:tracePt t="34973" x="7410450" y="5130800"/>
          <p14:tracePt t="34988" x="7315200" y="5124450"/>
          <p14:tracePt t="35004" x="7137400" y="5111750"/>
          <p14:tracePt t="35020" x="7042150" y="5105400"/>
          <p14:tracePt t="35037" x="6946900" y="5099050"/>
          <p14:tracePt t="35053" x="6775450" y="5092700"/>
          <p14:tracePt t="35070" x="6680200" y="5092700"/>
          <p14:tracePt t="35087" x="6597650" y="5080000"/>
          <p14:tracePt t="35103" x="6508750" y="5073650"/>
          <p14:tracePt t="35120" x="6419850" y="5067300"/>
          <p14:tracePt t="35124" x="6381750" y="5060950"/>
          <p14:tracePt t="35137" x="6337300" y="5054600"/>
          <p14:tracePt t="35154" x="6172200" y="5041900"/>
          <p14:tracePt t="35157" x="6121400" y="5035550"/>
          <p14:tracePt t="35171" x="6026150" y="5035550"/>
          <p14:tracePt t="35187" x="5943600" y="5035550"/>
          <p14:tracePt t="35204" x="5880100" y="5041900"/>
          <p14:tracePt t="35221" x="5822950" y="5060950"/>
          <p14:tracePt t="35227" x="5810250" y="5067300"/>
          <p14:tracePt t="35238" x="5797550" y="5067300"/>
          <p14:tracePt t="35254" x="5784850" y="5067300"/>
          <p14:tracePt t="35270" x="5778500" y="5073650"/>
          <p14:tracePt t="35287" x="5772150" y="5080000"/>
          <p14:tracePt t="35304" x="5765800" y="5086350"/>
          <p14:tracePt t="35321" x="5759450" y="5099050"/>
          <p14:tracePt t="35325" x="5753100" y="5099050"/>
          <p14:tracePt t="35337" x="5746750" y="5111750"/>
          <p14:tracePt t="35354" x="5734050" y="5124450"/>
          <p14:tracePt t="35359" x="5727700" y="5130800"/>
          <p14:tracePt t="35371" x="5721350" y="5143500"/>
          <p14:tracePt t="35388" x="5715000" y="5156200"/>
          <p14:tracePt t="35392" x="5708650" y="5156200"/>
          <p14:tracePt t="35404" x="5708650" y="5162550"/>
          <p14:tracePt t="35421" x="5695950" y="5194300"/>
          <p14:tracePt t="35440" x="5695950" y="5200650"/>
          <p14:tracePt t="35454" x="5689600" y="5219700"/>
          <p14:tracePt t="35471" x="5689600" y="5232400"/>
          <p14:tracePt t="35488" x="5689600" y="5264150"/>
          <p14:tracePt t="35493" x="5689600" y="5276850"/>
          <p14:tracePt t="35504" x="5689600" y="5295900"/>
          <p14:tracePt t="35520" x="5689600" y="5327650"/>
          <p14:tracePt t="35537" x="5695950" y="5353050"/>
          <p14:tracePt t="35554" x="5708650" y="5378450"/>
          <p14:tracePt t="35571" x="5715000" y="5403850"/>
          <p14:tracePt t="35587" x="5727700" y="5416550"/>
          <p14:tracePt t="35592" x="5734050" y="5422900"/>
          <p14:tracePt t="35604" x="5740400" y="5429250"/>
          <p14:tracePt t="35621" x="5753100" y="5448300"/>
          <p14:tracePt t="35624" x="5759450" y="5461000"/>
          <p14:tracePt t="35637" x="5765800" y="5467350"/>
          <p14:tracePt t="35654" x="5778500" y="5480050"/>
          <p14:tracePt t="35657" x="5784850" y="5486400"/>
          <p14:tracePt t="35671" x="5797550" y="5499100"/>
          <p14:tracePt t="35687" x="5803900" y="5511800"/>
          <p14:tracePt t="35704" x="5816600" y="5530850"/>
          <p14:tracePt t="35721" x="5822950" y="5549900"/>
          <p14:tracePt t="35737" x="5829300" y="5562600"/>
          <p14:tracePt t="35754" x="5835650" y="5588000"/>
          <p14:tracePt t="35760" x="5842000" y="5594350"/>
          <p14:tracePt t="35770" x="5848350" y="5607050"/>
          <p14:tracePt t="35787" x="5861050" y="5632450"/>
          <p14:tracePt t="35804" x="5873750" y="5657850"/>
          <p14:tracePt t="35821" x="5892800" y="5683250"/>
          <p14:tracePt t="35826" x="5899150" y="5689600"/>
          <p14:tracePt t="35837" x="5899150" y="5695950"/>
          <p14:tracePt t="35854" x="5911850" y="5708650"/>
          <p14:tracePt t="35857" x="5918200" y="5708650"/>
          <p14:tracePt t="36085" x="0" y="0"/>
        </p14:tracePtLst>
        <p14:tracePtLst>
          <p14:tracePt t="70737" x="8959850" y="5391150"/>
          <p14:tracePt t="70742" x="8896350" y="5365750"/>
          <p14:tracePt t="70755" x="8877300" y="5365750"/>
          <p14:tracePt t="70772" x="8807450" y="5359400"/>
          <p14:tracePt t="70777" x="8788400" y="5359400"/>
          <p14:tracePt t="70788" x="8731250" y="5359400"/>
          <p14:tracePt t="70805" x="8686800" y="5359400"/>
          <p14:tracePt t="70808" x="8667750" y="5359400"/>
          <p14:tracePt t="70823" x="8610600" y="5372100"/>
          <p14:tracePt t="70838" x="8578850" y="5378450"/>
          <p14:tracePt t="70855" x="8534400" y="5391150"/>
          <p14:tracePt t="70872" x="8470900" y="5416550"/>
          <p14:tracePt t="70888" x="8407400" y="5448300"/>
          <p14:tracePt t="70905" x="8299450" y="5492750"/>
          <p14:tracePt t="70921" x="8210550" y="5524500"/>
          <p14:tracePt t="70938" x="8121650" y="5543550"/>
          <p14:tracePt t="70942" x="8070850" y="5556250"/>
          <p14:tracePt t="70955" x="8032750" y="5556250"/>
          <p14:tracePt t="70971" x="7988300" y="5562600"/>
          <p14:tracePt t="70988" x="7956550" y="5562600"/>
          <p14:tracePt t="71005" x="7924800" y="5568950"/>
          <p14:tracePt t="71010" x="7912100" y="5568950"/>
          <p14:tracePt t="71022" x="7874000" y="5575300"/>
          <p14:tracePt t="71038" x="7804150" y="5588000"/>
          <p14:tracePt t="71043" x="7785100" y="5594350"/>
          <p14:tracePt t="71055" x="7721600" y="5607050"/>
          <p14:tracePt t="71072" x="7581900" y="5638800"/>
          <p14:tracePt t="71088" x="7518400" y="5657850"/>
          <p14:tracePt t="71105" x="7404100" y="5695950"/>
          <p14:tracePt t="71124" x="7296150" y="5740400"/>
          <p14:tracePt t="71128" x="7270750" y="5746750"/>
          <p14:tracePt t="71138" x="7239000" y="5759450"/>
          <p14:tracePt t="71155" x="7137400" y="5791200"/>
          <p14:tracePt t="71171" x="7073900" y="5816600"/>
          <p14:tracePt t="71188" x="6985000" y="5854700"/>
          <p14:tracePt t="71205" x="6934200" y="5880100"/>
          <p14:tracePt t="71221" x="6877050" y="5905500"/>
          <p14:tracePt t="71238" x="6864350" y="5924550"/>
          <p14:tracePt t="71255" x="6851650" y="5943600"/>
          <p14:tracePt t="71271" x="6845300" y="5962650"/>
          <p14:tracePt t="71288" x="6845300" y="5981700"/>
          <p14:tracePt t="71290" x="6845300" y="5994400"/>
          <p14:tracePt t="71305" x="6845300" y="6013450"/>
          <p14:tracePt t="71321" x="6845300" y="6076950"/>
          <p14:tracePt t="71338" x="6845300" y="6115050"/>
          <p14:tracePt t="71354" x="6858000" y="6165850"/>
          <p14:tracePt t="71371" x="6870700" y="6210300"/>
          <p14:tracePt t="71388" x="6896100" y="6248400"/>
          <p14:tracePt t="71404" x="6934200" y="6286500"/>
          <p14:tracePt t="71421" x="7029450" y="6337300"/>
          <p14:tracePt t="71438" x="7156450" y="6381750"/>
          <p14:tracePt t="71455" x="7359650" y="6432550"/>
          <p14:tracePt t="71471" x="7600950" y="6457950"/>
          <p14:tracePt t="71488" x="7899400" y="6464300"/>
          <p14:tracePt t="71505" x="8140700" y="6464300"/>
          <p14:tracePt t="71521" x="8388350" y="6457950"/>
          <p14:tracePt t="71524" x="8515350" y="6451600"/>
          <p14:tracePt t="71538" x="8623300" y="6445250"/>
          <p14:tracePt t="71554" x="8858250" y="6438900"/>
          <p14:tracePt t="71556" x="8966200" y="6426200"/>
          <p14:tracePt t="71572" x="9150350" y="6419850"/>
          <p14:tracePt t="71588" x="9277350" y="6407150"/>
          <p14:tracePt t="71604" x="9429750" y="6394450"/>
          <p14:tracePt t="71621" x="9544050" y="6381750"/>
          <p14:tracePt t="71638" x="9709150" y="6375400"/>
          <p14:tracePt t="71655" x="9855200" y="6375400"/>
          <p14:tracePt t="71671" x="10039350" y="6369050"/>
          <p14:tracePt t="71688" x="10267950" y="6337300"/>
          <p14:tracePt t="71692" x="10414000" y="6324600"/>
          <p14:tracePt t="71705" x="10464800" y="6311900"/>
          <p14:tracePt t="71721" x="10674350" y="6261100"/>
          <p14:tracePt t="71724" x="10718800" y="6248400"/>
          <p14:tracePt t="71738" x="10845800" y="6210300"/>
          <p14:tracePt t="71755" x="10979150" y="6134100"/>
          <p14:tracePt t="71758" x="11029950" y="6096000"/>
          <p14:tracePt t="71771" x="11061700" y="6057900"/>
          <p14:tracePt t="71788" x="11125200" y="5975350"/>
          <p14:tracePt t="71790" x="11131550" y="5949950"/>
          <p14:tracePt t="71805" x="11144250" y="5930900"/>
          <p14:tracePt t="71821" x="11150600" y="5842000"/>
          <p14:tracePt t="71838" x="11137900" y="5778500"/>
          <p14:tracePt t="71855" x="11087100" y="5715000"/>
          <p14:tracePt t="71871" x="10960100" y="5632450"/>
          <p14:tracePt t="71888" x="10820400" y="5568950"/>
          <p14:tracePt t="71895" x="10693400" y="5518150"/>
          <p14:tracePt t="71905" x="10515600" y="5454650"/>
          <p14:tracePt t="71921" x="10102850" y="5334000"/>
          <p14:tracePt t="71926" x="9988550" y="5308600"/>
          <p14:tracePt t="71938" x="9747250" y="5251450"/>
          <p14:tracePt t="71955" x="9480550" y="5207000"/>
          <p14:tracePt t="71958" x="9232900" y="5175250"/>
          <p14:tracePt t="71972" x="9105900" y="5162550"/>
          <p14:tracePt t="71988" x="8832850" y="5162550"/>
          <p14:tracePt t="71991" x="8693150" y="5162550"/>
          <p14:tracePt t="72006" x="8382000" y="5187950"/>
          <p14:tracePt t="72021" x="8204200" y="5219700"/>
          <p14:tracePt t="72026" x="8026400" y="5270500"/>
          <p14:tracePt t="72038" x="7854950" y="5308600"/>
          <p14:tracePt t="72055" x="7543800" y="5403850"/>
          <p14:tracePt t="72058" x="7385050" y="5454650"/>
          <p14:tracePt t="72072" x="7232650" y="5505450"/>
          <p14:tracePt t="72088" x="7092950" y="5537200"/>
          <p14:tracePt t="72105" x="7010400" y="5556250"/>
          <p14:tracePt t="72121" x="6946900" y="5575300"/>
          <p14:tracePt t="72138" x="6870700" y="5588000"/>
          <p14:tracePt t="72155" x="6769100" y="5613400"/>
          <p14:tracePt t="72162" x="6718300" y="5632450"/>
          <p14:tracePt t="72171" x="6673850" y="5651500"/>
          <p14:tracePt t="72188" x="6572250" y="5715000"/>
          <p14:tracePt t="72192" x="6496050" y="5772150"/>
          <p14:tracePt t="72205" x="6477000" y="5803900"/>
          <p14:tracePt t="72222" x="6438900" y="5854700"/>
          <p14:tracePt t="72225" x="6432550" y="5873750"/>
          <p14:tracePt t="72238" x="6432550" y="5880100"/>
          <p14:tracePt t="72255" x="6432550" y="5911850"/>
          <p14:tracePt t="72257" x="6432550" y="5937250"/>
          <p14:tracePt t="72272" x="6445250" y="5956300"/>
          <p14:tracePt t="72288" x="6451600" y="5969000"/>
          <p14:tracePt t="72293" x="6457950" y="5981700"/>
          <p14:tracePt t="72297" x="6464300" y="5994400"/>
          <p14:tracePt t="72322" x="6464300" y="6007100"/>
          <p14:tracePt t="72338" x="6470650" y="6013450"/>
          <p14:tracePt t="72354" x="6470650" y="6019800"/>
          <p14:tracePt t="72427" x="6477000" y="6026150"/>
          <p14:tracePt t="72435" x="6483350" y="6026150"/>
          <p14:tracePt t="72451" x="6489700" y="6026150"/>
          <p14:tracePt t="72459" x="6489700" y="6032500"/>
          <p14:tracePt t="72471" x="6496050" y="6032500"/>
          <p14:tracePt t="72488" x="6508750" y="6032500"/>
          <p14:tracePt t="72504" x="6515100" y="6032500"/>
          <p14:tracePt t="72523" x="6521450" y="6032500"/>
          <p14:tracePt t="72550" x="6527800" y="6032500"/>
          <p14:tracePt t="72553" x="0" y="0"/>
        </p14:tracePtLst>
        <p14:tracePtLst>
          <p14:tracePt t="74935" x="6223000" y="3416300"/>
          <p14:tracePt t="74940" x="6216650" y="3416300"/>
          <p14:tracePt t="74955" x="6216650" y="3409950"/>
          <p14:tracePt t="75000" x="6210300" y="3409950"/>
          <p14:tracePt t="75015" x="6203950" y="3409950"/>
          <p14:tracePt t="75023" x="6197600" y="3409950"/>
          <p14:tracePt t="75038" x="6165850" y="3409950"/>
          <p14:tracePt t="75055" x="6127750" y="3416300"/>
          <p14:tracePt t="75072" x="6096000" y="3429000"/>
          <p14:tracePt t="75088" x="6045200" y="3454400"/>
          <p14:tracePt t="75104" x="5994400" y="3486150"/>
          <p14:tracePt t="75121" x="5943600" y="3517900"/>
          <p14:tracePt t="75138" x="5905500" y="3543300"/>
          <p14:tracePt t="75155" x="5880100" y="3575050"/>
          <p14:tracePt t="75160" x="5867400" y="3581400"/>
          <p14:tracePt t="75172" x="5861050" y="3600450"/>
          <p14:tracePt t="75188" x="5848350" y="3619500"/>
          <p14:tracePt t="75191" x="5848350" y="3632200"/>
          <p14:tracePt t="75205" x="5835650" y="3651250"/>
          <p14:tracePt t="75222" x="5822950" y="3714750"/>
          <p14:tracePt t="75238" x="5816600" y="3759200"/>
          <p14:tracePt t="75255" x="5816600" y="3816350"/>
          <p14:tracePt t="75258" x="5816600" y="3835400"/>
          <p14:tracePt t="75272" x="5816600" y="3956050"/>
          <p14:tracePt t="75289" x="5816600" y="4019550"/>
          <p14:tracePt t="75305" x="5816600" y="4108450"/>
          <p14:tracePt t="75322" x="5822950" y="4146550"/>
          <p14:tracePt t="75338" x="5835650" y="4216400"/>
          <p14:tracePt t="75355" x="5861050" y="4298950"/>
          <p14:tracePt t="75371" x="5880100" y="4394200"/>
          <p14:tracePt t="75388" x="5918200" y="4502150"/>
          <p14:tracePt t="75405" x="5943600" y="4565650"/>
          <p14:tracePt t="75421" x="6007100" y="4679950"/>
          <p14:tracePt t="75424" x="6032500" y="4705350"/>
          <p14:tracePt t="75438" x="6057900" y="4730750"/>
          <p14:tracePt t="75455" x="6146800" y="4819650"/>
          <p14:tracePt t="75457" x="6172200" y="4838700"/>
          <p14:tracePt t="75472" x="6292850" y="4902200"/>
          <p14:tracePt t="75488" x="6356350" y="4927600"/>
          <p14:tracePt t="75505" x="6400800" y="4940300"/>
          <p14:tracePt t="75522" x="6527800" y="4972050"/>
          <p14:tracePt t="75538" x="6610350" y="4984750"/>
          <p14:tracePt t="75555" x="6718300" y="4991100"/>
          <p14:tracePt t="75572" x="6832600" y="5003800"/>
          <p14:tracePt t="75588" x="7010400" y="5003800"/>
          <p14:tracePt t="75605" x="7099300" y="5003800"/>
          <p14:tracePt t="75622" x="7232650" y="5003800"/>
          <p14:tracePt t="75626" x="7334250" y="5003800"/>
          <p14:tracePt t="75638" x="7372350" y="5010150"/>
          <p14:tracePt t="75655" x="7493000" y="5010150"/>
          <p14:tracePt t="75658" x="7531100" y="5010150"/>
          <p14:tracePt t="75671" x="7613650" y="5010150"/>
          <p14:tracePt t="75688" x="7721600" y="5010150"/>
          <p14:tracePt t="75691" x="7759700" y="5010150"/>
          <p14:tracePt t="75705" x="7785100" y="5010150"/>
          <p14:tracePt t="75722" x="7931150" y="5010150"/>
          <p14:tracePt t="75739" x="8039100" y="5010150"/>
          <p14:tracePt t="75754" x="8102600" y="5010150"/>
          <p14:tracePt t="75771" x="8223250" y="5010150"/>
          <p14:tracePt t="75788" x="8299450" y="5010150"/>
          <p14:tracePt t="75805" x="8382000" y="5010150"/>
          <p14:tracePt t="75822" x="8534400" y="5010150"/>
          <p14:tracePt t="75838" x="8623300" y="5010150"/>
          <p14:tracePt t="75855" x="8705850" y="5010150"/>
          <p14:tracePt t="75860" x="8801100" y="5010150"/>
          <p14:tracePt t="75871" x="8832850" y="5010150"/>
          <p14:tracePt t="75888" x="8915400" y="5010150"/>
          <p14:tracePt t="75905" x="8997950" y="5010150"/>
          <p14:tracePt t="75921" x="9080500" y="5010150"/>
          <p14:tracePt t="75926" x="9188450" y="5010150"/>
          <p14:tracePt t="75938" x="9226550" y="5010150"/>
          <p14:tracePt t="75955" x="9315450" y="5010150"/>
          <p14:tracePt t="75959" x="9366250" y="5010150"/>
          <p14:tracePt t="75972" x="9474200" y="5003800"/>
          <p14:tracePt t="75988" x="9588500" y="4984750"/>
          <p14:tracePt t="76005" x="9702800" y="4959350"/>
          <p14:tracePt t="76021" x="9823450" y="4927600"/>
          <p14:tracePt t="76038" x="9950450" y="4889500"/>
          <p14:tracePt t="76055" x="10077450" y="4864100"/>
          <p14:tracePt t="76074" x="10198100" y="4838700"/>
          <p14:tracePt t="76088" x="10331450" y="4800600"/>
          <p14:tracePt t="76107" x="10458450" y="4768850"/>
          <p14:tracePt t="76110" x="10521950" y="4756150"/>
          <p14:tracePt t="76121" x="10591800" y="4730750"/>
          <p14:tracePt t="76140" x="10712450" y="4699000"/>
          <p14:tracePt t="76144" x="10769600" y="4679950"/>
          <p14:tracePt t="76155" x="10833100" y="4660900"/>
          <p14:tracePt t="76173" x="10985500" y="4591050"/>
          <p14:tracePt t="76176" x="11023600" y="4565650"/>
          <p14:tracePt t="76188" x="11049000" y="4546600"/>
          <p14:tracePt t="76207" x="11118850" y="4470400"/>
          <p14:tracePt t="76222" x="11144250" y="4413250"/>
          <p14:tracePt t="76240" x="11150600" y="4368800"/>
          <p14:tracePt t="76255" x="11156950" y="4318000"/>
          <p14:tracePt t="76271" x="11163300" y="4260850"/>
          <p14:tracePt t="76288" x="11176000" y="4197350"/>
          <p14:tracePt t="76305" x="11188700" y="4114800"/>
          <p14:tracePt t="76322" x="11201400" y="4032250"/>
          <p14:tracePt t="76338" x="11220450" y="3924300"/>
          <p14:tracePt t="76355" x="11239500" y="3803650"/>
          <p14:tracePt t="76371" x="11252200" y="3670300"/>
          <p14:tracePt t="76388" x="11252200" y="3498850"/>
          <p14:tracePt t="76405" x="11252200" y="3333750"/>
          <p14:tracePt t="76408" x="11252200" y="3270250"/>
          <p14:tracePt t="76421" x="11226800" y="3124200"/>
          <p14:tracePt t="76439" x="11195050" y="3009900"/>
          <p14:tracePt t="76442" x="11150600" y="2857500"/>
          <p14:tracePt t="76455" x="11131550" y="2806700"/>
          <p14:tracePt t="76472" x="11017250" y="2603500"/>
          <p14:tracePt t="76488" x="10922000" y="2501900"/>
          <p14:tracePt t="76505" x="10839450" y="2432050"/>
          <p14:tracePt t="76522" x="10750550" y="2393950"/>
          <p14:tracePt t="76538" x="10648950" y="2362200"/>
          <p14:tracePt t="76544" x="10579100" y="2355850"/>
          <p14:tracePt t="76555" x="10509250" y="2343150"/>
          <p14:tracePt t="76572" x="10394950" y="2324100"/>
          <p14:tracePt t="76588" x="10160000" y="2292350"/>
          <p14:tracePt t="76605" x="9944100" y="2247900"/>
          <p14:tracePt t="76621" x="9575800" y="2178050"/>
          <p14:tracePt t="76638" x="9340850" y="2127250"/>
          <p14:tracePt t="76644" x="9156700" y="2089150"/>
          <p14:tracePt t="76655" x="9099550" y="2082800"/>
          <p14:tracePt t="76671" x="8801100" y="2038350"/>
          <p14:tracePt t="76674" x="8763000" y="2038350"/>
          <p14:tracePt t="76688" x="8642350" y="2025650"/>
          <p14:tracePt t="76705" x="8477250" y="2025650"/>
          <p14:tracePt t="76708" x="8369300" y="2025650"/>
          <p14:tracePt t="76722" x="8242300" y="2044700"/>
          <p14:tracePt t="76738" x="8102600" y="2095500"/>
          <p14:tracePt t="76754" x="8026400" y="2133600"/>
          <p14:tracePt t="76771" x="7861300" y="2209800"/>
          <p14:tracePt t="76788" x="7702550" y="2266950"/>
          <p14:tracePt t="76805" x="7562850" y="2305050"/>
          <p14:tracePt t="76821" x="7442200" y="2330450"/>
          <p14:tracePt t="76838" x="7385050" y="2336800"/>
          <p14:tracePt t="76855" x="7277100" y="2362200"/>
          <p14:tracePt t="76872" x="7143750" y="2381250"/>
          <p14:tracePt t="76877" x="7099300" y="2387600"/>
          <p14:tracePt t="76888" x="6997700" y="2406650"/>
          <p14:tracePt t="76905" x="6851650" y="2463800"/>
          <p14:tracePt t="76910" x="6724650" y="2508250"/>
          <p14:tracePt t="76922" x="6680200" y="2527300"/>
          <p14:tracePt t="76938" x="6540500" y="2603500"/>
          <p14:tracePt t="76940" x="6457950" y="2635250"/>
          <p14:tracePt t="76954" x="6381750" y="2673350"/>
          <p14:tracePt t="76972" x="6280150" y="2711450"/>
          <p14:tracePt t="76988" x="6216650" y="2736850"/>
          <p14:tracePt t="77005" x="6165850" y="2762250"/>
          <p14:tracePt t="77021" x="6102350" y="2813050"/>
          <p14:tracePt t="77038" x="6051550" y="2851150"/>
          <p14:tracePt t="77055" x="5969000" y="2940050"/>
          <p14:tracePt t="77071" x="5892800" y="3048000"/>
          <p14:tracePt t="77076" x="5867400" y="3086100"/>
          <p14:tracePt t="77088" x="5842000" y="3136900"/>
          <p14:tracePt t="77105" x="5759450" y="3289300"/>
          <p14:tracePt t="77122" x="5695950" y="3409950"/>
          <p14:tracePt t="77138" x="5664200" y="3492500"/>
          <p14:tracePt t="77155" x="5638800" y="3587750"/>
          <p14:tracePt t="77172" x="5613400" y="3695700"/>
          <p14:tracePt t="77174" x="5600700" y="3727450"/>
          <p14:tracePt t="77188" x="5588000" y="3810000"/>
          <p14:tracePt t="77205" x="5575300" y="3905250"/>
          <p14:tracePt t="77208" x="5575300" y="3930650"/>
          <p14:tracePt t="77222" x="5575300" y="4000500"/>
          <p14:tracePt t="77239" x="5594350" y="4083050"/>
          <p14:tracePt t="77255" x="5613400" y="4114800"/>
          <p14:tracePt t="77272" x="5638800" y="4184650"/>
          <p14:tracePt t="77289" x="5664200" y="4222750"/>
          <p14:tracePt t="77305" x="5715000" y="4286250"/>
          <p14:tracePt t="77322" x="5791200" y="4362450"/>
          <p14:tracePt t="77338" x="5848350" y="4406900"/>
          <p14:tracePt t="77344" x="5937250" y="4470400"/>
          <p14:tracePt t="77354" x="5969000" y="4489450"/>
          <p14:tracePt t="77371" x="6184900" y="4591050"/>
          <p14:tracePt t="77388" x="6375400" y="4667250"/>
          <p14:tracePt t="77405" x="6591300" y="4743450"/>
          <p14:tracePt t="77408" x="6623050" y="4756150"/>
          <p14:tracePt t="77422" x="6724650" y="4775200"/>
          <p14:tracePt t="77439" x="6883400" y="4813300"/>
          <p14:tracePt t="77443" x="6915150" y="4819650"/>
          <p14:tracePt t="77455" x="6985000" y="4826000"/>
          <p14:tracePt t="77472" x="7105650" y="4826000"/>
          <p14:tracePt t="77488" x="7175500" y="4826000"/>
          <p14:tracePt t="77505" x="7226300" y="4826000"/>
          <p14:tracePt t="77521" x="7289800" y="4826000"/>
          <p14:tracePt t="77538" x="7346950" y="4826000"/>
          <p14:tracePt t="77555" x="7404100" y="4826000"/>
          <p14:tracePt t="77572" x="7461250" y="4832350"/>
          <p14:tracePt t="77576" x="7493000" y="4832350"/>
          <p14:tracePt t="77588" x="7556500" y="4851400"/>
          <p14:tracePt t="77605" x="7620000" y="4857750"/>
          <p14:tracePt t="77608" x="7696200" y="4876800"/>
          <p14:tracePt t="77622" x="7727950" y="4876800"/>
          <p14:tracePt t="77638" x="7842250" y="4883150"/>
          <p14:tracePt t="77643" x="7880350" y="4883150"/>
          <p14:tracePt t="77655" x="7943850" y="4883150"/>
          <p14:tracePt t="77672" x="7994650" y="4870450"/>
          <p14:tracePt t="77676" x="8007350" y="4864100"/>
          <p14:tracePt t="77688" x="8026400" y="4864100"/>
          <p14:tracePt t="77705" x="8045450" y="4851400"/>
          <p14:tracePt t="77707" x="8051800" y="4851400"/>
          <p14:tracePt t="77724" x="8064500" y="4838700"/>
          <p14:tracePt t="77738" x="8077200" y="4832350"/>
          <p14:tracePt t="77757" x="8089900" y="4826000"/>
          <p14:tracePt t="77771" x="8102600" y="4819650"/>
          <p14:tracePt t="77789" x="8115300" y="4819650"/>
          <p14:tracePt t="77804" x="8128000" y="4813300"/>
          <p14:tracePt t="77822" x="8134350" y="4806950"/>
          <p14:tracePt t="77957" x="0" y="0"/>
        </p14:tracePtLst>
      </p14:laserTraceLst>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Lambda expressions</a:t>
            </a:r>
            <a:endParaRPr lang="nl-BE" dirty="0"/>
          </a:p>
        </p:txBody>
      </p:sp>
      <p:sp>
        <p:nvSpPr>
          <p:cNvPr id="3" name="Content Placeholder 2"/>
          <p:cNvSpPr>
            <a:spLocks noGrp="1"/>
          </p:cNvSpPr>
          <p:nvPr>
            <p:ph idx="1"/>
          </p:nvPr>
        </p:nvSpPr>
        <p:spPr/>
        <p:txBody>
          <a:bodyPr>
            <a:normAutofit fontScale="92500" lnSpcReduction="20000"/>
          </a:bodyPr>
          <a:lstStyle/>
          <a:p>
            <a:r>
              <a:rPr lang="nl-BE" dirty="0" err="1"/>
              <a:t>Lambda</a:t>
            </a:r>
            <a:r>
              <a:rPr lang="nl-BE" dirty="0"/>
              <a:t> </a:t>
            </a:r>
            <a:r>
              <a:rPr lang="nl-BE" dirty="0" err="1"/>
              <a:t>expressions</a:t>
            </a:r>
            <a:r>
              <a:rPr lang="nl-BE" dirty="0"/>
              <a:t> </a:t>
            </a:r>
            <a:r>
              <a:rPr lang="nl-BE" dirty="0" err="1"/>
              <a:t>create</a:t>
            </a:r>
            <a:r>
              <a:rPr lang="nl-BE" dirty="0"/>
              <a:t> </a:t>
            </a:r>
            <a:r>
              <a:rPr lang="nl-BE" dirty="0" err="1"/>
              <a:t>anonymous</a:t>
            </a:r>
            <a:r>
              <a:rPr lang="nl-BE" dirty="0"/>
              <a:t> </a:t>
            </a:r>
            <a:r>
              <a:rPr lang="nl-BE" dirty="0" err="1"/>
              <a:t>functions</a:t>
            </a:r>
            <a:r>
              <a:rPr lang="nl-BE" dirty="0"/>
              <a:t> </a:t>
            </a:r>
          </a:p>
          <a:p>
            <a:r>
              <a:rPr lang="en-US" dirty="0"/>
              <a:t>Must be expressible as a single expression (it has to return something)</a:t>
            </a:r>
          </a:p>
          <a:p>
            <a:pPr lvl="1"/>
            <a:r>
              <a:rPr lang="en-US" dirty="0"/>
              <a:t>Arithmetic operations like </a:t>
            </a:r>
            <a:r>
              <a:rPr lang="en-US" dirty="0" err="1"/>
              <a:t>a+b</a:t>
            </a:r>
            <a:r>
              <a:rPr lang="en-US" dirty="0"/>
              <a:t> and a**b</a:t>
            </a:r>
          </a:p>
          <a:p>
            <a:pPr lvl="1"/>
            <a:r>
              <a:rPr lang="en-US" dirty="0"/>
              <a:t>Function calls like sum(</a:t>
            </a:r>
            <a:r>
              <a:rPr lang="en-US" dirty="0" err="1"/>
              <a:t>a,b</a:t>
            </a:r>
            <a:r>
              <a:rPr lang="en-US" dirty="0"/>
              <a:t>)</a:t>
            </a:r>
          </a:p>
          <a:p>
            <a:pPr lvl="1"/>
            <a:r>
              <a:rPr lang="en-US" dirty="0"/>
              <a:t>A print statement like print(“Hello”)</a:t>
            </a:r>
          </a:p>
          <a:p>
            <a:r>
              <a:rPr lang="en-US" dirty="0"/>
              <a:t>Syntax: </a:t>
            </a:r>
            <a:r>
              <a:rPr lang="nl-BE" dirty="0" err="1">
                <a:latin typeface="Courier New" panose="02070309020205020404" pitchFamily="49" charset="0"/>
                <a:cs typeface="Courier New" panose="02070309020205020404" pitchFamily="49" charset="0"/>
              </a:rPr>
              <a:t>lambda</a:t>
            </a:r>
            <a:r>
              <a:rPr lang="nl-BE" dirty="0">
                <a:latin typeface="Courier New" panose="02070309020205020404" pitchFamily="49" charset="0"/>
                <a:cs typeface="Courier New" panose="02070309020205020404" pitchFamily="49" charset="0"/>
              </a:rPr>
              <a:t> [arg1,arg2,..]:[</a:t>
            </a:r>
            <a:r>
              <a:rPr lang="nl-BE" dirty="0" err="1">
                <a:latin typeface="Courier New" panose="02070309020205020404" pitchFamily="49" charset="0"/>
                <a:cs typeface="Courier New" panose="02070309020205020404" pitchFamily="49" charset="0"/>
              </a:rPr>
              <a:t>expression</a:t>
            </a:r>
            <a:r>
              <a:rPr lang="nl-BE" dirty="0">
                <a:latin typeface="Courier New" panose="02070309020205020404" pitchFamily="49" charset="0"/>
                <a:cs typeface="Courier New" panose="02070309020205020404" pitchFamily="49" charset="0"/>
              </a:rPr>
              <a:t>]</a:t>
            </a:r>
          </a:p>
          <a:p>
            <a:pPr lvl="1"/>
            <a:r>
              <a:rPr lang="en-US" dirty="0"/>
              <a:t>start with the lambda keyword, then have:</a:t>
            </a:r>
          </a:p>
          <a:p>
            <a:pPr lvl="1"/>
            <a:r>
              <a:rPr lang="en-US" dirty="0"/>
              <a:t>a list of parameters,</a:t>
            </a:r>
          </a:p>
          <a:p>
            <a:pPr lvl="1"/>
            <a:r>
              <a:rPr lang="en-US" dirty="0"/>
              <a:t>a colon,</a:t>
            </a:r>
          </a:p>
          <a:p>
            <a:pPr lvl="1"/>
            <a:r>
              <a:rPr lang="en-US" dirty="0"/>
              <a:t>then a single statement. </a:t>
            </a:r>
          </a:p>
          <a:p>
            <a:r>
              <a:rPr lang="en-US" dirty="0"/>
              <a:t>Can be assigned to a variable, to call it again later.</a:t>
            </a:r>
          </a:p>
          <a:p>
            <a:r>
              <a:rPr lang="en-US" dirty="0"/>
              <a:t>File: lambda_func_1.py</a:t>
            </a:r>
            <a:endParaRPr lang="nl-BE" dirty="0"/>
          </a:p>
          <a:p>
            <a:endParaRPr lang="en-US" dirty="0"/>
          </a:p>
        </p:txBody>
      </p:sp>
    </p:spTree>
    <p:extLst>
      <p:ext uri="{BB962C8B-B14F-4D97-AF65-F5344CB8AC3E}">
        <p14:creationId xmlns:p14="http://schemas.microsoft.com/office/powerpoint/2010/main" val="17032443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AF596-00AD-E106-F78E-E259C03DE1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4D5F28-FC07-99CA-C7E3-3A0D43748F67}"/>
              </a:ext>
            </a:extLst>
          </p:cNvPr>
          <p:cNvSpPr>
            <a:spLocks noGrp="1"/>
          </p:cNvSpPr>
          <p:nvPr>
            <p:ph type="title"/>
          </p:nvPr>
        </p:nvSpPr>
        <p:spPr/>
        <p:txBody>
          <a:bodyPr/>
          <a:lstStyle/>
          <a:p>
            <a:r>
              <a:rPr lang="en-US" dirty="0"/>
              <a:t>Lambda expressions</a:t>
            </a:r>
            <a:endParaRPr lang="nl-BE" dirty="0"/>
          </a:p>
        </p:txBody>
      </p:sp>
      <p:sp>
        <p:nvSpPr>
          <p:cNvPr id="3" name="Content Placeholder 2">
            <a:extLst>
              <a:ext uri="{FF2B5EF4-FFF2-40B4-BE49-F238E27FC236}">
                <a16:creationId xmlns:a16="http://schemas.microsoft.com/office/drawing/2014/main" id="{AEB8D8BA-C076-5CC2-E72A-A6C919794125}"/>
              </a:ext>
            </a:extLst>
          </p:cNvPr>
          <p:cNvSpPr>
            <a:spLocks noGrp="1"/>
          </p:cNvSpPr>
          <p:nvPr>
            <p:ph idx="1"/>
          </p:nvPr>
        </p:nvSpPr>
        <p:spPr/>
        <p:txBody>
          <a:bodyPr>
            <a:normAutofit/>
          </a:bodyPr>
          <a:lstStyle/>
          <a:p>
            <a:pPr marL="0" indent="0">
              <a:buNone/>
            </a:pPr>
            <a:r>
              <a:rPr lang="en-US" dirty="0"/>
              <a:t>E.g.:</a:t>
            </a:r>
          </a:p>
          <a:p>
            <a:pPr marL="0" indent="0">
              <a:buNone/>
            </a:pPr>
            <a:r>
              <a:rPr lang="en-US" sz="2400" dirty="0">
                <a:latin typeface="Courier New" panose="02070309020205020404" pitchFamily="49" charset="0"/>
                <a:cs typeface="Courier New" panose="02070309020205020404" pitchFamily="49" charset="0"/>
              </a:rPr>
              <a:t>&gt;&gt;&gt; plus1 = lambda x: x + 1</a:t>
            </a:r>
          </a:p>
          <a:p>
            <a:pPr marL="0" indent="0">
              <a:buNone/>
            </a:pPr>
            <a:r>
              <a:rPr lang="en-US" sz="2400" dirty="0">
                <a:latin typeface="Courier New" panose="02070309020205020404" pitchFamily="49" charset="0"/>
                <a:cs typeface="Courier New" panose="02070309020205020404" pitchFamily="49" charset="0"/>
              </a:rPr>
              <a:t>&gt;&gt;&gt; minus1 = lambda x: x – 1</a:t>
            </a:r>
            <a:br>
              <a:rPr lang="en-US" sz="2400" dirty="0">
                <a:latin typeface="Courier New" panose="02070309020205020404" pitchFamily="49" charset="0"/>
                <a:cs typeface="Courier New" panose="02070309020205020404" pitchFamily="49" charset="0"/>
              </a:rPr>
            </a:b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&gt;&gt;&gt; print(’12 +=1:’, plus1(12))</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13</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&gt;&gt;&gt; print(’18 -=1:’, minus1(18))</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17</a:t>
            </a:r>
          </a:p>
        </p:txBody>
      </p:sp>
    </p:spTree>
    <p:extLst>
      <p:ext uri="{BB962C8B-B14F-4D97-AF65-F5344CB8AC3E}">
        <p14:creationId xmlns:p14="http://schemas.microsoft.com/office/powerpoint/2010/main" val="4620543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t>Lambdas</a:t>
            </a:r>
            <a:r>
              <a:rPr lang="nl-BE" dirty="0"/>
              <a:t> </a:t>
            </a:r>
            <a:r>
              <a:rPr lang="nl-BE" dirty="0" err="1"/>
              <a:t>with</a:t>
            </a:r>
            <a:r>
              <a:rPr lang="nl-BE" dirty="0"/>
              <a:t> In-Built </a:t>
            </a:r>
            <a:r>
              <a:rPr lang="nl-BE" dirty="0" err="1"/>
              <a:t>Functions</a:t>
            </a:r>
            <a:endParaRPr lang="nl-BE" dirty="0"/>
          </a:p>
        </p:txBody>
      </p:sp>
      <p:sp>
        <p:nvSpPr>
          <p:cNvPr id="3" name="Content Placeholder 2"/>
          <p:cNvSpPr>
            <a:spLocks noGrp="1"/>
          </p:cNvSpPr>
          <p:nvPr>
            <p:ph idx="1"/>
          </p:nvPr>
        </p:nvSpPr>
        <p:spPr/>
        <p:txBody>
          <a:bodyPr>
            <a:normAutofit lnSpcReduction="10000"/>
          </a:bodyPr>
          <a:lstStyle/>
          <a:p>
            <a:r>
              <a:rPr lang="en-US" dirty="0"/>
              <a:t>There are some built-in functions on which we can apply Python lambda expressions to filter out elements from a list.</a:t>
            </a:r>
          </a:p>
          <a:p>
            <a:r>
              <a:rPr lang="en-US" dirty="0">
                <a:latin typeface="Courier New" panose="02070309020205020404" pitchFamily="49" charset="0"/>
                <a:cs typeface="Courier New" panose="02070309020205020404" pitchFamily="49" charset="0"/>
              </a:rPr>
              <a:t>filter()</a:t>
            </a:r>
            <a:r>
              <a:rPr lang="en-US" dirty="0"/>
              <a:t>: Given a Boolean function returning True or False, filter applies it to each element and returns a new sequence consisting of all elements that are true</a:t>
            </a:r>
          </a:p>
          <a:p>
            <a:r>
              <a:rPr lang="en-US" dirty="0">
                <a:latin typeface="Courier New" panose="02070309020205020404" pitchFamily="49" charset="0"/>
                <a:cs typeface="Courier New" panose="02070309020205020404" pitchFamily="49" charset="0"/>
              </a:rPr>
              <a:t>map():</a:t>
            </a:r>
            <a:r>
              <a:rPr lang="en-US" dirty="0"/>
              <a:t> unlike the filter() function, returns values of the expression for each element in the list. </a:t>
            </a:r>
          </a:p>
          <a:p>
            <a:r>
              <a:rPr lang="en-US" dirty="0">
                <a:latin typeface="Courier New" panose="02070309020205020404" pitchFamily="49" charset="0"/>
                <a:cs typeface="Courier New" panose="02070309020205020404" pitchFamily="49" charset="0"/>
              </a:rPr>
              <a:t>reduce()</a:t>
            </a:r>
            <a:r>
              <a:rPr lang="en-US" dirty="0"/>
              <a:t>: continually applies a function to the sequence seq. It returns a single value</a:t>
            </a:r>
          </a:p>
          <a:p>
            <a:r>
              <a:rPr lang="en-US" dirty="0"/>
              <a:t>File: lambda_1.py</a:t>
            </a:r>
          </a:p>
          <a:p>
            <a:endParaRPr lang="nl-BE" dirty="0"/>
          </a:p>
        </p:txBody>
      </p:sp>
    </p:spTree>
    <p:extLst>
      <p:ext uri="{BB962C8B-B14F-4D97-AF65-F5344CB8AC3E}">
        <p14:creationId xmlns:p14="http://schemas.microsoft.com/office/powerpoint/2010/main" val="13772709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yield</a:t>
            </a:r>
            <a:endParaRPr lang="nl-BE" dirty="0"/>
          </a:p>
        </p:txBody>
      </p:sp>
      <p:sp>
        <p:nvSpPr>
          <p:cNvPr id="3" name="Content Placeholder 2"/>
          <p:cNvSpPr>
            <a:spLocks noGrp="1"/>
          </p:cNvSpPr>
          <p:nvPr>
            <p:ph idx="1"/>
          </p:nvPr>
        </p:nvSpPr>
        <p:spPr/>
        <p:txBody>
          <a:bodyPr>
            <a:normAutofit lnSpcReduction="10000"/>
          </a:bodyPr>
          <a:lstStyle/>
          <a:p>
            <a:r>
              <a:rPr lang="en-US" dirty="0"/>
              <a:t>Yield: </a:t>
            </a:r>
          </a:p>
          <a:p>
            <a:pPr lvl="1"/>
            <a:r>
              <a:rPr lang="en-US" dirty="0"/>
              <a:t>suspends the execution of the function and sends a value back to caller.</a:t>
            </a:r>
          </a:p>
          <a:p>
            <a:pPr lvl="1"/>
            <a:r>
              <a:rPr lang="en-US" dirty="0"/>
              <a:t>Information is retained to enable the function to resume where it is left off.</a:t>
            </a:r>
          </a:p>
          <a:p>
            <a:pPr lvl="1"/>
            <a:r>
              <a:rPr lang="en-US" dirty="0"/>
              <a:t>This allows to produce a series of values over time, rather than computing them at once and sending them back a whole list.</a:t>
            </a:r>
          </a:p>
          <a:p>
            <a:r>
              <a:rPr lang="en-US" dirty="0"/>
              <a:t>used in Python generators. </a:t>
            </a:r>
          </a:p>
          <a:p>
            <a:pPr lvl="1"/>
            <a:r>
              <a:rPr lang="en-US" dirty="0"/>
              <a:t>A generator is a special function in Python that returns a generator object to the caller rather than a data value.</a:t>
            </a:r>
          </a:p>
          <a:p>
            <a:pPr lvl="1"/>
            <a:r>
              <a:rPr lang="en-US" dirty="0"/>
              <a:t>Generators are iterators, but you can only iterate over them once.</a:t>
            </a:r>
            <a:br>
              <a:rPr lang="en-US" dirty="0"/>
            </a:br>
            <a:endParaRPr lang="en-US" dirty="0"/>
          </a:p>
          <a:p>
            <a:r>
              <a:rPr lang="nl-BE" i="1" dirty="0"/>
              <a:t>File: nextSquare.py</a:t>
            </a:r>
          </a:p>
        </p:txBody>
      </p:sp>
    </p:spTree>
    <p:extLst>
      <p:ext uri="{BB962C8B-B14F-4D97-AF65-F5344CB8AC3E}">
        <p14:creationId xmlns:p14="http://schemas.microsoft.com/office/powerpoint/2010/main" val="16916476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3742</Words>
  <Application>Microsoft Office PowerPoint</Application>
  <PresentationFormat>Widescreen</PresentationFormat>
  <Paragraphs>377</Paragraphs>
  <Slides>35</Slides>
  <Notes>8</Notes>
  <HiddenSlides>9</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Calibri Light</vt:lpstr>
      <vt:lpstr>Courier New</vt:lpstr>
      <vt:lpstr>Office Theme</vt:lpstr>
      <vt:lpstr>Python</vt:lpstr>
      <vt:lpstr>Thank You</vt:lpstr>
      <vt:lpstr>See also</vt:lpstr>
      <vt:lpstr>functions</vt:lpstr>
      <vt:lpstr>Functions</vt:lpstr>
      <vt:lpstr>Why functions?</vt:lpstr>
      <vt:lpstr>How to design a function?</vt:lpstr>
      <vt:lpstr>Functions and Spyder</vt:lpstr>
      <vt:lpstr>Functions </vt:lpstr>
      <vt:lpstr>Function Naming rules</vt:lpstr>
      <vt:lpstr>Functions </vt:lpstr>
      <vt:lpstr>function_1.py</vt:lpstr>
      <vt:lpstr>Functions: how to call a function</vt:lpstr>
      <vt:lpstr>Optional and keyword arguments</vt:lpstr>
      <vt:lpstr>Returning from a function</vt:lpstr>
      <vt:lpstr>*args and **kwargs</vt:lpstr>
      <vt:lpstr>Passing Arguments by Reference</vt:lpstr>
      <vt:lpstr>Functions: scope </vt:lpstr>
      <vt:lpstr>Scope</vt:lpstr>
      <vt:lpstr>Functions docstrings</vt:lpstr>
      <vt:lpstr>Built-in Functions</vt:lpstr>
      <vt:lpstr>Module</vt:lpstr>
      <vt:lpstr>Module</vt:lpstr>
      <vt:lpstr>Example straightforward approach </vt:lpstr>
      <vt:lpstr>Loading Modules: the import Statement</vt:lpstr>
      <vt:lpstr>Terminology</vt:lpstr>
      <vt:lpstr>Standard library</vt:lpstr>
      <vt:lpstr>Finding functions in a package</vt:lpstr>
      <vt:lpstr>if __name__ == “__main__ “</vt:lpstr>
      <vt:lpstr>if __name__ == “__main__ “</vt:lpstr>
      <vt:lpstr>name == main block</vt:lpstr>
      <vt:lpstr>Lambda expressions</vt:lpstr>
      <vt:lpstr>Lambda expressions</vt:lpstr>
      <vt:lpstr>Lambdas with In-Built Functions</vt:lpstr>
      <vt:lpstr>yield</vt:lpstr>
    </vt:vector>
  </TitlesOfParts>
  <Company>KU Leuven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Frank Van Puyvelde</dc:creator>
  <cp:lastModifiedBy>Ehsan Moravveji</cp:lastModifiedBy>
  <cp:revision>661</cp:revision>
  <dcterms:created xsi:type="dcterms:W3CDTF">2017-04-04T14:55:01Z</dcterms:created>
  <dcterms:modified xsi:type="dcterms:W3CDTF">2025-10-14T13:24:56Z</dcterms:modified>
</cp:coreProperties>
</file>