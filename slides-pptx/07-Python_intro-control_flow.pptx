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491" r:id="rId2"/>
    <p:sldId id="488" r:id="rId3"/>
    <p:sldId id="489" r:id="rId4"/>
    <p:sldId id="508" r:id="rId5"/>
    <p:sldId id="452" r:id="rId6"/>
    <p:sldId id="453" r:id="rId7"/>
    <p:sldId id="513" r:id="rId8"/>
    <p:sldId id="454" r:id="rId9"/>
    <p:sldId id="455" r:id="rId10"/>
    <p:sldId id="456" r:id="rId11"/>
    <p:sldId id="516" r:id="rId12"/>
    <p:sldId id="468" r:id="rId13"/>
    <p:sldId id="521" r:id="rId14"/>
    <p:sldId id="520" r:id="rId15"/>
    <p:sldId id="515" r:id="rId16"/>
    <p:sldId id="514" r:id="rId17"/>
    <p:sldId id="457" r:id="rId18"/>
    <p:sldId id="458" r:id="rId19"/>
    <p:sldId id="509" r:id="rId20"/>
    <p:sldId id="517" r:id="rId21"/>
    <p:sldId id="511" r:id="rId22"/>
    <p:sldId id="412" r:id="rId23"/>
    <p:sldId id="459" r:id="rId24"/>
    <p:sldId id="518" r:id="rId25"/>
    <p:sldId id="460" r:id="rId26"/>
    <p:sldId id="461" r:id="rId27"/>
    <p:sldId id="519" r:id="rId28"/>
    <p:sldId id="411" r:id="rId29"/>
    <p:sldId id="512" r:id="rId30"/>
    <p:sldId id="462" r:id="rId31"/>
    <p:sldId id="463" r:id="rId32"/>
    <p:sldId id="464" r:id="rId33"/>
    <p:sldId id="465" r:id="rId34"/>
    <p:sldId id="469" r:id="rId35"/>
    <p:sldId id="470" r:id="rId36"/>
    <p:sldId id="471" r:id="rId37"/>
    <p:sldId id="466" r:id="rId38"/>
    <p:sldId id="467" r:id="rId39"/>
    <p:sldId id="510" r:id="rId40"/>
    <p:sldId id="522" r:id="rId41"/>
    <p:sldId id="523" r:id="rId42"/>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0166E9F-00A3-48C1-BDF5-E5144822804C}">
          <p14:sldIdLst>
            <p14:sldId id="491"/>
            <p14:sldId id="488"/>
            <p14:sldId id="489"/>
          </p14:sldIdLst>
        </p14:section>
        <p14:section name="control flow" id="{BCBACEFD-941A-4D2B-ADAA-30CFD6D1B904}">
          <p14:sldIdLst>
            <p14:sldId id="508"/>
            <p14:sldId id="452"/>
            <p14:sldId id="453"/>
          </p14:sldIdLst>
        </p14:section>
        <p14:section name="conditionals" id="{B5369447-8A0D-4CC8-8FDC-65622EE13C29}">
          <p14:sldIdLst>
            <p14:sldId id="513"/>
            <p14:sldId id="454"/>
            <p14:sldId id="455"/>
            <p14:sldId id="456"/>
            <p14:sldId id="516"/>
          </p14:sldIdLst>
        </p14:section>
        <p14:section name="Try-except" id="{E7766E50-8646-4BA5-86AD-D10FA95843A7}">
          <p14:sldIdLst>
            <p14:sldId id="468"/>
            <p14:sldId id="521"/>
            <p14:sldId id="520"/>
            <p14:sldId id="515"/>
          </p14:sldIdLst>
        </p14:section>
        <p14:section name="loops" id="{5B412D9C-2782-4A89-969A-5E0D7093F917}">
          <p14:sldIdLst>
            <p14:sldId id="514"/>
            <p14:sldId id="457"/>
            <p14:sldId id="458"/>
            <p14:sldId id="509"/>
            <p14:sldId id="517"/>
          </p14:sldIdLst>
        </p14:section>
        <p14:section name="iterators" id="{D4CAEF4B-6883-4344-89E3-C21A52F3FA2D}">
          <p14:sldIdLst>
            <p14:sldId id="511"/>
            <p14:sldId id="412"/>
            <p14:sldId id="459"/>
            <p14:sldId id="518"/>
            <p14:sldId id="460"/>
            <p14:sldId id="461"/>
            <p14:sldId id="519"/>
            <p14:sldId id="411"/>
            <p14:sldId id="512"/>
            <p14:sldId id="462"/>
            <p14:sldId id="463"/>
            <p14:sldId id="464"/>
            <p14:sldId id="465"/>
            <p14:sldId id="469"/>
            <p14:sldId id="470"/>
            <p14:sldId id="471"/>
          </p14:sldIdLst>
        </p14:section>
        <p14:section name="more on loops" id="{7B47310D-C04F-4FC1-ABB5-12F7E0D635D8}">
          <p14:sldIdLst>
            <p14:sldId id="466"/>
            <p14:sldId id="467"/>
            <p14:sldId id="510"/>
          </p14:sldIdLst>
        </p14:section>
        <p14:section name="Match-Case" id="{9B692B4A-F2A3-45A0-B73F-C3832F5CBA59}">
          <p14:sldIdLst>
            <p14:sldId id="522"/>
            <p14:sldId id="523"/>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3C109-CB56-48A3-A5DB-3045C3517F02}" v="1" dt="2025-01-03T15:07:28.2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59" autoAdjust="0"/>
    <p:restoredTop sz="91767" autoAdjust="0"/>
  </p:normalViewPr>
  <p:slideViewPr>
    <p:cSldViewPr snapToGrid="0" showGuides="1">
      <p:cViewPr varScale="1">
        <p:scale>
          <a:sx n="64" d="100"/>
          <a:sy n="64" d="100"/>
        </p:scale>
        <p:origin x="648" y="40"/>
      </p:cViewPr>
      <p:guideLst>
        <p:guide orient="horz" pos="2160"/>
        <p:guide pos="3817"/>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Van Puyvelde" userId="ba4190df-4674-45fe-be59-1502c3515486" providerId="ADAL" clId="{62C3C109-CB56-48A3-A5DB-3045C3517F02}"/>
    <pc:docChg chg="custSel modSld">
      <pc:chgData name="Frank Van Puyvelde" userId="ba4190df-4674-45fe-be59-1502c3515486" providerId="ADAL" clId="{62C3C109-CB56-48A3-A5DB-3045C3517F02}" dt="2025-01-03T15:07:28.272" v="21" actId="20577"/>
      <pc:docMkLst>
        <pc:docMk/>
      </pc:docMkLst>
      <pc:sldChg chg="delSp mod delAnim">
        <pc:chgData name="Frank Van Puyvelde" userId="ba4190df-4674-45fe-be59-1502c3515486" providerId="ADAL" clId="{62C3C109-CB56-48A3-A5DB-3045C3517F02}" dt="2025-01-03T14:42:50.223" v="2" actId="478"/>
        <pc:sldMkLst>
          <pc:docMk/>
          <pc:sldMk cId="3899846074" sldId="452"/>
        </pc:sldMkLst>
        <pc:picChg chg="del">
          <ac:chgData name="Frank Van Puyvelde" userId="ba4190df-4674-45fe-be59-1502c3515486" providerId="ADAL" clId="{62C3C109-CB56-48A3-A5DB-3045C3517F02}" dt="2025-01-03T14:42:50.223" v="2" actId="478"/>
          <ac:picMkLst>
            <pc:docMk/>
            <pc:sldMk cId="3899846074" sldId="452"/>
            <ac:picMk id="4" creationId="{214D05F0-D871-4960-81EF-57CF2E14CBC8}"/>
          </ac:picMkLst>
        </pc:picChg>
      </pc:sldChg>
      <pc:sldChg chg="delSp mod delAnim">
        <pc:chgData name="Frank Van Puyvelde" userId="ba4190df-4674-45fe-be59-1502c3515486" providerId="ADAL" clId="{62C3C109-CB56-48A3-A5DB-3045C3517F02}" dt="2025-01-03T14:42:51.567" v="3" actId="478"/>
        <pc:sldMkLst>
          <pc:docMk/>
          <pc:sldMk cId="1781451885" sldId="453"/>
        </pc:sldMkLst>
        <pc:picChg chg="del">
          <ac:chgData name="Frank Van Puyvelde" userId="ba4190df-4674-45fe-be59-1502c3515486" providerId="ADAL" clId="{62C3C109-CB56-48A3-A5DB-3045C3517F02}" dt="2025-01-03T14:42:51.567" v="3" actId="478"/>
          <ac:picMkLst>
            <pc:docMk/>
            <pc:sldMk cId="1781451885" sldId="453"/>
            <ac:picMk id="6" creationId="{22231D57-95F2-44EA-A08F-458702E08F6B}"/>
          </ac:picMkLst>
        </pc:picChg>
      </pc:sldChg>
      <pc:sldChg chg="delSp mod delAnim">
        <pc:chgData name="Frank Van Puyvelde" userId="ba4190df-4674-45fe-be59-1502c3515486" providerId="ADAL" clId="{62C3C109-CB56-48A3-A5DB-3045C3517F02}" dt="2025-01-03T14:42:54.943" v="4" actId="478"/>
        <pc:sldMkLst>
          <pc:docMk/>
          <pc:sldMk cId="3117525341" sldId="454"/>
        </pc:sldMkLst>
        <pc:picChg chg="del">
          <ac:chgData name="Frank Van Puyvelde" userId="ba4190df-4674-45fe-be59-1502c3515486" providerId="ADAL" clId="{62C3C109-CB56-48A3-A5DB-3045C3517F02}" dt="2025-01-03T14:42:54.943" v="4" actId="478"/>
          <ac:picMkLst>
            <pc:docMk/>
            <pc:sldMk cId="3117525341" sldId="454"/>
            <ac:picMk id="4" creationId="{A2631B1F-D659-4386-8D1A-A2F37078363B}"/>
          </ac:picMkLst>
        </pc:picChg>
      </pc:sldChg>
      <pc:sldChg chg="delSp mod delAnim">
        <pc:chgData name="Frank Van Puyvelde" userId="ba4190df-4674-45fe-be59-1502c3515486" providerId="ADAL" clId="{62C3C109-CB56-48A3-A5DB-3045C3517F02}" dt="2025-01-03T14:42:56.265" v="5" actId="478"/>
        <pc:sldMkLst>
          <pc:docMk/>
          <pc:sldMk cId="1936497236" sldId="455"/>
        </pc:sldMkLst>
        <pc:picChg chg="del">
          <ac:chgData name="Frank Van Puyvelde" userId="ba4190df-4674-45fe-be59-1502c3515486" providerId="ADAL" clId="{62C3C109-CB56-48A3-A5DB-3045C3517F02}" dt="2025-01-03T14:42:56.265" v="5" actId="478"/>
          <ac:picMkLst>
            <pc:docMk/>
            <pc:sldMk cId="1936497236" sldId="455"/>
            <ac:picMk id="4" creationId="{0C79C3A3-61A9-4918-A550-006128BA12CA}"/>
          </ac:picMkLst>
        </pc:picChg>
      </pc:sldChg>
      <pc:sldChg chg="delSp mod delAnim">
        <pc:chgData name="Frank Van Puyvelde" userId="ba4190df-4674-45fe-be59-1502c3515486" providerId="ADAL" clId="{62C3C109-CB56-48A3-A5DB-3045C3517F02}" dt="2025-01-03T14:42:57.432" v="6" actId="478"/>
        <pc:sldMkLst>
          <pc:docMk/>
          <pc:sldMk cId="2539519596" sldId="456"/>
        </pc:sldMkLst>
        <pc:picChg chg="del">
          <ac:chgData name="Frank Van Puyvelde" userId="ba4190df-4674-45fe-be59-1502c3515486" providerId="ADAL" clId="{62C3C109-CB56-48A3-A5DB-3045C3517F02}" dt="2025-01-03T14:42:57.432" v="6" actId="478"/>
          <ac:picMkLst>
            <pc:docMk/>
            <pc:sldMk cId="2539519596" sldId="456"/>
            <ac:picMk id="8" creationId="{B5BAAD09-FC02-4F10-84F4-46DD47399960}"/>
          </ac:picMkLst>
        </pc:picChg>
      </pc:sldChg>
      <pc:sldChg chg="delSp mod delAnim">
        <pc:chgData name="Frank Van Puyvelde" userId="ba4190df-4674-45fe-be59-1502c3515486" providerId="ADAL" clId="{62C3C109-CB56-48A3-A5DB-3045C3517F02}" dt="2025-01-03T14:43:04.095" v="8" actId="478"/>
        <pc:sldMkLst>
          <pc:docMk/>
          <pc:sldMk cId="2335155033" sldId="457"/>
        </pc:sldMkLst>
        <pc:picChg chg="del">
          <ac:chgData name="Frank Van Puyvelde" userId="ba4190df-4674-45fe-be59-1502c3515486" providerId="ADAL" clId="{62C3C109-CB56-48A3-A5DB-3045C3517F02}" dt="2025-01-03T14:43:04.095" v="8" actId="478"/>
          <ac:picMkLst>
            <pc:docMk/>
            <pc:sldMk cId="2335155033" sldId="457"/>
            <ac:picMk id="4" creationId="{45062487-1C70-45F8-B0BC-9BA89CEDA98B}"/>
          </ac:picMkLst>
        </pc:picChg>
      </pc:sldChg>
      <pc:sldChg chg="delSp mod delAnim">
        <pc:chgData name="Frank Van Puyvelde" userId="ba4190df-4674-45fe-be59-1502c3515486" providerId="ADAL" clId="{62C3C109-CB56-48A3-A5DB-3045C3517F02}" dt="2025-01-03T14:43:05.607" v="9" actId="478"/>
        <pc:sldMkLst>
          <pc:docMk/>
          <pc:sldMk cId="3859565707" sldId="458"/>
        </pc:sldMkLst>
        <pc:picChg chg="del">
          <ac:chgData name="Frank Van Puyvelde" userId="ba4190df-4674-45fe-be59-1502c3515486" providerId="ADAL" clId="{62C3C109-CB56-48A3-A5DB-3045C3517F02}" dt="2025-01-03T14:43:05.607" v="9" actId="478"/>
          <ac:picMkLst>
            <pc:docMk/>
            <pc:sldMk cId="3859565707" sldId="458"/>
            <ac:picMk id="4" creationId="{B6DBD489-2A8E-462C-B5D2-89CF20FABC21}"/>
          </ac:picMkLst>
        </pc:picChg>
      </pc:sldChg>
      <pc:sldChg chg="delSp mod delAnim">
        <pc:chgData name="Frank Van Puyvelde" userId="ba4190df-4674-45fe-be59-1502c3515486" providerId="ADAL" clId="{62C3C109-CB56-48A3-A5DB-3045C3517F02}" dt="2025-01-03T14:43:12.600" v="11" actId="478"/>
        <pc:sldMkLst>
          <pc:docMk/>
          <pc:sldMk cId="1635815676" sldId="460"/>
        </pc:sldMkLst>
        <pc:picChg chg="del">
          <ac:chgData name="Frank Van Puyvelde" userId="ba4190df-4674-45fe-be59-1502c3515486" providerId="ADAL" clId="{62C3C109-CB56-48A3-A5DB-3045C3517F02}" dt="2025-01-03T14:43:12.600" v="11" actId="478"/>
          <ac:picMkLst>
            <pc:docMk/>
            <pc:sldMk cId="1635815676" sldId="460"/>
            <ac:picMk id="4" creationId="{7A5C47AC-BE20-43C9-9CFC-C47C8E05B800}"/>
          </ac:picMkLst>
        </pc:picChg>
      </pc:sldChg>
      <pc:sldChg chg="delSp modSp mod delAnim">
        <pc:chgData name="Frank Van Puyvelde" userId="ba4190df-4674-45fe-be59-1502c3515486" providerId="ADAL" clId="{62C3C109-CB56-48A3-A5DB-3045C3517F02}" dt="2025-01-03T15:07:28.272" v="21" actId="20577"/>
        <pc:sldMkLst>
          <pc:docMk/>
          <pc:sldMk cId="1559518075" sldId="461"/>
        </pc:sldMkLst>
        <pc:spChg chg="mod">
          <ac:chgData name="Frank Van Puyvelde" userId="ba4190df-4674-45fe-be59-1502c3515486" providerId="ADAL" clId="{62C3C109-CB56-48A3-A5DB-3045C3517F02}" dt="2025-01-03T15:07:28.272" v="21" actId="20577"/>
          <ac:spMkLst>
            <pc:docMk/>
            <pc:sldMk cId="1559518075" sldId="461"/>
            <ac:spMk id="3" creationId="{00000000-0000-0000-0000-000000000000}"/>
          </ac:spMkLst>
        </pc:spChg>
        <pc:picChg chg="del">
          <ac:chgData name="Frank Van Puyvelde" userId="ba4190df-4674-45fe-be59-1502c3515486" providerId="ADAL" clId="{62C3C109-CB56-48A3-A5DB-3045C3517F02}" dt="2025-01-03T14:43:14.041" v="12" actId="478"/>
          <ac:picMkLst>
            <pc:docMk/>
            <pc:sldMk cId="1559518075" sldId="461"/>
            <ac:picMk id="4" creationId="{44EE4C60-B45B-4957-8CC9-AD697EAB0EB0}"/>
          </ac:picMkLst>
        </pc:picChg>
      </pc:sldChg>
      <pc:sldChg chg="delSp mod delAnim">
        <pc:chgData name="Frank Van Puyvelde" userId="ba4190df-4674-45fe-be59-1502c3515486" providerId="ADAL" clId="{62C3C109-CB56-48A3-A5DB-3045C3517F02}" dt="2025-01-03T14:43:19.192" v="14" actId="478"/>
        <pc:sldMkLst>
          <pc:docMk/>
          <pc:sldMk cId="2169294041" sldId="462"/>
        </pc:sldMkLst>
        <pc:picChg chg="del">
          <ac:chgData name="Frank Van Puyvelde" userId="ba4190df-4674-45fe-be59-1502c3515486" providerId="ADAL" clId="{62C3C109-CB56-48A3-A5DB-3045C3517F02}" dt="2025-01-03T14:43:19.192" v="14" actId="478"/>
          <ac:picMkLst>
            <pc:docMk/>
            <pc:sldMk cId="2169294041" sldId="462"/>
            <ac:picMk id="4" creationId="{7DB14043-83A3-4257-B444-B1B97B55E2BD}"/>
          </ac:picMkLst>
        </pc:picChg>
      </pc:sldChg>
      <pc:sldChg chg="delSp mod delAnim">
        <pc:chgData name="Frank Van Puyvelde" userId="ba4190df-4674-45fe-be59-1502c3515486" providerId="ADAL" clId="{62C3C109-CB56-48A3-A5DB-3045C3517F02}" dt="2025-01-03T14:43:24.104" v="15" actId="478"/>
        <pc:sldMkLst>
          <pc:docMk/>
          <pc:sldMk cId="1747832636" sldId="464"/>
        </pc:sldMkLst>
        <pc:picChg chg="del">
          <ac:chgData name="Frank Van Puyvelde" userId="ba4190df-4674-45fe-be59-1502c3515486" providerId="ADAL" clId="{62C3C109-CB56-48A3-A5DB-3045C3517F02}" dt="2025-01-03T14:43:24.104" v="15" actId="478"/>
          <ac:picMkLst>
            <pc:docMk/>
            <pc:sldMk cId="1747832636" sldId="464"/>
            <ac:picMk id="4" creationId="{07376195-5700-45C1-979D-8CA2A0565D13}"/>
          </ac:picMkLst>
        </pc:picChg>
      </pc:sldChg>
      <pc:sldChg chg="delSp mod delAnim">
        <pc:chgData name="Frank Van Puyvelde" userId="ba4190df-4674-45fe-be59-1502c3515486" providerId="ADAL" clId="{62C3C109-CB56-48A3-A5DB-3045C3517F02}" dt="2025-01-03T14:43:29.983" v="18" actId="478"/>
        <pc:sldMkLst>
          <pc:docMk/>
          <pc:sldMk cId="532442575" sldId="466"/>
        </pc:sldMkLst>
        <pc:picChg chg="del">
          <ac:chgData name="Frank Van Puyvelde" userId="ba4190df-4674-45fe-be59-1502c3515486" providerId="ADAL" clId="{62C3C109-CB56-48A3-A5DB-3045C3517F02}" dt="2025-01-03T14:43:29.983" v="18" actId="478"/>
          <ac:picMkLst>
            <pc:docMk/>
            <pc:sldMk cId="532442575" sldId="466"/>
            <ac:picMk id="4" creationId="{D32F40FC-DFFB-493C-9F2F-4EBB6C2D6356}"/>
          </ac:picMkLst>
        </pc:picChg>
      </pc:sldChg>
      <pc:sldChg chg="delSp mod delAnim">
        <pc:chgData name="Frank Van Puyvelde" userId="ba4190df-4674-45fe-be59-1502c3515486" providerId="ADAL" clId="{62C3C109-CB56-48A3-A5DB-3045C3517F02}" dt="2025-01-03T14:43:31.287" v="19" actId="478"/>
        <pc:sldMkLst>
          <pc:docMk/>
          <pc:sldMk cId="2536319810" sldId="467"/>
        </pc:sldMkLst>
        <pc:picChg chg="del">
          <ac:chgData name="Frank Van Puyvelde" userId="ba4190df-4674-45fe-be59-1502c3515486" providerId="ADAL" clId="{62C3C109-CB56-48A3-A5DB-3045C3517F02}" dt="2025-01-03T14:43:31.287" v="19" actId="478"/>
          <ac:picMkLst>
            <pc:docMk/>
            <pc:sldMk cId="2536319810" sldId="467"/>
            <ac:picMk id="4" creationId="{2DA63704-75B7-4942-BF59-4E2F25D7EE67}"/>
          </ac:picMkLst>
        </pc:picChg>
      </pc:sldChg>
      <pc:sldChg chg="delSp mod delAnim">
        <pc:chgData name="Frank Van Puyvelde" userId="ba4190df-4674-45fe-be59-1502c3515486" providerId="ADAL" clId="{62C3C109-CB56-48A3-A5DB-3045C3517F02}" dt="2025-01-03T14:42:59.640" v="7" actId="478"/>
        <pc:sldMkLst>
          <pc:docMk/>
          <pc:sldMk cId="220964311" sldId="468"/>
        </pc:sldMkLst>
        <pc:picChg chg="del">
          <ac:chgData name="Frank Van Puyvelde" userId="ba4190df-4674-45fe-be59-1502c3515486" providerId="ADAL" clId="{62C3C109-CB56-48A3-A5DB-3045C3517F02}" dt="2025-01-03T14:42:59.640" v="7" actId="478"/>
          <ac:picMkLst>
            <pc:docMk/>
            <pc:sldMk cId="220964311" sldId="468"/>
            <ac:picMk id="4" creationId="{60F52284-72FB-4901-8A20-C7E316507286}"/>
          </ac:picMkLst>
        </pc:picChg>
      </pc:sldChg>
      <pc:sldChg chg="delSp mod delAnim">
        <pc:chgData name="Frank Van Puyvelde" userId="ba4190df-4674-45fe-be59-1502c3515486" providerId="ADAL" clId="{62C3C109-CB56-48A3-A5DB-3045C3517F02}" dt="2025-01-03T14:43:26.455" v="16" actId="478"/>
        <pc:sldMkLst>
          <pc:docMk/>
          <pc:sldMk cId="410524045" sldId="469"/>
        </pc:sldMkLst>
        <pc:picChg chg="del">
          <ac:chgData name="Frank Van Puyvelde" userId="ba4190df-4674-45fe-be59-1502c3515486" providerId="ADAL" clId="{62C3C109-CB56-48A3-A5DB-3045C3517F02}" dt="2025-01-03T14:43:26.455" v="16" actId="478"/>
          <ac:picMkLst>
            <pc:docMk/>
            <pc:sldMk cId="410524045" sldId="469"/>
            <ac:picMk id="5" creationId="{C2B1568C-6D62-4A9B-8A71-E38421B78DC1}"/>
          </ac:picMkLst>
        </pc:picChg>
      </pc:sldChg>
      <pc:sldChg chg="delSp mod delAnim">
        <pc:chgData name="Frank Van Puyvelde" userId="ba4190df-4674-45fe-be59-1502c3515486" providerId="ADAL" clId="{62C3C109-CB56-48A3-A5DB-3045C3517F02}" dt="2025-01-03T14:43:27.936" v="17" actId="478"/>
        <pc:sldMkLst>
          <pc:docMk/>
          <pc:sldMk cId="1251474196" sldId="470"/>
        </pc:sldMkLst>
        <pc:picChg chg="del">
          <ac:chgData name="Frank Van Puyvelde" userId="ba4190df-4674-45fe-be59-1502c3515486" providerId="ADAL" clId="{62C3C109-CB56-48A3-A5DB-3045C3517F02}" dt="2025-01-03T14:43:27.936" v="17" actId="478"/>
          <ac:picMkLst>
            <pc:docMk/>
            <pc:sldMk cId="1251474196" sldId="470"/>
            <ac:picMk id="4" creationId="{6864F147-A9D8-49F8-8E7E-9AC0B5A81033}"/>
          </ac:picMkLst>
        </pc:picChg>
      </pc:sldChg>
      <pc:sldChg chg="delSp mod delAnim">
        <pc:chgData name="Frank Van Puyvelde" userId="ba4190df-4674-45fe-be59-1502c3515486" providerId="ADAL" clId="{62C3C109-CB56-48A3-A5DB-3045C3517F02}" dt="2025-01-03T14:42:44.920" v="0" actId="478"/>
        <pc:sldMkLst>
          <pc:docMk/>
          <pc:sldMk cId="3922655883" sldId="491"/>
        </pc:sldMkLst>
        <pc:picChg chg="del">
          <ac:chgData name="Frank Van Puyvelde" userId="ba4190df-4674-45fe-be59-1502c3515486" providerId="ADAL" clId="{62C3C109-CB56-48A3-A5DB-3045C3517F02}" dt="2025-01-03T14:42:44.920" v="0" actId="478"/>
          <ac:picMkLst>
            <pc:docMk/>
            <pc:sldMk cId="3922655883" sldId="491"/>
            <ac:picMk id="4" creationId="{F212C0C0-4BD6-4EFE-8561-9D3BDA4E09A2}"/>
          </ac:picMkLst>
        </pc:picChg>
      </pc:sldChg>
      <pc:sldChg chg="delSp mod delAnim">
        <pc:chgData name="Frank Van Puyvelde" userId="ba4190df-4674-45fe-be59-1502c3515486" providerId="ADAL" clId="{62C3C109-CB56-48A3-A5DB-3045C3517F02}" dt="2025-01-03T14:42:48.847" v="1" actId="478"/>
        <pc:sldMkLst>
          <pc:docMk/>
          <pc:sldMk cId="1342043317" sldId="508"/>
        </pc:sldMkLst>
        <pc:picChg chg="del">
          <ac:chgData name="Frank Van Puyvelde" userId="ba4190df-4674-45fe-be59-1502c3515486" providerId="ADAL" clId="{62C3C109-CB56-48A3-A5DB-3045C3517F02}" dt="2025-01-03T14:42:48.847" v="1" actId="478"/>
          <ac:picMkLst>
            <pc:docMk/>
            <pc:sldMk cId="1342043317" sldId="508"/>
            <ac:picMk id="2" creationId="{AFD839E7-571F-4545-8BB6-83F7DFAC6606}"/>
          </ac:picMkLst>
        </pc:picChg>
      </pc:sldChg>
      <pc:sldChg chg="delSp mod delAnim">
        <pc:chgData name="Frank Van Puyvelde" userId="ba4190df-4674-45fe-be59-1502c3515486" providerId="ADAL" clId="{62C3C109-CB56-48A3-A5DB-3045C3517F02}" dt="2025-01-03T14:43:06.928" v="10" actId="478"/>
        <pc:sldMkLst>
          <pc:docMk/>
          <pc:sldMk cId="3117856547" sldId="509"/>
        </pc:sldMkLst>
        <pc:picChg chg="del">
          <ac:chgData name="Frank Van Puyvelde" userId="ba4190df-4674-45fe-be59-1502c3515486" providerId="ADAL" clId="{62C3C109-CB56-48A3-A5DB-3045C3517F02}" dt="2025-01-03T14:43:06.928" v="10" actId="478"/>
          <ac:picMkLst>
            <pc:docMk/>
            <pc:sldMk cId="3117856547" sldId="509"/>
            <ac:picMk id="4" creationId="{24539525-09DF-44C2-8E3F-B32F8876D12F}"/>
          </ac:picMkLst>
        </pc:picChg>
      </pc:sldChg>
      <pc:sldChg chg="delSp mod delAnim">
        <pc:chgData name="Frank Van Puyvelde" userId="ba4190df-4674-45fe-be59-1502c3515486" providerId="ADAL" clId="{62C3C109-CB56-48A3-A5DB-3045C3517F02}" dt="2025-01-03T14:43:32.592" v="20" actId="478"/>
        <pc:sldMkLst>
          <pc:docMk/>
          <pc:sldMk cId="952255521" sldId="510"/>
        </pc:sldMkLst>
        <pc:picChg chg="del">
          <ac:chgData name="Frank Van Puyvelde" userId="ba4190df-4674-45fe-be59-1502c3515486" providerId="ADAL" clId="{62C3C109-CB56-48A3-A5DB-3045C3517F02}" dt="2025-01-03T14:43:32.592" v="20" actId="478"/>
          <ac:picMkLst>
            <pc:docMk/>
            <pc:sldMk cId="952255521" sldId="510"/>
            <ac:picMk id="4" creationId="{53C9285E-D1D2-4BD9-A890-413AB45F58F7}"/>
          </ac:picMkLst>
        </pc:picChg>
      </pc:sldChg>
      <pc:sldChg chg="delSp mod delAnim">
        <pc:chgData name="Frank Van Puyvelde" userId="ba4190df-4674-45fe-be59-1502c3515486" providerId="ADAL" clId="{62C3C109-CB56-48A3-A5DB-3045C3517F02}" dt="2025-01-03T14:43:16.688" v="13" actId="478"/>
        <pc:sldMkLst>
          <pc:docMk/>
          <pc:sldMk cId="2679111294" sldId="512"/>
        </pc:sldMkLst>
        <pc:picChg chg="del">
          <ac:chgData name="Frank Van Puyvelde" userId="ba4190df-4674-45fe-be59-1502c3515486" providerId="ADAL" clId="{62C3C109-CB56-48A3-A5DB-3045C3517F02}" dt="2025-01-03T14:43:16.688" v="13" actId="478"/>
          <ac:picMkLst>
            <pc:docMk/>
            <pc:sldMk cId="2679111294" sldId="512"/>
            <ac:picMk id="4" creationId="{74478F16-E8DA-473B-8771-787AE1122167}"/>
          </ac:picMkLst>
        </pc:picChg>
      </pc:sldChg>
    </pc:docChg>
  </pc:docChgLst>
  <pc:docChgLst>
    <pc:chgData name="Frank Van Puyvelde" userId="ba4190df-4674-45fe-be59-1502c3515486" providerId="ADAL" clId="{922CDAAD-0954-47DB-93E5-10A076032B83}"/>
    <pc:docChg chg="undo custSel addSld modSld sldOrd addSection modSection">
      <pc:chgData name="Frank Van Puyvelde" userId="ba4190df-4674-45fe-be59-1502c3515486" providerId="ADAL" clId="{922CDAAD-0954-47DB-93E5-10A076032B83}" dt="2024-05-27T13:21:14.192" v="245" actId="20577"/>
      <pc:docMkLst>
        <pc:docMk/>
      </pc:docMkLst>
      <pc:sldChg chg="modSp mod">
        <pc:chgData name="Frank Van Puyvelde" userId="ba4190df-4674-45fe-be59-1502c3515486" providerId="ADAL" clId="{922CDAAD-0954-47DB-93E5-10A076032B83}" dt="2024-05-27T09:47:32.850" v="40" actId="113"/>
        <pc:sldMkLst>
          <pc:docMk/>
          <pc:sldMk cId="3859565707" sldId="458"/>
        </pc:sldMkLst>
        <pc:spChg chg="mod">
          <ac:chgData name="Frank Van Puyvelde" userId="ba4190df-4674-45fe-be59-1502c3515486" providerId="ADAL" clId="{922CDAAD-0954-47DB-93E5-10A076032B83}" dt="2024-05-27T09:47:32.850" v="40" actId="113"/>
          <ac:spMkLst>
            <pc:docMk/>
            <pc:sldMk cId="3859565707" sldId="458"/>
            <ac:spMk id="3" creationId="{00000000-0000-0000-0000-000000000000}"/>
          </ac:spMkLst>
        </pc:spChg>
      </pc:sldChg>
      <pc:sldChg chg="delSp modSp mod delAnim">
        <pc:chgData name="Frank Van Puyvelde" userId="ba4190df-4674-45fe-be59-1502c3515486" providerId="ADAL" clId="{922CDAAD-0954-47DB-93E5-10A076032B83}" dt="2024-05-27T13:16:06.231" v="162" actId="6549"/>
        <pc:sldMkLst>
          <pc:docMk/>
          <pc:sldMk cId="881521779" sldId="459"/>
        </pc:sldMkLst>
        <pc:spChg chg="mod">
          <ac:chgData name="Frank Van Puyvelde" userId="ba4190df-4674-45fe-be59-1502c3515486" providerId="ADAL" clId="{922CDAAD-0954-47DB-93E5-10A076032B83}" dt="2024-05-27T13:16:06.231" v="162" actId="6549"/>
          <ac:spMkLst>
            <pc:docMk/>
            <pc:sldMk cId="881521779" sldId="459"/>
            <ac:spMk id="2" creationId="{00000000-0000-0000-0000-000000000000}"/>
          </ac:spMkLst>
        </pc:spChg>
        <pc:spChg chg="mod">
          <ac:chgData name="Frank Van Puyvelde" userId="ba4190df-4674-45fe-be59-1502c3515486" providerId="ADAL" clId="{922CDAAD-0954-47DB-93E5-10A076032B83}" dt="2024-05-27T13:15:06.799" v="149" actId="27636"/>
          <ac:spMkLst>
            <pc:docMk/>
            <pc:sldMk cId="881521779" sldId="459"/>
            <ac:spMk id="3" creationId="{00000000-0000-0000-0000-000000000000}"/>
          </ac:spMkLst>
        </pc:spChg>
        <pc:picChg chg="del">
          <ac:chgData name="Frank Van Puyvelde" userId="ba4190df-4674-45fe-be59-1502c3515486" providerId="ADAL" clId="{922CDAAD-0954-47DB-93E5-10A076032B83}" dt="2024-05-27T13:15:00.280" v="147" actId="478"/>
          <ac:picMkLst>
            <pc:docMk/>
            <pc:sldMk cId="881521779" sldId="459"/>
            <ac:picMk id="4" creationId="{8C75DE59-60A4-4E0F-913D-C508D9BF5D72}"/>
          </ac:picMkLst>
        </pc:picChg>
      </pc:sldChg>
      <pc:sldChg chg="modSp mod">
        <pc:chgData name="Frank Van Puyvelde" userId="ba4190df-4674-45fe-be59-1502c3515486" providerId="ADAL" clId="{922CDAAD-0954-47DB-93E5-10A076032B83}" dt="2024-05-27T13:17:18.841" v="194" actId="6549"/>
        <pc:sldMkLst>
          <pc:docMk/>
          <pc:sldMk cId="1635815676" sldId="460"/>
        </pc:sldMkLst>
        <pc:spChg chg="mod">
          <ac:chgData name="Frank Van Puyvelde" userId="ba4190df-4674-45fe-be59-1502c3515486" providerId="ADAL" clId="{922CDAAD-0954-47DB-93E5-10A076032B83}" dt="2024-05-27T13:16:19.207" v="182" actId="6549"/>
          <ac:spMkLst>
            <pc:docMk/>
            <pc:sldMk cId="1635815676" sldId="460"/>
            <ac:spMk id="2" creationId="{00000000-0000-0000-0000-000000000000}"/>
          </ac:spMkLst>
        </pc:spChg>
        <pc:spChg chg="mod">
          <ac:chgData name="Frank Van Puyvelde" userId="ba4190df-4674-45fe-be59-1502c3515486" providerId="ADAL" clId="{922CDAAD-0954-47DB-93E5-10A076032B83}" dt="2024-05-27T13:17:18.841" v="194" actId="6549"/>
          <ac:spMkLst>
            <pc:docMk/>
            <pc:sldMk cId="1635815676" sldId="460"/>
            <ac:spMk id="3" creationId="{00000000-0000-0000-0000-000000000000}"/>
          </ac:spMkLst>
        </pc:spChg>
      </pc:sldChg>
      <pc:sldChg chg="modSp mod">
        <pc:chgData name="Frank Van Puyvelde" userId="ba4190df-4674-45fe-be59-1502c3515486" providerId="ADAL" clId="{922CDAAD-0954-47DB-93E5-10A076032B83}" dt="2024-05-27T13:18:27.441" v="195" actId="6549"/>
        <pc:sldMkLst>
          <pc:docMk/>
          <pc:sldMk cId="1559518075" sldId="461"/>
        </pc:sldMkLst>
        <pc:spChg chg="mod">
          <ac:chgData name="Frank Van Puyvelde" userId="ba4190df-4674-45fe-be59-1502c3515486" providerId="ADAL" clId="{922CDAAD-0954-47DB-93E5-10A076032B83}" dt="2024-05-27T13:18:27.441" v="195" actId="6549"/>
          <ac:spMkLst>
            <pc:docMk/>
            <pc:sldMk cId="1559518075" sldId="461"/>
            <ac:spMk id="2" creationId="{00000000-0000-0000-0000-000000000000}"/>
          </ac:spMkLst>
        </pc:spChg>
      </pc:sldChg>
      <pc:sldChg chg="ord">
        <pc:chgData name="Frank Van Puyvelde" userId="ba4190df-4674-45fe-be59-1502c3515486" providerId="ADAL" clId="{922CDAAD-0954-47DB-93E5-10A076032B83}" dt="2024-05-27T09:47:13.382" v="39"/>
        <pc:sldMkLst>
          <pc:docMk/>
          <pc:sldMk cId="532442575" sldId="466"/>
        </pc:sldMkLst>
      </pc:sldChg>
      <pc:sldChg chg="ord">
        <pc:chgData name="Frank Van Puyvelde" userId="ba4190df-4674-45fe-be59-1502c3515486" providerId="ADAL" clId="{922CDAAD-0954-47DB-93E5-10A076032B83}" dt="2024-05-27T09:47:13.382" v="39"/>
        <pc:sldMkLst>
          <pc:docMk/>
          <pc:sldMk cId="2536319810" sldId="467"/>
        </pc:sldMkLst>
      </pc:sldChg>
      <pc:sldChg chg="ord">
        <pc:chgData name="Frank Van Puyvelde" userId="ba4190df-4674-45fe-be59-1502c3515486" providerId="ADAL" clId="{922CDAAD-0954-47DB-93E5-10A076032B83}" dt="2024-05-27T09:47:13.382" v="39"/>
        <pc:sldMkLst>
          <pc:docMk/>
          <pc:sldMk cId="952255521" sldId="510"/>
        </pc:sldMkLst>
      </pc:sldChg>
      <pc:sldChg chg="delSp modSp add mod delAnim">
        <pc:chgData name="Frank Van Puyvelde" userId="ba4190df-4674-45fe-be59-1502c3515486" providerId="ADAL" clId="{922CDAAD-0954-47DB-93E5-10A076032B83}" dt="2024-05-27T13:16:12.678" v="172" actId="6549"/>
        <pc:sldMkLst>
          <pc:docMk/>
          <pc:sldMk cId="1273504251" sldId="518"/>
        </pc:sldMkLst>
        <pc:spChg chg="mod">
          <ac:chgData name="Frank Van Puyvelde" userId="ba4190df-4674-45fe-be59-1502c3515486" providerId="ADAL" clId="{922CDAAD-0954-47DB-93E5-10A076032B83}" dt="2024-05-27T13:16:12.678" v="172" actId="6549"/>
          <ac:spMkLst>
            <pc:docMk/>
            <pc:sldMk cId="1273504251" sldId="518"/>
            <ac:spMk id="2" creationId="{00000000-0000-0000-0000-000000000000}"/>
          </ac:spMkLst>
        </pc:spChg>
        <pc:spChg chg="mod">
          <ac:chgData name="Frank Van Puyvelde" userId="ba4190df-4674-45fe-be59-1502c3515486" providerId="ADAL" clId="{922CDAAD-0954-47DB-93E5-10A076032B83}" dt="2024-05-27T13:15:13.399" v="151" actId="27636"/>
          <ac:spMkLst>
            <pc:docMk/>
            <pc:sldMk cId="1273504251" sldId="518"/>
            <ac:spMk id="3" creationId="{00000000-0000-0000-0000-000000000000}"/>
          </ac:spMkLst>
        </pc:spChg>
        <pc:picChg chg="del">
          <ac:chgData name="Frank Van Puyvelde" userId="ba4190df-4674-45fe-be59-1502c3515486" providerId="ADAL" clId="{922CDAAD-0954-47DB-93E5-10A076032B83}" dt="2024-05-27T13:15:16.485" v="152" actId="478"/>
          <ac:picMkLst>
            <pc:docMk/>
            <pc:sldMk cId="1273504251" sldId="518"/>
            <ac:picMk id="4" creationId="{8C75DE59-60A4-4E0F-913D-C508D9BF5D72}"/>
          </ac:picMkLst>
        </pc:picChg>
      </pc:sldChg>
      <pc:sldChg chg="modSp new mod">
        <pc:chgData name="Frank Van Puyvelde" userId="ba4190df-4674-45fe-be59-1502c3515486" providerId="ADAL" clId="{922CDAAD-0954-47DB-93E5-10A076032B83}" dt="2024-05-27T13:21:14.192" v="245" actId="20577"/>
        <pc:sldMkLst>
          <pc:docMk/>
          <pc:sldMk cId="2803861426" sldId="519"/>
        </pc:sldMkLst>
        <pc:spChg chg="mod">
          <ac:chgData name="Frank Van Puyvelde" userId="ba4190df-4674-45fe-be59-1502c3515486" providerId="ADAL" clId="{922CDAAD-0954-47DB-93E5-10A076032B83}" dt="2024-05-27T13:19:28.028" v="204" actId="20577"/>
          <ac:spMkLst>
            <pc:docMk/>
            <pc:sldMk cId="2803861426" sldId="519"/>
            <ac:spMk id="2" creationId="{80759109-0CE9-A2A8-9F45-5DDDE5C790F9}"/>
          </ac:spMkLst>
        </pc:spChg>
        <pc:spChg chg="mod">
          <ac:chgData name="Frank Van Puyvelde" userId="ba4190df-4674-45fe-be59-1502c3515486" providerId="ADAL" clId="{922CDAAD-0954-47DB-93E5-10A076032B83}" dt="2024-05-27T13:21:14.192" v="245" actId="20577"/>
          <ac:spMkLst>
            <pc:docMk/>
            <pc:sldMk cId="2803861426" sldId="519"/>
            <ac:spMk id="3" creationId="{673641DB-2D24-4358-B9DF-BFBE88D22350}"/>
          </ac:spMkLst>
        </pc:spChg>
      </pc:sldChg>
    </pc:docChg>
  </pc:docChgLst>
  <pc:docChgLst>
    <pc:chgData name="Frank Van Puyvelde" userId="ba4190df-4674-45fe-be59-1502c3515486" providerId="ADAL" clId="{D64653D7-D088-4AFD-A586-6E600184F389}"/>
    <pc:docChg chg="undo custSel addSld delSld modSld sldOrd addSection modSection">
      <pc:chgData name="Frank Van Puyvelde" userId="ba4190df-4674-45fe-be59-1502c3515486" providerId="ADAL" clId="{D64653D7-D088-4AFD-A586-6E600184F389}" dt="2022-11-12T09:11:07.826" v="184" actId="20577"/>
      <pc:docMkLst>
        <pc:docMk/>
      </pc:docMkLst>
      <pc:sldChg chg="modSp mod">
        <pc:chgData name="Frank Van Puyvelde" userId="ba4190df-4674-45fe-be59-1502c3515486" providerId="ADAL" clId="{D64653D7-D088-4AFD-A586-6E600184F389}" dt="2022-11-12T09:10:53.072" v="177" actId="20577"/>
        <pc:sldMkLst>
          <pc:docMk/>
          <pc:sldMk cId="3899846074" sldId="452"/>
        </pc:sldMkLst>
        <pc:spChg chg="mod">
          <ac:chgData name="Frank Van Puyvelde" userId="ba4190df-4674-45fe-be59-1502c3515486" providerId="ADAL" clId="{D64653D7-D088-4AFD-A586-6E600184F389}" dt="2022-11-12T09:10:53.072" v="177" actId="20577"/>
          <ac:spMkLst>
            <pc:docMk/>
            <pc:sldMk cId="3899846074" sldId="452"/>
            <ac:spMk id="3" creationId="{00000000-0000-0000-0000-000000000000}"/>
          </ac:spMkLst>
        </pc:spChg>
      </pc:sldChg>
      <pc:sldChg chg="modSp mod">
        <pc:chgData name="Frank Van Puyvelde" userId="ba4190df-4674-45fe-be59-1502c3515486" providerId="ADAL" clId="{D64653D7-D088-4AFD-A586-6E600184F389}" dt="2022-11-09T15:57:46.442" v="106" actId="114"/>
        <pc:sldMkLst>
          <pc:docMk/>
          <pc:sldMk cId="3117525341" sldId="454"/>
        </pc:sldMkLst>
        <pc:spChg chg="mod">
          <ac:chgData name="Frank Van Puyvelde" userId="ba4190df-4674-45fe-be59-1502c3515486" providerId="ADAL" clId="{D64653D7-D088-4AFD-A586-6E600184F389}" dt="2022-11-09T15:57:46.442" v="106" actId="114"/>
          <ac:spMkLst>
            <pc:docMk/>
            <pc:sldMk cId="3117525341" sldId="454"/>
            <ac:spMk id="3" creationId="{00000000-0000-0000-0000-000000000000}"/>
          </ac:spMkLst>
        </pc:spChg>
      </pc:sldChg>
      <pc:sldChg chg="modSp mod">
        <pc:chgData name="Frank Van Puyvelde" userId="ba4190df-4674-45fe-be59-1502c3515486" providerId="ADAL" clId="{D64653D7-D088-4AFD-A586-6E600184F389}" dt="2022-11-04T10:48:41.021" v="19" actId="403"/>
        <pc:sldMkLst>
          <pc:docMk/>
          <pc:sldMk cId="1936497236" sldId="455"/>
        </pc:sldMkLst>
        <pc:spChg chg="mod">
          <ac:chgData name="Frank Van Puyvelde" userId="ba4190df-4674-45fe-be59-1502c3515486" providerId="ADAL" clId="{D64653D7-D088-4AFD-A586-6E600184F389}" dt="2022-11-04T10:48:41.021" v="19" actId="403"/>
          <ac:spMkLst>
            <pc:docMk/>
            <pc:sldMk cId="1936497236" sldId="455"/>
            <ac:spMk id="3" creationId="{00000000-0000-0000-0000-000000000000}"/>
          </ac:spMkLst>
        </pc:spChg>
      </pc:sldChg>
      <pc:sldChg chg="modSp mod">
        <pc:chgData name="Frank Van Puyvelde" userId="ba4190df-4674-45fe-be59-1502c3515486" providerId="ADAL" clId="{D64653D7-D088-4AFD-A586-6E600184F389}" dt="2022-11-10T08:11:24.168" v="115" actId="20577"/>
        <pc:sldMkLst>
          <pc:docMk/>
          <pc:sldMk cId="3859565707" sldId="458"/>
        </pc:sldMkLst>
        <pc:spChg chg="mod">
          <ac:chgData name="Frank Van Puyvelde" userId="ba4190df-4674-45fe-be59-1502c3515486" providerId="ADAL" clId="{D64653D7-D088-4AFD-A586-6E600184F389}" dt="2022-11-10T08:11:24.168" v="115" actId="20577"/>
          <ac:spMkLst>
            <pc:docMk/>
            <pc:sldMk cId="3859565707" sldId="458"/>
            <ac:spMk id="3" creationId="{00000000-0000-0000-0000-000000000000}"/>
          </ac:spMkLst>
        </pc:spChg>
      </pc:sldChg>
      <pc:sldChg chg="modSp mod">
        <pc:chgData name="Frank Van Puyvelde" userId="ba4190df-4674-45fe-be59-1502c3515486" providerId="ADAL" clId="{D64653D7-D088-4AFD-A586-6E600184F389}" dt="2022-11-10T08:15:33.013" v="116" actId="404"/>
        <pc:sldMkLst>
          <pc:docMk/>
          <pc:sldMk cId="881521779" sldId="459"/>
        </pc:sldMkLst>
        <pc:spChg chg="mod">
          <ac:chgData name="Frank Van Puyvelde" userId="ba4190df-4674-45fe-be59-1502c3515486" providerId="ADAL" clId="{D64653D7-D088-4AFD-A586-6E600184F389}" dt="2022-11-10T08:15:33.013" v="116" actId="404"/>
          <ac:spMkLst>
            <pc:docMk/>
            <pc:sldMk cId="881521779" sldId="459"/>
            <ac:spMk id="3" creationId="{00000000-0000-0000-0000-000000000000}"/>
          </ac:spMkLst>
        </pc:spChg>
      </pc:sldChg>
      <pc:sldChg chg="modSp mod">
        <pc:chgData name="Frank Van Puyvelde" userId="ba4190df-4674-45fe-be59-1502c3515486" providerId="ADAL" clId="{D64653D7-D088-4AFD-A586-6E600184F389}" dt="2022-11-10T09:41:12.635" v="157" actId="20577"/>
        <pc:sldMkLst>
          <pc:docMk/>
          <pc:sldMk cId="1635815676" sldId="460"/>
        </pc:sldMkLst>
        <pc:spChg chg="mod">
          <ac:chgData name="Frank Van Puyvelde" userId="ba4190df-4674-45fe-be59-1502c3515486" providerId="ADAL" clId="{D64653D7-D088-4AFD-A586-6E600184F389}" dt="2022-11-10T09:41:12.635" v="157" actId="20577"/>
          <ac:spMkLst>
            <pc:docMk/>
            <pc:sldMk cId="1635815676" sldId="460"/>
            <ac:spMk id="3" creationId="{00000000-0000-0000-0000-000000000000}"/>
          </ac:spMkLst>
        </pc:spChg>
      </pc:sldChg>
      <pc:sldChg chg="add">
        <pc:chgData name="Frank Van Puyvelde" userId="ba4190df-4674-45fe-be59-1502c3515486" providerId="ADAL" clId="{D64653D7-D088-4AFD-A586-6E600184F389}" dt="2022-11-04T10:44:16.802" v="5"/>
        <pc:sldMkLst>
          <pc:docMk/>
          <pc:sldMk cId="532442575" sldId="466"/>
        </pc:sldMkLst>
      </pc:sldChg>
      <pc:sldChg chg="del">
        <pc:chgData name="Frank Van Puyvelde" userId="ba4190df-4674-45fe-be59-1502c3515486" providerId="ADAL" clId="{D64653D7-D088-4AFD-A586-6E600184F389}" dt="2022-11-04T10:43:46.456" v="4" actId="2696"/>
        <pc:sldMkLst>
          <pc:docMk/>
          <pc:sldMk cId="4264826193" sldId="466"/>
        </pc:sldMkLst>
      </pc:sldChg>
      <pc:sldChg chg="del">
        <pc:chgData name="Frank Van Puyvelde" userId="ba4190df-4674-45fe-be59-1502c3515486" providerId="ADAL" clId="{D64653D7-D088-4AFD-A586-6E600184F389}" dt="2022-11-04T10:43:46.456" v="4" actId="2696"/>
        <pc:sldMkLst>
          <pc:docMk/>
          <pc:sldMk cId="962812406" sldId="467"/>
        </pc:sldMkLst>
      </pc:sldChg>
      <pc:sldChg chg="add">
        <pc:chgData name="Frank Van Puyvelde" userId="ba4190df-4674-45fe-be59-1502c3515486" providerId="ADAL" clId="{D64653D7-D088-4AFD-A586-6E600184F389}" dt="2022-11-04T10:44:16.802" v="5"/>
        <pc:sldMkLst>
          <pc:docMk/>
          <pc:sldMk cId="2536319810" sldId="467"/>
        </pc:sldMkLst>
      </pc:sldChg>
      <pc:sldChg chg="modSp mod">
        <pc:chgData name="Frank Van Puyvelde" userId="ba4190df-4674-45fe-be59-1502c3515486" providerId="ADAL" clId="{D64653D7-D088-4AFD-A586-6E600184F389}" dt="2022-11-12T09:10:24.886" v="162" actId="21"/>
        <pc:sldMkLst>
          <pc:docMk/>
          <pc:sldMk cId="1342043317" sldId="508"/>
        </pc:sldMkLst>
        <pc:spChg chg="mod">
          <ac:chgData name="Frank Van Puyvelde" userId="ba4190df-4674-45fe-be59-1502c3515486" providerId="ADAL" clId="{D64653D7-D088-4AFD-A586-6E600184F389}" dt="2022-11-12T09:10:24.886" v="162" actId="21"/>
          <ac:spMkLst>
            <pc:docMk/>
            <pc:sldMk cId="1342043317" sldId="508"/>
            <ac:spMk id="5" creationId="{00000000-0000-0000-0000-000000000000}"/>
          </ac:spMkLst>
        </pc:spChg>
      </pc:sldChg>
      <pc:sldChg chg="modSp mod">
        <pc:chgData name="Frank Van Puyvelde" userId="ba4190df-4674-45fe-be59-1502c3515486" providerId="ADAL" clId="{D64653D7-D088-4AFD-A586-6E600184F389}" dt="2022-11-08T15:29:47.200" v="63" actId="20577"/>
        <pc:sldMkLst>
          <pc:docMk/>
          <pc:sldMk cId="952255521" sldId="510"/>
        </pc:sldMkLst>
        <pc:spChg chg="mod">
          <ac:chgData name="Frank Van Puyvelde" userId="ba4190df-4674-45fe-be59-1502c3515486" providerId="ADAL" clId="{D64653D7-D088-4AFD-A586-6E600184F389}" dt="2022-11-08T15:29:47.200" v="63" actId="20577"/>
          <ac:spMkLst>
            <pc:docMk/>
            <pc:sldMk cId="952255521" sldId="510"/>
            <ac:spMk id="3" creationId="{992DDC86-B502-43FE-8726-6EAC4C914583}"/>
          </ac:spMkLst>
        </pc:spChg>
      </pc:sldChg>
      <pc:sldChg chg="modSp mod">
        <pc:chgData name="Frank Van Puyvelde" userId="ba4190df-4674-45fe-be59-1502c3515486" providerId="ADAL" clId="{D64653D7-D088-4AFD-A586-6E600184F389}" dt="2022-11-10T08:09:02.903" v="108" actId="27636"/>
        <pc:sldMkLst>
          <pc:docMk/>
          <pc:sldMk cId="563415596" sldId="511"/>
        </pc:sldMkLst>
        <pc:spChg chg="mod">
          <ac:chgData name="Frank Van Puyvelde" userId="ba4190df-4674-45fe-be59-1502c3515486" providerId="ADAL" clId="{D64653D7-D088-4AFD-A586-6E600184F389}" dt="2022-11-10T08:09:02.903" v="108" actId="27636"/>
          <ac:spMkLst>
            <pc:docMk/>
            <pc:sldMk cId="563415596" sldId="511"/>
            <ac:spMk id="3" creationId="{6A721F3D-32D3-42B9-835A-0E21FBAE5F9E}"/>
          </ac:spMkLst>
        </pc:spChg>
      </pc:sldChg>
      <pc:sldChg chg="modSp mod">
        <pc:chgData name="Frank Van Puyvelde" userId="ba4190df-4674-45fe-be59-1502c3515486" providerId="ADAL" clId="{D64653D7-D088-4AFD-A586-6E600184F389}" dt="2022-11-10T10:50:18.289" v="161" actId="14"/>
        <pc:sldMkLst>
          <pc:docMk/>
          <pc:sldMk cId="2679111294" sldId="512"/>
        </pc:sldMkLst>
        <pc:spChg chg="mod">
          <ac:chgData name="Frank Van Puyvelde" userId="ba4190df-4674-45fe-be59-1502c3515486" providerId="ADAL" clId="{D64653D7-D088-4AFD-A586-6E600184F389}" dt="2022-11-10T10:50:18.289" v="161" actId="14"/>
          <ac:spMkLst>
            <pc:docMk/>
            <pc:sldMk cId="2679111294" sldId="512"/>
            <ac:spMk id="3" creationId="{00000000-0000-0000-0000-000000000000}"/>
          </ac:spMkLst>
        </pc:spChg>
      </pc:sldChg>
      <pc:sldChg chg="addSp delSp modSp new mod ord modClrScheme chgLayout">
        <pc:chgData name="Frank Van Puyvelde" userId="ba4190df-4674-45fe-be59-1502c3515486" providerId="ADAL" clId="{D64653D7-D088-4AFD-A586-6E600184F389}" dt="2022-11-12T09:10:44.272" v="176" actId="20577"/>
        <pc:sldMkLst>
          <pc:docMk/>
          <pc:sldMk cId="4261785093" sldId="513"/>
        </pc:sldMkLst>
        <pc:spChg chg="del mod ord">
          <ac:chgData name="Frank Van Puyvelde" userId="ba4190df-4674-45fe-be59-1502c3515486" providerId="ADAL" clId="{D64653D7-D088-4AFD-A586-6E600184F389}" dt="2022-11-04T11:14:53.935" v="23" actId="700"/>
          <ac:spMkLst>
            <pc:docMk/>
            <pc:sldMk cId="4261785093" sldId="513"/>
            <ac:spMk id="2" creationId="{2F4FB205-FBA3-4010-9EBA-DF00FDA110AB}"/>
          </ac:spMkLst>
        </pc:spChg>
        <pc:spChg chg="del mod ord">
          <ac:chgData name="Frank Van Puyvelde" userId="ba4190df-4674-45fe-be59-1502c3515486" providerId="ADAL" clId="{D64653D7-D088-4AFD-A586-6E600184F389}" dt="2022-11-04T11:14:53.935" v="23" actId="700"/>
          <ac:spMkLst>
            <pc:docMk/>
            <pc:sldMk cId="4261785093" sldId="513"/>
            <ac:spMk id="3" creationId="{3DEC47F8-96BB-413E-AF5B-91C6670A534D}"/>
          </ac:spMkLst>
        </pc:spChg>
        <pc:spChg chg="add mod ord">
          <ac:chgData name="Frank Van Puyvelde" userId="ba4190df-4674-45fe-be59-1502c3515486" providerId="ADAL" clId="{D64653D7-D088-4AFD-A586-6E600184F389}" dt="2022-11-04T11:14:59.855" v="35" actId="20577"/>
          <ac:spMkLst>
            <pc:docMk/>
            <pc:sldMk cId="4261785093" sldId="513"/>
            <ac:spMk id="4" creationId="{6A83DDAD-E5C9-43E6-8F28-7683D4092BEA}"/>
          </ac:spMkLst>
        </pc:spChg>
        <pc:spChg chg="add mod ord">
          <ac:chgData name="Frank Van Puyvelde" userId="ba4190df-4674-45fe-be59-1502c3515486" providerId="ADAL" clId="{D64653D7-D088-4AFD-A586-6E600184F389}" dt="2022-11-12T09:10:44.272" v="176" actId="20577"/>
          <ac:spMkLst>
            <pc:docMk/>
            <pc:sldMk cId="4261785093" sldId="513"/>
            <ac:spMk id="5" creationId="{5D4B3EE6-730C-4DAC-8C62-0D4EC48745B5}"/>
          </ac:spMkLst>
        </pc:spChg>
      </pc:sldChg>
      <pc:sldChg chg="addSp delSp modSp new mod modClrScheme chgLayout">
        <pc:chgData name="Frank Van Puyvelde" userId="ba4190df-4674-45fe-be59-1502c3515486" providerId="ADAL" clId="{D64653D7-D088-4AFD-A586-6E600184F389}" dt="2022-11-12T09:11:07.826" v="184" actId="20577"/>
        <pc:sldMkLst>
          <pc:docMk/>
          <pc:sldMk cId="824362932" sldId="514"/>
        </pc:sldMkLst>
        <pc:spChg chg="del mod ord">
          <ac:chgData name="Frank Van Puyvelde" userId="ba4190df-4674-45fe-be59-1502c3515486" providerId="ADAL" clId="{D64653D7-D088-4AFD-A586-6E600184F389}" dt="2022-11-04T11:16:04.122" v="37" actId="700"/>
          <ac:spMkLst>
            <pc:docMk/>
            <pc:sldMk cId="824362932" sldId="514"/>
            <ac:spMk id="2" creationId="{42173F8B-1180-4024-BD8D-58E5D745EC88}"/>
          </ac:spMkLst>
        </pc:spChg>
        <pc:spChg chg="del mod ord">
          <ac:chgData name="Frank Van Puyvelde" userId="ba4190df-4674-45fe-be59-1502c3515486" providerId="ADAL" clId="{D64653D7-D088-4AFD-A586-6E600184F389}" dt="2022-11-04T11:16:04.122" v="37" actId="700"/>
          <ac:spMkLst>
            <pc:docMk/>
            <pc:sldMk cId="824362932" sldId="514"/>
            <ac:spMk id="3" creationId="{D44CB4AC-00EB-4A42-B771-7D2BCC6C651D}"/>
          </ac:spMkLst>
        </pc:spChg>
        <pc:spChg chg="add mod ord">
          <ac:chgData name="Frank Van Puyvelde" userId="ba4190df-4674-45fe-be59-1502c3515486" providerId="ADAL" clId="{D64653D7-D088-4AFD-A586-6E600184F389}" dt="2022-11-04T11:16:07.502" v="42" actId="20577"/>
          <ac:spMkLst>
            <pc:docMk/>
            <pc:sldMk cId="824362932" sldId="514"/>
            <ac:spMk id="4" creationId="{CDFEC662-5206-428E-A94B-8CBFC6D80EDE}"/>
          </ac:spMkLst>
        </pc:spChg>
        <pc:spChg chg="add mod ord">
          <ac:chgData name="Frank Van Puyvelde" userId="ba4190df-4674-45fe-be59-1502c3515486" providerId="ADAL" clId="{D64653D7-D088-4AFD-A586-6E600184F389}" dt="2022-11-12T09:11:07.826" v="184" actId="20577"/>
          <ac:spMkLst>
            <pc:docMk/>
            <pc:sldMk cId="824362932" sldId="514"/>
            <ac:spMk id="5" creationId="{3DFA3430-9836-42FC-82A2-E2317303FA24}"/>
          </ac:spMkLst>
        </pc:spChg>
      </pc:sldChg>
    </pc:docChg>
  </pc:docChgLst>
  <pc:docChgLst>
    <pc:chgData name="Frank Van Puyvelde" userId="ba4190df-4674-45fe-be59-1502c3515486" providerId="ADAL" clId="{0819DF97-8474-4B35-B82E-A374E24F4BCD}"/>
    <pc:docChg chg="modSld">
      <pc:chgData name="Frank Van Puyvelde" userId="ba4190df-4674-45fe-be59-1502c3515486" providerId="ADAL" clId="{0819DF97-8474-4B35-B82E-A374E24F4BCD}" dt="2024-02-08T12:50:11.637" v="3" actId="2711"/>
      <pc:docMkLst>
        <pc:docMk/>
      </pc:docMkLst>
      <pc:sldChg chg="modSp mod">
        <pc:chgData name="Frank Van Puyvelde" userId="ba4190df-4674-45fe-be59-1502c3515486" providerId="ADAL" clId="{0819DF97-8474-4B35-B82E-A374E24F4BCD}" dt="2024-02-08T12:50:11.637" v="3" actId="2711"/>
        <pc:sldMkLst>
          <pc:docMk/>
          <pc:sldMk cId="1027365730" sldId="468"/>
        </pc:sldMkLst>
        <pc:spChg chg="mod">
          <ac:chgData name="Frank Van Puyvelde" userId="ba4190df-4674-45fe-be59-1502c3515486" providerId="ADAL" clId="{0819DF97-8474-4B35-B82E-A374E24F4BCD}" dt="2024-02-08T12:50:11.637" v="3" actId="2711"/>
          <ac:spMkLst>
            <pc:docMk/>
            <pc:sldMk cId="1027365730" sldId="468"/>
            <ac:spMk id="3" creationId="{00000000-0000-0000-0000-000000000000}"/>
          </ac:spMkLst>
        </pc:spChg>
      </pc:sldChg>
      <pc:sldChg chg="mod modShow">
        <pc:chgData name="Frank Van Puyvelde" userId="ba4190df-4674-45fe-be59-1502c3515486" providerId="ADAL" clId="{0819DF97-8474-4B35-B82E-A374E24F4BCD}" dt="2024-02-08T12:48:50.080" v="0" actId="729"/>
        <pc:sldMkLst>
          <pc:docMk/>
          <pc:sldMk cId="410524045" sldId="469"/>
        </pc:sldMkLst>
      </pc:sldChg>
      <pc:sldChg chg="mod modShow">
        <pc:chgData name="Frank Van Puyvelde" userId="ba4190df-4674-45fe-be59-1502c3515486" providerId="ADAL" clId="{0819DF97-8474-4B35-B82E-A374E24F4BCD}" dt="2024-02-08T12:48:52.154" v="1" actId="729"/>
        <pc:sldMkLst>
          <pc:docMk/>
          <pc:sldMk cId="1251474196" sldId="470"/>
        </pc:sldMkLst>
      </pc:sldChg>
      <pc:sldChg chg="modSp mod">
        <pc:chgData name="Frank Van Puyvelde" userId="ba4190df-4674-45fe-be59-1502c3515486" providerId="ADAL" clId="{0819DF97-8474-4B35-B82E-A374E24F4BCD}" dt="2024-02-08T12:49:24.564" v="2" actId="2711"/>
        <pc:sldMkLst>
          <pc:docMk/>
          <pc:sldMk cId="3173448738" sldId="515"/>
        </pc:sldMkLst>
        <pc:spChg chg="mod">
          <ac:chgData name="Frank Van Puyvelde" userId="ba4190df-4674-45fe-be59-1502c3515486" providerId="ADAL" clId="{0819DF97-8474-4B35-B82E-A374E24F4BCD}" dt="2024-02-08T12:49:24.564" v="2" actId="2711"/>
          <ac:spMkLst>
            <pc:docMk/>
            <pc:sldMk cId="3173448738" sldId="515"/>
            <ac:spMk id="3" creationId="{BDA3ED60-1DBA-BD13-AA70-F4F929CEB032}"/>
          </ac:spMkLst>
        </pc:spChg>
      </pc:sldChg>
    </pc:docChg>
  </pc:docChgLst>
  <pc:docChgLst>
    <pc:chgData name="Frank Van Puyvelde" userId="ba4190df-4674-45fe-be59-1502c3515486" providerId="ADAL" clId="{9EE01C50-65DB-4504-8D5B-2D62B63BDF43}"/>
    <pc:docChg chg="custSel addSld modSld sldOrd modSection">
      <pc:chgData name="Frank Van Puyvelde" userId="ba4190df-4674-45fe-be59-1502c3515486" providerId="ADAL" clId="{9EE01C50-65DB-4504-8D5B-2D62B63BDF43}" dt="2024-01-23T10:38:34.561" v="201" actId="20577"/>
      <pc:docMkLst>
        <pc:docMk/>
      </pc:docMkLst>
      <pc:sldChg chg="modSp mod">
        <pc:chgData name="Frank Van Puyvelde" userId="ba4190df-4674-45fe-be59-1502c3515486" providerId="ADAL" clId="{9EE01C50-65DB-4504-8D5B-2D62B63BDF43}" dt="2024-01-23T10:34:37.872" v="184" actId="20577"/>
        <pc:sldMkLst>
          <pc:docMk/>
          <pc:sldMk cId="3859565707" sldId="458"/>
        </pc:sldMkLst>
        <pc:spChg chg="mod">
          <ac:chgData name="Frank Van Puyvelde" userId="ba4190df-4674-45fe-be59-1502c3515486" providerId="ADAL" clId="{9EE01C50-65DB-4504-8D5B-2D62B63BDF43}" dt="2024-01-23T10:32:42.316" v="164" actId="20577"/>
          <ac:spMkLst>
            <pc:docMk/>
            <pc:sldMk cId="3859565707" sldId="458"/>
            <ac:spMk id="2" creationId="{00000000-0000-0000-0000-000000000000}"/>
          </ac:spMkLst>
        </pc:spChg>
        <pc:spChg chg="mod">
          <ac:chgData name="Frank Van Puyvelde" userId="ba4190df-4674-45fe-be59-1502c3515486" providerId="ADAL" clId="{9EE01C50-65DB-4504-8D5B-2D62B63BDF43}" dt="2024-01-23T10:34:37.872" v="184" actId="20577"/>
          <ac:spMkLst>
            <pc:docMk/>
            <pc:sldMk cId="3859565707" sldId="458"/>
            <ac:spMk id="3" creationId="{00000000-0000-0000-0000-000000000000}"/>
          </ac:spMkLst>
        </pc:spChg>
      </pc:sldChg>
      <pc:sldChg chg="modSp mod ord">
        <pc:chgData name="Frank Van Puyvelde" userId="ba4190df-4674-45fe-be59-1502c3515486" providerId="ADAL" clId="{9EE01C50-65DB-4504-8D5B-2D62B63BDF43}" dt="2024-01-23T10:38:17.931" v="193"/>
        <pc:sldMkLst>
          <pc:docMk/>
          <pc:sldMk cId="2536319810" sldId="467"/>
        </pc:sldMkLst>
        <pc:spChg chg="mod">
          <ac:chgData name="Frank Van Puyvelde" userId="ba4190df-4674-45fe-be59-1502c3515486" providerId="ADAL" clId="{9EE01C50-65DB-4504-8D5B-2D62B63BDF43}" dt="2024-01-23T10:07:32.347" v="156" actId="20577"/>
          <ac:spMkLst>
            <pc:docMk/>
            <pc:sldMk cId="2536319810" sldId="467"/>
            <ac:spMk id="2" creationId="{00000000-0000-0000-0000-000000000000}"/>
          </ac:spMkLst>
        </pc:spChg>
      </pc:sldChg>
      <pc:sldChg chg="modSp mod modShow">
        <pc:chgData name="Frank Van Puyvelde" userId="ba4190df-4674-45fe-be59-1502c3515486" providerId="ADAL" clId="{9EE01C50-65DB-4504-8D5B-2D62B63BDF43}" dt="2024-01-23T10:38:34.561" v="201" actId="20577"/>
        <pc:sldMkLst>
          <pc:docMk/>
          <pc:sldMk cId="3117856547" sldId="509"/>
        </pc:sldMkLst>
        <pc:spChg chg="mod">
          <ac:chgData name="Frank Van Puyvelde" userId="ba4190df-4674-45fe-be59-1502c3515486" providerId="ADAL" clId="{9EE01C50-65DB-4504-8D5B-2D62B63BDF43}" dt="2024-01-23T10:38:34.561" v="201" actId="20577"/>
          <ac:spMkLst>
            <pc:docMk/>
            <pc:sldMk cId="3117856547" sldId="509"/>
            <ac:spMk id="2" creationId="{37B4DA31-A8D5-4323-BDBE-617BB55F1E30}"/>
          </ac:spMkLst>
        </pc:spChg>
        <pc:spChg chg="mod">
          <ac:chgData name="Frank Van Puyvelde" userId="ba4190df-4674-45fe-be59-1502c3515486" providerId="ADAL" clId="{9EE01C50-65DB-4504-8D5B-2D62B63BDF43}" dt="2024-01-23T10:37:28.804" v="189" actId="20577"/>
          <ac:spMkLst>
            <pc:docMk/>
            <pc:sldMk cId="3117856547" sldId="509"/>
            <ac:spMk id="3" creationId="{7B778BF8-5F18-4C20-AF79-D7D4179D1C7A}"/>
          </ac:spMkLst>
        </pc:spChg>
      </pc:sldChg>
      <pc:sldChg chg="modSp mod ord">
        <pc:chgData name="Frank Van Puyvelde" userId="ba4190df-4674-45fe-be59-1502c3515486" providerId="ADAL" clId="{9EE01C50-65DB-4504-8D5B-2D62B63BDF43}" dt="2024-01-23T10:38:15.829" v="191"/>
        <pc:sldMkLst>
          <pc:docMk/>
          <pc:sldMk cId="952255521" sldId="510"/>
        </pc:sldMkLst>
        <pc:spChg chg="mod">
          <ac:chgData name="Frank Van Puyvelde" userId="ba4190df-4674-45fe-be59-1502c3515486" providerId="ADAL" clId="{9EE01C50-65DB-4504-8D5B-2D62B63BDF43}" dt="2024-01-23T09:42:32.521" v="62" actId="20577"/>
          <ac:spMkLst>
            <pc:docMk/>
            <pc:sldMk cId="952255521" sldId="510"/>
            <ac:spMk id="2" creationId="{1F9D12AA-7B7E-47E5-B058-A220B20B0978}"/>
          </ac:spMkLst>
        </pc:spChg>
      </pc:sldChg>
      <pc:sldChg chg="modSp new mod">
        <pc:chgData name="Frank Van Puyvelde" userId="ba4190df-4674-45fe-be59-1502c3515486" providerId="ADAL" clId="{9EE01C50-65DB-4504-8D5B-2D62B63BDF43}" dt="2024-01-22T15:20:17.439" v="33"/>
        <pc:sldMkLst>
          <pc:docMk/>
          <pc:sldMk cId="1132790605" sldId="516"/>
        </pc:sldMkLst>
        <pc:spChg chg="mod">
          <ac:chgData name="Frank Van Puyvelde" userId="ba4190df-4674-45fe-be59-1502c3515486" providerId="ADAL" clId="{9EE01C50-65DB-4504-8D5B-2D62B63BDF43}" dt="2024-01-22T15:20:17.439" v="33"/>
          <ac:spMkLst>
            <pc:docMk/>
            <pc:sldMk cId="1132790605" sldId="516"/>
            <ac:spMk id="2" creationId="{6A0B5D1D-C4A4-D300-82B9-B5575938B582}"/>
          </ac:spMkLst>
        </pc:spChg>
        <pc:spChg chg="mod">
          <ac:chgData name="Frank Van Puyvelde" userId="ba4190df-4674-45fe-be59-1502c3515486" providerId="ADAL" clId="{9EE01C50-65DB-4504-8D5B-2D62B63BDF43}" dt="2024-01-22T15:20:02.195" v="32" actId="20577"/>
          <ac:spMkLst>
            <pc:docMk/>
            <pc:sldMk cId="1132790605" sldId="516"/>
            <ac:spMk id="3" creationId="{E0A65E07-42A9-B277-BF18-D6F2537DB1E3}"/>
          </ac:spMkLst>
        </pc:spChg>
      </pc:sldChg>
      <pc:sldChg chg="modSp new mod">
        <pc:chgData name="Frank Van Puyvelde" userId="ba4190df-4674-45fe-be59-1502c3515486" providerId="ADAL" clId="{9EE01C50-65DB-4504-8D5B-2D62B63BDF43}" dt="2024-01-23T09:48:20.895" v="142" actId="20577"/>
        <pc:sldMkLst>
          <pc:docMk/>
          <pc:sldMk cId="3123559060" sldId="517"/>
        </pc:sldMkLst>
        <pc:spChg chg="mod">
          <ac:chgData name="Frank Van Puyvelde" userId="ba4190df-4674-45fe-be59-1502c3515486" providerId="ADAL" clId="{9EE01C50-65DB-4504-8D5B-2D62B63BDF43}" dt="2024-01-23T09:42:37.546" v="64" actId="20577"/>
          <ac:spMkLst>
            <pc:docMk/>
            <pc:sldMk cId="3123559060" sldId="517"/>
            <ac:spMk id="2" creationId="{528E3A26-4462-0801-AF2B-9EDFC531393C}"/>
          </ac:spMkLst>
        </pc:spChg>
        <pc:spChg chg="mod">
          <ac:chgData name="Frank Van Puyvelde" userId="ba4190df-4674-45fe-be59-1502c3515486" providerId="ADAL" clId="{9EE01C50-65DB-4504-8D5B-2D62B63BDF43}" dt="2024-01-23T09:48:20.895" v="142" actId="20577"/>
          <ac:spMkLst>
            <pc:docMk/>
            <pc:sldMk cId="3123559060" sldId="517"/>
            <ac:spMk id="3" creationId="{3179ABCF-EB20-D79A-CADB-45035878982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7849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A375BC9-5AAE-4E1F-9FAE-BC04149B1DB3}" type="datetimeFigureOut">
              <a:rPr lang="nl-BE" smtClean="0"/>
              <a:t>14/10/2025</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0F272-7F92-4FF0-959A-28E623229BE1}" type="slidenum">
              <a:rPr lang="nl-BE" smtClean="0"/>
              <a:t>‹#›</a:t>
            </a:fld>
            <a:endParaRPr lang="nl-BE"/>
          </a:p>
        </p:txBody>
      </p:sp>
    </p:spTree>
    <p:extLst>
      <p:ext uri="{BB962C8B-B14F-4D97-AF65-F5344CB8AC3E}">
        <p14:creationId xmlns:p14="http://schemas.microsoft.com/office/powerpoint/2010/main" val="361353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051317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594574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12321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16542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25D4C14B-8B81-49E7-9BC7-8AE29B5E2ADB}" type="datetimeFigureOut">
              <a:rPr lang="nl-BE" smtClean="0"/>
              <a:t>14/10/2025</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38836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25D4C14B-8B81-49E7-9BC7-8AE29B5E2ADB}" type="datetimeFigureOut">
              <a:rPr lang="nl-BE" smtClean="0"/>
              <a:t>14/10/2025</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6371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4C14B-8B81-49E7-9BC7-8AE29B5E2ADB}" type="datetimeFigureOut">
              <a:rPr lang="nl-BE" smtClean="0"/>
              <a:t>14/10/2025</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0003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1819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763940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0449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45651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4C14B-8B81-49E7-9BC7-8AE29B5E2ADB}" type="datetimeFigureOut">
              <a:rPr lang="nl-BE" smtClean="0"/>
              <a:t>14/10/2025</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0C1B6-92E4-4DE3-9E6A-1F6BB5BBD198}" type="slidenum">
              <a:rPr lang="nl-BE" smtClean="0"/>
              <a:t>‹#›</a:t>
            </a:fld>
            <a:endParaRPr lang="nl-BE"/>
          </a:p>
        </p:txBody>
      </p:sp>
    </p:spTree>
    <p:extLst>
      <p:ext uri="{BB962C8B-B14F-4D97-AF65-F5344CB8AC3E}">
        <p14:creationId xmlns:p14="http://schemas.microsoft.com/office/powerpoint/2010/main" val="54030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oreilly.com/programming/free/files/a-whirlwind-tour-of-python.pdf" TargetMode="External"/><Relationship Id="rId2" Type="http://schemas.openxmlformats.org/officeDocument/2006/relationships/hyperlink" Target="https://github.com/gjbex/training-material/tree/master/Python" TargetMode="External"/><Relationship Id="rId1" Type="http://schemas.openxmlformats.org/officeDocument/2006/relationships/slideLayout" Target="../slideLayouts/slideLayout2.xml"/><Relationship Id="rId6" Type="http://schemas.openxmlformats.org/officeDocument/2006/relationships/hyperlink" Target="https://fabienmaussion.info/scientific_programming/html/00-Introduction.html" TargetMode="External"/><Relationship Id="rId5" Type="http://schemas.openxmlformats.org/officeDocument/2006/relationships/hyperlink" Target="http://www.cs.cornell.edu/courses/cs1110/2018sp/" TargetMode="External"/><Relationship Id="rId4" Type="http://schemas.openxmlformats.org/officeDocument/2006/relationships/hyperlink" Target="https://arcs.virginia.edu/python-quickstart"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parrt/msan501" TargetMode="External"/><Relationship Id="rId3" Type="http://schemas.openxmlformats.org/officeDocument/2006/relationships/hyperlink" Target="http://troll.cs.ua.edu/ACP-PY/index.html" TargetMode="External"/><Relationship Id="rId7" Type="http://schemas.openxmlformats.org/officeDocument/2006/relationships/hyperlink" Target="https://www2.cs.duke.edu/courses/spring18/compsci101/index.php" TargetMode="External"/><Relationship Id="rId2" Type="http://schemas.openxmlformats.org/officeDocument/2006/relationships/hyperlink" Target="https://www.math.ubc.ca/~pwalls/math-python/" TargetMode="External"/><Relationship Id="rId1" Type="http://schemas.openxmlformats.org/officeDocument/2006/relationships/slideLayout" Target="../slideLayouts/slideLayout2.xml"/><Relationship Id="rId6" Type="http://schemas.openxmlformats.org/officeDocument/2006/relationships/hyperlink" Target="https://anh.cs.luc.edu/python/hands-on/3.1/handsonHtml/index.html" TargetMode="External"/><Relationship Id="rId5" Type="http://schemas.openxmlformats.org/officeDocument/2006/relationships/hyperlink" Target="http://pages.physics.cornell.edu/~myers/teaching/ComputationalMethods/GettingStarted.html" TargetMode="External"/><Relationship Id="rId4" Type="http://schemas.openxmlformats.org/officeDocument/2006/relationships/hyperlink" Target="https://data-flair.training/blogs/python-lambda-expressions/" TargetMode="External"/><Relationship Id="rId9" Type="http://schemas.openxmlformats.org/officeDocument/2006/relationships/hyperlink" Target="https://docs.python-guide.org/intro/lear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xkcd.com/518/"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xkcd.com/1195/"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docs.python.org/3/library/exceptions.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vw.cac.cornell.edu/python-intro/control-flow/exception-handl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treyhunner.com/2016/04/how-to-loop-with-indexes-in-python/"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treyhunner.com/2016/04/how-to-loop-with-indexes-in-pytho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treyhunner.com/2016/04/how-to-loop-with-indexes-in-pyth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ice-web.cc.gatech.edu/ce21/1/static/audio/static/pip/Iteration/iteration.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a:t>
            </a:r>
            <a:endParaRPr lang="nl-BE" dirty="0"/>
          </a:p>
        </p:txBody>
      </p:sp>
      <p:sp>
        <p:nvSpPr>
          <p:cNvPr id="3" name="Subtitle 2"/>
          <p:cNvSpPr>
            <a:spLocks noGrp="1"/>
          </p:cNvSpPr>
          <p:nvPr>
            <p:ph type="subTitle" idx="1"/>
          </p:nvPr>
        </p:nvSpPr>
        <p:spPr/>
        <p:txBody>
          <a:bodyPr/>
          <a:lstStyle/>
          <a:p>
            <a:r>
              <a:rPr lang="en-US" dirty="0"/>
              <a:t>A </a:t>
            </a:r>
            <a:r>
              <a:rPr lang="en-US" dirty="0" err="1"/>
              <a:t>quickstart</a:t>
            </a:r>
            <a:r>
              <a:rPr lang="en-US" dirty="0"/>
              <a:t> into the key concepts of programming</a:t>
            </a:r>
          </a:p>
          <a:p>
            <a:r>
              <a:rPr lang="en-US"/>
              <a:t>Control structures</a:t>
            </a:r>
            <a:endParaRPr lang="nl-BE" dirty="0"/>
          </a:p>
        </p:txBody>
      </p:sp>
    </p:spTree>
    <p:extLst>
      <p:ext uri="{BB962C8B-B14F-4D97-AF65-F5344CB8AC3E}">
        <p14:creationId xmlns:p14="http://schemas.microsoft.com/office/powerpoint/2010/main" val="3922655883"/>
      </p:ext>
    </p:extLst>
  </p:cSld>
  <p:clrMapOvr>
    <a:masterClrMapping/>
  </p:clrMapOvr>
  <mc:AlternateContent xmlns:mc="http://schemas.openxmlformats.org/markup-compatibility/2006" xmlns:p14="http://schemas.microsoft.com/office/powerpoint/2010/main">
    <mc:Choice Requires="p14">
      <p:transition spd="slow" p14:dur="2000" advTm="14688"/>
    </mc:Choice>
    <mc:Fallback xmlns="">
      <p:transition spd="slow" advTm="14688"/>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nl-BE" dirty="0"/>
          </a:p>
        </p:txBody>
      </p:sp>
      <p:sp>
        <p:nvSpPr>
          <p:cNvPr id="3" name="Content Placeholder 2"/>
          <p:cNvSpPr>
            <a:spLocks noGrp="1"/>
          </p:cNvSpPr>
          <p:nvPr>
            <p:ph idx="1"/>
          </p:nvPr>
        </p:nvSpPr>
        <p:spPr/>
        <p:txBody>
          <a:bodyPr>
            <a:normAutofit fontScale="92500" lnSpcReduction="10000"/>
          </a:bodyPr>
          <a:lstStyle/>
          <a:p>
            <a:r>
              <a:rPr lang="nl-BE" dirty="0">
                <a:hlinkClick r:id="rId2"/>
              </a:rPr>
              <a:t>https://github.com/gjbex/training-material/tree/master/Python</a:t>
            </a:r>
            <a:endParaRPr lang="en-US" i="1" dirty="0"/>
          </a:p>
          <a:p>
            <a:r>
              <a:rPr lang="en-US" i="1" dirty="0"/>
              <a:t>Whirlwind Tour of Python </a:t>
            </a:r>
            <a:r>
              <a:rPr lang="en-US" dirty="0"/>
              <a:t>by Jake </a:t>
            </a:r>
            <a:r>
              <a:rPr lang="en-US" dirty="0" err="1"/>
              <a:t>VanderPlas</a:t>
            </a:r>
            <a:r>
              <a:rPr lang="en-US" dirty="0"/>
              <a:t> (O’Reilly). </a:t>
            </a:r>
            <a:br>
              <a:rPr lang="en-US" dirty="0"/>
            </a:br>
            <a:r>
              <a:rPr lang="en-US" dirty="0"/>
              <a:t>Copyright </a:t>
            </a:r>
            <a:r>
              <a:rPr lang="es-ES" dirty="0"/>
              <a:t>2016 </a:t>
            </a:r>
            <a:r>
              <a:rPr lang="es-ES" dirty="0" err="1"/>
              <a:t>O’Reilly</a:t>
            </a:r>
            <a:r>
              <a:rPr lang="es-ES" dirty="0"/>
              <a:t> Media, Inc., 978-1-491-96465-1.</a:t>
            </a:r>
            <a:br>
              <a:rPr lang="es-ES" dirty="0"/>
            </a:br>
            <a:r>
              <a:rPr lang="es-ES" dirty="0">
                <a:hlinkClick r:id="rId3"/>
              </a:rPr>
              <a:t>https://www.oreilly.com/programming/free/files/a-whirlwind-tour-of-python.pdf</a:t>
            </a:r>
            <a:r>
              <a:rPr lang="es-ES" dirty="0"/>
              <a:t> </a:t>
            </a:r>
          </a:p>
          <a:p>
            <a:r>
              <a:rPr lang="es-ES" dirty="0" err="1"/>
              <a:t>University</a:t>
            </a:r>
            <a:r>
              <a:rPr lang="es-ES" dirty="0"/>
              <a:t> of Virginia, </a:t>
            </a:r>
            <a:r>
              <a:rPr lang="es-ES" dirty="0" err="1"/>
              <a:t>Advanced</a:t>
            </a:r>
            <a:r>
              <a:rPr lang="es-ES" dirty="0"/>
              <a:t> </a:t>
            </a:r>
            <a:r>
              <a:rPr lang="es-ES" dirty="0" err="1"/>
              <a:t>Research</a:t>
            </a:r>
            <a:r>
              <a:rPr lang="es-ES" dirty="0"/>
              <a:t> Computing </a:t>
            </a:r>
            <a:r>
              <a:rPr lang="es-ES" dirty="0" err="1"/>
              <a:t>Services</a:t>
            </a:r>
            <a:r>
              <a:rPr lang="es-ES" dirty="0"/>
              <a:t>, Python </a:t>
            </a:r>
            <a:r>
              <a:rPr lang="es-ES" dirty="0" err="1"/>
              <a:t>Quickstart</a:t>
            </a:r>
            <a:br>
              <a:rPr lang="es-ES" dirty="0"/>
            </a:br>
            <a:r>
              <a:rPr lang="es-ES" dirty="0">
                <a:hlinkClick r:id="rId4"/>
              </a:rPr>
              <a:t>https://arcs.virginia.edu/python-quickstart</a:t>
            </a:r>
            <a:r>
              <a:rPr lang="es-ES" dirty="0"/>
              <a:t> </a:t>
            </a:r>
          </a:p>
          <a:p>
            <a:r>
              <a:rPr lang="es-ES" dirty="0">
                <a:hlinkClick r:id="rId5"/>
              </a:rPr>
              <a:t>http://www.cs.cornell.edu/courses/cs1110/2018sp/</a:t>
            </a:r>
            <a:r>
              <a:rPr lang="es-ES" dirty="0"/>
              <a:t> </a:t>
            </a:r>
          </a:p>
          <a:p>
            <a:r>
              <a:rPr lang="es-ES" dirty="0">
                <a:hlinkClick r:id="rId6"/>
              </a:rPr>
              <a:t>https://fabienmaussion.info/scientific_programming/html/00-Introduction.html</a:t>
            </a:r>
            <a:r>
              <a:rPr lang="es-ES" dirty="0"/>
              <a:t> </a:t>
            </a:r>
          </a:p>
          <a:p>
            <a:endParaRPr lang="nl-BE" dirty="0"/>
          </a:p>
        </p:txBody>
      </p:sp>
    </p:spTree>
    <p:extLst>
      <p:ext uri="{BB962C8B-B14F-4D97-AF65-F5344CB8AC3E}">
        <p14:creationId xmlns:p14="http://schemas.microsoft.com/office/powerpoint/2010/main" val="241291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See also</a:t>
            </a:r>
            <a:endParaRPr lang="nl-BE" dirty="0"/>
          </a:p>
        </p:txBody>
      </p:sp>
      <p:sp>
        <p:nvSpPr>
          <p:cNvPr id="3" name="Content Placeholder 2"/>
          <p:cNvSpPr>
            <a:spLocks noGrp="1"/>
          </p:cNvSpPr>
          <p:nvPr>
            <p:ph idx="1"/>
          </p:nvPr>
        </p:nvSpPr>
        <p:spPr/>
        <p:txBody>
          <a:bodyPr>
            <a:normAutofit fontScale="92500"/>
          </a:bodyPr>
          <a:lstStyle/>
          <a:p>
            <a:r>
              <a:rPr lang="nl-BE" dirty="0">
                <a:hlinkClick r:id="rId2"/>
              </a:rPr>
              <a:t>https://www.math.ubc.ca/~pwalls/math-python/</a:t>
            </a:r>
            <a:endParaRPr lang="nl-BE" dirty="0"/>
          </a:p>
          <a:p>
            <a:r>
              <a:rPr lang="nl-BE" dirty="0">
                <a:hlinkClick r:id="rId3"/>
              </a:rPr>
              <a:t>http://troll.cs.ua.edu/ACP-PY/index.html</a:t>
            </a:r>
            <a:endParaRPr lang="nl-BE" dirty="0"/>
          </a:p>
          <a:p>
            <a:r>
              <a:rPr lang="nl-BE" dirty="0">
                <a:hlinkClick r:id="rId4"/>
              </a:rPr>
              <a:t>https://data-flair.training/blogs/python-lambda-expressions/</a:t>
            </a:r>
            <a:r>
              <a:rPr lang="nl-BE" dirty="0"/>
              <a:t> </a:t>
            </a:r>
          </a:p>
          <a:p>
            <a:r>
              <a:rPr lang="nl-BE" dirty="0">
                <a:hlinkClick r:id="rId5"/>
              </a:rPr>
              <a:t>http://pages.physics.cornell.edu/~myers/teaching/ComputationalMethods/GettingStarted.html</a:t>
            </a:r>
            <a:endParaRPr lang="nl-BE" dirty="0"/>
          </a:p>
          <a:p>
            <a:r>
              <a:rPr lang="nl-BE" dirty="0">
                <a:hlinkClick r:id="rId6"/>
              </a:rPr>
              <a:t>https://anh.cs.luc.edu/python/hands-on/3.1/handsonHtml/index.html</a:t>
            </a:r>
            <a:r>
              <a:rPr lang="nl-BE" dirty="0"/>
              <a:t> </a:t>
            </a:r>
          </a:p>
          <a:p>
            <a:r>
              <a:rPr lang="nl-BE" dirty="0">
                <a:hlinkClick r:id="rId7"/>
              </a:rPr>
              <a:t>https://www2.cs.duke.edu/courses/spring18/compsci101/index.php</a:t>
            </a:r>
            <a:r>
              <a:rPr lang="nl-BE" dirty="0"/>
              <a:t> </a:t>
            </a:r>
          </a:p>
          <a:p>
            <a:r>
              <a:rPr lang="nl-BE" dirty="0">
                <a:hlinkClick r:id="rId8"/>
              </a:rPr>
              <a:t>https://github.com/parrt/msan501</a:t>
            </a:r>
            <a:r>
              <a:rPr lang="nl-BE" dirty="0"/>
              <a:t> </a:t>
            </a:r>
          </a:p>
          <a:p>
            <a:r>
              <a:rPr lang="nl-BE" dirty="0">
                <a:hlinkClick r:id="rId9"/>
              </a:rPr>
              <a:t>https://docs.python-guide.org/intro/learning/</a:t>
            </a:r>
            <a:r>
              <a:rPr lang="nl-BE" dirty="0"/>
              <a:t> </a:t>
            </a:r>
          </a:p>
          <a:p>
            <a:endParaRPr lang="nl-BE" dirty="0"/>
          </a:p>
        </p:txBody>
      </p:sp>
    </p:spTree>
    <p:extLst>
      <p:ext uri="{BB962C8B-B14F-4D97-AF65-F5344CB8AC3E}">
        <p14:creationId xmlns:p14="http://schemas.microsoft.com/office/powerpoint/2010/main" val="369520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Control flow</a:t>
            </a:r>
            <a:endParaRPr lang="nl-BE" dirty="0"/>
          </a:p>
        </p:txBody>
      </p:sp>
      <p:sp>
        <p:nvSpPr>
          <p:cNvPr id="5" name="Text Placeholder 4"/>
          <p:cNvSpPr>
            <a:spLocks noGrp="1"/>
          </p:cNvSpPr>
          <p:nvPr>
            <p:ph type="body" idx="1"/>
          </p:nvPr>
        </p:nvSpPr>
        <p:spPr/>
        <p:txBody>
          <a:bodyPr/>
          <a:lstStyle/>
          <a:p>
            <a:endParaRPr lang="nl-BE" dirty="0"/>
          </a:p>
        </p:txBody>
      </p:sp>
    </p:spTree>
    <p:extLst>
      <p:ext uri="{BB962C8B-B14F-4D97-AF65-F5344CB8AC3E}">
        <p14:creationId xmlns:p14="http://schemas.microsoft.com/office/powerpoint/2010/main" val="1342043317"/>
      </p:ext>
    </p:extLst>
  </p:cSld>
  <p:clrMapOvr>
    <a:masterClrMapping/>
  </p:clrMapOvr>
  <mc:AlternateContent xmlns:mc="http://schemas.openxmlformats.org/markup-compatibility/2006" xmlns:p14="http://schemas.microsoft.com/office/powerpoint/2010/main">
    <mc:Choice Requires="p14">
      <p:transition spd="slow" p14:dur="2000" advTm="18527"/>
    </mc:Choice>
    <mc:Fallback xmlns="">
      <p:transition spd="slow" advTm="1852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flow</a:t>
            </a:r>
            <a:endParaRPr lang="nl-BE" dirty="0"/>
          </a:p>
        </p:txBody>
      </p:sp>
      <p:sp>
        <p:nvSpPr>
          <p:cNvPr id="3" name="Content Placeholder 2"/>
          <p:cNvSpPr>
            <a:spLocks noGrp="1"/>
          </p:cNvSpPr>
          <p:nvPr>
            <p:ph idx="1"/>
          </p:nvPr>
        </p:nvSpPr>
        <p:spPr/>
        <p:txBody>
          <a:bodyPr>
            <a:normAutofit/>
          </a:bodyPr>
          <a:lstStyle/>
          <a:p>
            <a:r>
              <a:rPr lang="en-US" dirty="0"/>
              <a:t>Computer programs can’t do that many things, they can:</a:t>
            </a:r>
          </a:p>
          <a:p>
            <a:pPr lvl="1"/>
            <a:r>
              <a:rPr lang="en-US" dirty="0"/>
              <a:t>Assign values to variables (memory locations).</a:t>
            </a:r>
          </a:p>
          <a:p>
            <a:pPr lvl="1"/>
            <a:r>
              <a:rPr lang="en-US" dirty="0"/>
              <a:t>Make decisions based on comparisons.</a:t>
            </a:r>
          </a:p>
          <a:p>
            <a:pPr lvl="1"/>
            <a:r>
              <a:rPr lang="en-US" dirty="0"/>
              <a:t>Repeat a sequence of instructions over and over.</a:t>
            </a:r>
          </a:p>
          <a:p>
            <a:pPr lvl="1"/>
            <a:r>
              <a:rPr lang="nl-BE" dirty="0"/>
              <a:t>Call </a:t>
            </a:r>
            <a:r>
              <a:rPr lang="nl-BE" dirty="0" err="1"/>
              <a:t>subprograms</a:t>
            </a:r>
            <a:r>
              <a:rPr lang="nl-BE" dirty="0"/>
              <a:t>.</a:t>
            </a:r>
          </a:p>
          <a:p>
            <a:endParaRPr lang="nl-BE" dirty="0"/>
          </a:p>
        </p:txBody>
      </p:sp>
    </p:spTree>
    <p:extLst>
      <p:ext uri="{BB962C8B-B14F-4D97-AF65-F5344CB8AC3E}">
        <p14:creationId xmlns:p14="http://schemas.microsoft.com/office/powerpoint/2010/main" val="3899846074"/>
      </p:ext>
    </p:extLst>
  </p:cSld>
  <p:clrMapOvr>
    <a:masterClrMapping/>
  </p:clrMapOvr>
  <mc:AlternateContent xmlns:mc="http://schemas.openxmlformats.org/markup-compatibility/2006" xmlns:p14="http://schemas.microsoft.com/office/powerpoint/2010/main">
    <mc:Choice Requires="p14">
      <p:transition spd="slow" p14:dur="2000" advTm="81277"/>
    </mc:Choice>
    <mc:Fallback xmlns="">
      <p:transition spd="slow" advTm="8127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Flow Char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12838"/>
            <a:ext cx="7048500" cy="50863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38200" y="6488668"/>
            <a:ext cx="2315634" cy="369332"/>
          </a:xfrm>
          <a:prstGeom prst="rect">
            <a:avLst/>
          </a:prstGeom>
          <a:noFill/>
        </p:spPr>
        <p:txBody>
          <a:bodyPr wrap="none" rtlCol="0">
            <a:spAutoFit/>
          </a:bodyPr>
          <a:lstStyle/>
          <a:p>
            <a:r>
              <a:rPr lang="en-US" dirty="0">
                <a:hlinkClick r:id="rId3"/>
              </a:rPr>
              <a:t>https://xkcd.com/518/</a:t>
            </a:r>
            <a:endParaRPr lang="en-US" dirty="0"/>
          </a:p>
        </p:txBody>
      </p:sp>
      <p:pic>
        <p:nvPicPr>
          <p:cNvPr id="1028" name="Picture 4" descr="Flowchar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9275" y="1075192"/>
            <a:ext cx="1914525" cy="21336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439275" y="3471347"/>
            <a:ext cx="2667000" cy="369332"/>
          </a:xfrm>
          <a:prstGeom prst="rect">
            <a:avLst/>
          </a:prstGeom>
          <a:noFill/>
        </p:spPr>
        <p:txBody>
          <a:bodyPr wrap="square" rtlCol="0">
            <a:spAutoFit/>
          </a:bodyPr>
          <a:lstStyle/>
          <a:p>
            <a:r>
              <a:rPr lang="en-US" dirty="0">
                <a:hlinkClick r:id="rId5"/>
              </a:rPr>
              <a:t>https://xkcd.com/1195/</a:t>
            </a:r>
            <a:endParaRPr lang="en-US" dirty="0"/>
          </a:p>
        </p:txBody>
      </p:sp>
    </p:spTree>
    <p:extLst>
      <p:ext uri="{BB962C8B-B14F-4D97-AF65-F5344CB8AC3E}">
        <p14:creationId xmlns:p14="http://schemas.microsoft.com/office/powerpoint/2010/main" val="1781451885"/>
      </p:ext>
    </p:extLst>
  </p:cSld>
  <p:clrMapOvr>
    <a:masterClrMapping/>
  </p:clrMapOvr>
  <mc:AlternateContent xmlns:mc="http://schemas.openxmlformats.org/markup-compatibility/2006" xmlns:p14="http://schemas.microsoft.com/office/powerpoint/2010/main">
    <mc:Choice Requires="p14">
      <p:transition spd="slow" p14:dur="2000" advTm="5576"/>
    </mc:Choice>
    <mc:Fallback xmlns="">
      <p:transition spd="slow" advTm="557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83DDAD-E5C9-43E6-8F28-7683D4092BEA}"/>
              </a:ext>
            </a:extLst>
          </p:cNvPr>
          <p:cNvSpPr>
            <a:spLocks noGrp="1"/>
          </p:cNvSpPr>
          <p:nvPr>
            <p:ph type="title"/>
          </p:nvPr>
        </p:nvSpPr>
        <p:spPr/>
        <p:txBody>
          <a:bodyPr/>
          <a:lstStyle/>
          <a:p>
            <a:r>
              <a:rPr lang="en-US" dirty="0"/>
              <a:t>conditionals</a:t>
            </a:r>
            <a:endParaRPr lang="en-BE" dirty="0"/>
          </a:p>
        </p:txBody>
      </p:sp>
      <p:sp>
        <p:nvSpPr>
          <p:cNvPr id="5" name="Text Placeholder 4">
            <a:extLst>
              <a:ext uri="{FF2B5EF4-FFF2-40B4-BE49-F238E27FC236}">
                <a16:creationId xmlns:a16="http://schemas.microsoft.com/office/drawing/2014/main" id="{5D4B3EE6-730C-4DAC-8C62-0D4EC48745B5}"/>
              </a:ext>
            </a:extLst>
          </p:cNvPr>
          <p:cNvSpPr>
            <a:spLocks noGrp="1"/>
          </p:cNvSpPr>
          <p:nvPr>
            <p:ph type="body" idx="1"/>
          </p:nvPr>
        </p:nvSpPr>
        <p:spPr/>
        <p:txBody>
          <a:bodyPr/>
          <a:lstStyle/>
          <a:p>
            <a:r>
              <a:rPr lang="en-US" dirty="0" err="1"/>
              <a:t>control_flow_conditionals.ipynb</a:t>
            </a:r>
            <a:endParaRPr lang="nl-BE" dirty="0"/>
          </a:p>
          <a:p>
            <a:endParaRPr lang="en-BE" dirty="0"/>
          </a:p>
        </p:txBody>
      </p:sp>
    </p:spTree>
    <p:extLst>
      <p:ext uri="{BB962C8B-B14F-4D97-AF65-F5344CB8AC3E}">
        <p14:creationId xmlns:p14="http://schemas.microsoft.com/office/powerpoint/2010/main" val="4261785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Statements: if</a:t>
            </a:r>
            <a:endParaRPr lang="nl-BE" dirty="0"/>
          </a:p>
        </p:txBody>
      </p:sp>
      <p:sp>
        <p:nvSpPr>
          <p:cNvPr id="3" name="Content Placeholder 2"/>
          <p:cNvSpPr>
            <a:spLocks noGrp="1"/>
          </p:cNvSpPr>
          <p:nvPr>
            <p:ph idx="1"/>
          </p:nvPr>
        </p:nvSpPr>
        <p:spPr/>
        <p:txBody>
          <a:bodyPr>
            <a:normAutofit lnSpcReduction="10000"/>
          </a:bodyPr>
          <a:lstStyle/>
          <a:p>
            <a:r>
              <a:rPr lang="en-US" dirty="0"/>
              <a:t>Syntax: </a:t>
            </a:r>
          </a:p>
          <a:p>
            <a:pPr marL="0" indent="0">
              <a:buNone/>
            </a:pPr>
            <a:r>
              <a:rPr lang="en-US" b="1" dirty="0">
                <a:latin typeface="Courier New" panose="02070309020205020404" pitchFamily="49" charset="0"/>
                <a:cs typeface="Courier New" panose="02070309020205020404" pitchFamily="49" charset="0"/>
              </a:rPr>
              <a:t>if</a:t>
            </a:r>
            <a:r>
              <a:rPr lang="en-US" dirty="0">
                <a:latin typeface="Courier New" panose="02070309020205020404" pitchFamily="49" charset="0"/>
                <a:cs typeface="Courier New" panose="02070309020205020404" pitchFamily="49" charset="0"/>
              </a:rPr>
              <a:t> condition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indentedStatementBlock</a:t>
            </a:r>
            <a:endParaRPr lang="en-US" dirty="0">
              <a:latin typeface="Courier New" panose="02070309020205020404" pitchFamily="49" charset="0"/>
              <a:cs typeface="Courier New" panose="02070309020205020404" pitchFamily="49" charset="0"/>
            </a:endParaRPr>
          </a:p>
          <a:p>
            <a:r>
              <a:rPr lang="en-US" dirty="0"/>
              <a:t>A group of individual statements, which make a single code block are called </a:t>
            </a:r>
            <a:r>
              <a:rPr lang="en-US" i="1" dirty="0"/>
              <a:t>suites </a:t>
            </a:r>
          </a:p>
          <a:p>
            <a:r>
              <a:rPr lang="en-US" dirty="0"/>
              <a:t>If the condition is true, then do the indented statements. </a:t>
            </a:r>
            <a:br>
              <a:rPr lang="en-US" dirty="0"/>
            </a:br>
            <a:r>
              <a:rPr lang="en-US" dirty="0"/>
              <a:t>If the condition is not true, then skip the indented statements.</a:t>
            </a:r>
          </a:p>
          <a:p>
            <a:pPr marL="0" indent="0">
              <a:buNone/>
            </a:pPr>
            <a:r>
              <a:rPr lang="en-US" dirty="0">
                <a:latin typeface="Courier New" panose="02070309020205020404" pitchFamily="49" charset="0"/>
                <a:cs typeface="Courier New" panose="02070309020205020404" pitchFamily="49" charset="0"/>
              </a:rPr>
              <a:t>if (a&lt;100):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print(‘a is less than 100’)</a:t>
            </a:r>
          </a:p>
          <a:p>
            <a:r>
              <a:rPr lang="en-US" i="1" dirty="0"/>
              <a:t>File: if_1.py</a:t>
            </a:r>
            <a:endParaRPr lang="nl-BE" i="1" dirty="0"/>
          </a:p>
        </p:txBody>
      </p:sp>
    </p:spTree>
    <p:extLst>
      <p:ext uri="{BB962C8B-B14F-4D97-AF65-F5344CB8AC3E}">
        <p14:creationId xmlns:p14="http://schemas.microsoft.com/office/powerpoint/2010/main" val="3117525341"/>
      </p:ext>
    </p:extLst>
  </p:cSld>
  <p:clrMapOvr>
    <a:masterClrMapping/>
  </p:clrMapOvr>
  <mc:AlternateContent xmlns:mc="http://schemas.openxmlformats.org/markup-compatibility/2006" xmlns:p14="http://schemas.microsoft.com/office/powerpoint/2010/main">
    <mc:Choice Requires="p14">
      <p:transition spd="slow" p14:dur="2000" advTm="77451"/>
    </mc:Choice>
    <mc:Fallback xmlns="">
      <p:transition spd="slow" advTm="77451"/>
    </mc:Fallback>
  </mc:AlternateContent>
  <p:extLst>
    <p:ext uri="{3A86A75C-4F4B-4683-9AE1-C65F6400EC91}">
      <p14:laserTraceLst xmlns:p14="http://schemas.microsoft.com/office/powerpoint/2010/main">
        <p14:tracePtLst>
          <p14:tracePt t="15368" x="1460500" y="2374900"/>
          <p14:tracePt t="15394" x="1346200" y="2343150"/>
          <p14:tracePt t="15398" x="1327150" y="2336800"/>
          <p14:tracePt t="15423" x="1301750" y="2330450"/>
          <p14:tracePt t="15470" x="1295400" y="2330450"/>
          <p14:tracePt t="15487" x="1289050" y="2330450"/>
          <p14:tracePt t="15509" x="1282700" y="2330450"/>
          <p14:tracePt t="15519" x="1276350" y="2330450"/>
          <p14:tracePt t="15525" x="1263650" y="2330450"/>
          <p14:tracePt t="15541" x="1257300" y="2330450"/>
          <p14:tracePt t="15552" x="1250950" y="2330450"/>
          <p14:tracePt t="15566" x="1244600" y="2330450"/>
          <p14:tracePt t="15583" x="1238250" y="2330450"/>
          <p14:tracePt t="15599" x="1231900" y="2330450"/>
          <p14:tracePt t="15617" x="1225550" y="2330450"/>
          <p14:tracePt t="15633" x="1212850" y="2330450"/>
          <p14:tracePt t="15649" x="1193800" y="2330450"/>
          <p14:tracePt t="15666" x="1162050" y="2336800"/>
          <p14:tracePt t="15683" x="1123950" y="2349500"/>
          <p14:tracePt t="15689" x="1111250" y="2349500"/>
          <p14:tracePt t="15699" x="1073150" y="2355850"/>
          <p14:tracePt t="15716" x="1041400" y="2374900"/>
          <p14:tracePt t="15733" x="1022350" y="2374900"/>
          <p14:tracePt t="15750" x="1003300" y="2393950"/>
          <p14:tracePt t="15753" x="996950" y="2393950"/>
          <p14:tracePt t="15766" x="984250" y="2400300"/>
          <p14:tracePt t="15784" x="965200" y="2413000"/>
          <p14:tracePt t="15799" x="946150" y="2425700"/>
          <p14:tracePt t="15816" x="920750" y="2444750"/>
          <p14:tracePt t="15833" x="901700" y="2457450"/>
          <p14:tracePt t="15849" x="863600" y="2489200"/>
          <p14:tracePt t="15866" x="844550" y="2501900"/>
          <p14:tracePt t="15883" x="825500" y="2527300"/>
          <p14:tracePt t="15902" x="812800" y="2533650"/>
          <p14:tracePt t="15916" x="806450" y="2546350"/>
          <p14:tracePt t="15933" x="800100" y="2559050"/>
          <p14:tracePt t="15949" x="800100" y="2565400"/>
          <p14:tracePt t="15953" x="800100" y="2571750"/>
          <p14:tracePt t="15983" x="800100" y="2590800"/>
          <p14:tracePt t="15986" x="800100" y="2603500"/>
          <p14:tracePt t="15999" x="800100" y="2616200"/>
          <p14:tracePt t="16018" x="838200" y="2692400"/>
          <p14:tracePt t="16033" x="869950" y="2724150"/>
          <p14:tracePt t="16049" x="895350" y="2749550"/>
          <p14:tracePt t="16066" x="927100" y="2768600"/>
          <p14:tracePt t="16083" x="952500" y="2787650"/>
          <p14:tracePt t="16099" x="984250" y="2800350"/>
          <p14:tracePt t="16116" x="996950" y="2806700"/>
          <p14:tracePt t="16133" x="1016000" y="2813050"/>
          <p14:tracePt t="16149" x="1041400" y="2819400"/>
          <p14:tracePt t="16166" x="1060450" y="2825750"/>
          <p14:tracePt t="16183" x="1085850" y="2832100"/>
          <p14:tracePt t="16187" x="1098550" y="2832100"/>
          <p14:tracePt t="16199" x="1111250" y="2838450"/>
          <p14:tracePt t="16216" x="1136650" y="2844800"/>
          <p14:tracePt t="16219" x="1149350" y="2844800"/>
          <p14:tracePt t="16233" x="1155700" y="2844800"/>
          <p14:tracePt t="16250" x="1168400" y="2844800"/>
          <p14:tracePt t="16253" x="1181100" y="2844800"/>
          <p14:tracePt t="16268" x="1187450" y="2844800"/>
          <p14:tracePt t="16284" x="1200150" y="2844800"/>
          <p14:tracePt t="16299" x="1212850" y="2832100"/>
          <p14:tracePt t="16317" x="1238250" y="2819400"/>
          <p14:tracePt t="16333" x="1250950" y="2800350"/>
          <p14:tracePt t="16349" x="1276350" y="2787650"/>
          <p14:tracePt t="16366" x="1327150" y="2755900"/>
          <p14:tracePt t="16383" x="1346200" y="2743200"/>
          <p14:tracePt t="16399" x="1403350" y="2711450"/>
          <p14:tracePt t="16416" x="1428750" y="2698750"/>
          <p14:tracePt t="16419" x="1435100" y="2692400"/>
          <p14:tracePt t="16433" x="1441450" y="2686050"/>
          <p14:tracePt t="16450" x="1460500" y="2667000"/>
          <p14:tracePt t="16454" x="1466850" y="2667000"/>
          <p14:tracePt t="16466" x="1466850" y="2660650"/>
          <p14:tracePt t="16483" x="1479550" y="2647950"/>
          <p14:tracePt t="16485" x="1479550" y="2635250"/>
          <p14:tracePt t="16499" x="1485900" y="2628900"/>
          <p14:tracePt t="16519" x="1504950" y="2584450"/>
          <p14:tracePt t="16533" x="1511300" y="2565400"/>
          <p14:tracePt t="16549" x="1517650" y="2540000"/>
          <p14:tracePt t="16566" x="1524000" y="2520950"/>
          <p14:tracePt t="16583" x="1524000" y="2508250"/>
          <p14:tracePt t="16599" x="1530350" y="2501900"/>
          <p14:tracePt t="16616" x="1530350" y="2489200"/>
          <p14:tracePt t="16633" x="1530350" y="2476500"/>
          <p14:tracePt t="16649" x="1530350" y="2470150"/>
          <p14:tracePt t="16653" x="1530350" y="2463800"/>
          <p14:tracePt t="16666" x="1530350" y="2457450"/>
          <p14:tracePt t="16683" x="1517650" y="2444750"/>
          <p14:tracePt t="16688" x="1517650" y="2438400"/>
          <p14:tracePt t="16693" x="1504950" y="2432050"/>
          <p14:tracePt t="16716" x="1498600" y="2419350"/>
          <p14:tracePt t="16720" x="1492250" y="2406650"/>
          <p14:tracePt t="16733" x="1485900" y="2406650"/>
          <p14:tracePt t="16749" x="1479550" y="2400300"/>
          <p14:tracePt t="16752" x="1473200" y="2393950"/>
          <p14:tracePt t="16766" x="1466850" y="2387600"/>
          <p14:tracePt t="16783" x="1454150" y="2381250"/>
          <p14:tracePt t="16799" x="1435100" y="2381250"/>
          <p14:tracePt t="16816" x="1428750" y="2374900"/>
          <p14:tracePt t="16833" x="1409700" y="2368550"/>
          <p14:tracePt t="16849" x="1397000" y="2368550"/>
          <p14:tracePt t="16866" x="1371600" y="2362200"/>
          <p14:tracePt t="16883" x="1358900" y="2362200"/>
          <p14:tracePt t="16902" x="1339850" y="2362200"/>
          <p14:tracePt t="16905" x="1333500" y="2362200"/>
          <p14:tracePt t="16916" x="1327150" y="2362200"/>
          <p14:tracePt t="16933" x="1314450" y="2362200"/>
          <p14:tracePt t="16949" x="1301750" y="2362200"/>
          <p14:tracePt t="16953" x="1301750" y="2368550"/>
          <p14:tracePt t="16966" x="1295400" y="2368550"/>
          <p14:tracePt t="16983" x="1270000" y="2368550"/>
          <p14:tracePt t="16986" x="1263650" y="2368550"/>
          <p14:tracePt t="16999" x="1257300" y="2368550"/>
          <p14:tracePt t="17016" x="1244600" y="2374900"/>
          <p14:tracePt t="17019" x="1231900" y="2381250"/>
          <p14:tracePt t="17033" x="1212850" y="2381250"/>
          <p14:tracePt t="17049" x="1206500" y="2381250"/>
          <p14:tracePt t="17066" x="1200150" y="2381250"/>
          <p14:tracePt t="17083" x="1193800" y="2387600"/>
          <p14:tracePt t="17146" x="1193800" y="2393950"/>
          <p14:tracePt t="17162" x="0" y="0"/>
        </p14:tracePtLst>
        <p14:tracePtLst>
          <p14:tracePt t="17653" x="2120900" y="2362200"/>
          <p14:tracePt t="17730" x="2114550" y="2362200"/>
          <p14:tracePt t="17756" x="2108200" y="2362200"/>
          <p14:tracePt t="17766" x="2101850" y="2362200"/>
          <p14:tracePt t="17783" x="2070100" y="2368550"/>
          <p14:tracePt t="17799" x="2032000" y="2381250"/>
          <p14:tracePt t="17803" x="2000250" y="2387600"/>
          <p14:tracePt t="17816" x="1974850" y="2393950"/>
          <p14:tracePt t="17833" x="1905000" y="2400300"/>
          <p14:tracePt t="17836" x="1873250" y="2406650"/>
          <p14:tracePt t="17849" x="1841500" y="2406650"/>
          <p14:tracePt t="17866" x="1803400" y="2406650"/>
          <p14:tracePt t="17869" x="1784350" y="2406650"/>
          <p14:tracePt t="17883" x="1752600" y="2413000"/>
          <p14:tracePt t="17899" x="1739900" y="2419350"/>
          <p14:tracePt t="17916" x="1720850" y="2419350"/>
          <p14:tracePt t="17933" x="1701800" y="2425700"/>
          <p14:tracePt t="17949" x="1676400" y="2438400"/>
          <p14:tracePt t="17966" x="1644650" y="2444750"/>
          <p14:tracePt t="17983" x="1606550" y="2457450"/>
          <p14:tracePt t="17999" x="1581150" y="2470150"/>
          <p14:tracePt t="18016" x="1549400" y="2489200"/>
          <p14:tracePt t="18033" x="1524000" y="2501900"/>
          <p14:tracePt t="18036" x="1517650" y="2508250"/>
          <p14:tracePt t="18049" x="1511300" y="2508250"/>
          <p14:tracePt t="18066" x="1504950" y="2514600"/>
          <p14:tracePt t="18083" x="1504950" y="2520950"/>
          <p14:tracePt t="18099" x="1504950" y="2527300"/>
          <p14:tracePt t="18116" x="1504950" y="2533650"/>
          <p14:tracePt t="18133" x="1504950" y="2584450"/>
          <p14:tracePt t="18149" x="1530350" y="2622550"/>
          <p14:tracePt t="18166" x="1555750" y="2667000"/>
          <p14:tracePt t="18183" x="1593850" y="2711450"/>
          <p14:tracePt t="18199" x="1619250" y="2736850"/>
          <p14:tracePt t="18216" x="1651000" y="2755900"/>
          <p14:tracePt t="18233" x="1670050" y="2768600"/>
          <p14:tracePt t="18249" x="1708150" y="2794000"/>
          <p14:tracePt t="18266" x="1765300" y="2806700"/>
          <p14:tracePt t="18270" x="1784350" y="2813050"/>
          <p14:tracePt t="18283" x="1809750" y="2825750"/>
          <p14:tracePt t="18299" x="1892300" y="2844800"/>
          <p14:tracePt t="18304" x="1917700" y="2851150"/>
          <p14:tracePt t="18316" x="1987550" y="2863850"/>
          <p14:tracePt t="18333" x="2032000" y="2870200"/>
          <p14:tracePt t="18336" x="2051050" y="2870200"/>
          <p14:tracePt t="18349" x="2114550" y="2870200"/>
          <p14:tracePt t="18366" x="2159000" y="2876550"/>
          <p14:tracePt t="18369" x="2178050" y="2876550"/>
          <p14:tracePt t="18383" x="2260600" y="2876550"/>
          <p14:tracePt t="18399" x="2298700" y="2876550"/>
          <p14:tracePt t="18416" x="2343150" y="2870200"/>
          <p14:tracePt t="18433" x="2425700" y="2863850"/>
          <p14:tracePt t="18449" x="2463800" y="2857500"/>
          <p14:tracePt t="18466" x="2501900" y="2844800"/>
          <p14:tracePt t="18483" x="2546350" y="2844800"/>
          <p14:tracePt t="18499" x="2622550" y="2838450"/>
          <p14:tracePt t="18503" x="2641600" y="2838450"/>
          <p14:tracePt t="18516" x="2692400" y="2832100"/>
          <p14:tracePt t="18533" x="2736850" y="2825750"/>
          <p14:tracePt t="18550" x="2825750" y="2813050"/>
          <p14:tracePt t="18555" x="2844800" y="2813050"/>
          <p14:tracePt t="18566" x="2895600" y="2800350"/>
          <p14:tracePt t="18583" x="2946400" y="2787650"/>
          <p14:tracePt t="18599" x="2965450" y="2781300"/>
          <p14:tracePt t="18603" x="2978150" y="2774950"/>
          <p14:tracePt t="18616" x="2984500" y="2774950"/>
          <p14:tracePt t="18633" x="3009900" y="2762250"/>
          <p14:tracePt t="18649" x="3035300" y="2755900"/>
          <p14:tracePt t="18666" x="3054350" y="2743200"/>
          <p14:tracePt t="18683" x="3098800" y="2730500"/>
          <p14:tracePt t="18699" x="3124200" y="2724150"/>
          <p14:tracePt t="18716" x="3168650" y="2705100"/>
          <p14:tracePt t="18733" x="3194050" y="2698750"/>
          <p14:tracePt t="18750" x="3225800" y="2686050"/>
          <p14:tracePt t="18766" x="3257550" y="2673350"/>
          <p14:tracePt t="18769" x="3270250" y="2667000"/>
          <p14:tracePt t="18784" x="3276600" y="2660650"/>
          <p14:tracePt t="18789" x="3289300" y="2660650"/>
          <p14:tracePt t="18799" x="3289300" y="2654300"/>
          <p14:tracePt t="18818" x="3302000" y="2641600"/>
          <p14:tracePt t="18833" x="3308350" y="2635250"/>
          <p14:tracePt t="18853" x="3308350" y="2628900"/>
          <p14:tracePt t="18866" x="3308350" y="2622550"/>
          <p14:tracePt t="18886" x="3308350" y="2609850"/>
          <p14:tracePt t="18902" x="3302000" y="2597150"/>
          <p14:tracePt t="18917" x="3289300" y="2578100"/>
          <p14:tracePt t="18933" x="3263900" y="2559050"/>
          <p14:tracePt t="18949" x="3232150" y="2540000"/>
          <p14:tracePt t="18966" x="3181350" y="2508250"/>
          <p14:tracePt t="18983" x="3155950" y="2489200"/>
          <p14:tracePt t="18999" x="3105150" y="2463800"/>
          <p14:tracePt t="19016" x="3054350" y="2438400"/>
          <p14:tracePt t="19020" x="3028950" y="2425700"/>
          <p14:tracePt t="19033" x="2997200" y="2413000"/>
          <p14:tracePt t="19049" x="2952750" y="2393950"/>
          <p14:tracePt t="19052" x="2901950" y="2381250"/>
          <p14:tracePt t="19066" x="2844800" y="2368550"/>
          <p14:tracePt t="19083" x="2679700" y="2336800"/>
          <p14:tracePt t="19099" x="2559050" y="2317750"/>
          <p14:tracePt t="19116" x="2451100" y="2298700"/>
          <p14:tracePt t="19133" x="2349500" y="2298700"/>
          <p14:tracePt t="19149" x="2260600" y="2298700"/>
          <p14:tracePt t="19166" x="2203450" y="2298700"/>
          <p14:tracePt t="19183" x="2159000" y="2298700"/>
          <p14:tracePt t="19199" x="2120900" y="2305050"/>
          <p14:tracePt t="19216" x="2101850" y="2311400"/>
          <p14:tracePt t="19233" x="2076450" y="2330450"/>
          <p14:tracePt t="19250" x="2044700" y="2343150"/>
          <p14:tracePt t="19253" x="2038350" y="2349500"/>
          <p14:tracePt t="19266" x="2032000" y="2355850"/>
          <p14:tracePt t="19283" x="2019300" y="2362200"/>
          <p14:tracePt t="19287" x="2012950" y="2362200"/>
          <p14:tracePt t="19299" x="2012950" y="2374900"/>
          <p14:tracePt t="19316" x="1987550" y="2387600"/>
          <p14:tracePt t="19319" x="1981200" y="2387600"/>
          <p14:tracePt t="19333" x="1955800" y="2413000"/>
          <p14:tracePt t="19349" x="1936750" y="2432050"/>
          <p14:tracePt t="19366" x="1917700" y="2444750"/>
          <p14:tracePt t="19383" x="1905000" y="2463800"/>
          <p14:tracePt t="19399" x="1905000" y="2470150"/>
          <p14:tracePt t="19416" x="1905000" y="2482850"/>
          <p14:tracePt t="19433" x="1905000" y="2495550"/>
          <p14:tracePt t="19449" x="1924050" y="2508250"/>
          <p14:tracePt t="19466" x="1943100" y="2527300"/>
          <p14:tracePt t="19483" x="1962150" y="2546350"/>
          <p14:tracePt t="19499" x="1981200" y="2559050"/>
          <p14:tracePt t="19516" x="1993900" y="2571750"/>
          <p14:tracePt t="19521" x="2006600" y="2584450"/>
          <p14:tracePt t="19533" x="2019300" y="2590800"/>
          <p14:tracePt t="19549" x="2025650" y="2597150"/>
          <p14:tracePt t="19552" x="2025650" y="2603500"/>
          <p14:tracePt t="19568" x="2032000" y="2603500"/>
          <p14:tracePt t="19584" x="2038350" y="2609850"/>
          <p14:tracePt t="19600" x="2038350" y="2616200"/>
          <p14:tracePt t="19633" x="2044700" y="2616200"/>
          <p14:tracePt t="19649" x="2051050" y="2616200"/>
          <p14:tracePt t="19923" x="0" y="0"/>
        </p14:tracePtLst>
        <p14:tracePtLst>
          <p14:tracePt t="20824" x="3848100" y="2425700"/>
          <p14:tracePt t="20831" x="3841750" y="2425700"/>
          <p14:tracePt t="20849" x="3835400" y="2425700"/>
          <p14:tracePt t="20866" x="3829050" y="2425700"/>
          <p14:tracePt t="20883" x="3822700" y="2425700"/>
          <p14:tracePt t="20899" x="3816350" y="2425700"/>
          <p14:tracePt t="20916" x="3803650" y="2425700"/>
          <p14:tracePt t="20933" x="3778250" y="2432050"/>
          <p14:tracePt t="20949" x="3752850" y="2444750"/>
          <p14:tracePt t="20966" x="3740150" y="2444750"/>
          <p14:tracePt t="20983" x="3727450" y="2451100"/>
          <p14:tracePt t="20999" x="3714750" y="2457450"/>
          <p14:tracePt t="21016" x="3695700" y="2463800"/>
          <p14:tracePt t="21033" x="3689350" y="2470150"/>
          <p14:tracePt t="21050" x="3676650" y="2476500"/>
          <p14:tracePt t="21066" x="3676650" y="2482850"/>
          <p14:tracePt t="21070" x="3670300" y="2482850"/>
          <p14:tracePt t="21096" x="3663950" y="2489200"/>
          <p14:tracePt t="21103" x="3657600" y="2489200"/>
          <p14:tracePt t="21116" x="3657600" y="2495550"/>
          <p14:tracePt t="21133" x="3651250" y="2501900"/>
          <p14:tracePt t="21149" x="3651250" y="2508250"/>
          <p14:tracePt t="21152" x="3644900" y="2514600"/>
          <p14:tracePt t="21168" x="3644900" y="2520950"/>
          <p14:tracePt t="21183" x="3638550" y="2540000"/>
          <p14:tracePt t="21199" x="3625850" y="2565400"/>
          <p14:tracePt t="21216" x="3625850" y="2578100"/>
          <p14:tracePt t="21233" x="3625850" y="2597150"/>
          <p14:tracePt t="21249" x="3625850" y="2603500"/>
          <p14:tracePt t="21266" x="3625850" y="2616200"/>
          <p14:tracePt t="21283" x="3625850" y="2622550"/>
          <p14:tracePt t="21299" x="3625850" y="2628900"/>
          <p14:tracePt t="21304" x="3625850" y="2641600"/>
          <p14:tracePt t="21319" x="3625850" y="2647950"/>
          <p14:tracePt t="21333" x="3625850" y="2660650"/>
          <p14:tracePt t="21349" x="3632200" y="2673350"/>
          <p14:tracePt t="21352" x="3632200" y="2679700"/>
          <p14:tracePt t="21367" x="3638550" y="2698750"/>
          <p14:tracePt t="21383" x="3644900" y="2705100"/>
          <p14:tracePt t="21399" x="3644900" y="2711450"/>
          <p14:tracePt t="21402" x="3651250" y="2724150"/>
          <p14:tracePt t="21418" x="3657600" y="2730500"/>
          <p14:tracePt t="21435" x="3663950" y="2730500"/>
          <p14:tracePt t="21449" x="3663950" y="2736850"/>
          <p14:tracePt t="21466" x="3670300" y="2736850"/>
          <p14:tracePt t="21483" x="3676650" y="2749550"/>
          <p14:tracePt t="21499" x="3689350" y="2749550"/>
          <p14:tracePt t="21516" x="3695700" y="2755900"/>
          <p14:tracePt t="21550" x="3708400" y="2755900"/>
          <p14:tracePt t="21566" x="3714750" y="2762250"/>
          <p14:tracePt t="21571" x="3721100" y="2762250"/>
          <p14:tracePt t="21586" x="3733800" y="2762250"/>
          <p14:tracePt t="21599" x="3733800" y="2768600"/>
          <p14:tracePt t="21616" x="3746500" y="2768600"/>
          <p14:tracePt t="21619" x="3752850" y="2768600"/>
          <p14:tracePt t="21633" x="3759200" y="2774950"/>
          <p14:tracePt t="21649" x="3765550" y="2774950"/>
          <p14:tracePt t="21666" x="3771900" y="2774950"/>
          <p14:tracePt t="21669" x="3778250" y="2774950"/>
          <p14:tracePt t="21683" x="3790950" y="2774950"/>
          <p14:tracePt t="21699" x="3803650" y="2774950"/>
          <p14:tracePt t="21716" x="3810000" y="2768600"/>
          <p14:tracePt t="21733" x="3822700" y="2768600"/>
          <p14:tracePt t="21749" x="3835400" y="2768600"/>
          <p14:tracePt t="21766" x="3848100" y="2762250"/>
          <p14:tracePt t="21785" x="3867150" y="2762250"/>
          <p14:tracePt t="21799" x="3873500" y="2762250"/>
          <p14:tracePt t="21816" x="3886200" y="2755900"/>
          <p14:tracePt t="21833" x="3898900" y="2755900"/>
          <p14:tracePt t="21836" x="3905250" y="2749550"/>
          <p14:tracePt t="21850" x="3917950" y="2749550"/>
          <p14:tracePt t="21869" x="3924300" y="2749550"/>
          <p14:tracePt t="21883" x="3937000" y="2736850"/>
          <p14:tracePt t="21899" x="3949700" y="2736850"/>
          <p14:tracePt t="21916" x="3956050" y="2724150"/>
          <p14:tracePt t="21933" x="3968750" y="2717800"/>
          <p14:tracePt t="21949" x="3981450" y="2698750"/>
          <p14:tracePt t="21966" x="3981450" y="2679700"/>
          <p14:tracePt t="21982" x="3987800" y="2673350"/>
          <p14:tracePt t="21999" x="3987800" y="2654300"/>
          <p14:tracePt t="22016" x="3987800" y="2635250"/>
          <p14:tracePt t="22033" x="3994150" y="2622550"/>
          <p14:tracePt t="22050" x="3994150" y="2590800"/>
          <p14:tracePt t="22066" x="3994150" y="2565400"/>
          <p14:tracePt t="22069" x="3994150" y="2552700"/>
          <p14:tracePt t="22086" x="3994150" y="2546350"/>
          <p14:tracePt t="22099" x="3994150" y="2527300"/>
          <p14:tracePt t="22119" x="3987800" y="2508250"/>
          <p14:tracePt t="22133" x="3987800" y="2489200"/>
          <p14:tracePt t="22152" x="3975100" y="2476500"/>
          <p14:tracePt t="22166" x="3962400" y="2463800"/>
          <p14:tracePt t="22185" x="3956050" y="2451100"/>
          <p14:tracePt t="22199" x="3943350" y="2438400"/>
          <p14:tracePt t="22217" x="3924300" y="2419350"/>
          <p14:tracePt t="22233" x="3911600" y="2413000"/>
          <p14:tracePt t="22250" x="3892550" y="2400300"/>
          <p14:tracePt t="22266" x="3873500" y="2393950"/>
          <p14:tracePt t="22283" x="3854450" y="2387600"/>
          <p14:tracePt t="22299" x="3835400" y="2381250"/>
          <p14:tracePt t="22316" x="3829050" y="2381250"/>
          <p14:tracePt t="22333" x="3822700" y="2381250"/>
          <p14:tracePt t="22349" x="3803650" y="2381250"/>
          <p14:tracePt t="22352" x="3797300" y="2381250"/>
          <p14:tracePt t="22366" x="3784600" y="2381250"/>
          <p14:tracePt t="22383" x="3752850" y="2387600"/>
          <p14:tracePt t="22399" x="3727450" y="2393950"/>
          <p14:tracePt t="22416" x="3708400" y="2400300"/>
          <p14:tracePt t="22433" x="3695700" y="2406650"/>
          <p14:tracePt t="22449" x="3683000" y="2413000"/>
          <p14:tracePt t="22466" x="3670300" y="2419350"/>
          <p14:tracePt t="22483" x="3663950" y="2419350"/>
          <p14:tracePt t="22499" x="3657600" y="2425700"/>
          <p14:tracePt t="22516" x="3651250" y="2432050"/>
          <p14:tracePt t="22533" x="3644900" y="2438400"/>
          <p14:tracePt t="22566" x="3638550" y="2444750"/>
          <p14:tracePt t="22765" x="0" y="0"/>
        </p14:tracePtLst>
        <p14:tracePtLst>
          <p14:tracePt t="26565" x="1885950" y="2863850"/>
          <p14:tracePt t="26569" x="1879600" y="2863850"/>
          <p14:tracePt t="26600" x="1873250" y="2857500"/>
          <p14:tracePt t="26616" x="1866900" y="2857500"/>
          <p14:tracePt t="26619" x="1860550" y="2857500"/>
          <p14:tracePt t="26633" x="1854200" y="2857500"/>
          <p14:tracePt t="26650" x="1847850" y="2857500"/>
          <p14:tracePt t="26666" x="1841500" y="2857500"/>
          <p14:tracePt t="26684" x="1816100" y="2857500"/>
          <p14:tracePt t="26700" x="1771650" y="2857500"/>
          <p14:tracePt t="26717" x="1746250" y="2857500"/>
          <p14:tracePt t="26733" x="1720850" y="2863850"/>
          <p14:tracePt t="26750" x="1708150" y="2870200"/>
          <p14:tracePt t="26767" x="1689100" y="2876550"/>
          <p14:tracePt t="26783" x="1670050" y="2882900"/>
          <p14:tracePt t="26800" x="1657350" y="2889250"/>
          <p14:tracePt t="26816" x="1638300" y="2895600"/>
          <p14:tracePt t="26821" x="1619250" y="2914650"/>
          <p14:tracePt t="26833" x="1606550" y="2921000"/>
          <p14:tracePt t="26850" x="1574800" y="2946400"/>
          <p14:tracePt t="26853" x="1562100" y="2959100"/>
          <p14:tracePt t="26866" x="1549400" y="2971800"/>
          <p14:tracePt t="26883" x="1530350" y="2997200"/>
          <p14:tracePt t="26905" x="1517650" y="3003550"/>
          <p14:tracePt t="26916" x="1517650" y="3009900"/>
          <p14:tracePt t="26950" x="1517650" y="3016250"/>
          <p14:tracePt t="26966" x="1517650" y="3022600"/>
          <p14:tracePt t="26983" x="1517650" y="3028950"/>
          <p14:tracePt t="27001" x="1536700" y="3048000"/>
          <p14:tracePt t="27016" x="1555750" y="3067050"/>
          <p14:tracePt t="27033" x="1593850" y="3111500"/>
          <p14:tracePt t="27037" x="1606550" y="3117850"/>
          <p14:tracePt t="27050" x="1619250" y="3124200"/>
          <p14:tracePt t="27068" x="1651000" y="3143250"/>
          <p14:tracePt t="27069" x="1663700" y="3155950"/>
          <p14:tracePt t="27083" x="1676400" y="3162300"/>
          <p14:tracePt t="27102" x="1701800" y="3181350"/>
          <p14:tracePt t="27103" x="1714500" y="3194050"/>
          <p14:tracePt t="27116" x="1720850" y="3200400"/>
          <p14:tracePt t="27134" x="1778000" y="3232150"/>
          <p14:tracePt t="27138" x="1797050" y="3238500"/>
          <p14:tracePt t="27150" x="1816100" y="3244850"/>
          <p14:tracePt t="27168" x="1892300" y="3270250"/>
          <p14:tracePt t="27183" x="1955800" y="3282950"/>
          <p14:tracePt t="27199" x="2025650" y="3302000"/>
          <p14:tracePt t="27216" x="2101850" y="3321050"/>
          <p14:tracePt t="27233" x="2190750" y="3340100"/>
          <p14:tracePt t="27250" x="2279650" y="3359150"/>
          <p14:tracePt t="27266" x="2438400" y="3384550"/>
          <p14:tracePt t="27283" x="2527300" y="3397250"/>
          <p14:tracePt t="27300" x="2616200" y="3403600"/>
          <p14:tracePt t="27304" x="2647950" y="3409950"/>
          <p14:tracePt t="27316" x="2692400" y="3409950"/>
          <p14:tracePt t="27333" x="2832100" y="3416300"/>
          <p14:tracePt t="27338" x="2876550" y="3416300"/>
          <p14:tracePt t="27350" x="2914650" y="3416300"/>
          <p14:tracePt t="27366" x="3009900" y="3416300"/>
          <p14:tracePt t="27369" x="3060700" y="3416300"/>
          <p14:tracePt t="27383" x="3149600" y="3416300"/>
          <p14:tracePt t="27400" x="3232150" y="3416300"/>
          <p14:tracePt t="27416" x="3302000" y="3416300"/>
          <p14:tracePt t="27433" x="3359150" y="3416300"/>
          <p14:tracePt t="27450" x="3422650" y="3416300"/>
          <p14:tracePt t="27466" x="3562350" y="3416300"/>
          <p14:tracePt t="27483" x="3689350" y="3416300"/>
          <p14:tracePt t="27500" x="3822700" y="3416300"/>
          <p14:tracePt t="27516" x="3981450" y="3429000"/>
          <p14:tracePt t="27533" x="4165600" y="3435350"/>
          <p14:tracePt t="27550" x="4337050" y="3441700"/>
          <p14:tracePt t="27566" x="4457700" y="3454400"/>
          <p14:tracePt t="27570" x="4489450" y="3454400"/>
          <p14:tracePt t="27583" x="4546600" y="3460750"/>
          <p14:tracePt t="27600" x="4616450" y="3467100"/>
          <p14:tracePt t="27603" x="4667250" y="3467100"/>
          <p14:tracePt t="27616" x="4686300" y="3467100"/>
          <p14:tracePt t="27633" x="4800600" y="3473450"/>
          <p14:tracePt t="27649" x="4883150" y="3473450"/>
          <p14:tracePt t="27666" x="4984750" y="3473450"/>
          <p14:tracePt t="27684" x="5105400" y="3473450"/>
          <p14:tracePt t="27700" x="5245100" y="3473450"/>
          <p14:tracePt t="27716" x="5359400" y="3473450"/>
          <p14:tracePt t="27733" x="5549900" y="3454400"/>
          <p14:tracePt t="27750" x="5746750" y="3441700"/>
          <p14:tracePt t="27766" x="5854700" y="3429000"/>
          <p14:tracePt t="27773" x="5911850" y="3422650"/>
          <p14:tracePt t="27783" x="6026150" y="3416300"/>
          <p14:tracePt t="27800" x="6108700" y="3403600"/>
          <p14:tracePt t="27803" x="6197600" y="3397250"/>
          <p14:tracePt t="27816" x="6223000" y="3390900"/>
          <p14:tracePt t="27833" x="6299200" y="3378200"/>
          <p14:tracePt t="27837" x="6311900" y="3378200"/>
          <p14:tracePt t="27850" x="6343650" y="3371850"/>
          <p14:tracePt t="27867" x="6388100" y="3365500"/>
          <p14:tracePt t="27883" x="6445250" y="3365500"/>
          <p14:tracePt t="27899" x="6483350" y="3352800"/>
          <p14:tracePt t="27916" x="6572250" y="3346450"/>
          <p14:tracePt t="27933" x="6680200" y="3333750"/>
          <p14:tracePt t="27949" x="6743700" y="3327400"/>
          <p14:tracePt t="27966" x="6832600" y="3321050"/>
          <p14:tracePt t="27983" x="6877050" y="3308350"/>
          <p14:tracePt t="28000" x="6896100" y="3308350"/>
          <p14:tracePt t="28016" x="6902450" y="3302000"/>
          <p14:tracePt t="28033" x="6902450" y="3295650"/>
          <p14:tracePt t="28050" x="6902450" y="3289300"/>
          <p14:tracePt t="28067" x="6902450" y="3276600"/>
          <p14:tracePt t="28070" x="6902450" y="3257550"/>
          <p14:tracePt t="28083" x="6896100" y="3244850"/>
          <p14:tracePt t="28100" x="6877050" y="3200400"/>
          <p14:tracePt t="28103" x="6864350" y="3181350"/>
          <p14:tracePt t="28116" x="6851650" y="3162300"/>
          <p14:tracePt t="28133" x="6800850" y="3086100"/>
          <p14:tracePt t="28149" x="6769100" y="3048000"/>
          <p14:tracePt t="28166" x="6737350" y="3003550"/>
          <p14:tracePt t="28183" x="6711950" y="2978150"/>
          <p14:tracePt t="28200" x="6667500" y="2946400"/>
          <p14:tracePt t="28216" x="6635750" y="2933700"/>
          <p14:tracePt t="28233" x="6604000" y="2921000"/>
          <p14:tracePt t="28250" x="6553200" y="2901950"/>
          <p14:tracePt t="28267" x="6489700" y="2882900"/>
          <p14:tracePt t="28283" x="6394450" y="2863850"/>
          <p14:tracePt t="28300" x="6280150" y="2851150"/>
          <p14:tracePt t="28304" x="6197600" y="2838450"/>
          <p14:tracePt t="28316" x="6165850" y="2838450"/>
          <p14:tracePt t="28333" x="6045200" y="2819400"/>
          <p14:tracePt t="28337" x="6007100" y="2813050"/>
          <p14:tracePt t="28350" x="5981700" y="2806700"/>
          <p14:tracePt t="28366" x="5867400" y="2794000"/>
          <p14:tracePt t="28369" x="5784850" y="2787650"/>
          <p14:tracePt t="28383" x="5721350" y="2787650"/>
          <p14:tracePt t="28400" x="5594350" y="2781300"/>
          <p14:tracePt t="28416" x="5518150" y="2781300"/>
          <p14:tracePt t="28433" x="5391150" y="2781300"/>
          <p14:tracePt t="28450" x="5321300" y="2774950"/>
          <p14:tracePt t="28466" x="5213350" y="2774950"/>
          <p14:tracePt t="28483" x="5143500" y="2768600"/>
          <p14:tracePt t="28500" x="5029200" y="2768600"/>
          <p14:tracePt t="28516" x="4959350" y="2762250"/>
          <p14:tracePt t="28533" x="4889500" y="2762250"/>
          <p14:tracePt t="28550" x="4826000" y="2762250"/>
          <p14:tracePt t="28566" x="4686300" y="2762250"/>
          <p14:tracePt t="28571" x="4648200" y="2762250"/>
          <p14:tracePt t="28583" x="4603750" y="2762250"/>
          <p14:tracePt t="28600" x="4502150" y="2762250"/>
          <p14:tracePt t="28603" x="4451350" y="2762250"/>
          <p14:tracePt t="28617" x="4349750" y="2762250"/>
          <p14:tracePt t="28633" x="4191000" y="2762250"/>
          <p14:tracePt t="28650" x="4102100" y="2762250"/>
          <p14:tracePt t="28666" x="4013200" y="2762250"/>
          <p14:tracePt t="28686" x="3924300" y="2762250"/>
          <p14:tracePt t="28692" x="3886200" y="2762250"/>
          <p14:tracePt t="28700" x="3841750" y="2762250"/>
          <p14:tracePt t="28719" x="3752850" y="2762250"/>
          <p14:tracePt t="28722" x="3721100" y="2762250"/>
          <p14:tracePt t="28733" x="3676650" y="2762250"/>
          <p14:tracePt t="28750" x="3594100" y="2755900"/>
          <p14:tracePt t="28766" x="3505200" y="2749550"/>
          <p14:tracePt t="28784" x="3403600" y="2736850"/>
          <p14:tracePt t="28787" x="3359150" y="2736850"/>
          <p14:tracePt t="28800" x="3308350" y="2730500"/>
          <p14:tracePt t="28817" x="3206750" y="2724150"/>
          <p14:tracePt t="28819" x="3162300" y="2717800"/>
          <p14:tracePt t="28833" x="3111500" y="2717800"/>
          <p14:tracePt t="28850" x="3016250" y="2717800"/>
          <p14:tracePt t="28853" x="2971800" y="2717800"/>
          <p14:tracePt t="28866" x="2940050" y="2717800"/>
          <p14:tracePt t="28883" x="2844800" y="2717800"/>
          <p14:tracePt t="28902" x="2819400" y="2717800"/>
          <p14:tracePt t="28916" x="2768600" y="2717800"/>
          <p14:tracePt t="28933" x="2717800" y="2724150"/>
          <p14:tracePt t="28950" x="2673350" y="2724150"/>
          <p14:tracePt t="28966" x="2628900" y="2730500"/>
          <p14:tracePt t="28983" x="2597150" y="2736850"/>
          <p14:tracePt t="29000" x="2546350" y="2743200"/>
          <p14:tracePt t="29016" x="2476500" y="2755900"/>
          <p14:tracePt t="29019" x="2438400" y="2762250"/>
          <p14:tracePt t="29033" x="2400300" y="2768600"/>
          <p14:tracePt t="29050" x="2355850" y="2774950"/>
          <p14:tracePt t="29053" x="2324100" y="2774950"/>
          <p14:tracePt t="29066" x="2286000" y="2781300"/>
          <p14:tracePt t="29083" x="2216150" y="2787650"/>
          <p14:tracePt t="29086" x="2184400" y="2794000"/>
          <p14:tracePt t="29102" x="2152650" y="2800350"/>
          <p14:tracePt t="29116" x="2127250" y="2800350"/>
          <p14:tracePt t="29119" x="2108200" y="2806700"/>
          <p14:tracePt t="29133" x="2063750" y="2819400"/>
          <p14:tracePt t="29150" x="2044700" y="2819400"/>
          <p14:tracePt t="29166" x="2012950" y="2838450"/>
          <p14:tracePt t="29183" x="2000250" y="2838450"/>
          <p14:tracePt t="29200" x="1974850" y="2857500"/>
          <p14:tracePt t="29216" x="1962150" y="2863850"/>
          <p14:tracePt t="29233" x="1949450" y="2870200"/>
          <p14:tracePt t="29249" x="1943100" y="2876550"/>
          <p14:tracePt t="29253" x="1936750" y="2882900"/>
          <p14:tracePt t="29283" x="1924050" y="2901950"/>
          <p14:tracePt t="29300" x="1924050" y="2914650"/>
          <p14:tracePt t="29316" x="1911350" y="2927350"/>
          <p14:tracePt t="29319" x="1911350" y="2933700"/>
          <p14:tracePt t="29333" x="1905000" y="2952750"/>
          <p14:tracePt t="29349" x="1905000" y="2959100"/>
          <p14:tracePt t="29367" x="1905000" y="2971800"/>
          <p14:tracePt t="29383" x="1898650" y="2990850"/>
          <p14:tracePt t="29399" x="1898650" y="3003550"/>
          <p14:tracePt t="29416" x="1898650" y="3016250"/>
          <p14:tracePt t="29433" x="1898650" y="3022600"/>
          <p14:tracePt t="29450" x="1898650" y="3035300"/>
          <p14:tracePt t="29466" x="1898650" y="3048000"/>
          <p14:tracePt t="29483" x="1898650" y="3054350"/>
          <p14:tracePt t="29500" x="1898650" y="3060700"/>
          <p14:tracePt t="29528" x="1898650" y="3067050"/>
          <p14:tracePt t="29568" x="1905000" y="3067050"/>
          <p14:tracePt t="29731" x="0" y="0"/>
        </p14:tracePtLst>
        <p14:tracePtLst>
          <p14:tracePt t="35981" x="2286000" y="2387600"/>
          <p14:tracePt t="35985" x="2279650" y="2387600"/>
          <p14:tracePt t="36010" x="2279650" y="2381250"/>
          <p14:tracePt t="36024" x="2273300" y="2381250"/>
          <p14:tracePt t="36033" x="2266950" y="2381250"/>
          <p14:tracePt t="36050" x="2254250" y="2381250"/>
          <p14:tracePt t="36066" x="2235200" y="2381250"/>
          <p14:tracePt t="36083" x="2209800" y="2381250"/>
          <p14:tracePt t="36100" x="2184400" y="2381250"/>
          <p14:tracePt t="36117" x="2127250" y="2381250"/>
          <p14:tracePt t="36121" x="2089150" y="2381250"/>
          <p14:tracePt t="36133" x="2057400" y="2381250"/>
          <p14:tracePt t="36150" x="1968500" y="2381250"/>
          <p14:tracePt t="36154" x="1911350" y="2381250"/>
          <p14:tracePt t="36167" x="1847850" y="2381250"/>
          <p14:tracePt t="36184" x="1733550" y="2381250"/>
          <p14:tracePt t="36200" x="1682750" y="2381250"/>
          <p14:tracePt t="36217" x="1651000" y="2387600"/>
          <p14:tracePt t="36233" x="1619250" y="2393950"/>
          <p14:tracePt t="36250" x="1612900" y="2400300"/>
          <p14:tracePt t="36266" x="1600200" y="2406650"/>
          <p14:tracePt t="36283" x="1593850" y="2419350"/>
          <p14:tracePt t="36300" x="1581150" y="2438400"/>
          <p14:tracePt t="36316" x="1568450" y="2451100"/>
          <p14:tracePt t="36333" x="1562100" y="2457450"/>
          <p14:tracePt t="36350" x="1549400" y="2476500"/>
          <p14:tracePt t="36355" x="1549400" y="2482850"/>
          <p14:tracePt t="36367" x="1549400" y="2495550"/>
          <p14:tracePt t="36383" x="1549400" y="2520950"/>
          <p14:tracePt t="36387" x="1549400" y="2540000"/>
          <p14:tracePt t="36400" x="1549400" y="2552700"/>
          <p14:tracePt t="36417" x="1555750" y="2597150"/>
          <p14:tracePt t="36419" x="1568450" y="2622550"/>
          <p14:tracePt t="36433" x="1625600" y="2686050"/>
          <p14:tracePt t="36450" x="1689100" y="2743200"/>
          <p14:tracePt t="36466" x="1720850" y="2768600"/>
          <p14:tracePt t="36484" x="1816100" y="2832100"/>
          <p14:tracePt t="36500" x="1905000" y="2863850"/>
          <p14:tracePt t="36517" x="1962150" y="2882900"/>
          <p14:tracePt t="36533" x="2038350" y="2895600"/>
          <p14:tracePt t="36550" x="2089150" y="2901950"/>
          <p14:tracePt t="36567" x="2127250" y="2908300"/>
          <p14:tracePt t="36584" x="2159000" y="2908300"/>
          <p14:tracePt t="36600" x="2203450" y="2914650"/>
          <p14:tracePt t="36616" x="2254250" y="2914650"/>
          <p14:tracePt t="36621" x="2305050" y="2914650"/>
          <p14:tracePt t="36633" x="2324100" y="2921000"/>
          <p14:tracePt t="36650" x="2419350" y="2927350"/>
          <p14:tracePt t="36653" x="2444750" y="2927350"/>
          <p14:tracePt t="36667" x="2527300" y="2940050"/>
          <p14:tracePt t="36685" x="2667000" y="2940050"/>
          <p14:tracePt t="36700" x="2736850" y="2940050"/>
          <p14:tracePt t="36716" x="2838450" y="2940050"/>
          <p14:tracePt t="36733" x="2914650" y="2940050"/>
          <p14:tracePt t="36750" x="2952750" y="2927350"/>
          <p14:tracePt t="36766" x="3003550" y="2914650"/>
          <p14:tracePt t="36784" x="3035300" y="2895600"/>
          <p14:tracePt t="36800" x="3086100" y="2851150"/>
          <p14:tracePt t="36817" x="3111500" y="2838450"/>
          <p14:tracePt t="36835" x="3149600" y="2813050"/>
          <p14:tracePt t="36839" x="3162300" y="2794000"/>
          <p14:tracePt t="36850" x="3200400" y="2762250"/>
          <p14:tracePt t="36869" x="3238500" y="2736850"/>
          <p14:tracePt t="36873" x="3244850" y="2724150"/>
          <p14:tracePt t="36883" x="3263900" y="2711450"/>
          <p14:tracePt t="36900" x="3282950" y="2692400"/>
          <p14:tracePt t="36904" x="3308350" y="2667000"/>
          <p14:tracePt t="36916" x="3308350" y="2660650"/>
          <p14:tracePt t="36935" x="3321050" y="2635250"/>
          <p14:tracePt t="36950" x="3327400" y="2622550"/>
          <p14:tracePt t="36968" x="3327400" y="2616200"/>
          <p14:tracePt t="36983" x="3327400" y="2609850"/>
          <p14:tracePt t="37000" x="3327400" y="2603500"/>
          <p14:tracePt t="37022" x="3327400" y="2597150"/>
          <p14:tracePt t="37033" x="3321050" y="2597150"/>
          <p14:tracePt t="37305" x="0" y="0"/>
        </p14:tracePtLst>
        <p14:tracePtLst>
          <p14:tracePt t="54291" x="1022350" y="4927600"/>
          <p14:tracePt t="54499" x="1028700" y="4927600"/>
          <p14:tracePt t="54517" x="1035050" y="4927600"/>
          <p14:tracePt t="54534" x="1047750" y="4927600"/>
          <p14:tracePt t="54550" x="1085850" y="4927600"/>
          <p14:tracePt t="54567" x="1117600" y="4933950"/>
          <p14:tracePt t="54570" x="1143000" y="4940300"/>
          <p14:tracePt t="54584" x="1155700" y="4940300"/>
          <p14:tracePt t="54600" x="1212850" y="4946650"/>
          <p14:tracePt t="54604" x="1225550" y="4946650"/>
          <p14:tracePt t="54617" x="1263650" y="4946650"/>
          <p14:tracePt t="54634" x="1308100" y="4953000"/>
          <p14:tracePt t="54650" x="1327150" y="4959350"/>
          <p14:tracePt t="54653" x="1346200" y="4959350"/>
          <p14:tracePt t="54667" x="1352550" y="4959350"/>
          <p14:tracePt t="54684" x="1371600" y="4965700"/>
          <p14:tracePt t="54700" x="1384300" y="4965700"/>
          <p14:tracePt t="54717" x="1390650" y="4965700"/>
          <p14:tracePt t="54734" x="1403350" y="4965700"/>
          <p14:tracePt t="54750" x="1422400" y="4965700"/>
          <p14:tracePt t="54767" x="1441450" y="4965700"/>
          <p14:tracePt t="54784" x="1454150" y="4972050"/>
          <p14:tracePt t="54800" x="1473200" y="4972050"/>
          <p14:tracePt t="54804" x="1479550" y="4978400"/>
          <p14:tracePt t="54817" x="1485900" y="4978400"/>
          <p14:tracePt t="54834" x="1511300" y="4978400"/>
          <p14:tracePt t="54838" x="1517650" y="4978400"/>
          <p14:tracePt t="54850" x="1530350" y="4978400"/>
          <p14:tracePt t="54867" x="1536700" y="4978400"/>
          <p14:tracePt t="54895" x="1543050" y="4978400"/>
          <p14:tracePt t="54926" x="1549400" y="4978400"/>
          <p14:tracePt t="54935" x="1555750" y="4978400"/>
          <p14:tracePt t="54943" x="1562100" y="4978400"/>
          <p14:tracePt t="54953" x="1568450" y="4978400"/>
          <p14:tracePt t="54967" x="1587500" y="4978400"/>
          <p14:tracePt t="54986" x="1600200" y="4978400"/>
          <p14:tracePt t="55000" x="1619250" y="4978400"/>
          <p14:tracePt t="55019" x="1625600" y="4978400"/>
          <p14:tracePt t="55193" x="1619250" y="4978400"/>
          <p14:tracePt t="55201" x="1606550" y="4978400"/>
          <p14:tracePt t="55209" x="1574800" y="4978400"/>
          <p14:tracePt t="55219" x="1536700" y="4978400"/>
          <p14:tracePt t="55234" x="1390650" y="4978400"/>
          <p14:tracePt t="55250" x="1168400" y="4984750"/>
          <p14:tracePt t="55267" x="952500" y="4991100"/>
          <p14:tracePt t="55284" x="762000" y="4991100"/>
          <p14:tracePt t="55288" x="692150" y="4991100"/>
          <p14:tracePt t="55300" x="666750" y="4991100"/>
          <p14:tracePt t="55317" x="641350" y="4991100"/>
          <p14:tracePt t="55432" x="647700" y="4991100"/>
          <p14:tracePt t="55443" x="654050" y="4991100"/>
          <p14:tracePt t="55453" x="660400" y="4991100"/>
          <p14:tracePt t="55467" x="704850" y="4991100"/>
          <p14:tracePt t="55484" x="736600" y="4991100"/>
          <p14:tracePt t="55501" x="793750" y="4991100"/>
          <p14:tracePt t="55517" x="844550" y="4991100"/>
          <p14:tracePt t="55534" x="901700" y="4991100"/>
          <p14:tracePt t="55550" x="965200" y="4991100"/>
          <p14:tracePt t="55567" x="1022350" y="4984750"/>
          <p14:tracePt t="55584" x="1079500" y="4978400"/>
          <p14:tracePt t="55587" x="1104900" y="4978400"/>
          <p14:tracePt t="55600" x="1117600" y="4978400"/>
          <p14:tracePt t="55617" x="1155700" y="4978400"/>
          <p14:tracePt t="55634" x="1187450" y="4978400"/>
          <p14:tracePt t="55651" x="1212850" y="4978400"/>
          <p14:tracePt t="55667" x="1257300" y="4978400"/>
          <p14:tracePt t="55684" x="1314450" y="4972050"/>
          <p14:tracePt t="55691" x="1333500" y="4972050"/>
          <p14:tracePt t="55701" x="1377950" y="4972050"/>
          <p14:tracePt t="55717" x="1435100" y="4972050"/>
          <p14:tracePt t="55734" x="1460500" y="4972050"/>
          <p14:tracePt t="55750" x="1492250" y="4972050"/>
          <p14:tracePt t="55877" x="1479550" y="4972050"/>
          <p14:tracePt t="55893" x="1460500" y="4972050"/>
          <p14:tracePt t="55902" x="1454150" y="4972050"/>
          <p14:tracePt t="55909" x="1428750" y="4972050"/>
          <p14:tracePt t="55917" x="1403350" y="4972050"/>
          <p14:tracePt t="55934" x="1314450" y="4972050"/>
          <p14:tracePt t="55950" x="1263650" y="4978400"/>
          <p14:tracePt t="55968" x="1174750" y="4984750"/>
          <p14:tracePt t="55984" x="1098550" y="4991100"/>
          <p14:tracePt t="56000" x="1054100" y="4991100"/>
          <p14:tracePt t="56017" x="1047750" y="4991100"/>
          <p14:tracePt t="56127" x="1060450" y="4991100"/>
          <p14:tracePt t="56136" x="1085850" y="4991100"/>
          <p14:tracePt t="56142" x="1117600" y="4991100"/>
          <p14:tracePt t="56151" x="1162050" y="4991100"/>
          <p14:tracePt t="56167" x="1257300" y="4991100"/>
          <p14:tracePt t="56184" x="1371600" y="4991100"/>
          <p14:tracePt t="56201" x="1454150" y="4991100"/>
          <p14:tracePt t="56217" x="1511300" y="4991100"/>
          <p14:tracePt t="56234" x="1536700" y="4991100"/>
          <p14:tracePt t="56250" x="1543050" y="4991100"/>
          <p14:tracePt t="56369" x="1536700" y="4991100"/>
          <p14:tracePt t="56386" x="1524000" y="4991100"/>
          <p14:tracePt t="56393" x="1517650" y="4991100"/>
          <p14:tracePt t="56402" x="1511300" y="4991100"/>
          <p14:tracePt t="56417" x="1504950" y="4991100"/>
          <p14:tracePt t="56676" x="0" y="0"/>
        </p14:tracePtLst>
        <p14:tracePtLst>
          <p14:tracePt t="69394" x="3314700" y="4292600"/>
          <p14:tracePt t="69530" x="3302000" y="4292600"/>
          <p14:tracePt t="69545" x="3295650" y="4292600"/>
          <p14:tracePt t="69553" x="3276600" y="4298950"/>
          <p14:tracePt t="69567" x="3270250" y="4298950"/>
          <p14:tracePt t="69585" x="3232150" y="4311650"/>
          <p14:tracePt t="69601" x="3219450" y="4318000"/>
          <p14:tracePt t="69617" x="3187700" y="4324350"/>
          <p14:tracePt t="69634" x="3181350" y="4330700"/>
          <p14:tracePt t="69651" x="3168650" y="4337050"/>
          <p14:tracePt t="69667" x="3162300" y="4343400"/>
          <p14:tracePt t="69684" x="3155950" y="4349750"/>
          <p14:tracePt t="69690" x="3149600" y="4349750"/>
          <p14:tracePt t="69706" x="3149600" y="4356100"/>
          <p14:tracePt t="69721" x="3143250" y="4362450"/>
          <p14:tracePt t="69747" x="3143250" y="4368800"/>
          <p14:tracePt t="69755" x="3136900" y="4368800"/>
          <p14:tracePt t="69770" x="3136900" y="4375150"/>
          <p14:tracePt t="69773" x="3130550" y="4381500"/>
          <p14:tracePt t="69784" x="3130550" y="4387850"/>
          <p14:tracePt t="69803" x="3124200" y="4394200"/>
          <p14:tracePt t="69805" x="3124200" y="4400550"/>
          <p14:tracePt t="69819" x="3117850" y="4413250"/>
          <p14:tracePt t="69836" x="3117850" y="4425950"/>
          <p14:tracePt t="69851" x="3111500" y="4438650"/>
          <p14:tracePt t="69868" x="3111500" y="4451350"/>
          <p14:tracePt t="69884" x="3105150" y="4470400"/>
          <p14:tracePt t="69903" x="3105150" y="4495800"/>
          <p14:tracePt t="69917" x="3098800" y="4514850"/>
          <p14:tracePt t="69935" x="3098800" y="4533900"/>
          <p14:tracePt t="69938" x="3098800" y="4540250"/>
          <p14:tracePt t="69951" x="3098800" y="4546600"/>
          <p14:tracePt t="69968" x="3098800" y="4559300"/>
          <p14:tracePt t="69984" x="3098800" y="4565650"/>
          <p14:tracePt t="70001" x="3098800" y="4572000"/>
          <p14:tracePt t="70017" x="3098800" y="4578350"/>
          <p14:tracePt t="70034" x="3105150" y="4591050"/>
          <p14:tracePt t="70051" x="3111500" y="4603750"/>
          <p14:tracePt t="70067" x="3111500" y="4616450"/>
          <p14:tracePt t="70070" x="3117850" y="4622800"/>
          <p14:tracePt t="70085" x="3124200" y="4635500"/>
          <p14:tracePt t="70101" x="3136900" y="4648200"/>
          <p14:tracePt t="70117" x="3143250" y="4660900"/>
          <p14:tracePt t="70135" x="3149600" y="4667250"/>
          <p14:tracePt t="70151" x="3155950" y="4673600"/>
          <p14:tracePt t="70167" x="3168650" y="4679950"/>
          <p14:tracePt t="70184" x="3181350" y="4686300"/>
          <p14:tracePt t="70201" x="3194050" y="4686300"/>
          <p14:tracePt t="70205" x="3200400" y="4686300"/>
          <p14:tracePt t="70217" x="3219450" y="4686300"/>
          <p14:tracePt t="70235" x="3244850" y="4686300"/>
          <p14:tracePt t="70237" x="3251200" y="4686300"/>
          <p14:tracePt t="70251" x="3263900" y="4686300"/>
          <p14:tracePt t="70267" x="3295650" y="4686300"/>
          <p14:tracePt t="70271" x="3308350" y="4686300"/>
          <p14:tracePt t="70285" x="3327400" y="4686300"/>
          <p14:tracePt t="70300" x="3333750" y="4686300"/>
          <p14:tracePt t="70306" x="3346450" y="4686300"/>
          <p14:tracePt t="70318" x="3352800" y="4679950"/>
          <p14:tracePt t="70335" x="3365500" y="4673600"/>
          <p14:tracePt t="70350" x="3390900" y="4660900"/>
          <p14:tracePt t="70367" x="3403600" y="4641850"/>
          <p14:tracePt t="70384" x="3416300" y="4622800"/>
          <p14:tracePt t="70401" x="3429000" y="4597400"/>
          <p14:tracePt t="70417" x="3435350" y="4584700"/>
          <p14:tracePt t="70434" x="3448050" y="4552950"/>
          <p14:tracePt t="70451" x="3454400" y="4533900"/>
          <p14:tracePt t="70467" x="3454400" y="4502150"/>
          <p14:tracePt t="70473" x="3454400" y="4489450"/>
          <p14:tracePt t="70485" x="3454400" y="4476750"/>
          <p14:tracePt t="70501" x="3441700" y="4457700"/>
          <p14:tracePt t="70503" x="3441700" y="4438650"/>
          <p14:tracePt t="70517" x="3435350" y="4425950"/>
          <p14:tracePt t="70535" x="3409950" y="4387850"/>
          <p14:tracePt t="70551" x="3384550" y="4368800"/>
          <p14:tracePt t="70567" x="3371850" y="4356100"/>
          <p14:tracePt t="70570" x="3352800" y="4349750"/>
          <p14:tracePt t="70585" x="3327400" y="4330700"/>
          <p14:tracePt t="70601" x="3295650" y="4318000"/>
          <p14:tracePt t="70617" x="3257550" y="4305300"/>
          <p14:tracePt t="70634" x="3238500" y="4298950"/>
          <p14:tracePt t="70651" x="3200400" y="4286250"/>
          <p14:tracePt t="70667" x="3162300" y="4286250"/>
          <p14:tracePt t="70684" x="3130550" y="4279900"/>
          <p14:tracePt t="70701" x="3117850" y="4279900"/>
          <p14:tracePt t="70705" x="3111500" y="4279900"/>
          <p14:tracePt t="70721" x="3105150" y="4279900"/>
          <p14:tracePt t="70841" x="3105150" y="4286250"/>
          <p14:tracePt t="70869" x="0" y="0"/>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Statements: if else</a:t>
            </a:r>
            <a:endParaRPr lang="nl-BE" dirty="0"/>
          </a:p>
        </p:txBody>
      </p:sp>
      <p:sp>
        <p:nvSpPr>
          <p:cNvPr id="3" name="Content Placeholder 2"/>
          <p:cNvSpPr>
            <a:spLocks noGrp="1"/>
          </p:cNvSpPr>
          <p:nvPr>
            <p:ph idx="1"/>
          </p:nvPr>
        </p:nvSpPr>
        <p:spPr/>
        <p:txBody>
          <a:bodyPr>
            <a:normAutofit fontScale="40000" lnSpcReduction="20000"/>
          </a:bodyPr>
          <a:lstStyle/>
          <a:p>
            <a:r>
              <a:rPr lang="en-US" sz="5000" dirty="0"/>
              <a:t>Syntax: </a:t>
            </a:r>
          </a:p>
          <a:p>
            <a:pPr marL="0" indent="0">
              <a:buNone/>
            </a:pPr>
            <a:r>
              <a:rPr lang="en-US" sz="5000" b="1" dirty="0">
                <a:latin typeface="Courier New" panose="02070309020205020404" pitchFamily="49" charset="0"/>
                <a:cs typeface="Courier New" panose="02070309020205020404" pitchFamily="49" charset="0"/>
              </a:rPr>
              <a:t>if</a:t>
            </a:r>
            <a:r>
              <a:rPr lang="en-US" sz="5000" dirty="0">
                <a:latin typeface="Courier New" panose="02070309020205020404" pitchFamily="49" charset="0"/>
                <a:cs typeface="Courier New" panose="02070309020205020404" pitchFamily="49" charset="0"/>
              </a:rPr>
              <a:t> condition :</a:t>
            </a:r>
          </a:p>
          <a:p>
            <a:pPr marL="0" indent="0">
              <a:buNone/>
            </a:pPr>
            <a:r>
              <a:rPr lang="en-US" sz="5000" dirty="0">
                <a:latin typeface="Courier New" panose="02070309020205020404" pitchFamily="49" charset="0"/>
                <a:cs typeface="Courier New" panose="02070309020205020404" pitchFamily="49" charset="0"/>
              </a:rPr>
              <a:t>    </a:t>
            </a:r>
            <a:r>
              <a:rPr lang="en-US" sz="5000" dirty="0" err="1">
                <a:latin typeface="Courier New" panose="02070309020205020404" pitchFamily="49" charset="0"/>
                <a:cs typeface="Courier New" panose="02070309020205020404" pitchFamily="49" charset="0"/>
              </a:rPr>
              <a:t>indentedStatementBlockForTrueCondition</a:t>
            </a:r>
            <a:endParaRPr lang="en-US" sz="5000" dirty="0">
              <a:latin typeface="Courier New" panose="02070309020205020404" pitchFamily="49" charset="0"/>
              <a:cs typeface="Courier New" panose="02070309020205020404" pitchFamily="49" charset="0"/>
            </a:endParaRPr>
          </a:p>
          <a:p>
            <a:pPr marL="0" indent="0">
              <a:buNone/>
            </a:pPr>
            <a:r>
              <a:rPr lang="en-US" sz="5000" b="1" dirty="0">
                <a:latin typeface="Courier New" panose="02070309020205020404" pitchFamily="49" charset="0"/>
                <a:cs typeface="Courier New" panose="02070309020205020404" pitchFamily="49" charset="0"/>
              </a:rPr>
              <a:t>else</a:t>
            </a:r>
            <a:r>
              <a:rPr lang="en-US" sz="5000" dirty="0">
                <a:latin typeface="Courier New" panose="02070309020205020404" pitchFamily="49" charset="0"/>
                <a:cs typeface="Courier New" panose="02070309020205020404" pitchFamily="49" charset="0"/>
              </a:rPr>
              <a:t>:</a:t>
            </a:r>
          </a:p>
          <a:p>
            <a:pPr marL="0" indent="0">
              <a:buNone/>
            </a:pPr>
            <a:r>
              <a:rPr lang="en-US" sz="5000" dirty="0">
                <a:latin typeface="Courier New" panose="02070309020205020404" pitchFamily="49" charset="0"/>
                <a:cs typeface="Courier New" panose="02070309020205020404" pitchFamily="49" charset="0"/>
              </a:rPr>
              <a:t>    </a:t>
            </a:r>
            <a:r>
              <a:rPr lang="en-US" sz="5000" dirty="0" err="1">
                <a:latin typeface="Courier New" panose="02070309020205020404" pitchFamily="49" charset="0"/>
                <a:cs typeface="Courier New" panose="02070309020205020404" pitchFamily="49" charset="0"/>
              </a:rPr>
              <a:t>indentedStatementBlockForFalseCondition</a:t>
            </a:r>
            <a:endParaRPr lang="en-US" sz="5000" dirty="0">
              <a:latin typeface="Courier New" panose="02070309020205020404" pitchFamily="49" charset="0"/>
              <a:cs typeface="Courier New" panose="02070309020205020404" pitchFamily="49" charset="0"/>
            </a:endParaRPr>
          </a:p>
          <a:p>
            <a:pPr marL="0" indent="0">
              <a:buNone/>
            </a:pPr>
            <a:endParaRPr lang="en-US" sz="5000" dirty="0">
              <a:latin typeface="Courier New" panose="02070309020205020404" pitchFamily="49" charset="0"/>
              <a:cs typeface="Courier New" panose="02070309020205020404" pitchFamily="49" charset="0"/>
            </a:endParaRPr>
          </a:p>
          <a:p>
            <a:pPr marL="0" indent="0">
              <a:buNone/>
            </a:pPr>
            <a:r>
              <a:rPr lang="en-US" sz="5000" dirty="0">
                <a:latin typeface="Courier New" panose="02070309020205020404" pitchFamily="49" charset="0"/>
                <a:cs typeface="Courier New" panose="02070309020205020404" pitchFamily="49" charset="0"/>
              </a:rPr>
              <a:t>a = 88</a:t>
            </a:r>
          </a:p>
          <a:p>
            <a:pPr marL="0" indent="0">
              <a:buNone/>
            </a:pPr>
            <a:r>
              <a:rPr lang="en-US" sz="5000" dirty="0">
                <a:latin typeface="Courier New" panose="02070309020205020404" pitchFamily="49" charset="0"/>
                <a:cs typeface="Courier New" panose="02070309020205020404" pitchFamily="49" charset="0"/>
              </a:rPr>
              <a:t>if (a&lt;10):</a:t>
            </a:r>
          </a:p>
          <a:p>
            <a:pPr marL="0" indent="0">
              <a:buNone/>
            </a:pPr>
            <a:r>
              <a:rPr lang="en-US" sz="5000" dirty="0">
                <a:latin typeface="Courier New" panose="02070309020205020404" pitchFamily="49" charset="0"/>
                <a:cs typeface="Courier New" panose="02070309020205020404" pitchFamily="49" charset="0"/>
              </a:rPr>
              <a:t>    print('a smaller than 10')</a:t>
            </a:r>
          </a:p>
          <a:p>
            <a:pPr marL="0" indent="0">
              <a:buNone/>
            </a:pPr>
            <a:r>
              <a:rPr lang="en-US" sz="5000" dirty="0">
                <a:latin typeface="Courier New" panose="02070309020205020404" pitchFamily="49" charset="0"/>
                <a:cs typeface="Courier New" panose="02070309020205020404" pitchFamily="49" charset="0"/>
              </a:rPr>
              <a:t>else:</a:t>
            </a:r>
          </a:p>
          <a:p>
            <a:pPr marL="0" indent="0">
              <a:buNone/>
            </a:pPr>
            <a:r>
              <a:rPr lang="en-US" sz="5000" dirty="0">
                <a:latin typeface="Courier New" panose="02070309020205020404" pitchFamily="49" charset="0"/>
                <a:cs typeface="Courier New" panose="02070309020205020404" pitchFamily="49" charset="0"/>
              </a:rPr>
              <a:t>    print('a larger than 10')</a:t>
            </a:r>
          </a:p>
          <a:p>
            <a:r>
              <a:rPr lang="en-US" sz="5000" i="1" dirty="0"/>
              <a:t>File: if_else_1.py</a:t>
            </a:r>
            <a:endParaRPr lang="nl-BE" sz="5000" i="1" dirty="0"/>
          </a:p>
        </p:txBody>
      </p:sp>
    </p:spTree>
    <p:extLst>
      <p:ext uri="{BB962C8B-B14F-4D97-AF65-F5344CB8AC3E}">
        <p14:creationId xmlns:p14="http://schemas.microsoft.com/office/powerpoint/2010/main" val="1936497236"/>
      </p:ext>
    </p:extLst>
  </p:cSld>
  <p:clrMapOvr>
    <a:masterClrMapping/>
  </p:clrMapOvr>
  <mc:AlternateContent xmlns:mc="http://schemas.openxmlformats.org/markup-compatibility/2006" xmlns:p14="http://schemas.microsoft.com/office/powerpoint/2010/main">
    <mc:Choice Requires="p14">
      <p:transition spd="slow" p14:dur="2000" advTm="83190"/>
    </mc:Choice>
    <mc:Fallback xmlns="">
      <p:transition spd="slow" advTm="83190"/>
    </mc:Fallback>
  </mc:AlternateContent>
  <p:extLst>
    <p:ext uri="{3A86A75C-4F4B-4683-9AE1-C65F6400EC91}">
      <p14:laserTraceLst xmlns:p14="http://schemas.microsoft.com/office/powerpoint/2010/main">
        <p14:tracePtLst>
          <p14:tracePt t="40871" x="1708150" y="3708400"/>
          <p14:tracePt t="40892" x="1708150" y="3702050"/>
          <p14:tracePt t="40925" x="1701800" y="3695700"/>
          <p14:tracePt t="40957" x="1695450" y="3689350"/>
          <p14:tracePt t="40973" x="1695450" y="3683000"/>
          <p14:tracePt t="40998" x="1689100" y="3683000"/>
          <p14:tracePt t="41028" x="1689100" y="3676650"/>
          <p14:tracePt t="41037" x="1682750" y="3676650"/>
          <p14:tracePt t="41047" x="1676400" y="3676650"/>
          <p14:tracePt t="41064" x="1670050" y="3676650"/>
          <p14:tracePt t="41071" x="1663700" y="3676650"/>
          <p14:tracePt t="41083" x="1657350" y="3676650"/>
          <p14:tracePt t="41100" x="1631950" y="3676650"/>
          <p14:tracePt t="41103" x="1625600" y="3676650"/>
          <p14:tracePt t="41117" x="1593850" y="3676650"/>
          <p14:tracePt t="41134" x="1555750" y="3676650"/>
          <p14:tracePt t="41150" x="1524000" y="3676650"/>
          <p14:tracePt t="41167" x="1479550" y="3676650"/>
          <p14:tracePt t="41183" x="1454150" y="3676650"/>
          <p14:tracePt t="41200" x="1422400" y="3676650"/>
          <p14:tracePt t="41217" x="1358900" y="3676650"/>
          <p14:tracePt t="41234" x="1320800" y="3676650"/>
          <p14:tracePt t="41239" x="1301750" y="3676650"/>
          <p14:tracePt t="41250" x="1282700" y="3676650"/>
          <p14:tracePt t="41267" x="1244600" y="3676650"/>
          <p14:tracePt t="41270" x="1212850" y="3676650"/>
          <p14:tracePt t="41283" x="1193800" y="3676650"/>
          <p14:tracePt t="41300" x="1155700" y="3670300"/>
          <p14:tracePt t="41303" x="1117600" y="3663950"/>
          <p14:tracePt t="41317" x="1104900" y="3663950"/>
          <p14:tracePt t="41334" x="1079500" y="3657600"/>
          <p14:tracePt t="41337" x="1060450" y="3657600"/>
          <p14:tracePt t="41350" x="1054100" y="3657600"/>
          <p14:tracePt t="41367" x="1041400" y="3657600"/>
          <p14:tracePt t="41370" x="1035050" y="3657600"/>
          <p14:tracePt t="41384" x="1016000" y="3651250"/>
          <p14:tracePt t="41400" x="1009650" y="3651250"/>
          <p14:tracePt t="41417" x="990600" y="3651250"/>
          <p14:tracePt t="41433" x="971550" y="3651250"/>
          <p14:tracePt t="41450" x="952500" y="3651250"/>
          <p14:tracePt t="41467" x="933450" y="3651250"/>
          <p14:tracePt t="41484" x="914400" y="3657600"/>
          <p14:tracePt t="41500" x="895350" y="3663950"/>
          <p14:tracePt t="41504" x="889000" y="3676650"/>
          <p14:tracePt t="41517" x="876300" y="3683000"/>
          <p14:tracePt t="41533" x="869950" y="3683000"/>
          <p14:tracePt t="41537" x="857250" y="3695700"/>
          <p14:tracePt t="41550" x="850900" y="3702050"/>
          <p14:tracePt t="41567" x="825500" y="3721100"/>
          <p14:tracePt t="41571" x="819150" y="3733800"/>
          <p14:tracePt t="41584" x="800100" y="3752850"/>
          <p14:tracePt t="41600" x="787400" y="3778250"/>
          <p14:tracePt t="41619" x="781050" y="3784600"/>
          <p14:tracePt t="41634" x="774700" y="3803650"/>
          <p14:tracePt t="41650" x="762000" y="3822700"/>
          <p14:tracePt t="41667" x="755650" y="3848100"/>
          <p14:tracePt t="41683" x="755650" y="3854450"/>
          <p14:tracePt t="41700" x="749300" y="3873500"/>
          <p14:tracePt t="41717" x="749300" y="3886200"/>
          <p14:tracePt t="41734" x="749300" y="3892550"/>
          <p14:tracePt t="41750" x="749300" y="3905250"/>
          <p14:tracePt t="41767" x="749300" y="3917950"/>
          <p14:tracePt t="41772" x="749300" y="3930650"/>
          <p14:tracePt t="41787" x="755650" y="3937000"/>
          <p14:tracePt t="41800" x="762000" y="3943350"/>
          <p14:tracePt t="41817" x="781050" y="3975100"/>
          <p14:tracePt t="41834" x="806450" y="4000500"/>
          <p14:tracePt t="41850" x="831850" y="4013200"/>
          <p14:tracePt t="41867" x="844550" y="4019550"/>
          <p14:tracePt t="41883" x="882650" y="4032250"/>
          <p14:tracePt t="41901" x="895350" y="4038600"/>
          <p14:tracePt t="41917" x="927100" y="4044950"/>
          <p14:tracePt t="41933" x="958850" y="4057650"/>
          <p14:tracePt t="41950" x="977900" y="4057650"/>
          <p14:tracePt t="41967" x="1016000" y="4070350"/>
          <p14:tracePt t="41983" x="1035050" y="4076700"/>
          <p14:tracePt t="42000" x="1092200" y="4076700"/>
          <p14:tracePt t="42017" x="1155700" y="4083050"/>
          <p14:tracePt t="42034" x="1219200" y="4083050"/>
          <p14:tracePt t="42037" x="1244600" y="4083050"/>
          <p14:tracePt t="42050" x="1270000" y="4083050"/>
          <p14:tracePt t="42067" x="1314450" y="4083050"/>
          <p14:tracePt t="42072" x="1339850" y="4083050"/>
          <p14:tracePt t="42084" x="1384300" y="4083050"/>
          <p14:tracePt t="42100" x="1428750" y="4076700"/>
          <p14:tracePt t="42117" x="1504950" y="4070350"/>
          <p14:tracePt t="42133" x="1543050" y="4064000"/>
          <p14:tracePt t="42150" x="1581150" y="4057650"/>
          <p14:tracePt t="42167" x="1625600" y="4051300"/>
          <p14:tracePt t="42184" x="1676400" y="4044950"/>
          <p14:tracePt t="42200" x="1733550" y="4044950"/>
          <p14:tracePt t="42219" x="1784350" y="4044950"/>
          <p14:tracePt t="42224" x="1803400" y="4044950"/>
          <p14:tracePt t="42234" x="1828800" y="4044950"/>
          <p14:tracePt t="42252" x="1866900" y="4044950"/>
          <p14:tracePt t="42255" x="1879600" y="4044950"/>
          <p14:tracePt t="42267" x="1898650" y="4044950"/>
          <p14:tracePt t="42286" x="1917700" y="4044950"/>
          <p14:tracePt t="42289" x="1930400" y="4044950"/>
          <p14:tracePt t="42300" x="1936750" y="4044950"/>
          <p14:tracePt t="42317" x="1962150" y="4044950"/>
          <p14:tracePt t="42322" x="1962150" y="4038600"/>
          <p14:tracePt t="42334" x="1974850" y="4032250"/>
          <p14:tracePt t="42352" x="1987550" y="4013200"/>
          <p14:tracePt t="42367" x="1987550" y="4006850"/>
          <p14:tracePt t="42386" x="2000250" y="4000500"/>
          <p14:tracePt t="42400" x="2000250" y="3987800"/>
          <p14:tracePt t="42417" x="2000250" y="3968750"/>
          <p14:tracePt t="42433" x="2000250" y="3956050"/>
          <p14:tracePt t="42450" x="1993900" y="3930650"/>
          <p14:tracePt t="42467" x="1987550" y="3905250"/>
          <p14:tracePt t="42483" x="1968500" y="3873500"/>
          <p14:tracePt t="42500" x="1949450" y="3854450"/>
          <p14:tracePt t="42517" x="1911350" y="3810000"/>
          <p14:tracePt t="42520" x="1905000" y="3803650"/>
          <p14:tracePt t="42534" x="1885950" y="3790950"/>
          <p14:tracePt t="42550" x="1860550" y="3765550"/>
          <p14:tracePt t="42554" x="1854200" y="3765550"/>
          <p14:tracePt t="42567" x="1835150" y="3752850"/>
          <p14:tracePt t="42584" x="1790700" y="3733800"/>
          <p14:tracePt t="42600" x="1746250" y="3721100"/>
          <p14:tracePt t="42617" x="1714500" y="3708400"/>
          <p14:tracePt t="42633" x="1651000" y="3695700"/>
          <p14:tracePt t="42650" x="1555750" y="3670300"/>
          <p14:tracePt t="42667" x="1498600" y="3644900"/>
          <p14:tracePt t="42683" x="1409700" y="3606800"/>
          <p14:tracePt t="42700" x="1371600" y="3587750"/>
          <p14:tracePt t="42717" x="1308100" y="3568700"/>
          <p14:tracePt t="42721" x="1295400" y="3556000"/>
          <p14:tracePt t="42734" x="1289050" y="3556000"/>
          <p14:tracePt t="42750" x="1270000" y="3549650"/>
          <p14:tracePt t="42766" x="1263650" y="3549650"/>
          <p14:tracePt t="42783" x="1257300" y="3549650"/>
          <p14:tracePt t="42800" x="1238250" y="3556000"/>
          <p14:tracePt t="42817" x="1225550" y="3556000"/>
          <p14:tracePt t="42820" x="1225550" y="3562350"/>
          <p14:tracePt t="42834" x="1212850" y="3562350"/>
          <p14:tracePt t="42850" x="1200150" y="3562350"/>
          <p14:tracePt t="42867" x="1187450" y="3568700"/>
          <p14:tracePt t="42883" x="1181100" y="3575050"/>
          <p14:tracePt t="42915" x="1174750" y="3575050"/>
          <p14:tracePt t="43061" x="0" y="0"/>
        </p14:tracePtLst>
        <p14:tracePtLst>
          <p14:tracePt t="44239" x="1822450" y="4006850"/>
          <p14:tracePt t="44334" x="1816100" y="4006850"/>
          <p14:tracePt t="44366" x="1809750" y="4006850"/>
          <p14:tracePt t="44375" x="1803400" y="4000500"/>
          <p14:tracePt t="44383" x="1797050" y="4000500"/>
          <p14:tracePt t="44400" x="1790700" y="4000500"/>
          <p14:tracePt t="44417" x="1771650" y="4000500"/>
          <p14:tracePt t="44434" x="1733550" y="4000500"/>
          <p14:tracePt t="44451" x="1701800" y="4000500"/>
          <p14:tracePt t="44467" x="1676400" y="4000500"/>
          <p14:tracePt t="44470" x="1657350" y="4000500"/>
          <p14:tracePt t="44483" x="1644650" y="4000500"/>
          <p14:tracePt t="44501" x="1612900" y="4000500"/>
          <p14:tracePt t="44503" x="1593850" y="4000500"/>
          <p14:tracePt t="44517" x="1574800" y="4000500"/>
          <p14:tracePt t="44535" x="1517650" y="4000500"/>
          <p14:tracePt t="44550" x="1479550" y="4000500"/>
          <p14:tracePt t="44567" x="1441450" y="4000500"/>
          <p14:tracePt t="44584" x="1409700" y="4000500"/>
          <p14:tracePt t="44600" x="1371600" y="4000500"/>
          <p14:tracePt t="44617" x="1346200" y="4000500"/>
          <p14:tracePt t="44634" x="1327150" y="4000500"/>
          <p14:tracePt t="44650" x="1295400" y="4000500"/>
          <p14:tracePt t="44668" x="1276350" y="4000500"/>
          <p14:tracePt t="44672" x="1257300" y="4000500"/>
          <p14:tracePt t="44684" x="1238250" y="4000500"/>
          <p14:tracePt t="44700" x="1200150" y="4000500"/>
          <p14:tracePt t="44717" x="1162050" y="4000500"/>
          <p14:tracePt t="44734" x="1117600" y="4000500"/>
          <p14:tracePt t="44739" x="1098550" y="4000500"/>
          <p14:tracePt t="44754" x="1079500" y="4000500"/>
          <p14:tracePt t="44767" x="1060450" y="4000500"/>
          <p14:tracePt t="44784" x="1016000" y="4000500"/>
          <p14:tracePt t="44801" x="1003300" y="4006850"/>
          <p14:tracePt t="44817" x="977900" y="4006850"/>
          <p14:tracePt t="44834" x="946150" y="4013200"/>
          <p14:tracePt t="44850" x="933450" y="4025900"/>
          <p14:tracePt t="44867" x="927100" y="4025900"/>
          <p14:tracePt t="44884" x="920750" y="4032250"/>
          <p14:tracePt t="44901" x="920750" y="4038600"/>
          <p14:tracePt t="44904" x="920750" y="4044950"/>
          <p14:tracePt t="44923" x="920750" y="4057650"/>
          <p14:tracePt t="44934" x="920750" y="4064000"/>
          <p14:tracePt t="44950" x="920750" y="4076700"/>
          <p14:tracePt t="44967" x="920750" y="4095750"/>
          <p14:tracePt t="44972" x="920750" y="4108450"/>
          <p14:tracePt t="44983" x="920750" y="4127500"/>
          <p14:tracePt t="45000" x="920750" y="4152900"/>
          <p14:tracePt t="45003" x="920750" y="4184650"/>
          <p14:tracePt t="45017" x="920750" y="4191000"/>
          <p14:tracePt t="45035" x="920750" y="4241800"/>
          <p14:tracePt t="45050" x="927100" y="4279900"/>
          <p14:tracePt t="45067" x="939800" y="4298950"/>
          <p14:tracePt t="45083" x="952500" y="4324350"/>
          <p14:tracePt t="45100" x="965200" y="4337050"/>
          <p14:tracePt t="45117" x="984250" y="4362450"/>
          <p14:tracePt t="45134" x="1009650" y="4375150"/>
          <p14:tracePt t="45150" x="1041400" y="4387850"/>
          <p14:tracePt t="45167" x="1073150" y="4394200"/>
          <p14:tracePt t="45184" x="1104900" y="4400550"/>
          <p14:tracePt t="45200" x="1143000" y="4413250"/>
          <p14:tracePt t="45204" x="1168400" y="4419600"/>
          <p14:tracePt t="45217" x="1181100" y="4419600"/>
          <p14:tracePt t="45234" x="1219200" y="4425950"/>
          <p14:tracePt t="45239" x="1244600" y="4432300"/>
          <p14:tracePt t="45250" x="1257300" y="4438650"/>
          <p14:tracePt t="45267" x="1289050" y="4445000"/>
          <p14:tracePt t="45270" x="1301750" y="4457700"/>
          <p14:tracePt t="45285" x="1346200" y="4470400"/>
          <p14:tracePt t="45300" x="1403350" y="4489450"/>
          <p14:tracePt t="45317" x="1435100" y="4495800"/>
          <p14:tracePt t="45334" x="1492250" y="4502150"/>
          <p14:tracePt t="45351" x="1562100" y="4502150"/>
          <p14:tracePt t="45367" x="1600200" y="4502150"/>
          <p14:tracePt t="45384" x="1663700" y="4502150"/>
          <p14:tracePt t="45400" x="1689100" y="4502150"/>
          <p14:tracePt t="45405" x="1695450" y="4495800"/>
          <p14:tracePt t="45417" x="1720850" y="4495800"/>
          <p14:tracePt t="45434" x="1739900" y="4489450"/>
          <p14:tracePt t="45451" x="1752600" y="4489450"/>
          <p14:tracePt t="45467" x="1784350" y="4489450"/>
          <p14:tracePt t="45471" x="1790700" y="4489450"/>
          <p14:tracePt t="45484" x="1797050" y="4489450"/>
          <p14:tracePt t="45501" x="1822450" y="4489450"/>
          <p14:tracePt t="45504" x="1835150" y="4489450"/>
          <p14:tracePt t="45518" x="1841500" y="4483100"/>
          <p14:tracePt t="45534" x="1905000" y="4470400"/>
          <p14:tracePt t="45551" x="1930400" y="4470400"/>
          <p14:tracePt t="45567" x="1955800" y="4457700"/>
          <p14:tracePt t="45584" x="1974850" y="4457700"/>
          <p14:tracePt t="45600" x="2000250" y="4445000"/>
          <p14:tracePt t="45617" x="2019300" y="4432300"/>
          <p14:tracePt t="45633" x="2032000" y="4425950"/>
          <p14:tracePt t="45651" x="2038350" y="4413250"/>
          <p14:tracePt t="45654" x="2044700" y="4406900"/>
          <p14:tracePt t="45667" x="2051050" y="4400550"/>
          <p14:tracePt t="45684" x="2063750" y="4394200"/>
          <p14:tracePt t="45688" x="2070100" y="4387850"/>
          <p14:tracePt t="45700" x="2070100" y="4381500"/>
          <p14:tracePt t="45718" x="2082800" y="4368800"/>
          <p14:tracePt t="45734" x="2095500" y="4356100"/>
          <p14:tracePt t="45750" x="2108200" y="4337050"/>
          <p14:tracePt t="45753" x="2114550" y="4337050"/>
          <p14:tracePt t="45767" x="2114550" y="4324350"/>
          <p14:tracePt t="45786" x="2133600" y="4305300"/>
          <p14:tracePt t="45800" x="2146300" y="4286250"/>
          <p14:tracePt t="45817" x="2152650" y="4279900"/>
          <p14:tracePt t="45834" x="2159000" y="4267200"/>
          <p14:tracePt t="45850" x="2159000" y="4260850"/>
          <p14:tracePt t="45867" x="2165350" y="4254500"/>
          <p14:tracePt t="45884" x="2171700" y="4248150"/>
          <p14:tracePt t="45900" x="2171700" y="4235450"/>
          <p14:tracePt t="45917" x="2171700" y="4229100"/>
          <p14:tracePt t="45922" x="2171700" y="4222750"/>
          <p14:tracePt t="45937" x="2171700" y="4210050"/>
          <p14:tracePt t="45950" x="2171700" y="4203700"/>
          <p14:tracePt t="45968" x="2171700" y="4191000"/>
          <p14:tracePt t="45984" x="2171700" y="4184650"/>
          <p14:tracePt t="46000" x="2171700" y="4178300"/>
          <p14:tracePt t="46017" x="2171700" y="4171950"/>
          <p14:tracePt t="46034" x="2171700" y="4165600"/>
          <p14:tracePt t="46050" x="2171700" y="4159250"/>
          <p14:tracePt t="46066" x="2171700" y="4152900"/>
          <p14:tracePt t="46084" x="2171700" y="4146550"/>
          <p14:tracePt t="46100" x="2171700" y="4140200"/>
          <p14:tracePt t="46117" x="2165350" y="4127500"/>
          <p14:tracePt t="46134" x="2159000" y="4114800"/>
          <p14:tracePt t="46150" x="2152650" y="4108450"/>
          <p14:tracePt t="46167" x="2139950" y="4102100"/>
          <p14:tracePt t="46184" x="2127250" y="4089400"/>
          <p14:tracePt t="46186" x="2120900" y="4089400"/>
          <p14:tracePt t="46200" x="2114550" y="4083050"/>
          <p14:tracePt t="46217" x="2101850" y="4076700"/>
          <p14:tracePt t="46220" x="2095500" y="4070350"/>
          <p14:tracePt t="46239" x="2089150" y="4064000"/>
          <p14:tracePt t="46250" x="2076450" y="4057650"/>
          <p14:tracePt t="46267" x="2063750" y="4051300"/>
          <p14:tracePt t="46285" x="2044700" y="4044950"/>
          <p14:tracePt t="46301" x="2025650" y="4038600"/>
          <p14:tracePt t="46317" x="2006600" y="4038600"/>
          <p14:tracePt t="46334" x="1993900" y="4032250"/>
          <p14:tracePt t="46350" x="1962150" y="4032250"/>
          <p14:tracePt t="46368" x="1924050" y="4032250"/>
          <p14:tracePt t="46384" x="1892300" y="4038600"/>
          <p14:tracePt t="46400" x="1847850" y="4044950"/>
          <p14:tracePt t="46417" x="1803400" y="4051300"/>
          <p14:tracePt t="46421" x="1739900" y="4057650"/>
          <p14:tracePt t="46434" x="1720850" y="4057650"/>
          <p14:tracePt t="46451" x="1689100" y="4064000"/>
          <p14:tracePt t="46454" x="1676400" y="4064000"/>
          <p14:tracePt t="46468" x="1663700" y="4064000"/>
          <p14:tracePt t="46485" x="1625600" y="4064000"/>
          <p14:tracePt t="46500" x="1612900" y="4064000"/>
          <p14:tracePt t="46517" x="1593850" y="4070350"/>
          <p14:tracePt t="46534" x="1587500" y="4070350"/>
          <p14:tracePt t="46550" x="1574800" y="4076700"/>
          <p14:tracePt t="46568" x="1568450" y="4076700"/>
          <p14:tracePt t="46609" x="1562100" y="4083050"/>
          <p14:tracePt t="46647" x="1562100" y="4089400"/>
          <p14:tracePt t="47364" x="0" y="0"/>
        </p14:tracePtLst>
        <p14:tracePtLst>
          <p14:tracePt t="54195" x="1898650" y="4946650"/>
          <p14:tracePt t="54365" x="1898650" y="4940300"/>
          <p14:tracePt t="54396" x="1892300" y="4940300"/>
          <p14:tracePt t="54451" x="1885950" y="4940300"/>
          <p14:tracePt t="54462" x="1879600" y="4940300"/>
          <p14:tracePt t="54475" x="1879600" y="4933950"/>
          <p14:tracePt t="54491" x="1873250" y="4933950"/>
          <p14:tracePt t="54517" x="1866900" y="4933950"/>
          <p14:tracePt t="54533" x="1860550" y="4933950"/>
          <p14:tracePt t="54541" x="1854200" y="4933950"/>
          <p14:tracePt t="54550" x="1847850" y="4927600"/>
          <p14:tracePt t="54567" x="1835150" y="4927600"/>
          <p14:tracePt t="54584" x="1822450" y="4921250"/>
          <p14:tracePt t="54600" x="1816100" y="4921250"/>
          <p14:tracePt t="54617" x="1809750" y="4921250"/>
          <p14:tracePt t="54634" x="1803400" y="4921250"/>
          <p14:tracePt t="54650" x="1797050" y="4921250"/>
          <p14:tracePt t="54667" x="1790700" y="4921250"/>
          <p14:tracePt t="54684" x="1778000" y="4921250"/>
          <p14:tracePt t="54700" x="1771650" y="4921250"/>
          <p14:tracePt t="54717" x="1765300" y="4921250"/>
          <p14:tracePt t="54734" x="1752600" y="4921250"/>
          <p14:tracePt t="54751" x="1739900" y="4921250"/>
          <p14:tracePt t="54767" x="1727200" y="4921250"/>
          <p14:tracePt t="54784" x="1714500" y="4921250"/>
          <p14:tracePt t="54801" x="1689100" y="4921250"/>
          <p14:tracePt t="54817" x="1682750" y="4921250"/>
          <p14:tracePt t="54835" x="1663700" y="4921250"/>
          <p14:tracePt t="54838" x="1651000" y="4921250"/>
          <p14:tracePt t="54851" x="1638300" y="4921250"/>
          <p14:tracePt t="54867" x="1619250" y="4927600"/>
          <p14:tracePt t="54873" x="1606550" y="4933950"/>
          <p14:tracePt t="54884" x="1600200" y="4933950"/>
          <p14:tracePt t="54901" x="1587500" y="4933950"/>
          <p14:tracePt t="54904" x="1574800" y="4933950"/>
          <p14:tracePt t="54917" x="1562100" y="4940300"/>
          <p14:tracePt t="54935" x="1530350" y="4946650"/>
          <p14:tracePt t="54951" x="1517650" y="4953000"/>
          <p14:tracePt t="54967" x="1504950" y="4959350"/>
          <p14:tracePt t="54984" x="1498600" y="4959350"/>
          <p14:tracePt t="55000" x="1485900" y="4965700"/>
          <p14:tracePt t="55025" x="1479550" y="4972050"/>
          <p14:tracePt t="55034" x="1473200" y="4978400"/>
          <p14:tracePt t="55050" x="1466850" y="4978400"/>
          <p14:tracePt t="55067" x="1466850" y="4984750"/>
          <p14:tracePt t="55084" x="1460500" y="4984750"/>
          <p14:tracePt t="55100" x="1454150" y="4991100"/>
          <p14:tracePt t="55123" x="1447800" y="4997450"/>
          <p14:tracePt t="55134" x="1441450" y="5003800"/>
          <p14:tracePt t="55151" x="1441450" y="5010150"/>
          <p14:tracePt t="55154" x="1435100" y="5010150"/>
          <p14:tracePt t="55167" x="1435100" y="5022850"/>
          <p14:tracePt t="55184" x="1416050" y="5041900"/>
          <p14:tracePt t="55200" x="1403350" y="5073650"/>
          <p14:tracePt t="55218" x="1403350" y="5080000"/>
          <p14:tracePt t="55234" x="1397000" y="5099050"/>
          <p14:tracePt t="55251" x="1390650" y="5105400"/>
          <p14:tracePt t="55267" x="1390650" y="5111750"/>
          <p14:tracePt t="55283" x="1390650" y="5118100"/>
          <p14:tracePt t="55300" x="1390650" y="5124450"/>
          <p14:tracePt t="55317" x="1390650" y="5130800"/>
          <p14:tracePt t="55334" x="1390650" y="5137150"/>
          <p14:tracePt t="55350" x="1390650" y="5143500"/>
          <p14:tracePt t="55384" x="1390650" y="5149850"/>
          <p14:tracePt t="55401" x="1390650" y="5162550"/>
          <p14:tracePt t="55417" x="1390650" y="5168900"/>
          <p14:tracePt t="55421" x="1390650" y="5175250"/>
          <p14:tracePt t="55436" x="1403350" y="5200650"/>
          <p14:tracePt t="55450" x="1416050" y="5213350"/>
          <p14:tracePt t="55467" x="1422400" y="5226050"/>
          <p14:tracePt t="55486" x="1441450" y="5245100"/>
          <p14:tracePt t="55500" x="1454150" y="5251450"/>
          <p14:tracePt t="55519" x="1479550" y="5270500"/>
          <p14:tracePt t="55534" x="1492250" y="5276850"/>
          <p14:tracePt t="55552" x="1517650" y="5283200"/>
          <p14:tracePt t="55568" x="1524000" y="5295900"/>
          <p14:tracePt t="55584" x="1549400" y="5302250"/>
          <p14:tracePt t="55601" x="1568450" y="5308600"/>
          <p14:tracePt t="55619" x="1600200" y="5321300"/>
          <p14:tracePt t="55634" x="1619250" y="5327650"/>
          <p14:tracePt t="55651" x="1638300" y="5334000"/>
          <p14:tracePt t="55653" x="1657350" y="5334000"/>
          <p14:tracePt t="55667" x="1689100" y="5340350"/>
          <p14:tracePt t="55684" x="1778000" y="5359400"/>
          <p14:tracePt t="55700" x="1841500" y="5365750"/>
          <p14:tracePt t="55717" x="1873250" y="5365750"/>
          <p14:tracePt t="55734" x="1936750" y="5372100"/>
          <p14:tracePt t="55750" x="1987550" y="5378450"/>
          <p14:tracePt t="55767" x="2032000" y="5378450"/>
          <p14:tracePt t="55784" x="2051050" y="5378450"/>
          <p14:tracePt t="55800" x="2114550" y="5378450"/>
          <p14:tracePt t="55817" x="2178050" y="5378450"/>
          <p14:tracePt t="55820" x="2222500" y="5378450"/>
          <p14:tracePt t="55837" x="2260600" y="5378450"/>
          <p14:tracePt t="55850" x="2298700" y="5378450"/>
          <p14:tracePt t="55854" x="2336800" y="5378450"/>
          <p14:tracePt t="55867" x="2368550" y="5378450"/>
          <p14:tracePt t="55885" x="2438400" y="5378450"/>
          <p14:tracePt t="55901" x="2476500" y="5378450"/>
          <p14:tracePt t="55917" x="2546350" y="5384800"/>
          <p14:tracePt t="55935" x="2616200" y="5391150"/>
          <p14:tracePt t="55950" x="2673350" y="5397500"/>
          <p14:tracePt t="55967" x="2711450" y="5397500"/>
          <p14:tracePt t="55984" x="2774950" y="5403850"/>
          <p14:tracePt t="56000" x="2800350" y="5410200"/>
          <p14:tracePt t="56017" x="2876550" y="5416550"/>
          <p14:tracePt t="56034" x="2914650" y="5416550"/>
          <p14:tracePt t="56050" x="2990850" y="5422900"/>
          <p14:tracePt t="56067" x="3060700" y="5429250"/>
          <p14:tracePt t="56084" x="3105150" y="5435600"/>
          <p14:tracePt t="56087" x="3149600" y="5435600"/>
          <p14:tracePt t="56101" x="3181350" y="5441950"/>
          <p14:tracePt t="56118" x="3232150" y="5441950"/>
          <p14:tracePt t="56120" x="3276600" y="5448300"/>
          <p14:tracePt t="56134" x="3321050" y="5454650"/>
          <p14:tracePt t="56151" x="3365500" y="5454650"/>
          <p14:tracePt t="56154" x="3416300" y="5461000"/>
          <p14:tracePt t="56167" x="3467100" y="5467350"/>
          <p14:tracePt t="56185" x="3594100" y="5480050"/>
          <p14:tracePt t="56200" x="3708400" y="5486400"/>
          <p14:tracePt t="56217" x="3822700" y="5486400"/>
          <p14:tracePt t="56235" x="3879850" y="5486400"/>
          <p14:tracePt t="56251" x="3968750" y="5486400"/>
          <p14:tracePt t="56267" x="4044950" y="5486400"/>
          <p14:tracePt t="56284" x="4102100" y="5486400"/>
          <p14:tracePt t="56301" x="4140200" y="5486400"/>
          <p14:tracePt t="56317" x="4165600" y="5486400"/>
          <p14:tracePt t="56322" x="4178300" y="5486400"/>
          <p14:tracePt t="56334" x="4191000" y="5486400"/>
          <p14:tracePt t="56351" x="4222750" y="5480050"/>
          <p14:tracePt t="56355" x="4235450" y="5480050"/>
          <p14:tracePt t="56367" x="4248150" y="5480050"/>
          <p14:tracePt t="56385" x="4292600" y="5473700"/>
          <p14:tracePt t="56400" x="4330700" y="5473700"/>
          <p14:tracePt t="56417" x="4362450" y="5473700"/>
          <p14:tracePt t="56434" x="4387850" y="5473700"/>
          <p14:tracePt t="56450" x="4413250" y="5473700"/>
          <p14:tracePt t="56467" x="4438650" y="5473700"/>
          <p14:tracePt t="56484" x="4451350" y="5467350"/>
          <p14:tracePt t="56500" x="4476750" y="5467350"/>
          <p14:tracePt t="56517" x="4495800" y="5454650"/>
          <p14:tracePt t="56534" x="4521200" y="5448300"/>
          <p14:tracePt t="56551" x="4546600" y="5435600"/>
          <p14:tracePt t="56567" x="4565650" y="5429250"/>
          <p14:tracePt t="56584" x="4591050" y="5416550"/>
          <p14:tracePt t="56587" x="4610100" y="5410200"/>
          <p14:tracePt t="56601" x="4622800" y="5397500"/>
          <p14:tracePt t="56617" x="4667250" y="5384800"/>
          <p14:tracePt t="56621" x="4686300" y="5378450"/>
          <p14:tracePt t="56634" x="4705350" y="5365750"/>
          <p14:tracePt t="56651" x="4749800" y="5353050"/>
          <p14:tracePt t="56667" x="4775200" y="5340350"/>
          <p14:tracePt t="56685" x="4794250" y="5327650"/>
          <p14:tracePt t="56702" x="4800600" y="5327650"/>
          <p14:tracePt t="56717" x="4806950" y="5321300"/>
          <p14:tracePt t="56734" x="4813300" y="5314950"/>
          <p14:tracePt t="56750" x="4819650" y="5302250"/>
          <p14:tracePt t="56768" x="4832350" y="5295900"/>
          <p14:tracePt t="56784" x="4845050" y="5283200"/>
          <p14:tracePt t="56800" x="4864100" y="5257800"/>
          <p14:tracePt t="56817" x="4883150" y="5238750"/>
          <p14:tracePt t="56821" x="4895850" y="5219700"/>
          <p14:tracePt t="56834" x="4902200" y="5213350"/>
          <p14:tracePt t="56851" x="4927600" y="5181600"/>
          <p14:tracePt t="56854" x="4933950" y="5168900"/>
          <p14:tracePt t="56870" x="4946650" y="5143500"/>
          <p14:tracePt t="56885" x="4953000" y="5130800"/>
          <p14:tracePt t="56900" x="4959350" y="5111750"/>
          <p14:tracePt t="56917" x="4959350" y="5099050"/>
          <p14:tracePt t="56934" x="4959350" y="5092700"/>
          <p14:tracePt t="56950" x="4959350" y="5086350"/>
          <p14:tracePt t="56975" x="4959350" y="5080000"/>
          <p14:tracePt t="57007" x="4959350" y="5073650"/>
          <p14:tracePt t="57015" x="4953000" y="5073650"/>
          <p14:tracePt t="57031" x="4946650" y="5073650"/>
          <p14:tracePt t="57039" x="4946650" y="5067300"/>
          <p14:tracePt t="57050" x="4933950" y="5067300"/>
          <p14:tracePt t="57068" x="4921250" y="5054600"/>
          <p14:tracePt t="57084" x="4870450" y="5035550"/>
          <p14:tracePt t="57088" x="4857750" y="5022850"/>
          <p14:tracePt t="57101" x="4819650" y="5016500"/>
          <p14:tracePt t="57117" x="4756150" y="4984750"/>
          <p14:tracePt t="57120" x="4699000" y="4965700"/>
          <p14:tracePt t="57136" x="4629150" y="4933950"/>
          <p14:tracePt t="57151" x="4540250" y="4908550"/>
          <p14:tracePt t="57170" x="4432300" y="4883150"/>
          <p14:tracePt t="57184" x="4330700" y="4870450"/>
          <p14:tracePt t="57202" x="4260850" y="4857750"/>
          <p14:tracePt t="57217" x="4140200" y="4857750"/>
          <p14:tracePt t="57235" x="4019550" y="4857750"/>
          <p14:tracePt t="57240" x="3987800" y="4857750"/>
          <p14:tracePt t="57251" x="3898900" y="4870450"/>
          <p14:tracePt t="57268" x="3829050" y="4883150"/>
          <p14:tracePt t="57285" x="3721100" y="4889500"/>
          <p14:tracePt t="57301" x="3670300" y="4895850"/>
          <p14:tracePt t="57305" x="3613150" y="4902200"/>
          <p14:tracePt t="57317" x="3594100" y="4902200"/>
          <p14:tracePt t="57334" x="3549650" y="4902200"/>
          <p14:tracePt t="57337" x="3524250" y="4902200"/>
          <p14:tracePt t="57350" x="3454400" y="4902200"/>
          <p14:tracePt t="57367" x="3384550" y="4908550"/>
          <p14:tracePt t="57370" x="3352800" y="4908550"/>
          <p14:tracePt t="57385" x="3175000" y="4914900"/>
          <p14:tracePt t="57400" x="3073400" y="4914900"/>
          <p14:tracePt t="57417" x="2914650" y="4921250"/>
          <p14:tracePt t="57434" x="2825750" y="4921250"/>
          <p14:tracePt t="57451" x="2717800" y="4921250"/>
          <p14:tracePt t="57467" x="2667000" y="4921250"/>
          <p14:tracePt t="57484" x="2603500" y="4921250"/>
          <p14:tracePt t="57500" x="2578100" y="4921250"/>
          <p14:tracePt t="57517" x="2546350" y="4921250"/>
          <p14:tracePt t="57534" x="2540000" y="4921250"/>
          <p14:tracePt t="57551" x="2520950" y="4921250"/>
          <p14:tracePt t="57567" x="2508250" y="4921250"/>
          <p14:tracePt t="57570" x="2508250" y="4927600"/>
          <p14:tracePt t="57584" x="2501900" y="4927600"/>
          <p14:tracePt t="57846" x="0" y="0"/>
        </p14:tracePtLst>
        <p14:tracePtLst>
          <p14:tracePt t="61230" x="1460500" y="3644900"/>
          <p14:tracePt t="61281" x="1460500" y="3638550"/>
          <p14:tracePt t="61355" x="1454150" y="3638550"/>
          <p14:tracePt t="61372" x="1447800" y="3638550"/>
          <p14:tracePt t="61379" x="1435100" y="3638550"/>
          <p14:tracePt t="61395" x="1416050" y="3638550"/>
          <p14:tracePt t="61403" x="1403350" y="3638550"/>
          <p14:tracePt t="61417" x="1390650" y="3638550"/>
          <p14:tracePt t="61435" x="1320800" y="3638550"/>
          <p14:tracePt t="61450" x="1250950" y="3638550"/>
          <p14:tracePt t="61467" x="1206500" y="3638550"/>
          <p14:tracePt t="61484" x="1117600" y="3644900"/>
          <p14:tracePt t="61501" x="1060450" y="3644900"/>
          <p14:tracePt t="61517" x="971550" y="3644900"/>
          <p14:tracePt t="61534" x="914400" y="3644900"/>
          <p14:tracePt t="61539" x="889000" y="3644900"/>
          <p14:tracePt t="61551" x="869950" y="3644900"/>
          <p14:tracePt t="61567" x="793750" y="3644900"/>
          <p14:tracePt t="61571" x="774700" y="3651250"/>
          <p14:tracePt t="61584" x="755650" y="3651250"/>
          <p14:tracePt t="61601" x="723900" y="3657600"/>
          <p14:tracePt t="61603" x="711200" y="3657600"/>
          <p14:tracePt t="61617" x="679450" y="3663950"/>
          <p14:tracePt t="61634" x="673100" y="3670300"/>
          <p14:tracePt t="61637" x="666750" y="3670300"/>
          <p14:tracePt t="61651" x="666750" y="3676650"/>
          <p14:tracePt t="61667" x="654050" y="3683000"/>
          <p14:tracePt t="61687" x="654050" y="3689350"/>
          <p14:tracePt t="61701" x="647700" y="3695700"/>
          <p14:tracePt t="61717" x="647700" y="3708400"/>
          <p14:tracePt t="61734" x="647700" y="3714750"/>
          <p14:tracePt t="61751" x="647700" y="3752850"/>
          <p14:tracePt t="61767" x="647700" y="3778250"/>
          <p14:tracePt t="61784" x="647700" y="3848100"/>
          <p14:tracePt t="61801" x="660400" y="3886200"/>
          <p14:tracePt t="61818" x="698500" y="3956050"/>
          <p14:tracePt t="61834" x="723900" y="3987800"/>
          <p14:tracePt t="61839" x="736600" y="4006850"/>
          <p14:tracePt t="61851" x="749300" y="4019550"/>
          <p14:tracePt t="61867" x="806450" y="4083050"/>
          <p14:tracePt t="61871" x="825500" y="4089400"/>
          <p14:tracePt t="61886" x="850900" y="4108450"/>
          <p14:tracePt t="61889" x="869950" y="4121150"/>
          <p14:tracePt t="61901" x="889000" y="4127500"/>
          <p14:tracePt t="61918" x="965200" y="4159250"/>
          <p14:tracePt t="61921" x="984250" y="4165600"/>
          <p14:tracePt t="61935" x="1041400" y="4184650"/>
          <p14:tracePt t="61951" x="1085850" y="4191000"/>
          <p14:tracePt t="61967" x="1149350" y="4191000"/>
          <p14:tracePt t="61984" x="1212850" y="4197350"/>
          <p14:tracePt t="62001" x="1276350" y="4197350"/>
          <p14:tracePt t="62017" x="1346200" y="4197350"/>
          <p14:tracePt t="62034" x="1441450" y="4197350"/>
          <p14:tracePt t="62053" x="1593850" y="4197350"/>
          <p14:tracePt t="62056" x="1638300" y="4197350"/>
          <p14:tracePt t="62067" x="1689100" y="4197350"/>
          <p14:tracePt t="62084" x="1765300" y="4197350"/>
          <p14:tracePt t="62087" x="1803400" y="4197350"/>
          <p14:tracePt t="62101" x="1835150" y="4197350"/>
          <p14:tracePt t="62120" x="1885950" y="4191000"/>
          <p14:tracePt t="62135" x="1936750" y="4184650"/>
          <p14:tracePt t="62154" x="1949450" y="4171950"/>
          <p14:tracePt t="62168" x="1962150" y="4171950"/>
          <p14:tracePt t="62186" x="1993900" y="4159250"/>
          <p14:tracePt t="62201" x="2012950" y="4140200"/>
          <p14:tracePt t="62217" x="2038350" y="4121150"/>
          <p14:tracePt t="62234" x="2057400" y="4102100"/>
          <p14:tracePt t="62251" x="2070100" y="4089400"/>
          <p14:tracePt t="62268" x="2076450" y="4070350"/>
          <p14:tracePt t="62284" x="2082800" y="4057650"/>
          <p14:tracePt t="62301" x="2089150" y="4044950"/>
          <p14:tracePt t="62317" x="2089150" y="4025900"/>
          <p14:tracePt t="62321" x="2089150" y="4013200"/>
          <p14:tracePt t="62334" x="2089150" y="4000500"/>
          <p14:tracePt t="62351" x="2089150" y="3975100"/>
          <p14:tracePt t="62354" x="2089150" y="3968750"/>
          <p14:tracePt t="62367" x="2076450" y="3962400"/>
          <p14:tracePt t="62385" x="2057400" y="3937000"/>
          <p14:tracePt t="62401" x="2044700" y="3924300"/>
          <p14:tracePt t="62417" x="2038350" y="3917950"/>
          <p14:tracePt t="62435" x="2032000" y="3917950"/>
          <p14:tracePt t="62451" x="2012950" y="3905250"/>
          <p14:tracePt t="62467" x="2000250" y="3892550"/>
          <p14:tracePt t="62484" x="1981200" y="3879850"/>
          <p14:tracePt t="62501" x="1968500" y="3867150"/>
          <p14:tracePt t="62517" x="1949450" y="3848100"/>
          <p14:tracePt t="62534" x="1924050" y="3835400"/>
          <p14:tracePt t="62551" x="1911350" y="3822700"/>
          <p14:tracePt t="62555" x="1905000" y="3816350"/>
          <p14:tracePt t="62567" x="1892300" y="3810000"/>
          <p14:tracePt t="62584" x="1879600" y="3803650"/>
          <p14:tracePt t="62589" x="1866900" y="3784600"/>
          <p14:tracePt t="62601" x="1860550" y="3784600"/>
          <p14:tracePt t="62619" x="1847850" y="3778250"/>
          <p14:tracePt t="62635" x="1841500" y="3771900"/>
          <p14:tracePt t="62863" x="0" y="0"/>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7266" y="510618"/>
            <a:ext cx="3115933" cy="5767352"/>
          </a:xfrm>
          <a:prstGeom prst="rect">
            <a:avLst/>
          </a:prstGeom>
        </p:spPr>
      </p:pic>
      <p:sp>
        <p:nvSpPr>
          <p:cNvPr id="2" name="Title 1"/>
          <p:cNvSpPr>
            <a:spLocks noGrp="1"/>
          </p:cNvSpPr>
          <p:nvPr>
            <p:ph type="title"/>
          </p:nvPr>
        </p:nvSpPr>
        <p:spPr/>
        <p:txBody>
          <a:bodyPr/>
          <a:lstStyle/>
          <a:p>
            <a:r>
              <a:rPr lang="en-US" dirty="0"/>
              <a:t>Conditional Statements: chaining if’s</a:t>
            </a:r>
            <a:endParaRPr lang="nl-BE" dirty="0"/>
          </a:p>
        </p:txBody>
      </p:sp>
      <p:sp>
        <p:nvSpPr>
          <p:cNvPr id="3" name="Content Placeholder 2"/>
          <p:cNvSpPr>
            <a:spLocks noGrp="1"/>
          </p:cNvSpPr>
          <p:nvPr>
            <p:ph idx="1"/>
          </p:nvPr>
        </p:nvSpPr>
        <p:spPr/>
        <p:txBody>
          <a:bodyPr/>
          <a:lstStyle/>
          <a:p>
            <a:r>
              <a:rPr lang="en-US" dirty="0"/>
              <a:t>Combine several if statements into one statement </a:t>
            </a:r>
            <a:br>
              <a:rPr lang="en-US" dirty="0"/>
            </a:br>
            <a:r>
              <a:rPr lang="en-US" dirty="0"/>
              <a:t>using </a:t>
            </a:r>
            <a:r>
              <a:rPr lang="en-US" b="1" dirty="0" err="1"/>
              <a:t>elif</a:t>
            </a:r>
            <a:endParaRPr lang="en-US" b="1" dirty="0"/>
          </a:p>
          <a:p>
            <a:r>
              <a:rPr lang="en-US" b="1" dirty="0"/>
              <a:t>else</a:t>
            </a:r>
            <a:r>
              <a:rPr lang="en-US" dirty="0"/>
              <a:t> block at the very end is not required</a:t>
            </a:r>
          </a:p>
          <a:p>
            <a:endParaRPr lang="nl-BE" dirty="0"/>
          </a:p>
        </p:txBody>
      </p:sp>
      <p:sp>
        <p:nvSpPr>
          <p:cNvPr id="4" name="TextBox 3"/>
          <p:cNvSpPr txBox="1"/>
          <p:nvPr/>
        </p:nvSpPr>
        <p:spPr>
          <a:xfrm>
            <a:off x="1116281" y="4405217"/>
            <a:ext cx="3515096" cy="2308324"/>
          </a:xfrm>
          <a:prstGeom prst="rect">
            <a:avLst/>
          </a:prstGeom>
          <a:noFill/>
          <a:ln>
            <a:solidFill>
              <a:schemeClr val="tx1"/>
            </a:solidFill>
          </a:ln>
        </p:spPr>
        <p:txBody>
          <a:bodyPr wrap="square" rtlCol="0">
            <a:spAutoFit/>
          </a:bodyPr>
          <a:lstStyle/>
          <a:p>
            <a:pPr fontAlgn="t"/>
            <a:r>
              <a:rPr lang="en-US" dirty="0">
                <a:solidFill>
                  <a:srgbClr val="000000"/>
                </a:solidFill>
                <a:latin typeface="Courier New" panose="02070309020205020404" pitchFamily="49" charset="0"/>
                <a:cs typeface="Courier New" panose="02070309020205020404" pitchFamily="49" charset="0"/>
              </a:rPr>
              <a:t>if x &lt; 0:</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print(“negative”)</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else:</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if x &gt; 10:</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print(“large”)</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else:</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print(“small”)</a:t>
            </a:r>
            <a:endParaRPr lang="nl-BE" dirty="0">
              <a:latin typeface="Courier New" panose="02070309020205020404" pitchFamily="49" charset="0"/>
              <a:cs typeface="Courier New" panose="02070309020205020404" pitchFamily="49" charset="0"/>
            </a:endParaRPr>
          </a:p>
          <a:p>
            <a:endParaRPr lang="nl-BE" dirty="0">
              <a:latin typeface="Courier New" panose="02070309020205020404" pitchFamily="49" charset="0"/>
              <a:cs typeface="Courier New" panose="02070309020205020404" pitchFamily="49" charset="0"/>
            </a:endParaRPr>
          </a:p>
        </p:txBody>
      </p:sp>
      <p:sp>
        <p:nvSpPr>
          <p:cNvPr id="5" name="TextBox 4"/>
          <p:cNvSpPr txBox="1"/>
          <p:nvPr/>
        </p:nvSpPr>
        <p:spPr>
          <a:xfrm>
            <a:off x="5258790" y="4405217"/>
            <a:ext cx="3515096" cy="1754326"/>
          </a:xfrm>
          <a:prstGeom prst="rect">
            <a:avLst/>
          </a:prstGeom>
          <a:noFill/>
          <a:ln>
            <a:solidFill>
              <a:schemeClr val="tx1"/>
            </a:solidFill>
          </a:ln>
        </p:spPr>
        <p:txBody>
          <a:bodyPr wrap="square" rtlCol="0">
            <a:spAutoFit/>
          </a:bodyPr>
          <a:lstStyle/>
          <a:p>
            <a:pPr fontAlgn="t"/>
            <a:r>
              <a:rPr lang="en-US" dirty="0">
                <a:solidFill>
                  <a:srgbClr val="000000"/>
                </a:solidFill>
                <a:latin typeface="Courier New" panose="02070309020205020404" pitchFamily="49" charset="0"/>
                <a:cs typeface="Courier New" panose="02070309020205020404" pitchFamily="49" charset="0"/>
              </a:rPr>
              <a:t>if x &lt; 0:</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print(“negative”)</a:t>
            </a:r>
            <a:endParaRPr lang="nl-BE" dirty="0">
              <a:latin typeface="Courier New" panose="02070309020205020404" pitchFamily="49" charset="0"/>
              <a:cs typeface="Courier New" panose="02070309020205020404" pitchFamily="49" charset="0"/>
            </a:endParaRPr>
          </a:p>
          <a:p>
            <a:pPr fontAlgn="t"/>
            <a:r>
              <a:rPr lang="en-US" dirty="0" err="1">
                <a:solidFill>
                  <a:srgbClr val="000000"/>
                </a:solidFill>
                <a:latin typeface="Courier New" panose="02070309020205020404" pitchFamily="49" charset="0"/>
                <a:cs typeface="Courier New" panose="02070309020205020404" pitchFamily="49" charset="0"/>
              </a:rPr>
              <a:t>elif</a:t>
            </a:r>
            <a:r>
              <a:rPr lang="en-US" dirty="0">
                <a:solidFill>
                  <a:srgbClr val="000000"/>
                </a:solidFill>
                <a:latin typeface="Courier New" panose="02070309020205020404" pitchFamily="49" charset="0"/>
                <a:cs typeface="Courier New" panose="02070309020205020404" pitchFamily="49" charset="0"/>
              </a:rPr>
              <a:t> x &gt; 10:</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print(“large”)</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else:</a:t>
            </a:r>
            <a:endParaRPr lang="nl-BE" dirty="0">
              <a:latin typeface="Courier New" panose="02070309020205020404" pitchFamily="49" charset="0"/>
              <a:cs typeface="Courier New" panose="02070309020205020404" pitchFamily="49" charset="0"/>
            </a:endParaRPr>
          </a:p>
          <a:p>
            <a:pPr fontAlgn="t"/>
            <a:r>
              <a:rPr lang="en-US" dirty="0">
                <a:solidFill>
                  <a:srgbClr val="000000"/>
                </a:solidFill>
                <a:latin typeface="Courier New" panose="02070309020205020404" pitchFamily="49" charset="0"/>
                <a:cs typeface="Courier New" panose="02070309020205020404" pitchFamily="49" charset="0"/>
              </a:rPr>
              <a:t>    print(“small”)</a:t>
            </a:r>
            <a:endParaRPr lang="nl-BE" dirty="0">
              <a:latin typeface="Courier New" panose="02070309020205020404" pitchFamily="49" charset="0"/>
              <a:cs typeface="Courier New" panose="02070309020205020404" pitchFamily="49" charset="0"/>
            </a:endParaRPr>
          </a:p>
        </p:txBody>
      </p:sp>
      <p:sp>
        <p:nvSpPr>
          <p:cNvPr id="7" name="TextBox 6"/>
          <p:cNvSpPr txBox="1"/>
          <p:nvPr/>
        </p:nvSpPr>
        <p:spPr>
          <a:xfrm>
            <a:off x="9007266" y="6311900"/>
            <a:ext cx="2257156" cy="369332"/>
          </a:xfrm>
          <a:prstGeom prst="rect">
            <a:avLst/>
          </a:prstGeom>
          <a:noFill/>
        </p:spPr>
        <p:txBody>
          <a:bodyPr wrap="none" rtlCol="0">
            <a:spAutoFit/>
          </a:bodyPr>
          <a:lstStyle/>
          <a:p>
            <a:r>
              <a:rPr lang="nl-BE" dirty="0"/>
              <a:t>cs.uky.edu/~keen/115</a:t>
            </a:r>
          </a:p>
        </p:txBody>
      </p:sp>
    </p:spTree>
    <p:extLst>
      <p:ext uri="{BB962C8B-B14F-4D97-AF65-F5344CB8AC3E}">
        <p14:creationId xmlns:p14="http://schemas.microsoft.com/office/powerpoint/2010/main" val="2539519596"/>
      </p:ext>
    </p:extLst>
  </p:cSld>
  <p:clrMapOvr>
    <a:masterClrMapping/>
  </p:clrMapOvr>
  <mc:AlternateContent xmlns:mc="http://schemas.openxmlformats.org/markup-compatibility/2006" xmlns:p14="http://schemas.microsoft.com/office/powerpoint/2010/main">
    <mc:Choice Requires="p14">
      <p:transition spd="slow" p14:dur="2000" advTm="83819"/>
    </mc:Choice>
    <mc:Fallback xmlns="">
      <p:transition spd="slow" advTm="83819"/>
    </mc:Fallback>
  </mc:AlternateContent>
  <p:extLst>
    <p:ext uri="{3A86A75C-4F4B-4683-9AE1-C65F6400EC91}">
      <p14:laserTraceLst xmlns:p14="http://schemas.microsoft.com/office/powerpoint/2010/main">
        <p14:tracePtLst>
          <p14:tracePt t="17006" x="2051050" y="4572000"/>
          <p14:tracePt t="17116" x="2044700" y="4572000"/>
          <p14:tracePt t="17124" x="2038350" y="4572000"/>
          <p14:tracePt t="17142" x="2032000" y="4565650"/>
          <p14:tracePt t="17148" x="2025650" y="4565650"/>
          <p14:tracePt t="17161" x="2019300" y="4565650"/>
          <p14:tracePt t="17178" x="2006600" y="4565650"/>
          <p14:tracePt t="17182" x="1993900" y="4565650"/>
          <p14:tracePt t="17196" x="1974850" y="4559300"/>
          <p14:tracePt t="17212" x="1962150" y="4559300"/>
          <p14:tracePt t="17228" x="1943100" y="4559300"/>
          <p14:tracePt t="17245" x="1936750" y="4559300"/>
          <p14:tracePt t="17248" x="1924050" y="4559300"/>
          <p14:tracePt t="17264" x="1911350" y="4559300"/>
          <p14:tracePt t="17278" x="1879600" y="4552950"/>
          <p14:tracePt t="17295" x="1854200" y="4552950"/>
          <p14:tracePt t="17311" x="1822450" y="4546600"/>
          <p14:tracePt t="17328" x="1790700" y="4546600"/>
          <p14:tracePt t="17345" x="1765300" y="4546600"/>
          <p14:tracePt t="17362" x="1752600" y="4540250"/>
          <p14:tracePt t="17378" x="1733550" y="4540250"/>
          <p14:tracePt t="17381" x="1727200" y="4540250"/>
          <p14:tracePt t="17394" x="1720850" y="4540250"/>
          <p14:tracePt t="17411" x="1701800" y="4540250"/>
          <p14:tracePt t="17414" x="1695450" y="4540250"/>
          <p14:tracePt t="17428" x="1689100" y="4540250"/>
          <p14:tracePt t="17445" x="1670050" y="4552950"/>
          <p14:tracePt t="17461" x="1657350" y="4565650"/>
          <p14:tracePt t="17478" x="1644650" y="4565650"/>
          <p14:tracePt t="17481" x="1638300" y="4578350"/>
          <p14:tracePt t="17497" x="1631950" y="4584700"/>
          <p14:tracePt t="17511" x="1612900" y="4603750"/>
          <p14:tracePt t="17528" x="1600200" y="4629150"/>
          <p14:tracePt t="17544" x="1593850" y="4635500"/>
          <p14:tracePt t="17561" x="1581150" y="4667250"/>
          <p14:tracePt t="17578" x="1568450" y="4692650"/>
          <p14:tracePt t="17595" x="1562100" y="4711700"/>
          <p14:tracePt t="17611" x="1555750" y="4749800"/>
          <p14:tracePt t="17615" x="1555750" y="4762500"/>
          <p14:tracePt t="17645" x="1555750" y="4800600"/>
          <p14:tracePt t="17648" x="1555750" y="4819650"/>
          <p14:tracePt t="17661" x="1555750" y="4838700"/>
          <p14:tracePt t="17678" x="1568450" y="4864100"/>
          <p14:tracePt t="17681" x="1574800" y="4876800"/>
          <p14:tracePt t="17695" x="1581150" y="4889500"/>
          <p14:tracePt t="17711" x="1619250" y="4933950"/>
          <p14:tracePt t="17728" x="1663700" y="4965700"/>
          <p14:tracePt t="17745" x="1714500" y="4991100"/>
          <p14:tracePt t="17761" x="1778000" y="5016500"/>
          <p14:tracePt t="17778" x="1892300" y="5048250"/>
          <p14:tracePt t="17795" x="1981200" y="5067300"/>
          <p14:tracePt t="17811" x="2057400" y="5080000"/>
          <p14:tracePt t="17828" x="2127250" y="5086350"/>
          <p14:tracePt t="17845" x="2171700" y="5086350"/>
          <p14:tracePt t="17861" x="2197100" y="5086350"/>
          <p14:tracePt t="17878" x="2209800" y="5086350"/>
          <p14:tracePt t="17882" x="2216150" y="5086350"/>
          <p14:tracePt t="17895" x="2222500" y="5086350"/>
          <p14:tracePt t="17911" x="2235200" y="5080000"/>
          <p14:tracePt t="17914" x="2241550" y="5080000"/>
          <p14:tracePt t="17928" x="2247900" y="5080000"/>
          <p14:tracePt t="17945" x="2260600" y="5073650"/>
          <p14:tracePt t="17948" x="2266950" y="5067300"/>
          <p14:tracePt t="17961" x="2286000" y="5060950"/>
          <p14:tracePt t="17978" x="2311400" y="5054600"/>
          <p14:tracePt t="17995" x="2317750" y="5048250"/>
          <p14:tracePt t="18011" x="2324100" y="5048250"/>
          <p14:tracePt t="18028" x="2324100" y="5041900"/>
          <p14:tracePt t="18149" x="0" y="0"/>
        </p14:tracePtLst>
        <p14:tracePtLst>
          <p14:tracePt t="18516" x="2444750" y="5302250"/>
          <p14:tracePt t="18652" x="2438400" y="5302250"/>
          <p14:tracePt t="18660" x="2432050" y="5302250"/>
          <p14:tracePt t="18679" x="2413000" y="5302250"/>
          <p14:tracePt t="18694" x="2387600" y="5302250"/>
          <p14:tracePt t="18711" x="2324100" y="5308600"/>
          <p14:tracePt t="18728" x="2273300" y="5321300"/>
          <p14:tracePt t="18731" x="2266950" y="5327650"/>
          <p14:tracePt t="18745" x="2254250" y="5327650"/>
          <p14:tracePt t="18761" x="2235200" y="5340350"/>
          <p14:tracePt t="18765" x="2222500" y="5340350"/>
          <p14:tracePt t="18778" x="2209800" y="5353050"/>
          <p14:tracePt t="18795" x="2203450" y="5365750"/>
          <p14:tracePt t="18811" x="2190750" y="5378450"/>
          <p14:tracePt t="18828" x="2184400" y="5397500"/>
          <p14:tracePt t="18845" x="2171700" y="5416550"/>
          <p14:tracePt t="18861" x="2152650" y="5454650"/>
          <p14:tracePt t="18878" x="2146300" y="5492750"/>
          <p14:tracePt t="18895" x="2139950" y="5524500"/>
          <p14:tracePt t="18911" x="2139950" y="5575300"/>
          <p14:tracePt t="18928" x="2139950" y="5626100"/>
          <p14:tracePt t="18944" x="2152650" y="5676900"/>
          <p14:tracePt t="18961" x="2190750" y="5740400"/>
          <p14:tracePt t="18965" x="2203450" y="5772150"/>
          <p14:tracePt t="18978" x="2228850" y="5810250"/>
          <p14:tracePt t="18995" x="2260600" y="5854700"/>
          <p14:tracePt t="18999" x="2286000" y="5892800"/>
          <p14:tracePt t="19011" x="2298700" y="5905500"/>
          <p14:tracePt t="19028" x="2355850" y="5956300"/>
          <p14:tracePt t="19031" x="2368550" y="5975350"/>
          <p14:tracePt t="19046" x="2438400" y="6026150"/>
          <p14:tracePt t="19061" x="2501900" y="6057900"/>
          <p14:tracePt t="19078" x="2584450" y="6089650"/>
          <p14:tracePt t="19095" x="2692400" y="6121400"/>
          <p14:tracePt t="19111" x="2794000" y="6140450"/>
          <p14:tracePt t="19128" x="2863850" y="6146800"/>
          <p14:tracePt t="19145" x="2927350" y="6153150"/>
          <p14:tracePt t="19161" x="2959100" y="6153150"/>
          <p14:tracePt t="19178" x="2984500" y="6146800"/>
          <p14:tracePt t="19195" x="3003550" y="6134100"/>
          <p14:tracePt t="19211" x="3028950" y="6115050"/>
          <p14:tracePt t="19228" x="3054350" y="6089650"/>
          <p14:tracePt t="19232" x="3079750" y="6070600"/>
          <p14:tracePt t="19245" x="3086100" y="6064250"/>
          <p14:tracePt t="19261" x="3124200" y="6026150"/>
          <p14:tracePt t="19264" x="3149600" y="6000750"/>
          <p14:tracePt t="19278" x="3162300" y="5994400"/>
          <p14:tracePt t="19295" x="3200400" y="5962650"/>
          <p14:tracePt t="19297" x="3225800" y="5937250"/>
          <p14:tracePt t="19311" x="3251200" y="5924550"/>
          <p14:tracePt t="19328" x="3282950" y="5892800"/>
          <p14:tracePt t="19345" x="3302000" y="5867400"/>
          <p14:tracePt t="19361" x="3314700" y="5842000"/>
          <p14:tracePt t="19378" x="3327400" y="5810250"/>
          <p14:tracePt t="19394" x="3340100" y="5765800"/>
          <p14:tracePt t="19411" x="3340100" y="5753100"/>
          <p14:tracePt t="19428" x="3340100" y="5721350"/>
          <p14:tracePt t="19445" x="3340100" y="5683250"/>
          <p14:tracePt t="19461" x="3333750" y="5657850"/>
          <p14:tracePt t="19478" x="3302000" y="5594350"/>
          <p14:tracePt t="19495" x="3289300" y="5562600"/>
          <p14:tracePt t="19498" x="3276600" y="5543550"/>
          <p14:tracePt t="19511" x="3276600" y="5518150"/>
          <p14:tracePt t="19528" x="3244850" y="5467350"/>
          <p14:tracePt t="19530" x="3238500" y="5454650"/>
          <p14:tracePt t="19545" x="3232150" y="5441950"/>
          <p14:tracePt t="19562" x="3219450" y="5416550"/>
          <p14:tracePt t="19578" x="3213100" y="5416550"/>
          <p14:tracePt t="19595" x="3206750" y="5416550"/>
          <p14:tracePt t="19611" x="3200400" y="5416550"/>
          <p14:tracePt t="19628" x="3194050" y="5410200"/>
          <p14:tracePt t="19645" x="3187700" y="5410200"/>
          <p14:tracePt t="19661" x="3168650" y="5410200"/>
          <p14:tracePt t="19678" x="3149600" y="5410200"/>
          <p14:tracePt t="19695" x="3136900" y="5410200"/>
          <p14:tracePt t="19711" x="3117850" y="5410200"/>
          <p14:tracePt t="19728" x="3105150" y="5410200"/>
          <p14:tracePt t="19745" x="3092450" y="5416550"/>
          <p14:tracePt t="19761" x="3079750" y="5416550"/>
          <p14:tracePt t="19764" x="3073400" y="5422900"/>
          <p14:tracePt t="19778" x="3067050" y="5429250"/>
          <p14:tracePt t="19795" x="3054350" y="5435600"/>
          <p14:tracePt t="19797" x="3048000" y="5441950"/>
          <p14:tracePt t="19811" x="3035300" y="5454650"/>
          <p14:tracePt t="19828" x="3022600" y="5473700"/>
          <p14:tracePt t="19845" x="3016250" y="5480050"/>
          <p14:tracePt t="19861" x="3009900" y="5486400"/>
          <p14:tracePt t="19880" x="3003550" y="5492750"/>
          <p14:tracePt t="19932" x="2997200" y="5492750"/>
          <p14:tracePt t="19940" x="2997200" y="5499100"/>
          <p14:tracePt t="19948" x="2990850" y="5499100"/>
          <p14:tracePt t="19978" x="2978150" y="5505450"/>
          <p14:tracePt t="19982" x="2946400" y="5511800"/>
          <p14:tracePt t="19995" x="2933700" y="5518150"/>
          <p14:tracePt t="20011" x="2901950" y="5530850"/>
          <p14:tracePt t="20014" x="2876550" y="5537200"/>
          <p14:tracePt t="20028" x="2857500" y="5543550"/>
          <p14:tracePt t="20046" x="2806700" y="5562600"/>
          <p14:tracePt t="20061" x="2774950" y="5575300"/>
          <p14:tracePt t="20078" x="2736850" y="5588000"/>
          <p14:tracePt t="20095" x="2711450" y="5607050"/>
          <p14:tracePt t="20112" x="2686050" y="5619750"/>
          <p14:tracePt t="20128" x="2660650" y="5626100"/>
          <p14:tracePt t="20145" x="2647950" y="5632450"/>
          <p14:tracePt t="20161" x="2635250" y="5638800"/>
          <p14:tracePt t="20179" x="2628900" y="5638800"/>
          <p14:tracePt t="20194" x="2622550" y="5638800"/>
          <p14:tracePt t="20384" x="2635250" y="5638800"/>
          <p14:tracePt t="20393" x="2641600" y="5638800"/>
          <p14:tracePt t="20401" x="2667000" y="5638800"/>
          <p14:tracePt t="20412" x="2679700" y="5638800"/>
          <p14:tracePt t="20428" x="2736850" y="5638800"/>
          <p14:tracePt t="20445" x="2806700" y="5638800"/>
          <p14:tracePt t="20448" x="2832100" y="5638800"/>
          <p14:tracePt t="20461" x="2882900" y="5638800"/>
          <p14:tracePt t="20478" x="2978150" y="5645150"/>
          <p14:tracePt t="20480" x="3003550" y="5645150"/>
          <p14:tracePt t="20495" x="3041650" y="5645150"/>
          <p14:tracePt t="20511" x="3168650" y="5657850"/>
          <p14:tracePt t="20528" x="3206750" y="5657850"/>
          <p14:tracePt t="20545" x="3302000" y="5664200"/>
          <p14:tracePt t="20562" x="3352800" y="5664200"/>
          <p14:tracePt t="20579" x="3384550" y="5664200"/>
          <p14:tracePt t="20595" x="3403600" y="5664200"/>
          <p14:tracePt t="20611" x="3409950" y="5664200"/>
          <p14:tracePt t="20628" x="3416300" y="5664200"/>
          <p14:tracePt t="20949" x="0" y="0"/>
        </p14:tracePtLst>
        <p14:tracePtLst>
          <p14:tracePt t="25302" x="2711450" y="5695950"/>
          <p14:tracePt t="25518" x="2711450" y="5702300"/>
          <p14:tracePt t="25527" x="2717800" y="5708650"/>
          <p14:tracePt t="25545" x="2736850" y="5721350"/>
          <p14:tracePt t="25561" x="2768600" y="5740400"/>
          <p14:tracePt t="25578" x="2806700" y="5759450"/>
          <p14:tracePt t="25595" x="2844800" y="5765800"/>
          <p14:tracePt t="25599" x="2863850" y="5772150"/>
          <p14:tracePt t="25611" x="2876550" y="5772150"/>
          <p14:tracePt t="25628" x="2940050" y="5784850"/>
          <p14:tracePt t="25631" x="2965450" y="5784850"/>
          <p14:tracePt t="25645" x="3003550" y="5791200"/>
          <p14:tracePt t="25662" x="3143250" y="5791200"/>
          <p14:tracePt t="25678" x="3257550" y="5784850"/>
          <p14:tracePt t="25695" x="3321050" y="5784850"/>
          <p14:tracePt t="25712" x="3409950" y="5772150"/>
          <p14:tracePt t="25728" x="3441700" y="5765800"/>
          <p14:tracePt t="25745" x="3473450" y="5759450"/>
          <p14:tracePt t="25761" x="3486150" y="5753100"/>
          <p14:tracePt t="25978" x="3479800" y="5753100"/>
          <p14:tracePt t="25987" x="3473450" y="5753100"/>
          <p14:tracePt t="25995" x="3448050" y="5765800"/>
          <p14:tracePt t="26012" x="3409950" y="5778500"/>
          <p14:tracePt t="26028" x="3352800" y="5803900"/>
          <p14:tracePt t="26046" x="3308350" y="5829300"/>
          <p14:tracePt t="26062" x="3263900" y="5854700"/>
          <p14:tracePt t="26078" x="3213100" y="5886450"/>
          <p14:tracePt t="26095" x="3187700" y="5911850"/>
          <p14:tracePt t="26098" x="3168650" y="5924550"/>
          <p14:tracePt t="26112" x="3162300" y="5930900"/>
          <p14:tracePt t="26129" x="3155950" y="5943600"/>
          <p14:tracePt t="26132" x="3149600" y="5949950"/>
          <p14:tracePt t="26154" x="3143250" y="5949950"/>
          <p14:tracePt t="26163" x="3143250" y="5956300"/>
          <p14:tracePt t="26178" x="3136900" y="5956300"/>
          <p14:tracePt t="26195" x="3136900" y="5962650"/>
          <p14:tracePt t="26212" x="3124200" y="5969000"/>
          <p14:tracePt t="26228" x="3111500" y="5988050"/>
          <p14:tracePt t="26245" x="3105150" y="5994400"/>
          <p14:tracePt t="26261" x="3098800" y="6007100"/>
          <p14:tracePt t="26278" x="3092450" y="6013450"/>
          <p14:tracePt t="26295" x="3092450" y="6026150"/>
          <p14:tracePt t="26311" x="3098800" y="6051550"/>
          <p14:tracePt t="26328" x="3136900" y="6083300"/>
          <p14:tracePt t="26333" x="3175000" y="6108700"/>
          <p14:tracePt t="26345" x="3206750" y="6127750"/>
          <p14:tracePt t="26361" x="3276600" y="6159500"/>
          <p14:tracePt t="26364" x="3308350" y="6172200"/>
          <p14:tracePt t="26378" x="3333750" y="6184900"/>
          <p14:tracePt t="26395" x="3371850" y="6191250"/>
          <p14:tracePt t="26398" x="3390900" y="6197600"/>
          <p14:tracePt t="26412" x="3403600" y="6197600"/>
          <p14:tracePt t="26428" x="3416300" y="6197600"/>
          <p14:tracePt t="26445" x="3429000" y="6191250"/>
          <p14:tracePt t="26462" x="3460750" y="6184900"/>
          <p14:tracePt t="26480" x="3486150" y="6172200"/>
          <p14:tracePt t="26495" x="3524250" y="6153150"/>
          <p14:tracePt t="26513" x="3543300" y="6140450"/>
          <p14:tracePt t="26516" x="3549650" y="6140450"/>
          <p14:tracePt t="26528" x="3549650" y="6134100"/>
          <p14:tracePt t="26546" x="3556000" y="6134100"/>
          <p14:tracePt t="26562" x="3556000" y="6127750"/>
          <p14:tracePt t="26751" x="3556000" y="6121400"/>
          <p14:tracePt t="26784" x="3556000" y="6115050"/>
          <p14:tracePt t="26816" x="3556000" y="6102350"/>
          <p14:tracePt t="26817" x="0" y="0"/>
        </p14:tracePtLst>
        <p14:tracePtLst>
          <p14:tracePt t="27713" x="2940050" y="4845050"/>
          <p14:tracePt t="27735" x="2940050" y="4838700"/>
          <p14:tracePt t="27758" x="2933700" y="4838700"/>
          <p14:tracePt t="27774" x="2927350" y="4832350"/>
          <p14:tracePt t="27791" x="2921000" y="4826000"/>
          <p14:tracePt t="27800" x="2908300" y="4826000"/>
          <p14:tracePt t="27806" x="2895600" y="4819650"/>
          <p14:tracePt t="27815" x="2882900" y="4813300"/>
          <p14:tracePt t="27828" x="2870200" y="4806950"/>
          <p14:tracePt t="27845" x="2832100" y="4794250"/>
          <p14:tracePt t="27848" x="2813050" y="4781550"/>
          <p14:tracePt t="27862" x="2781300" y="4768850"/>
          <p14:tracePt t="27878" x="2736850" y="4749800"/>
          <p14:tracePt t="27895" x="2686050" y="4730750"/>
          <p14:tracePt t="27912" x="2641600" y="4711700"/>
          <p14:tracePt t="27928" x="2590800" y="4692650"/>
          <p14:tracePt t="27945" x="2527300" y="4673600"/>
          <p14:tracePt t="27961" x="2457450" y="4654550"/>
          <p14:tracePt t="27978" x="2381250" y="4641850"/>
          <p14:tracePt t="27995" x="2311400" y="4635500"/>
          <p14:tracePt t="28011" x="2228850" y="4629150"/>
          <p14:tracePt t="28028" x="2152650" y="4629150"/>
          <p14:tracePt t="28045" x="2089150" y="4629150"/>
          <p14:tracePt t="28051" x="2051050" y="4629150"/>
          <p14:tracePt t="28062" x="2006600" y="4629150"/>
          <p14:tracePt t="28078" x="1949450" y="4635500"/>
          <p14:tracePt t="28081" x="1898650" y="4648200"/>
          <p14:tracePt t="28097" x="1822450" y="4673600"/>
          <p14:tracePt t="28112" x="1746250" y="4705350"/>
          <p14:tracePt t="28130" x="1638300" y="4762500"/>
          <p14:tracePt t="28145" x="1568450" y="4806950"/>
          <p14:tracePt t="28164" x="1511300" y="4857750"/>
          <p14:tracePt t="28178" x="1460500" y="4914900"/>
          <p14:tracePt t="28195" x="1416050" y="4984750"/>
          <p14:tracePt t="28211" x="1403350" y="5035550"/>
          <p14:tracePt t="28229" x="1384300" y="5124450"/>
          <p14:tracePt t="28245" x="1365250" y="5219700"/>
          <p14:tracePt t="28262" x="1365250" y="5321300"/>
          <p14:tracePt t="28278" x="1371600" y="5372100"/>
          <p14:tracePt t="28295" x="1403350" y="5461000"/>
          <p14:tracePt t="28298" x="1416050" y="5492750"/>
          <p14:tracePt t="28311" x="1435100" y="5524500"/>
          <p14:tracePt t="28329" x="1511300" y="5626100"/>
          <p14:tracePt t="28331" x="1530350" y="5651500"/>
          <p14:tracePt t="28345" x="1562100" y="5683250"/>
          <p14:tracePt t="28361" x="1714500" y="5822950"/>
          <p14:tracePt t="28378" x="1797050" y="5892800"/>
          <p14:tracePt t="28395" x="1962150" y="6019800"/>
          <p14:tracePt t="28411" x="2063750" y="6096000"/>
          <p14:tracePt t="28428" x="2171700" y="6159500"/>
          <p14:tracePt t="28445" x="2374900" y="6273800"/>
          <p14:tracePt t="28461" x="2476500" y="6343650"/>
          <p14:tracePt t="28478" x="2571750" y="6394450"/>
          <p14:tracePt t="28495" x="2660650" y="6451600"/>
          <p14:tracePt t="28512" x="2800350" y="6515100"/>
          <p14:tracePt t="28528" x="2876550" y="6546850"/>
          <p14:tracePt t="28532" x="2908300" y="6559550"/>
          <p14:tracePt t="28545" x="2940050" y="6565900"/>
          <p14:tracePt t="28562" x="3022600" y="6578600"/>
          <p14:tracePt t="28564" x="3054350" y="6578600"/>
          <p14:tracePt t="28578" x="3073400" y="6578600"/>
          <p14:tracePt t="28595" x="3124200" y="6559550"/>
          <p14:tracePt t="28597" x="3155950" y="6540500"/>
          <p14:tracePt t="28612" x="3213100" y="6502400"/>
          <p14:tracePt t="28628" x="3282950" y="6445250"/>
          <p14:tracePt t="28645" x="3340100" y="6381750"/>
          <p14:tracePt t="28662" x="3403600" y="6305550"/>
          <p14:tracePt t="28679" x="3448050" y="6235700"/>
          <p14:tracePt t="28695" x="3505200" y="6134100"/>
          <p14:tracePt t="28699" x="3511550" y="6108700"/>
          <p14:tracePt t="28712" x="3530600" y="6070600"/>
          <p14:tracePt t="28728" x="3556000" y="5981700"/>
          <p14:tracePt t="28745" x="3575050" y="5892800"/>
          <p14:tracePt t="28761" x="3587750" y="5803900"/>
          <p14:tracePt t="28778" x="3587750" y="5702300"/>
          <p14:tracePt t="28795" x="3587750" y="5600700"/>
          <p14:tracePt t="28798" x="3581400" y="5549900"/>
          <p14:tracePt t="28811" x="3562350" y="5486400"/>
          <p14:tracePt t="28828" x="3530600" y="5391150"/>
          <p14:tracePt t="28830" x="3492500" y="5321300"/>
          <p14:tracePt t="28845" x="3460750" y="5251450"/>
          <p14:tracePt t="28861" x="3346450" y="5099050"/>
          <p14:tracePt t="28878" x="3263900" y="5029200"/>
          <p14:tracePt t="28895" x="3187700" y="4978400"/>
          <p14:tracePt t="28911" x="3067050" y="4921250"/>
          <p14:tracePt t="28928" x="2978150" y="4895850"/>
          <p14:tracePt t="28945" x="2882900" y="4883150"/>
          <p14:tracePt t="28961" x="2819400" y="4876800"/>
          <p14:tracePt t="28978" x="2711450" y="4876800"/>
          <p14:tracePt t="28995" x="2590800" y="4870450"/>
          <p14:tracePt t="29011" x="2476500" y="4870450"/>
          <p14:tracePt t="29028" x="2387600" y="4864100"/>
          <p14:tracePt t="29048" x="2292350" y="4864100"/>
          <p14:tracePt t="29061" x="2273300" y="4864100"/>
          <p14:tracePt t="29078" x="2241550" y="4864100"/>
          <p14:tracePt t="29080" x="2203450" y="4870450"/>
          <p14:tracePt t="29095" x="2190750" y="4876800"/>
          <p14:tracePt t="29111" x="2108200" y="4927600"/>
          <p14:tracePt t="29128" x="2089150" y="4953000"/>
          <p14:tracePt t="29145" x="2063750" y="5003800"/>
          <p14:tracePt t="29161" x="2051050" y="5054600"/>
          <p14:tracePt t="29178" x="2044700" y="5099050"/>
          <p14:tracePt t="29195" x="2044700" y="5143500"/>
          <p14:tracePt t="29212" x="2057400" y="5200650"/>
          <p14:tracePt t="29228" x="2070100" y="5232400"/>
          <p14:tracePt t="29245" x="2082800" y="5245100"/>
          <p14:tracePt t="29261" x="2095500" y="5251450"/>
          <p14:tracePt t="29278" x="2108200" y="5264150"/>
          <p14:tracePt t="29295" x="2120900" y="5264150"/>
          <p14:tracePt t="29312" x="2127250" y="5270500"/>
          <p14:tracePt t="29328" x="2133600" y="5270500"/>
          <p14:tracePt t="29331" x="2139950" y="5270500"/>
          <p14:tracePt t="29345" x="2146300" y="5270500"/>
          <p14:tracePt t="29362" x="2159000" y="5270500"/>
          <p14:tracePt t="29378" x="2165350" y="5270500"/>
          <p14:tracePt t="29395" x="2171700" y="5270500"/>
          <p14:tracePt t="29426" x="2178050" y="5270500"/>
          <p14:tracePt t="29443" x="0" y="0"/>
        </p14:tracePtLst>
        <p14:tracePtLst>
          <p14:tracePt t="33683" x="5911850" y="4483100"/>
          <p14:tracePt t="33689" x="5911850" y="4476750"/>
          <p14:tracePt t="33695" x="5911850" y="4470400"/>
          <p14:tracePt t="33712" x="5905500" y="4470400"/>
          <p14:tracePt t="33728" x="5899150" y="4470400"/>
          <p14:tracePt t="33745" x="5886450" y="4464050"/>
          <p14:tracePt t="33762" x="5873750" y="4464050"/>
          <p14:tracePt t="33778" x="5861050" y="4464050"/>
          <p14:tracePt t="33782" x="5835650" y="4464050"/>
          <p14:tracePt t="33795" x="5829300" y="4464050"/>
          <p14:tracePt t="33811" x="5803900" y="4464050"/>
          <p14:tracePt t="33814" x="5784850" y="4464050"/>
          <p14:tracePt t="33828" x="5772150" y="4464050"/>
          <p14:tracePt t="33846" x="5734050" y="4464050"/>
          <p14:tracePt t="33849" x="5721350" y="4464050"/>
          <p14:tracePt t="33862" x="5689600" y="4464050"/>
          <p14:tracePt t="33878" x="5664200" y="4464050"/>
          <p14:tracePt t="33895" x="5645150" y="4464050"/>
          <p14:tracePt t="33912" x="5619750" y="4464050"/>
          <p14:tracePt t="33928" x="5607050" y="4464050"/>
          <p14:tracePt t="33945" x="5588000" y="4464050"/>
          <p14:tracePt t="33962" x="5575300" y="4464050"/>
          <p14:tracePt t="33978" x="5568950" y="4470400"/>
          <p14:tracePt t="33995" x="5562600" y="4476750"/>
          <p14:tracePt t="34012" x="5556250" y="4483100"/>
          <p14:tracePt t="34028" x="5549900" y="4483100"/>
          <p14:tracePt t="34045" x="5549900" y="4489450"/>
          <p14:tracePt t="34064" x="5549900" y="4495800"/>
          <p14:tracePt t="34078" x="5543550" y="4502150"/>
          <p14:tracePt t="34095" x="5537200" y="4502150"/>
          <p14:tracePt t="34112" x="5530850" y="4514850"/>
          <p14:tracePt t="34128" x="5530850" y="4521200"/>
          <p14:tracePt t="34145" x="5505450" y="4559300"/>
          <p14:tracePt t="34162" x="5492750" y="4591050"/>
          <p14:tracePt t="34178" x="5480050" y="4629150"/>
          <p14:tracePt t="34195" x="5454650" y="4673600"/>
          <p14:tracePt t="34212" x="5441950" y="4699000"/>
          <p14:tracePt t="34228" x="5435600" y="4724400"/>
          <p14:tracePt t="34245" x="5435600" y="4737100"/>
          <p14:tracePt t="34262" x="5429250" y="4743450"/>
          <p14:tracePt t="34278" x="5422900" y="4756150"/>
          <p14:tracePt t="34282" x="5422900" y="4762500"/>
          <p14:tracePt t="34295" x="5422900" y="4775200"/>
          <p14:tracePt t="34311" x="5410200" y="4794250"/>
          <p14:tracePt t="34314" x="5410200" y="4813300"/>
          <p14:tracePt t="34328" x="5403850" y="4838700"/>
          <p14:tracePt t="34345" x="5391150" y="4870450"/>
          <p14:tracePt t="34348" x="5384800" y="4895850"/>
          <p14:tracePt t="34362" x="5378450" y="4933950"/>
          <p14:tracePt t="34379" x="5372100" y="4965700"/>
          <p14:tracePt t="34395" x="5365750" y="4991100"/>
          <p14:tracePt t="34412" x="5365750" y="5016500"/>
          <p14:tracePt t="34428" x="5359400" y="5041900"/>
          <p14:tracePt t="34445" x="5353050" y="5099050"/>
          <p14:tracePt t="34462" x="5346700" y="5156200"/>
          <p14:tracePt t="34478" x="5334000" y="5226050"/>
          <p14:tracePt t="34495" x="5334000" y="5283200"/>
          <p14:tracePt t="34512" x="5327650" y="5359400"/>
          <p14:tracePt t="34528" x="5327650" y="5416550"/>
          <p14:tracePt t="34545" x="5327650" y="5429250"/>
          <p14:tracePt t="34548" x="5327650" y="5441950"/>
          <p14:tracePt t="34562" x="5327650" y="5448300"/>
          <p14:tracePt t="34578" x="5327650" y="5461000"/>
          <p14:tracePt t="34581" x="5327650" y="5467350"/>
          <p14:tracePt t="34595" x="5327650" y="5480050"/>
          <p14:tracePt t="34612" x="5334000" y="5499100"/>
          <p14:tracePt t="34629" x="5346700" y="5518150"/>
          <p14:tracePt t="34645" x="5353050" y="5537200"/>
          <p14:tracePt t="34662" x="5365750" y="5562600"/>
          <p14:tracePt t="34678" x="5378450" y="5594350"/>
          <p14:tracePt t="34697" x="5397500" y="5619750"/>
          <p14:tracePt t="34700" x="5410200" y="5632450"/>
          <p14:tracePt t="34712" x="5410200" y="5638800"/>
          <p14:tracePt t="34731" x="5435600" y="5676900"/>
          <p14:tracePt t="34733" x="5448300" y="5683250"/>
          <p14:tracePt t="34745" x="5467350" y="5708650"/>
          <p14:tracePt t="34763" x="5486400" y="5727700"/>
          <p14:tracePt t="34767" x="5518150" y="5753100"/>
          <p14:tracePt t="34778" x="5524500" y="5759450"/>
          <p14:tracePt t="34795" x="5549900" y="5778500"/>
          <p14:tracePt t="34798" x="5581650" y="5803900"/>
          <p14:tracePt t="34812" x="5594350" y="5810250"/>
          <p14:tracePt t="34829" x="5619750" y="5829300"/>
          <p14:tracePt t="34832" x="5651500" y="5842000"/>
          <p14:tracePt t="34845" x="5670550" y="5854700"/>
          <p14:tracePt t="34862" x="5708650" y="5873750"/>
          <p14:tracePt t="34878" x="5746750" y="5880100"/>
          <p14:tracePt t="34895" x="5778500" y="5886450"/>
          <p14:tracePt t="34912" x="5803900" y="5892800"/>
          <p14:tracePt t="34928" x="5829300" y="5892800"/>
          <p14:tracePt t="34945" x="5886450" y="5899150"/>
          <p14:tracePt t="34962" x="5924550" y="5899150"/>
          <p14:tracePt t="34978" x="5969000" y="5899150"/>
          <p14:tracePt t="34995" x="6013450" y="5905500"/>
          <p14:tracePt t="34998" x="6038850" y="5905500"/>
          <p14:tracePt t="35012" x="6064250" y="5905500"/>
          <p14:tracePt t="35028" x="6121400" y="5911850"/>
          <p14:tracePt t="35032" x="6146800" y="5911850"/>
          <p14:tracePt t="35049" x="6197600" y="5918200"/>
          <p14:tracePt t="35062" x="6229350" y="5924550"/>
          <p14:tracePt t="35065" x="6261100" y="5930900"/>
          <p14:tracePt t="35079" x="6286500" y="5930900"/>
          <p14:tracePt t="35095" x="6350000" y="5937250"/>
          <p14:tracePt t="35098" x="6375400" y="5937250"/>
          <p14:tracePt t="35112" x="6438900" y="5937250"/>
          <p14:tracePt t="35128" x="6489700" y="5937250"/>
          <p14:tracePt t="35145" x="6540500" y="5924550"/>
          <p14:tracePt t="35162" x="6578600" y="5905500"/>
          <p14:tracePt t="35179" x="6591300" y="5886450"/>
          <p14:tracePt t="35195" x="6604000" y="5873750"/>
          <p14:tracePt t="35211" x="6629400" y="5848350"/>
          <p14:tracePt t="35229" x="6642100" y="5835650"/>
          <p14:tracePt t="35245" x="6667500" y="5810250"/>
          <p14:tracePt t="35262" x="6692900" y="5772150"/>
          <p14:tracePt t="35264" x="6705600" y="5759450"/>
          <p14:tracePt t="35278" x="6724650" y="5740400"/>
          <p14:tracePt t="35295" x="6781800" y="5670550"/>
          <p14:tracePt t="35298" x="6794500" y="5645150"/>
          <p14:tracePt t="35312" x="6813550" y="5626100"/>
          <p14:tracePt t="35328" x="6838950" y="5581650"/>
          <p14:tracePt t="35331" x="6858000" y="5549900"/>
          <p14:tracePt t="35345" x="6870700" y="5524500"/>
          <p14:tracePt t="35362" x="6908800" y="5435600"/>
          <p14:tracePt t="35378" x="6934200" y="5384800"/>
          <p14:tracePt t="35395" x="6946900" y="5346700"/>
          <p14:tracePt t="35411" x="6959600" y="5308600"/>
          <p14:tracePt t="35429" x="6972300" y="5257800"/>
          <p14:tracePt t="35445" x="6985000" y="5207000"/>
          <p14:tracePt t="35461" x="6997700" y="5156200"/>
          <p14:tracePt t="35478" x="7004050" y="5099050"/>
          <p14:tracePt t="35495" x="7004050" y="5041900"/>
          <p14:tracePt t="35499" x="7004050" y="5010150"/>
          <p14:tracePt t="35512" x="7004050" y="4978400"/>
          <p14:tracePt t="35528" x="6997700" y="4914900"/>
          <p14:tracePt t="35531" x="6985000" y="4883150"/>
          <p14:tracePt t="35547" x="6972300" y="4857750"/>
          <p14:tracePt t="35562" x="6934200" y="4800600"/>
          <p14:tracePt t="35579" x="6896100" y="4749800"/>
          <p14:tracePt t="35595" x="6877050" y="4730750"/>
          <p14:tracePt t="35598" x="6845300" y="4705350"/>
          <p14:tracePt t="35612" x="6788150" y="4660900"/>
          <p14:tracePt t="35628" x="6762750" y="4641850"/>
          <p14:tracePt t="35645" x="6699250" y="4603750"/>
          <p14:tracePt t="35662" x="6635750" y="4565650"/>
          <p14:tracePt t="35678" x="6553200" y="4533900"/>
          <p14:tracePt t="35696" x="6515100" y="4514850"/>
          <p14:tracePt t="35711" x="6426200" y="4476750"/>
          <p14:tracePt t="35728" x="6324600" y="4445000"/>
          <p14:tracePt t="35733" x="6280150" y="4432300"/>
          <p14:tracePt t="35749" x="6235700" y="4425950"/>
          <p14:tracePt t="35762" x="6203950" y="4413250"/>
          <p14:tracePt t="35778" x="6127750" y="4413250"/>
          <p14:tracePt t="35782" x="6102350" y="4413250"/>
          <p14:tracePt t="35797" x="6064250" y="4413250"/>
          <p14:tracePt t="35812" x="6019800" y="4425950"/>
          <p14:tracePt t="35829" x="5975350" y="4445000"/>
          <p14:tracePt t="35847" x="5924550" y="4476750"/>
          <p14:tracePt t="35862" x="5873750" y="4495800"/>
          <p14:tracePt t="35879" x="5816600" y="4527550"/>
          <p14:tracePt t="35895" x="5759450" y="4565650"/>
          <p14:tracePt t="35912" x="5721350" y="4597400"/>
          <p14:tracePt t="35928" x="5689600" y="4622800"/>
          <p14:tracePt t="35945" x="5664200" y="4648200"/>
          <p14:tracePt t="35962" x="5645150" y="4673600"/>
          <p14:tracePt t="35978" x="5626100" y="4699000"/>
          <p14:tracePt t="35995" x="5607050" y="4724400"/>
          <p14:tracePt t="35998" x="5607050" y="4730750"/>
          <p14:tracePt t="36012" x="5594350" y="4749800"/>
          <p14:tracePt t="36028" x="5588000" y="4775200"/>
          <p14:tracePt t="36031" x="5575300" y="4794250"/>
          <p14:tracePt t="36047" x="5562600" y="4838700"/>
          <p14:tracePt t="36062" x="5556250" y="4870450"/>
          <p14:tracePt t="36078" x="5549900" y="4921250"/>
          <p14:tracePt t="36095" x="5543550" y="5003800"/>
          <p14:tracePt t="36113" x="5543550" y="5060950"/>
          <p14:tracePt t="36128" x="5543550" y="5105400"/>
          <p14:tracePt t="36145" x="5543550" y="5162550"/>
          <p14:tracePt t="36162" x="5556250" y="5207000"/>
          <p14:tracePt t="36178" x="5568950" y="5251450"/>
          <p14:tracePt t="36195" x="5588000" y="5302250"/>
          <p14:tracePt t="36212" x="5600700" y="5327650"/>
          <p14:tracePt t="36229" x="5626100" y="5378450"/>
          <p14:tracePt t="36232" x="5632450" y="5391150"/>
          <p14:tracePt t="36245" x="5651500" y="5422900"/>
          <p14:tracePt t="36262" x="5670550" y="5467350"/>
          <p14:tracePt t="36265" x="5695950" y="5518150"/>
          <p14:tracePt t="36278" x="5715000" y="5543550"/>
          <p14:tracePt t="36295" x="5778500" y="5638800"/>
          <p14:tracePt t="36298" x="5803900" y="5664200"/>
          <p14:tracePt t="36314" x="5861050" y="5727700"/>
          <p14:tracePt t="36329" x="5956300" y="5816600"/>
          <p14:tracePt t="36348" x="6007100" y="5854700"/>
          <p14:tracePt t="36362" x="6089650" y="5905500"/>
          <p14:tracePt t="36381" x="6134100" y="5930900"/>
          <p14:tracePt t="36395" x="6165850" y="5949950"/>
          <p14:tracePt t="36414" x="6235700" y="5975350"/>
          <p14:tracePt t="36428" x="6267450" y="5994400"/>
          <p14:tracePt t="36446" x="6318250" y="6007100"/>
          <p14:tracePt t="36462" x="6369050" y="6032500"/>
          <p14:tracePt t="36479" x="6419850" y="6045200"/>
          <p14:tracePt t="36482" x="6483350" y="6057900"/>
          <p14:tracePt t="36495" x="6508750" y="6057900"/>
          <p14:tracePt t="36512" x="6559550" y="6064250"/>
          <p14:tracePt t="36515" x="6591300" y="6064250"/>
          <p14:tracePt t="36528" x="6610350" y="6064250"/>
          <p14:tracePt t="36547" x="6718300" y="6070600"/>
          <p14:tracePt t="36562" x="6819900" y="6070600"/>
          <p14:tracePt t="36579" x="6889750" y="6070600"/>
          <p14:tracePt t="36595" x="6965950" y="6070600"/>
          <p14:tracePt t="36612" x="7092950" y="6070600"/>
          <p14:tracePt t="36629" x="7188200" y="6064250"/>
          <p14:tracePt t="36645" x="7245350" y="6051550"/>
          <p14:tracePt t="36661" x="7264400" y="6045200"/>
          <p14:tracePt t="36678" x="7264400" y="6038850"/>
          <p14:tracePt t="36853" x="7264400" y="6032500"/>
          <p14:tracePt t="36869" x="7270750" y="6032500"/>
          <p14:tracePt t="36877" x="7270750" y="6026150"/>
          <p14:tracePt t="36900" x="7270750" y="6019800"/>
          <p14:tracePt t="36910" x="7277100" y="6019800"/>
          <p14:tracePt t="37209" x="0" y="0"/>
        </p14:tracePtLst>
        <p14:tracePtLst>
          <p14:tracePt t="41792" x="5727700" y="4495800"/>
          <p14:tracePt t="41799" x="5721350" y="4483100"/>
          <p14:tracePt t="41813" x="5708650" y="4464050"/>
          <p14:tracePt t="41829" x="5702300" y="4451350"/>
          <p14:tracePt t="41919" x="5695950" y="4445000"/>
          <p14:tracePt t="41942" x="5689600" y="4445000"/>
          <p14:tracePt t="41951" x="5689600" y="4438650"/>
          <p14:tracePt t="41962" x="5683250" y="4438650"/>
          <p14:tracePt t="41979" x="5664200" y="4432300"/>
          <p14:tracePt t="41996" x="5632450" y="4419600"/>
          <p14:tracePt t="41998" x="5613400" y="4419600"/>
          <p14:tracePt t="42012" x="5600700" y="4419600"/>
          <p14:tracePt t="42029" x="5530850" y="4413250"/>
          <p14:tracePt t="42032" x="5511800" y="4413250"/>
          <p14:tracePt t="42047" x="5429250" y="4413250"/>
          <p14:tracePt t="42063" x="5372100" y="4425950"/>
          <p14:tracePt t="42079" x="5334000" y="4445000"/>
          <p14:tracePt t="42096" x="5308600" y="4457700"/>
          <p14:tracePt t="42112" x="5295900" y="4464050"/>
          <p14:tracePt t="42129" x="5283200" y="4476750"/>
          <p14:tracePt t="42145" x="5270500" y="4483100"/>
          <p14:tracePt t="42162" x="5251450" y="4495800"/>
          <p14:tracePt t="42179" x="5226050" y="4514850"/>
          <p14:tracePt t="42195" x="5207000" y="4533900"/>
          <p14:tracePt t="42212" x="5187950" y="4546600"/>
          <p14:tracePt t="42229" x="5175250" y="4559300"/>
          <p14:tracePt t="42233" x="5168900" y="4565650"/>
          <p14:tracePt t="42245" x="5168900" y="4572000"/>
          <p14:tracePt t="42262" x="5162550" y="4591050"/>
          <p14:tracePt t="42265" x="5162550" y="4597400"/>
          <p14:tracePt t="42279" x="5162550" y="4603750"/>
          <p14:tracePt t="42296" x="5162550" y="4622800"/>
          <p14:tracePt t="42299" x="5162550" y="4629150"/>
          <p14:tracePt t="42312" x="5175250" y="4660900"/>
          <p14:tracePt t="42329" x="5187950" y="4679950"/>
          <p14:tracePt t="42345" x="5213350" y="4699000"/>
          <p14:tracePt t="42362" x="5226050" y="4711700"/>
          <p14:tracePt t="42379" x="5257800" y="4737100"/>
          <p14:tracePt t="42395" x="5289550" y="4756150"/>
          <p14:tracePt t="42412" x="5321300" y="4768850"/>
          <p14:tracePt t="42429" x="5365750" y="4781550"/>
          <p14:tracePt t="42446" x="5410200" y="4787900"/>
          <p14:tracePt t="42463" x="5435600" y="4787900"/>
          <p14:tracePt t="42479" x="5480050" y="4794250"/>
          <p14:tracePt t="42495" x="5499100" y="4794250"/>
          <p14:tracePt t="42500" x="5518150" y="4794250"/>
          <p14:tracePt t="42512" x="5524500" y="4794250"/>
          <p14:tracePt t="42529" x="5549900" y="4794250"/>
          <p14:tracePt t="42531" x="5562600" y="4794250"/>
          <p14:tracePt t="42547" x="5581650" y="4794250"/>
          <p14:tracePt t="42562" x="5594350" y="4781550"/>
          <p14:tracePt t="42579" x="5613400" y="4775200"/>
          <p14:tracePt t="42595" x="5632450" y="4756150"/>
          <p14:tracePt t="42612" x="5638800" y="4743450"/>
          <p14:tracePt t="42629" x="5664200" y="4711700"/>
          <p14:tracePt t="42646" x="5695950" y="4667250"/>
          <p14:tracePt t="42662" x="5721350" y="4616450"/>
          <p14:tracePt t="42679" x="5727700" y="4584700"/>
          <p14:tracePt t="42695" x="5734050" y="4546600"/>
          <p14:tracePt t="42699" x="5734050" y="4540250"/>
          <p14:tracePt t="42713" x="5734050" y="4527550"/>
          <p14:tracePt t="42729" x="5734050" y="4508500"/>
          <p14:tracePt t="42734" x="5734050" y="4502150"/>
          <p14:tracePt t="42749" x="5734050" y="4495800"/>
          <p14:tracePt t="42762" x="5727700" y="4489450"/>
          <p14:tracePt t="42779" x="5721350" y="4489450"/>
          <p14:tracePt t="42795" x="5708650" y="4483100"/>
          <p14:tracePt t="42800" x="5702300" y="4470400"/>
          <p14:tracePt t="42816" x="5689600" y="4470400"/>
          <p14:tracePt t="42829" x="5683250" y="4464050"/>
          <p14:tracePt t="42845" x="5676900" y="4457700"/>
          <p14:tracePt t="42910" x="0" y="0"/>
        </p14:tracePtLst>
        <p14:tracePtLst>
          <p14:tracePt t="43452" x="6223000" y="4603750"/>
          <p14:tracePt t="43457" x="6203950" y="4591050"/>
          <p14:tracePt t="43465" x="6184900" y="4584700"/>
          <p14:tracePt t="43479" x="6178550" y="4578350"/>
          <p14:tracePt t="43482" x="6172200" y="4572000"/>
          <p14:tracePt t="43495" x="6153150" y="4565650"/>
          <p14:tracePt t="43512" x="6134100" y="4559300"/>
          <p14:tracePt t="43529" x="6121400" y="4546600"/>
          <p14:tracePt t="43548" x="6083300" y="4540250"/>
          <p14:tracePt t="43562" x="6064250" y="4540250"/>
          <p14:tracePt t="43579" x="6032500" y="4540250"/>
          <p14:tracePt t="43595" x="6013450" y="4540250"/>
          <p14:tracePt t="43612" x="5988050" y="4540250"/>
          <p14:tracePt t="43629" x="5949950" y="4559300"/>
          <p14:tracePt t="43646" x="5924550" y="4572000"/>
          <p14:tracePt t="43662" x="5905500" y="4578350"/>
          <p14:tracePt t="43679" x="5880100" y="4603750"/>
          <p14:tracePt t="43684" x="5873750" y="4610100"/>
          <p14:tracePt t="43699" x="5867400" y="4616450"/>
          <p14:tracePt t="43714" x="5867400" y="4622800"/>
          <p14:tracePt t="43746" x="5861050" y="4648200"/>
          <p14:tracePt t="43762" x="5861050" y="4667250"/>
          <p14:tracePt t="43779" x="5861050" y="4686300"/>
          <p14:tracePt t="43795" x="5867400" y="4692650"/>
          <p14:tracePt t="43812" x="5880100" y="4711700"/>
          <p14:tracePt t="43829" x="5892800" y="4724400"/>
          <p14:tracePt t="43845" x="5924550" y="4743450"/>
          <p14:tracePt t="43862" x="5956300" y="4762500"/>
          <p14:tracePt t="43879" x="6007100" y="4768850"/>
          <p14:tracePt t="43895" x="6083300" y="4781550"/>
          <p14:tracePt t="43912" x="6165850" y="4794250"/>
          <p14:tracePt t="43918" x="6184900" y="4794250"/>
          <p14:tracePt t="43929" x="6197600" y="4794250"/>
          <p14:tracePt t="43946" x="6248400" y="4794250"/>
          <p14:tracePt t="43948" x="6254750" y="4794250"/>
          <p14:tracePt t="43962" x="6261100" y="4794250"/>
          <p14:tracePt t="43979" x="6273800" y="4794250"/>
          <p14:tracePt t="43982" x="6280150" y="4794250"/>
          <p14:tracePt t="43995" x="6286500" y="4794250"/>
          <p14:tracePt t="44012" x="6299200" y="4794250"/>
          <p14:tracePt t="44030" x="6305550" y="4794250"/>
          <p14:tracePt t="44051" x="6318250" y="4787900"/>
          <p14:tracePt t="44062" x="6330950" y="4775200"/>
          <p14:tracePt t="44079" x="6356350" y="4756150"/>
          <p14:tracePt t="44096" x="6375400" y="4737100"/>
          <p14:tracePt t="44113" x="6394450" y="4692650"/>
          <p14:tracePt t="44129" x="6400800" y="4673600"/>
          <p14:tracePt t="44145" x="6400800" y="4660900"/>
          <p14:tracePt t="44162" x="6400800" y="4654550"/>
          <p14:tracePt t="44179" x="6394450" y="4648200"/>
          <p14:tracePt t="44184" x="6394450" y="4641850"/>
          <p14:tracePt t="44195" x="6388100" y="4641850"/>
          <p14:tracePt t="44212" x="6381750" y="4635500"/>
          <p14:tracePt t="44216" x="6375400" y="4635500"/>
          <p14:tracePt t="44229" x="6362700" y="4629150"/>
          <p14:tracePt t="44246" x="6337300" y="4622800"/>
          <p14:tracePt t="44265" x="6330950" y="4622800"/>
          <p14:tracePt t="44335" x="6324600" y="4622800"/>
          <p14:tracePt t="44344" x="0" y="0"/>
        </p14:tracePtLst>
        <p14:tracePtLst>
          <p14:tracePt t="44972" x="5861050" y="4902200"/>
          <p14:tracePt t="45121" x="5867400" y="4902200"/>
          <p14:tracePt t="45129" x="5873750" y="4902200"/>
          <p14:tracePt t="45145" x="5937250" y="4889500"/>
          <p14:tracePt t="45162" x="6032500" y="4876800"/>
          <p14:tracePt t="45179" x="6146800" y="4857750"/>
          <p14:tracePt t="45196" x="6299200" y="4838700"/>
          <p14:tracePt t="45212" x="6413500" y="4826000"/>
          <p14:tracePt t="45229" x="6546850" y="4819650"/>
          <p14:tracePt t="45246" x="6654800" y="4819650"/>
          <p14:tracePt t="45262" x="6769100" y="4813300"/>
          <p14:tracePt t="45279" x="6896100" y="4813300"/>
          <p14:tracePt t="45296" x="7029450" y="4813300"/>
          <p14:tracePt t="45300" x="7099300" y="4813300"/>
          <p14:tracePt t="45312" x="7162800" y="4813300"/>
          <p14:tracePt t="45329" x="7258050" y="4813300"/>
          <p14:tracePt t="45332" x="7327900" y="4813300"/>
          <p14:tracePt t="45346" x="7442200" y="4813300"/>
          <p14:tracePt t="45362" x="7499350" y="4813300"/>
          <p14:tracePt t="45379" x="7537450" y="4813300"/>
          <p14:tracePt t="45395" x="7543800" y="4813300"/>
          <p14:tracePt t="45832" x="0" y="0"/>
        </p14:tracePtLst>
        <p14:tracePtLst>
          <p14:tracePt t="48879" x="5867400" y="5080000"/>
          <p14:tracePt t="48902" x="5861050" y="5073650"/>
          <p14:tracePt t="48925" x="5854700" y="5073650"/>
          <p14:tracePt t="48933" x="5854700" y="5067300"/>
          <p14:tracePt t="48949" x="5854700" y="5060950"/>
          <p14:tracePt t="48957" x="5848350" y="5060950"/>
          <p14:tracePt t="48965" x="5848350" y="5054600"/>
          <p14:tracePt t="48979" x="5848350" y="5048250"/>
          <p14:tracePt t="48996" x="5835650" y="5035550"/>
          <p14:tracePt t="48998" x="5829300" y="5029200"/>
          <p14:tracePt t="49012" x="5822950" y="5022850"/>
          <p14:tracePt t="49029" x="5810250" y="5003800"/>
          <p14:tracePt t="49032" x="5803900" y="4997450"/>
          <p14:tracePt t="49054" x="5784850" y="4978400"/>
          <p14:tracePt t="49057" x="5765800" y="4959350"/>
          <p14:tracePt t="49064" x="5753100" y="4946650"/>
          <p14:tracePt t="49079" x="5734050" y="4927600"/>
          <p14:tracePt t="49096" x="5715000" y="4921250"/>
          <p14:tracePt t="49113" x="5695950" y="4914900"/>
          <p14:tracePt t="49129" x="5683250" y="4914900"/>
          <p14:tracePt t="49145" x="5664200" y="4914900"/>
          <p14:tracePt t="49162" x="5638800" y="4914900"/>
          <p14:tracePt t="49179" x="5607050" y="4914900"/>
          <p14:tracePt t="49196" x="5568950" y="4921250"/>
          <p14:tracePt t="49200" x="5556250" y="4927600"/>
          <p14:tracePt t="49212" x="5537200" y="4927600"/>
          <p14:tracePt t="49229" x="5511800" y="4933950"/>
          <p14:tracePt t="49232" x="5499100" y="4940300"/>
          <p14:tracePt t="49246" x="5480050" y="4940300"/>
          <p14:tracePt t="49262" x="5435600" y="4953000"/>
          <p14:tracePt t="49279" x="5403850" y="4959350"/>
          <p14:tracePt t="49297" x="5372100" y="4972050"/>
          <p14:tracePt t="49312" x="5346700" y="4978400"/>
          <p14:tracePt t="49329" x="5327650" y="4991100"/>
          <p14:tracePt t="49345" x="5314950" y="4991100"/>
          <p14:tracePt t="49363" x="5314950" y="4997450"/>
          <p14:tracePt t="49379" x="5302250" y="5010150"/>
          <p14:tracePt t="49396" x="5289550" y="5016500"/>
          <p14:tracePt t="49412" x="5276850" y="5035550"/>
          <p14:tracePt t="49429" x="5264150" y="5048250"/>
          <p14:tracePt t="49446" x="5264150" y="5054600"/>
          <p14:tracePt t="49462" x="5251450" y="5073650"/>
          <p14:tracePt t="49467" x="5251450" y="5080000"/>
          <p14:tracePt t="49481" x="5245100" y="5092700"/>
          <p14:tracePt t="49505" x="5245100" y="5105400"/>
          <p14:tracePt t="49515" x="5245100" y="5111750"/>
          <p14:tracePt t="49529" x="5245100" y="5124450"/>
          <p14:tracePt t="49548" x="5245100" y="5143500"/>
          <p14:tracePt t="49562" x="5245100" y="5175250"/>
          <p14:tracePt t="49580" x="5270500" y="5200650"/>
          <p14:tracePt t="49595" x="5295900" y="5232400"/>
          <p14:tracePt t="49613" x="5346700" y="5257800"/>
          <p14:tracePt t="49629" x="5410200" y="5295900"/>
          <p14:tracePt t="49647" x="5486400" y="5321300"/>
          <p14:tracePt t="49651" x="5511800" y="5327650"/>
          <p14:tracePt t="49662" x="5562600" y="5346700"/>
          <p14:tracePt t="49679" x="5638800" y="5365750"/>
          <p14:tracePt t="49683" x="5657850" y="5372100"/>
          <p14:tracePt t="49696" x="5702300" y="5384800"/>
          <p14:tracePt t="49712" x="5727700" y="5384800"/>
          <p14:tracePt t="49715" x="5759450" y="5391150"/>
          <p14:tracePt t="49729" x="5772150" y="5391150"/>
          <p14:tracePt t="49746" x="5803900" y="5391150"/>
          <p14:tracePt t="49749" x="5816600" y="5391150"/>
          <p14:tracePt t="49762" x="5848350" y="5365750"/>
          <p14:tracePt t="49779" x="5880100" y="5314950"/>
          <p14:tracePt t="49796" x="5899150" y="5270500"/>
          <p14:tracePt t="49812" x="5911850" y="5245100"/>
          <p14:tracePt t="49829" x="5918200" y="5207000"/>
          <p14:tracePt t="49846" x="5918200" y="5187950"/>
          <p14:tracePt t="49862" x="5918200" y="5175250"/>
          <p14:tracePt t="49879" x="5918200" y="5168900"/>
          <p14:tracePt t="49896" x="5911850" y="5162550"/>
          <p14:tracePt t="49912" x="5905500" y="5162550"/>
          <p14:tracePt t="50038" x="0" y="0"/>
        </p14:tracePtLst>
        <p14:tracePtLst>
          <p14:tracePt t="50523" x="6076950" y="5257800"/>
          <p14:tracePt t="50529" x="6076950" y="5251450"/>
          <p14:tracePt t="50546" x="6076950" y="5245100"/>
          <p14:tracePt t="50764" x="6083300" y="5245100"/>
          <p14:tracePt t="50781" x="6089650" y="5245100"/>
          <p14:tracePt t="50787" x="6096000" y="5251450"/>
          <p14:tracePt t="50795" x="6102350" y="5251450"/>
          <p14:tracePt t="50812" x="6115050" y="5257800"/>
          <p14:tracePt t="50829" x="6134100" y="5257800"/>
          <p14:tracePt t="50846" x="6153150" y="5264150"/>
          <p14:tracePt t="50862" x="6178550" y="5276850"/>
          <p14:tracePt t="50879" x="6203950" y="5276850"/>
          <p14:tracePt t="50883" x="6216650" y="5283200"/>
          <p14:tracePt t="50896" x="6229350" y="5283200"/>
          <p14:tracePt t="50912" x="6261100" y="5289550"/>
          <p14:tracePt t="50929" x="6286500" y="5289550"/>
          <p14:tracePt t="50934" x="6305550" y="5289550"/>
          <p14:tracePt t="50946" x="6337300" y="5295900"/>
          <p14:tracePt t="50962" x="6362700" y="5295900"/>
          <p14:tracePt t="50968" x="6375400" y="5295900"/>
          <p14:tracePt t="50979" x="6388100" y="5295900"/>
          <p14:tracePt t="50996" x="6432550" y="5295900"/>
          <p14:tracePt t="51000" x="6445250" y="5295900"/>
          <p14:tracePt t="51013" x="6464300" y="5295900"/>
          <p14:tracePt t="51029" x="6489700" y="5295900"/>
          <p14:tracePt t="51046" x="6527800" y="5295900"/>
          <p14:tracePt t="51063" x="6546850" y="5295900"/>
          <p14:tracePt t="51079" x="6578600" y="5295900"/>
          <p14:tracePt t="51096" x="6597650" y="5295900"/>
          <p14:tracePt t="51112" x="6616700" y="5289550"/>
          <p14:tracePt t="51130" x="6642100" y="5289550"/>
          <p14:tracePt t="51146" x="6648450" y="5283200"/>
          <p14:tracePt t="51166" x="6661150" y="5283200"/>
          <p14:tracePt t="51189" x="6667500" y="5283200"/>
          <p14:tracePt t="51207" x="6673850" y="5283200"/>
          <p14:tracePt t="51216" x="6673850" y="5276850"/>
          <p14:tracePt t="51232" x="6686550" y="5276850"/>
          <p14:tracePt t="51248" x="6692900" y="5270500"/>
          <p14:tracePt t="51263" x="6699250" y="5270500"/>
          <p14:tracePt t="51279" x="6705600" y="5264150"/>
          <p14:tracePt t="51297" x="6711950" y="5257800"/>
          <p14:tracePt t="51312" x="6724650" y="5251450"/>
          <p14:tracePt t="51329" x="6737350" y="5238750"/>
          <p14:tracePt t="51346" x="6750050" y="5232400"/>
          <p14:tracePt t="51363" x="6756400" y="5219700"/>
          <p14:tracePt t="51379" x="6769100" y="5200650"/>
          <p14:tracePt t="51396" x="6775450" y="5194300"/>
          <p14:tracePt t="51399" x="6781800" y="5181600"/>
          <p14:tracePt t="51412" x="6788150" y="5175250"/>
          <p14:tracePt t="51429" x="6788150" y="5162550"/>
          <p14:tracePt t="51431" x="6794500" y="5156200"/>
          <p14:tracePt t="51447" x="6794500" y="5143500"/>
          <p14:tracePt t="51462" x="6800850" y="5124450"/>
          <p14:tracePt t="51482" x="6800850" y="5118100"/>
          <p14:tracePt t="51498" x="6800850" y="5111750"/>
          <p14:tracePt t="51513" x="6800850" y="5099050"/>
          <p14:tracePt t="51529" x="6800850" y="5092700"/>
          <p14:tracePt t="51545" x="6800850" y="5086350"/>
          <p14:tracePt t="51562" x="6800850" y="5080000"/>
          <p14:tracePt t="51579" x="6794500" y="5067300"/>
          <p14:tracePt t="51596" x="6781800" y="5054600"/>
          <p14:tracePt t="51613" x="6769100" y="5041900"/>
          <p14:tracePt t="51629" x="6756400" y="5029200"/>
          <p14:tracePt t="51632" x="6737350" y="5022850"/>
          <p14:tracePt t="51646" x="6731000" y="5016500"/>
          <p14:tracePt t="51662" x="6705600" y="5003800"/>
          <p14:tracePt t="51665" x="6692900" y="4997450"/>
          <p14:tracePt t="51679" x="6686550" y="4991100"/>
          <p14:tracePt t="51698" x="6642100" y="4984750"/>
          <p14:tracePt t="51712" x="6616700" y="4978400"/>
          <p14:tracePt t="51729" x="6591300" y="4978400"/>
          <p14:tracePt t="51747" x="6527800" y="4978400"/>
          <p14:tracePt t="51763" x="6496050" y="4978400"/>
          <p14:tracePt t="51779" x="6470650" y="4978400"/>
          <p14:tracePt t="51796" x="6445250" y="4984750"/>
          <p14:tracePt t="51812" x="6419850" y="4984750"/>
          <p14:tracePt t="51829" x="6394450" y="4991100"/>
          <p14:tracePt t="51846" x="6381750" y="4997450"/>
          <p14:tracePt t="51862" x="6350000" y="5003800"/>
          <p14:tracePt t="51868" x="6337300" y="5010150"/>
          <p14:tracePt t="51880" x="6318250" y="5016500"/>
          <p14:tracePt t="51896" x="6280150" y="5022850"/>
          <p14:tracePt t="51899" x="6261100" y="5029200"/>
          <p14:tracePt t="51912" x="6242050" y="5035550"/>
          <p14:tracePt t="51929" x="6197600" y="5048250"/>
          <p14:tracePt t="51932" x="6178550" y="5054600"/>
          <p14:tracePt t="51946" x="6134100" y="5067300"/>
          <p14:tracePt t="51963" x="6096000" y="5086350"/>
          <p14:tracePt t="51979" x="6083300" y="5092700"/>
          <p14:tracePt t="51996" x="6070600" y="5099050"/>
          <p14:tracePt t="52013" x="6064250" y="5105400"/>
          <p14:tracePt t="52029" x="6064250" y="5111750"/>
          <p14:tracePt t="52051" x="6064250" y="5118100"/>
          <p14:tracePt t="52062" x="6064250" y="5124450"/>
          <p14:tracePt t="52079" x="6064250" y="5130800"/>
          <p14:tracePt t="52112" x="6064250" y="5143500"/>
          <p14:tracePt t="52133" x="6064250" y="5149850"/>
          <p14:tracePt t="52149" x="6064250" y="5156200"/>
          <p14:tracePt t="52174" x="6070600" y="5162550"/>
          <p14:tracePt t="52189" x="6070600" y="5168900"/>
          <p14:tracePt t="52197" x="6076950" y="5168900"/>
          <p14:tracePt t="52304" x="0" y="0"/>
        </p14:tracePtLst>
        <p14:tracePtLst>
          <p14:tracePt t="53510" x="5873750" y="5416550"/>
          <p14:tracePt t="53515" x="5873750" y="5422900"/>
          <p14:tracePt t="53540" x="5867400" y="5422900"/>
          <p14:tracePt t="53838" x="5867400" y="5429250"/>
          <p14:tracePt t="53845" x="5867400" y="5435600"/>
          <p14:tracePt t="53862" x="5892800" y="5448300"/>
          <p14:tracePt t="53879" x="5924550" y="5473700"/>
          <p14:tracePt t="53884" x="5943600" y="5486400"/>
          <p14:tracePt t="53896" x="5962650" y="5492750"/>
          <p14:tracePt t="53912" x="6000750" y="5511800"/>
          <p14:tracePt t="53916" x="6019800" y="5518150"/>
          <p14:tracePt t="53929" x="6038850" y="5530850"/>
          <p14:tracePt t="53946" x="6076950" y="5537200"/>
          <p14:tracePt t="53950" x="6096000" y="5543550"/>
          <p14:tracePt t="53963" x="6115050" y="5549900"/>
          <p14:tracePt t="53979" x="6153150" y="5556250"/>
          <p14:tracePt t="53983" x="6172200" y="5556250"/>
          <p14:tracePt t="53996" x="6210300" y="5556250"/>
          <p14:tracePt t="54012" x="6248400" y="5556250"/>
          <p14:tracePt t="54016" x="6267450" y="5556250"/>
          <p14:tracePt t="54029" x="6292850" y="5556250"/>
          <p14:tracePt t="54047" x="6400800" y="5562600"/>
          <p14:tracePt t="54062" x="6464300" y="5568950"/>
          <p14:tracePt t="54079" x="6508750" y="5568950"/>
          <p14:tracePt t="54096" x="6584950" y="5568950"/>
          <p14:tracePt t="54112" x="6629400" y="5568950"/>
          <p14:tracePt t="54129" x="6686550" y="5568950"/>
          <p14:tracePt t="54146" x="6731000" y="5568950"/>
          <p14:tracePt t="54162" x="6769100" y="5562600"/>
          <p14:tracePt t="54179" x="6807200" y="5562600"/>
          <p14:tracePt t="54184" x="6826250" y="5562600"/>
          <p14:tracePt t="54196" x="6832600" y="5562600"/>
          <p14:tracePt t="54212" x="6870700" y="5562600"/>
          <p14:tracePt t="54215" x="6883400" y="5562600"/>
          <p14:tracePt t="54229" x="6902450" y="5562600"/>
          <p14:tracePt t="54247" x="6940550" y="5562600"/>
          <p14:tracePt t="54262" x="6953250" y="5562600"/>
          <p14:tracePt t="54279" x="6978650" y="5562600"/>
          <p14:tracePt t="54283" x="6997700" y="5562600"/>
          <p14:tracePt t="54298" x="7029450" y="5562600"/>
          <p14:tracePt t="54313" x="7054850" y="5568950"/>
          <p14:tracePt t="54329" x="7092950" y="5568950"/>
          <p14:tracePt t="54346" x="7124700" y="5568950"/>
          <p14:tracePt t="54362" x="7162800" y="5568950"/>
          <p14:tracePt t="54379" x="7207250" y="5568950"/>
          <p14:tracePt t="54396" x="7239000" y="5568950"/>
          <p14:tracePt t="54412" x="7296150" y="5568950"/>
          <p14:tracePt t="54417" x="7340600" y="5562600"/>
          <p14:tracePt t="54429" x="7359650" y="5562600"/>
          <p14:tracePt t="54446" x="7397750" y="5562600"/>
          <p14:tracePt t="54451" x="7442200" y="5556250"/>
          <p14:tracePt t="54465" x="7480300" y="5549900"/>
          <p14:tracePt t="54480" x="7512050" y="5543550"/>
          <p14:tracePt t="54498" x="7556500" y="5537200"/>
          <p14:tracePt t="54513" x="7588250" y="5524500"/>
          <p14:tracePt t="54531" x="7607300" y="5518150"/>
          <p14:tracePt t="54547" x="7620000" y="5511800"/>
          <p14:tracePt t="54564" x="7626350" y="5499100"/>
          <p14:tracePt t="54579" x="7632700" y="5492750"/>
          <p14:tracePt t="54597" x="7639050" y="5480050"/>
          <p14:tracePt t="54612" x="7639050" y="5473700"/>
          <p14:tracePt t="54629" x="7645400" y="5461000"/>
          <p14:tracePt t="54646" x="7645400" y="5441950"/>
          <p14:tracePt t="54662" x="7645400" y="5429250"/>
          <p14:tracePt t="54679" x="7645400" y="5416550"/>
          <p14:tracePt t="54696" x="7645400" y="5397500"/>
          <p14:tracePt t="54700" x="7645400" y="5391150"/>
          <p14:tracePt t="54712" x="7639050" y="5378450"/>
          <p14:tracePt t="54729" x="7632700" y="5365750"/>
          <p14:tracePt t="54732" x="7626350" y="5353050"/>
          <p14:tracePt t="54748" x="7613650" y="5346700"/>
          <p14:tracePt t="54763" x="7594600" y="5334000"/>
          <p14:tracePt t="54779" x="7575550" y="5327650"/>
          <p14:tracePt t="54796" x="7537450" y="5321300"/>
          <p14:tracePt t="54812" x="7524750" y="5321300"/>
          <p14:tracePt t="54829" x="7473950" y="5314950"/>
          <p14:tracePt t="54846" x="7423150" y="5314950"/>
          <p14:tracePt t="54862" x="7359650" y="5314950"/>
          <p14:tracePt t="54879" x="7315200" y="5314950"/>
          <p14:tracePt t="54896" x="7219950" y="5321300"/>
          <p14:tracePt t="54912" x="7162800" y="5321300"/>
          <p14:tracePt t="54929" x="7061200" y="5321300"/>
          <p14:tracePt t="54934" x="7023100" y="5321300"/>
          <p14:tracePt t="54946" x="6997700" y="5321300"/>
          <p14:tracePt t="54962" x="6883400" y="5321300"/>
          <p14:tracePt t="54965" x="6858000" y="5327650"/>
          <p14:tracePt t="54979" x="6832600" y="5327650"/>
          <p14:tracePt t="54996" x="6731000" y="5334000"/>
          <p14:tracePt t="54999" x="6705600" y="5334000"/>
          <p14:tracePt t="55013" x="6642100" y="5340350"/>
          <p14:tracePt t="55029" x="6546850" y="5346700"/>
          <p14:tracePt t="55050" x="6502400" y="5353050"/>
          <p14:tracePt t="55062" x="6457950" y="5353050"/>
          <p14:tracePt t="55079" x="6426200" y="5353050"/>
          <p14:tracePt t="55096" x="6388100" y="5359400"/>
          <p14:tracePt t="55112" x="6343650" y="5365750"/>
          <p14:tracePt t="55129" x="6324600" y="5365750"/>
          <p14:tracePt t="55146" x="6305550" y="5372100"/>
          <p14:tracePt t="55163" x="6292850" y="5378450"/>
          <p14:tracePt t="55167" x="6286500" y="5378450"/>
          <p14:tracePt t="55196" x="6280150" y="5378450"/>
          <p14:tracePt t="55212" x="6273800" y="5384800"/>
          <p14:tracePt t="55378" x="0" y="0"/>
        </p14:tracePtLst>
        <p14:tracePtLst>
          <p14:tracePt t="62785" x="5765800" y="4794250"/>
          <p14:tracePt t="62855" x="5753100" y="4794250"/>
          <p14:tracePt t="62865" x="5746750" y="4800600"/>
          <p14:tracePt t="62871" x="5734050" y="4813300"/>
          <p14:tracePt t="62882" x="5715000" y="4819650"/>
          <p14:tracePt t="62896" x="5670550" y="4851400"/>
          <p14:tracePt t="62912" x="5613400" y="4876800"/>
          <p14:tracePt t="62929" x="5581650" y="4889500"/>
          <p14:tracePt t="62946" x="5568950" y="4889500"/>
          <p14:tracePt t="62962" x="5562600" y="4889500"/>
          <p14:tracePt t="63000" x="5562600" y="4895850"/>
          <p14:tracePt t="63012" x="5556250" y="4902200"/>
          <p14:tracePt t="63030" x="5543550" y="4965700"/>
          <p14:tracePt t="63046" x="5524500" y="5067300"/>
          <p14:tracePt t="63051" x="5505450" y="5130800"/>
          <p14:tracePt t="63062" x="5499100" y="5194300"/>
          <p14:tracePt t="63079" x="5492750" y="5270500"/>
          <p14:tracePt t="63081" x="5492750" y="5289550"/>
          <p14:tracePt t="63096" x="5492750" y="5295900"/>
          <p14:tracePt t="63113" x="5492750" y="5321300"/>
          <p14:tracePt t="63162" x="5492750" y="5327650"/>
          <p14:tracePt t="63177" x="5499100" y="5340350"/>
          <p14:tracePt t="63185" x="5499100" y="5346700"/>
          <p14:tracePt t="63196" x="5499100" y="5359400"/>
          <p14:tracePt t="63213" x="5499100" y="5397500"/>
          <p14:tracePt t="63229" x="5499100" y="5429250"/>
          <p14:tracePt t="63246" x="5499100" y="5467350"/>
          <p14:tracePt t="63250" x="5499100" y="5480050"/>
          <p14:tracePt t="63263" x="5505450" y="5499100"/>
          <p14:tracePt t="63340" x="5511800" y="5499100"/>
          <p14:tracePt t="63523" x="5505450" y="5499100"/>
          <p14:tracePt t="63531" x="5505450" y="5505450"/>
          <p14:tracePt t="63539" x="5499100" y="5505450"/>
          <p14:tracePt t="63548" x="5499100" y="5511800"/>
          <p14:tracePt t="63566" x="5486400" y="5524500"/>
          <p14:tracePt t="63580" x="5480050" y="5530850"/>
          <p14:tracePt t="63583" x="5473700" y="5537200"/>
          <p14:tracePt t="63597" x="5454650" y="5562600"/>
          <p14:tracePt t="63613" x="5441950" y="5581650"/>
          <p14:tracePt t="63629" x="5435600" y="5594350"/>
          <p14:tracePt t="63646" x="5422900" y="5607050"/>
          <p14:tracePt t="63663" x="5422900" y="5613400"/>
          <p14:tracePt t="63679" x="5422900" y="5619750"/>
          <p14:tracePt t="63686" x="5422900" y="5626100"/>
          <p14:tracePt t="63702" x="5422900" y="5632450"/>
          <p14:tracePt t="63712" x="5422900" y="5638800"/>
          <p14:tracePt t="63729" x="5422900" y="5657850"/>
          <p14:tracePt t="63746" x="5422900" y="5676900"/>
          <p14:tracePt t="63750" x="5422900" y="5695950"/>
          <p14:tracePt t="63762" x="5429250" y="5708650"/>
          <p14:tracePt t="63780" x="5435600" y="5727700"/>
          <p14:tracePt t="63782" x="5441950" y="5740400"/>
          <p14:tracePt t="63797" x="5454650" y="5753100"/>
          <p14:tracePt t="63813" x="5473700" y="5772150"/>
          <p14:tracePt t="63829" x="5492750" y="5784850"/>
          <p14:tracePt t="63846" x="5511800" y="5797550"/>
          <p14:tracePt t="63863" x="5537200" y="5810250"/>
          <p14:tracePt t="63879" x="5568950" y="5816600"/>
          <p14:tracePt t="63896" x="5607050" y="5822950"/>
          <p14:tracePt t="63913" x="5645150" y="5829300"/>
          <p14:tracePt t="63929" x="5683250" y="5829300"/>
          <p14:tracePt t="63946" x="5727700" y="5829300"/>
          <p14:tracePt t="63963" x="5765800" y="5829300"/>
          <p14:tracePt t="63979" x="5822950" y="5829300"/>
          <p14:tracePt t="63983" x="5848350" y="5816600"/>
          <p14:tracePt t="63996" x="5880100" y="5803900"/>
          <p14:tracePt t="64013" x="5911850" y="5784850"/>
          <p14:tracePt t="64016" x="5930900" y="5772150"/>
          <p14:tracePt t="64029" x="5943600" y="5759450"/>
          <p14:tracePt t="64048" x="5988050" y="5708650"/>
          <p14:tracePt t="64063" x="6000750" y="5676900"/>
          <p14:tracePt t="64079" x="6013450" y="5651500"/>
          <p14:tracePt t="64096" x="6013450" y="5638800"/>
          <p14:tracePt t="64113" x="6013450" y="5632450"/>
          <p14:tracePt t="64129" x="6013450" y="5613400"/>
          <p14:tracePt t="64146" x="6007100" y="5607050"/>
          <p14:tracePt t="64163" x="6000750" y="5600700"/>
          <p14:tracePt t="64179" x="5969000" y="5588000"/>
          <p14:tracePt t="64196" x="5930900" y="5562600"/>
          <p14:tracePt t="64213" x="5867400" y="5543550"/>
          <p14:tracePt t="64230" x="5784850" y="5524500"/>
          <p14:tracePt t="64246" x="5695950" y="5499100"/>
          <p14:tracePt t="64249" x="5638800" y="5486400"/>
          <p14:tracePt t="64263" x="5619750" y="5480050"/>
          <p14:tracePt t="64279" x="5549900" y="5473700"/>
          <p14:tracePt t="64283" x="5530850" y="5473700"/>
          <p14:tracePt t="64299" x="5486400" y="5473700"/>
          <p14:tracePt t="64313" x="5461000" y="5480050"/>
          <p14:tracePt t="64331" x="5448300" y="5486400"/>
          <p14:tracePt t="64346" x="5441950" y="5499100"/>
          <p14:tracePt t="64364" x="5429250" y="5511800"/>
          <p14:tracePt t="64379" x="5422900" y="5524500"/>
          <p14:tracePt t="64397" x="5410200" y="5543550"/>
          <p14:tracePt t="64413" x="5397500" y="5568950"/>
          <p14:tracePt t="64432" x="5391150" y="5594350"/>
          <p14:tracePt t="64435" x="5384800" y="5613400"/>
          <p14:tracePt t="64446" x="5384800" y="5619750"/>
          <p14:tracePt t="64463" x="5378450" y="5645150"/>
          <p14:tracePt t="64479" x="5378450" y="5676900"/>
          <p14:tracePt t="64497" x="5378450" y="5702300"/>
          <p14:tracePt t="64501" x="5384800" y="5721350"/>
          <p14:tracePt t="64513" x="5384800" y="5727700"/>
          <p14:tracePt t="64529" x="5403850" y="5759450"/>
          <p14:tracePt t="64532" x="5410200" y="5772150"/>
          <p14:tracePt t="64547" x="5441950" y="5791200"/>
          <p14:tracePt t="64563" x="5467350" y="5797550"/>
          <p14:tracePt t="64579" x="5486400" y="5803900"/>
          <p14:tracePt t="64596" x="5524500" y="5810250"/>
          <p14:tracePt t="64613" x="5575300" y="5810250"/>
          <p14:tracePt t="64629" x="5613400" y="5810250"/>
          <p14:tracePt t="64646" x="5676900" y="5810250"/>
          <p14:tracePt t="64663" x="5708650" y="5810250"/>
          <p14:tracePt t="64679" x="5746750" y="5810250"/>
          <p14:tracePt t="64696" x="5791200" y="5810250"/>
          <p14:tracePt t="64713" x="5810250" y="5810250"/>
          <p14:tracePt t="64729" x="5816600" y="5810250"/>
          <p14:tracePt t="64732" x="5822950" y="5810250"/>
          <p14:tracePt t="64773" x="5829300" y="5810250"/>
          <p14:tracePt t="64886" x="0" y="0"/>
        </p14:tracePtLst>
        <p14:tracePtLst>
          <p14:tracePt t="67536" x="1593850" y="3136900"/>
          <p14:tracePt t="67688" x="1600200" y="3143250"/>
          <p14:tracePt t="67704" x="1600200" y="3149600"/>
          <p14:tracePt t="67712" x="1612900" y="3162300"/>
          <p14:tracePt t="67730" x="1625600" y="3175000"/>
          <p14:tracePt t="67746" x="1651000" y="3194050"/>
          <p14:tracePt t="67763" x="1670050" y="3200400"/>
          <p14:tracePt t="67780" x="1701800" y="3213100"/>
          <p14:tracePt t="67796" x="1733550" y="3219450"/>
          <p14:tracePt t="67800" x="1752600" y="3219450"/>
          <p14:tracePt t="67813" x="1771650" y="3219450"/>
          <p14:tracePt t="67830" x="1847850" y="3219450"/>
          <p14:tracePt t="67833" x="1866900" y="3219450"/>
          <p14:tracePt t="67846" x="1892300" y="3219450"/>
          <p14:tracePt t="67863" x="1987550" y="3219450"/>
          <p14:tracePt t="67879" x="2108200" y="3219450"/>
          <p14:tracePt t="67896" x="2165350" y="3219450"/>
          <p14:tracePt t="67913" x="2235200" y="3219450"/>
          <p14:tracePt t="67929" x="2298700" y="3219450"/>
          <p14:tracePt t="67946" x="2343150" y="3219450"/>
          <p14:tracePt t="67963" x="2381250" y="3219450"/>
          <p14:tracePt t="67979" x="2425700" y="3219450"/>
          <p14:tracePt t="67996" x="2432050" y="3219450"/>
          <p14:tracePt t="68013" x="2444750" y="3219450"/>
          <p14:tracePt t="68029" x="2451100" y="3219450"/>
          <p14:tracePt t="68051" x="2470150" y="3219450"/>
          <p14:tracePt t="68063" x="2489200" y="3219450"/>
          <p14:tracePt t="68068" x="2501900" y="3219450"/>
          <p14:tracePt t="68079" x="2514600" y="3219450"/>
          <p14:tracePt t="68097" x="2552700" y="3219450"/>
          <p14:tracePt t="68099" x="2578100" y="3219450"/>
          <p14:tracePt t="68112" x="2628900" y="3219450"/>
          <p14:tracePt t="68129" x="2692400" y="3219450"/>
          <p14:tracePt t="68146" x="2730500" y="3219450"/>
          <p14:tracePt t="68163" x="2800350" y="3219450"/>
          <p14:tracePt t="68179" x="2851150" y="3219450"/>
          <p14:tracePt t="68197" x="2921000" y="3225800"/>
          <p14:tracePt t="68213" x="3035300" y="3238500"/>
          <p14:tracePt t="68229" x="3111500" y="3251200"/>
          <p14:tracePt t="68246" x="3194050" y="3257550"/>
          <p14:tracePt t="68263" x="3263900" y="3270250"/>
          <p14:tracePt t="68267" x="3282950" y="3270250"/>
          <p14:tracePt t="68279" x="3333750" y="3276600"/>
          <p14:tracePt t="68296" x="3397250" y="3282950"/>
          <p14:tracePt t="68300" x="3416300" y="3289300"/>
          <p14:tracePt t="68313" x="3454400" y="3289300"/>
          <p14:tracePt t="68329" x="3479800" y="3289300"/>
          <p14:tracePt t="68333" x="3511550" y="3289300"/>
          <p14:tracePt t="68346" x="3530600" y="3289300"/>
          <p14:tracePt t="68363" x="3606800" y="3295650"/>
          <p14:tracePt t="68379" x="3683000" y="3295650"/>
          <p14:tracePt t="68396" x="3721100" y="3302000"/>
          <p14:tracePt t="68413" x="3784600" y="3302000"/>
          <p14:tracePt t="68430" x="3803650" y="3302000"/>
          <p14:tracePt t="68446" x="3835400" y="3302000"/>
          <p14:tracePt t="68463" x="3841750" y="3308350"/>
          <p14:tracePt t="68467" x="3854450" y="3308350"/>
          <p14:tracePt t="68479" x="3860800" y="3308350"/>
          <p14:tracePt t="68496" x="3873500" y="3308350"/>
          <p14:tracePt t="68513" x="3879850" y="3308350"/>
          <p14:tracePt t="68530" x="3892550" y="3308350"/>
          <p14:tracePt t="68546" x="3898900" y="3308350"/>
          <p14:tracePt t="68563" x="3905250" y="3308350"/>
          <p14:tracePt t="68581" x="3911600" y="3308350"/>
          <p14:tracePt t="68598" x="3917950" y="3308350"/>
          <p14:tracePt t="69179" x="0" y="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0B5D1D-C4A4-D300-82B9-B5575938B582}"/>
              </a:ext>
            </a:extLst>
          </p:cNvPr>
          <p:cNvSpPr>
            <a:spLocks noGrp="1"/>
          </p:cNvSpPr>
          <p:nvPr>
            <p:ph type="title"/>
          </p:nvPr>
        </p:nvSpPr>
        <p:spPr/>
        <p:txBody>
          <a:bodyPr/>
          <a:lstStyle/>
          <a:p>
            <a:r>
              <a:rPr lang="en-US" dirty="0"/>
              <a:t>Conditional Statements: chaining if’s</a:t>
            </a:r>
            <a:endParaRPr lang="nl-BE" dirty="0"/>
          </a:p>
        </p:txBody>
      </p:sp>
      <p:sp>
        <p:nvSpPr>
          <p:cNvPr id="3" name="Tijdelijke aanduiding voor inhoud 2">
            <a:extLst>
              <a:ext uri="{FF2B5EF4-FFF2-40B4-BE49-F238E27FC236}">
                <a16:creationId xmlns:a16="http://schemas.microsoft.com/office/drawing/2014/main" id="{E0A65E07-42A9-B277-BF18-D6F2537DB1E3}"/>
              </a:ext>
            </a:extLst>
          </p:cNvPr>
          <p:cNvSpPr>
            <a:spLocks noGrp="1"/>
          </p:cNvSpPr>
          <p:nvPr>
            <p:ph idx="1"/>
          </p:nvPr>
        </p:nvSpPr>
        <p:spPr/>
        <p:txBody>
          <a:bodyPr/>
          <a:lstStyle/>
          <a:p>
            <a:r>
              <a:rPr lang="en-US" dirty="0"/>
              <a:t>There can be zero or more </a:t>
            </a:r>
            <a:r>
              <a:rPr lang="en-US" dirty="0" err="1">
                <a:latin typeface="Courier New" panose="02070309020205020404" pitchFamily="49" charset="0"/>
                <a:cs typeface="Courier New" panose="02070309020205020404" pitchFamily="49" charset="0"/>
              </a:rPr>
              <a:t>elif</a:t>
            </a:r>
            <a:r>
              <a:rPr lang="en-US" dirty="0"/>
              <a:t> parts, and the </a:t>
            </a:r>
            <a:r>
              <a:rPr lang="en-US" dirty="0">
                <a:latin typeface="Courier New" panose="02070309020205020404" pitchFamily="49" charset="0"/>
                <a:cs typeface="Courier New" panose="02070309020205020404" pitchFamily="49" charset="0"/>
              </a:rPr>
              <a:t>else</a:t>
            </a:r>
            <a:r>
              <a:rPr lang="en-US" dirty="0"/>
              <a:t> part is optional. </a:t>
            </a:r>
          </a:p>
          <a:p>
            <a:r>
              <a:rPr lang="en-US" dirty="0"/>
              <a:t>The keyword ‘</a:t>
            </a:r>
            <a:r>
              <a:rPr lang="en-US" dirty="0" err="1">
                <a:latin typeface="Courier New" panose="02070309020205020404" pitchFamily="49" charset="0"/>
                <a:cs typeface="Courier New" panose="02070309020205020404" pitchFamily="49" charset="0"/>
              </a:rPr>
              <a:t>elif</a:t>
            </a:r>
            <a:r>
              <a:rPr lang="en-US" dirty="0"/>
              <a:t>’ is short for ‘</a:t>
            </a:r>
            <a:r>
              <a:rPr lang="en-US" dirty="0">
                <a:latin typeface="Courier New" panose="02070309020205020404" pitchFamily="49" charset="0"/>
                <a:cs typeface="Courier New" panose="02070309020205020404" pitchFamily="49" charset="0"/>
              </a:rPr>
              <a:t>else if</a:t>
            </a:r>
            <a:r>
              <a:rPr lang="en-US" dirty="0"/>
              <a:t>’, and is useful to avoid excessive indentation. </a:t>
            </a:r>
          </a:p>
          <a:p>
            <a:r>
              <a:rPr lang="en-US" dirty="0"/>
              <a:t>An </a:t>
            </a:r>
            <a:r>
              <a:rPr lang="en-US" dirty="0">
                <a:latin typeface="Courier New" panose="02070309020205020404" pitchFamily="49" charset="0"/>
                <a:cs typeface="Courier New" panose="02070309020205020404" pitchFamily="49" charset="0"/>
              </a:rPr>
              <a:t>if … </a:t>
            </a:r>
            <a:r>
              <a:rPr lang="en-US" dirty="0" err="1">
                <a:latin typeface="Courier New" panose="02070309020205020404" pitchFamily="49" charset="0"/>
                <a:cs typeface="Courier New" panose="02070309020205020404" pitchFamily="49" charset="0"/>
              </a:rPr>
              <a:t>elif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elif</a:t>
            </a:r>
            <a:r>
              <a:rPr lang="en-US" dirty="0">
                <a:latin typeface="Courier New" panose="02070309020205020404" pitchFamily="49" charset="0"/>
                <a:cs typeface="Courier New" panose="02070309020205020404" pitchFamily="49" charset="0"/>
              </a:rPr>
              <a:t> </a:t>
            </a:r>
            <a:r>
              <a:rPr lang="en-US" dirty="0"/>
              <a:t>… sequence can be sometimes replaced with the </a:t>
            </a:r>
            <a:r>
              <a:rPr lang="en-US" dirty="0">
                <a:latin typeface="Courier New" panose="02070309020205020404" pitchFamily="49" charset="0"/>
                <a:cs typeface="Courier New" panose="02070309020205020404" pitchFamily="49" charset="0"/>
              </a:rPr>
              <a:t>Match-Case</a:t>
            </a:r>
            <a:r>
              <a:rPr lang="en-US" dirty="0"/>
              <a:t> block (Python &gt;3.10).</a:t>
            </a:r>
            <a:endParaRPr lang="nl-BE" dirty="0"/>
          </a:p>
        </p:txBody>
      </p:sp>
    </p:spTree>
    <p:extLst>
      <p:ext uri="{BB962C8B-B14F-4D97-AF65-F5344CB8AC3E}">
        <p14:creationId xmlns:p14="http://schemas.microsoft.com/office/powerpoint/2010/main" val="1132790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Exceptions in Python</a:t>
            </a:r>
            <a:endParaRPr lang="nl-BE" dirty="0"/>
          </a:p>
        </p:txBody>
      </p:sp>
      <p:sp>
        <p:nvSpPr>
          <p:cNvPr id="3" name="Content Placeholder 2"/>
          <p:cNvSpPr>
            <a:spLocks noGrp="1"/>
          </p:cNvSpPr>
          <p:nvPr>
            <p:ph idx="1"/>
          </p:nvPr>
        </p:nvSpPr>
        <p:spPr/>
        <p:txBody>
          <a:bodyPr>
            <a:normAutofit fontScale="77500" lnSpcReduction="20000"/>
          </a:bodyPr>
          <a:lstStyle/>
          <a:p>
            <a:r>
              <a:rPr lang="en-US" dirty="0"/>
              <a:t>Python defines some typical exceptions, e.g. </a:t>
            </a:r>
            <a:r>
              <a:rPr lang="en-US" dirty="0" err="1"/>
              <a:t>TypeError</a:t>
            </a:r>
            <a:r>
              <a:rPr lang="en-US" dirty="0"/>
              <a:t>, </a:t>
            </a:r>
            <a:r>
              <a:rPr lang="en-US" dirty="0" err="1"/>
              <a:t>ValueError</a:t>
            </a:r>
            <a:r>
              <a:rPr lang="en-US" dirty="0"/>
              <a:t>, …</a:t>
            </a:r>
          </a:p>
          <a:p>
            <a:r>
              <a:rPr lang="en-US" dirty="0"/>
              <a:t>See built-in exceptions: </a:t>
            </a:r>
            <a:r>
              <a:rPr lang="en-US" dirty="0">
                <a:hlinkClick r:id="rId2"/>
              </a:rPr>
              <a:t>https://docs.python.org/3/library/exceptions.html</a:t>
            </a:r>
            <a:endParaRPr lang="en-US" dirty="0"/>
          </a:p>
          <a:p>
            <a:r>
              <a:rPr lang="en-US" dirty="0"/>
              <a:t>3</a:t>
            </a:r>
            <a:r>
              <a:rPr lang="en-US" baseline="30000" dirty="0"/>
              <a:t>rd</a:t>
            </a:r>
            <a:r>
              <a:rPr lang="en-US" dirty="0"/>
              <a:t> party packages might have their own exceptions, e.g.</a:t>
            </a:r>
            <a:br>
              <a:rPr lang="en-US" dirty="0"/>
            </a:br>
            <a:r>
              <a:rPr lang="en-US" sz="2400" dirty="0" err="1">
                <a:latin typeface="Courier New" panose="02070309020205020404" pitchFamily="49" charset="0"/>
                <a:cs typeface="Courier New" panose="02070309020205020404" pitchFamily="49" charset="0"/>
              </a:rPr>
              <a:t>numpy.exceptions.AxisError</a:t>
            </a:r>
            <a:endParaRPr lang="en-US" sz="2400" dirty="0">
              <a:latin typeface="Courier New" panose="02070309020205020404" pitchFamily="49" charset="0"/>
              <a:cs typeface="Courier New" panose="02070309020205020404" pitchFamily="49" charset="0"/>
            </a:endParaRPr>
          </a:p>
          <a:p>
            <a:r>
              <a:rPr lang="en-US" dirty="0"/>
              <a:t>If the code does not handle the exception, then execution terminates</a:t>
            </a:r>
          </a:p>
          <a:p>
            <a:r>
              <a:rPr lang="en-US" dirty="0"/>
              <a:t>If the code properly handles the exception, execution can continue even in case of errors/issues. E.g.:</a:t>
            </a:r>
            <a:br>
              <a:rPr lang="en-US" dirty="0"/>
            </a:br>
            <a:r>
              <a:rPr lang="en-US" dirty="0">
                <a:latin typeface="Courier New" panose="02070309020205020404" pitchFamily="49" charset="0"/>
                <a:cs typeface="Courier New" panose="02070309020205020404" pitchFamily="49" charset="0"/>
              </a:rPr>
              <a:t>&gt;&gt;&gt; print(1 / 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Traceback (most recent call last):</a:t>
            </a:r>
          </a:p>
          <a:p>
            <a:pPr marL="0" indent="0">
              <a:buNone/>
            </a:pPr>
            <a:r>
              <a:rPr lang="en-US" dirty="0">
                <a:latin typeface="Courier New" panose="02070309020205020404" pitchFamily="49" charset="0"/>
                <a:cs typeface="Courier New" panose="02070309020205020404" pitchFamily="49" charset="0"/>
              </a:rPr>
              <a:t>    File "&lt;python-input-4&gt;", line 1, in &lt;module&gt;</a:t>
            </a:r>
          </a:p>
          <a:p>
            <a:pPr marL="0" indent="0">
              <a:buNone/>
            </a:pPr>
            <a:r>
              <a:rPr lang="en-US" dirty="0">
                <a:latin typeface="Courier New" panose="02070309020205020404" pitchFamily="49" charset="0"/>
                <a:cs typeface="Courier New" panose="02070309020205020404" pitchFamily="49" charset="0"/>
              </a:rPr>
              <a:t>      print(1/0)</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ZeroDivisionError</a:t>
            </a:r>
            <a:r>
              <a:rPr lang="en-US" dirty="0">
                <a:latin typeface="Courier New" panose="02070309020205020404" pitchFamily="49" charset="0"/>
                <a:cs typeface="Courier New" panose="02070309020205020404" pitchFamily="49" charset="0"/>
              </a:rPr>
              <a:t>: division by zero</a:t>
            </a: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0964311"/>
      </p:ext>
    </p:extLst>
  </p:cSld>
  <p:clrMapOvr>
    <a:masterClrMapping/>
  </p:clrMapOvr>
  <mc:AlternateContent xmlns:mc="http://schemas.openxmlformats.org/markup-compatibility/2006" xmlns:p14="http://schemas.microsoft.com/office/powerpoint/2010/main">
    <mc:Choice Requires="p14">
      <p:transition spd="slow" p14:dur="2000" advTm="72802"/>
    </mc:Choice>
    <mc:Fallback xmlns="">
      <p:transition spd="slow" advTm="7280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1B580-D405-3135-A648-709628956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05426-62A7-1BC9-F45F-64A9FBB5F059}"/>
              </a:ext>
            </a:extLst>
          </p:cNvPr>
          <p:cNvSpPr>
            <a:spLocks noGrp="1"/>
          </p:cNvSpPr>
          <p:nvPr>
            <p:ph type="title"/>
          </p:nvPr>
        </p:nvSpPr>
        <p:spPr/>
        <p:txBody>
          <a:bodyPr/>
          <a:lstStyle/>
          <a:p>
            <a:r>
              <a:rPr lang="en-US" dirty="0"/>
              <a:t>Catching (deterministic!) exceptions</a:t>
            </a:r>
            <a:endParaRPr lang="nl-BE" dirty="0"/>
          </a:p>
        </p:txBody>
      </p:sp>
      <p:sp>
        <p:nvSpPr>
          <p:cNvPr id="3" name="Content Placeholder 2">
            <a:extLst>
              <a:ext uri="{FF2B5EF4-FFF2-40B4-BE49-F238E27FC236}">
                <a16:creationId xmlns:a16="http://schemas.microsoft.com/office/drawing/2014/main" id="{613FB131-667A-B1F3-B11F-4BA86DA0D74C}"/>
              </a:ext>
            </a:extLst>
          </p:cNvPr>
          <p:cNvSpPr>
            <a:spLocks noGrp="1"/>
          </p:cNvSpPr>
          <p:nvPr>
            <p:ph idx="1"/>
          </p:nvPr>
        </p:nvSpPr>
        <p:spPr/>
        <p:txBody>
          <a:bodyPr>
            <a:normAutofit fontScale="92500" lnSpcReduction="20000"/>
          </a:bodyPr>
          <a:lstStyle/>
          <a:p>
            <a:r>
              <a:rPr lang="en-US" dirty="0"/>
              <a:t>Use </a:t>
            </a:r>
            <a:r>
              <a:rPr lang="en-US" dirty="0">
                <a:latin typeface="Courier New" panose="02070309020205020404" pitchFamily="49" charset="0"/>
                <a:cs typeface="Courier New" panose="02070309020205020404" pitchFamily="49" charset="0"/>
              </a:rPr>
              <a:t>try-except-else-finally</a:t>
            </a:r>
            <a:r>
              <a:rPr lang="en-US" dirty="0"/>
              <a:t> for catching/handling exceptions</a:t>
            </a:r>
            <a:endParaRPr lang="en-US" dirty="0">
              <a:latin typeface="Courier New" panose="02070309020205020404" pitchFamily="49" charset="0"/>
              <a:cs typeface="Courier New" panose="02070309020205020404" pitchFamily="49" charset="0"/>
            </a:endParaRPr>
          </a:p>
          <a:p>
            <a:r>
              <a:rPr lang="en-US" dirty="0">
                <a:hlinkClick r:id="rId2"/>
              </a:rPr>
              <a:t>https://cvw.cac.cornell.edu/python-intro/control-flow/exception-handling</a:t>
            </a:r>
            <a:r>
              <a:rPr lang="en-US" dirty="0"/>
              <a:t> </a:t>
            </a:r>
          </a:p>
          <a:p>
            <a:r>
              <a:rPr lang="en-US" dirty="0"/>
              <a:t>Syntax</a:t>
            </a:r>
          </a:p>
          <a:p>
            <a:pPr marL="0" indent="0">
              <a:buNone/>
            </a:pPr>
            <a:r>
              <a:rPr lang="en-US" dirty="0">
                <a:latin typeface="Courier New" panose="02070309020205020404" pitchFamily="49" charset="0"/>
                <a:cs typeface="Courier New" panose="02070309020205020404" pitchFamily="49" charset="0"/>
              </a:rPr>
              <a:t>try:</a:t>
            </a:r>
          </a:p>
          <a:p>
            <a:pPr marL="0" indent="0">
              <a:buNone/>
            </a:pPr>
            <a:r>
              <a:rPr lang="en-US" dirty="0">
                <a:latin typeface="Courier New" panose="02070309020205020404" pitchFamily="49" charset="0"/>
                <a:cs typeface="Courier New" panose="02070309020205020404" pitchFamily="49" charset="0"/>
              </a:rPr>
              <a:t>    some statements here</a:t>
            </a:r>
          </a:p>
          <a:p>
            <a:pPr marL="0" indent="0">
              <a:buNone/>
            </a:pPr>
            <a:r>
              <a:rPr lang="en-US" dirty="0">
                <a:latin typeface="Courier New" panose="02070309020205020404" pitchFamily="49" charset="0"/>
                <a:cs typeface="Courier New" panose="02070309020205020404" pitchFamily="49" charset="0"/>
              </a:rPr>
              <a:t>except:</a:t>
            </a:r>
          </a:p>
          <a:p>
            <a:pPr marL="0" indent="0">
              <a:buNone/>
            </a:pPr>
            <a:r>
              <a:rPr lang="en-US" dirty="0">
                <a:latin typeface="Courier New" panose="02070309020205020404" pitchFamily="49" charset="0"/>
                <a:cs typeface="Courier New" panose="02070309020205020404" pitchFamily="49" charset="0"/>
              </a:rPr>
              <a:t>    exception handling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statements when try succeeds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finally:</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statements that run regardless</a:t>
            </a:r>
          </a:p>
        </p:txBody>
      </p:sp>
      <p:sp>
        <p:nvSpPr>
          <p:cNvPr id="4" name="TextBox 3">
            <a:extLst>
              <a:ext uri="{FF2B5EF4-FFF2-40B4-BE49-F238E27FC236}">
                <a16:creationId xmlns:a16="http://schemas.microsoft.com/office/drawing/2014/main" id="{243013C3-2736-0472-20F4-78A0D98F3295}"/>
              </a:ext>
            </a:extLst>
          </p:cNvPr>
          <p:cNvSpPr txBox="1"/>
          <p:nvPr/>
        </p:nvSpPr>
        <p:spPr>
          <a:xfrm>
            <a:off x="8564217" y="5337313"/>
            <a:ext cx="3627783" cy="1384995"/>
          </a:xfrm>
          <a:prstGeom prst="rect">
            <a:avLst/>
          </a:prstGeom>
          <a:noFill/>
        </p:spPr>
        <p:txBody>
          <a:bodyPr wrap="square" rtlCol="0">
            <a:spAutoFit/>
          </a:bodyPr>
          <a:lstStyle/>
          <a:p>
            <a:r>
              <a:rPr lang="en-US" sz="2800" i="1" dirty="0"/>
              <a:t>File: try_except_1.py</a:t>
            </a:r>
          </a:p>
          <a:p>
            <a:r>
              <a:rPr lang="en-US" sz="2800" i="1" dirty="0"/>
              <a:t>File: try_except_2.py</a:t>
            </a:r>
            <a:endParaRPr lang="nl-BE" sz="2800" i="1" dirty="0"/>
          </a:p>
          <a:p>
            <a:endParaRPr lang="nl-BE" sz="2800" dirty="0"/>
          </a:p>
        </p:txBody>
      </p:sp>
    </p:spTree>
    <p:extLst>
      <p:ext uri="{BB962C8B-B14F-4D97-AF65-F5344CB8AC3E}">
        <p14:creationId xmlns:p14="http://schemas.microsoft.com/office/powerpoint/2010/main" val="2447998573"/>
      </p:ext>
    </p:extLst>
  </p:cSld>
  <p:clrMapOvr>
    <a:masterClrMapping/>
  </p:clrMapOvr>
  <mc:AlternateContent xmlns:mc="http://schemas.openxmlformats.org/markup-compatibility/2006">
    <mc:Choice xmlns:p14="http://schemas.microsoft.com/office/powerpoint/2010/main" Requires="p14">
      <p:transition spd="slow" p14:dur="2000" advTm="72802"/>
    </mc:Choice>
    <mc:Fallback>
      <p:transition spd="slow" advTm="7280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8215-F2FB-4EA5-DCC0-3C51F0C80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AFACE-98EE-D9D6-3ACA-EE3773227943}"/>
              </a:ext>
            </a:extLst>
          </p:cNvPr>
          <p:cNvSpPr>
            <a:spLocks noGrp="1"/>
          </p:cNvSpPr>
          <p:nvPr>
            <p:ph type="title"/>
          </p:nvPr>
        </p:nvSpPr>
        <p:spPr/>
        <p:txBody>
          <a:bodyPr/>
          <a:lstStyle/>
          <a:p>
            <a:r>
              <a:rPr lang="en-US" dirty="0"/>
              <a:t>Catching Exceptions</a:t>
            </a:r>
            <a:endParaRPr lang="nl-BE" dirty="0"/>
          </a:p>
        </p:txBody>
      </p:sp>
      <p:sp>
        <p:nvSpPr>
          <p:cNvPr id="3" name="Content Placeholder 2">
            <a:extLst>
              <a:ext uri="{FF2B5EF4-FFF2-40B4-BE49-F238E27FC236}">
                <a16:creationId xmlns:a16="http://schemas.microsoft.com/office/drawing/2014/main" id="{C92F4DED-D8E1-CA48-0AAA-9F8C41F40EC3}"/>
              </a:ext>
            </a:extLst>
          </p:cNvPr>
          <p:cNvSpPr>
            <a:spLocks noGrp="1"/>
          </p:cNvSpPr>
          <p:nvPr>
            <p:ph idx="1"/>
          </p:nvPr>
        </p:nvSpPr>
        <p:spPr/>
        <p:txBody>
          <a:bodyPr>
            <a:normAutofit/>
          </a:bodyPr>
          <a:lstStyle/>
          <a:p>
            <a:pPr marL="0" indent="0">
              <a:buNone/>
            </a:pPr>
            <a:r>
              <a:rPr lang="en-US" dirty="0">
                <a:latin typeface="Courier New" panose="02070309020205020404" pitchFamily="49" charset="0"/>
                <a:cs typeface="Courier New" panose="02070309020205020404" pitchFamily="49" charset="0"/>
              </a:rPr>
              <a:t>var = ‘string’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try:</a:t>
            </a:r>
          </a:p>
          <a:p>
            <a:pPr marL="0" indent="0">
              <a:buNone/>
            </a:pPr>
            <a:r>
              <a:rPr lang="en-US" dirty="0">
                <a:latin typeface="Courier New" panose="02070309020205020404" pitchFamily="49" charset="0"/>
                <a:cs typeface="Courier New" panose="02070309020205020404" pitchFamily="49" charset="0"/>
              </a:rPr>
              <a:t>    result = var + 42</a:t>
            </a:r>
          </a:p>
          <a:p>
            <a:pPr marL="0" indent="0">
              <a:buNone/>
            </a:pPr>
            <a:r>
              <a:rPr lang="en-US" dirty="0">
                <a:latin typeface="Courier New" panose="02070309020205020404" pitchFamily="49" charset="0"/>
                <a:cs typeface="Courier New" panose="02070309020205020404" pitchFamily="49" charset="0"/>
              </a:rPr>
              <a:t>except </a:t>
            </a:r>
            <a:r>
              <a:rPr lang="en-US" dirty="0" err="1">
                <a:latin typeface="Courier New" panose="02070309020205020404" pitchFamily="49" charset="0"/>
                <a:cs typeface="Courier New" panose="02070309020205020404" pitchFamily="49" charset="0"/>
              </a:rPr>
              <a:t>TypeError</a:t>
            </a:r>
            <a:r>
              <a:rPr lang="en-US" dirty="0">
                <a:latin typeface="Courier New" panose="02070309020205020404" pitchFamily="49" charset="0"/>
                <a:cs typeface="Courier New" panose="02070309020205020404" pitchFamily="49" charset="0"/>
              </a:rPr>
              <a:t> as 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print(‘Adding an int to a str failed: ’, e)</a:t>
            </a:r>
          </a:p>
          <a:p>
            <a:pPr marL="0" indent="0">
              <a:buNone/>
            </a:pPr>
            <a:r>
              <a:rPr lang="en-US" dirty="0">
                <a:latin typeface="Courier New" panose="02070309020205020404" pitchFamily="49" charset="0"/>
                <a:cs typeface="Courier New" panose="02070309020205020404" pitchFamily="49" charset="0"/>
              </a:rPr>
              <a:t>else:</a:t>
            </a:r>
          </a:p>
          <a:p>
            <a:pPr marL="0" indent="0">
              <a:buNone/>
            </a:pPr>
            <a:r>
              <a:rPr lang="en-US" dirty="0">
                <a:latin typeface="Courier New" panose="02070309020205020404" pitchFamily="49" charset="0"/>
                <a:cs typeface="Courier New" panose="02070309020205020404" pitchFamily="49" charset="0"/>
              </a:rPr>
              <a:t>    print(‘I managed to divide a string by int’)</a:t>
            </a:r>
          </a:p>
          <a:p>
            <a:pPr marL="0" indent="0">
              <a:buNone/>
            </a:pPr>
            <a:r>
              <a:rPr lang="en-US" dirty="0">
                <a:latin typeface="Courier New" panose="02070309020205020404" pitchFamily="49" charset="0"/>
                <a:cs typeface="Courier New" panose="02070309020205020404" pitchFamily="49" charset="0"/>
              </a:rPr>
              <a:t>finally:</a:t>
            </a:r>
          </a:p>
          <a:p>
            <a:pPr marL="0" indent="0">
              <a:buNone/>
            </a:pPr>
            <a:r>
              <a:rPr lang="en-US" dirty="0">
                <a:latin typeface="Courier New" panose="02070309020205020404" pitchFamily="49" charset="0"/>
                <a:cs typeface="Courier New" panose="02070309020205020404" pitchFamily="49" charset="0"/>
              </a:rPr>
              <a:t>    print(‘This statement always runs’)</a:t>
            </a:r>
          </a:p>
        </p:txBody>
      </p:sp>
    </p:spTree>
    <p:extLst>
      <p:ext uri="{BB962C8B-B14F-4D97-AF65-F5344CB8AC3E}">
        <p14:creationId xmlns:p14="http://schemas.microsoft.com/office/powerpoint/2010/main" val="3175892763"/>
      </p:ext>
    </p:extLst>
  </p:cSld>
  <p:clrMapOvr>
    <a:masterClrMapping/>
  </p:clrMapOvr>
  <mc:AlternateContent xmlns:mc="http://schemas.openxmlformats.org/markup-compatibility/2006">
    <mc:Choice xmlns:p14="http://schemas.microsoft.com/office/powerpoint/2010/main" Requires="p14">
      <p:transition spd="slow" p14:dur="2000" advTm="72802"/>
    </mc:Choice>
    <mc:Fallback>
      <p:transition spd="slow" advTm="7280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A2B8B-F3E4-057C-CB92-261DA7045CEF}"/>
              </a:ext>
            </a:extLst>
          </p:cNvPr>
          <p:cNvSpPr>
            <a:spLocks noGrp="1"/>
          </p:cNvSpPr>
          <p:nvPr>
            <p:ph type="title"/>
          </p:nvPr>
        </p:nvSpPr>
        <p:spPr/>
        <p:txBody>
          <a:bodyPr/>
          <a:lstStyle/>
          <a:p>
            <a:r>
              <a:rPr lang="en-US" dirty="0"/>
              <a:t>Catching Exceptions</a:t>
            </a:r>
          </a:p>
        </p:txBody>
      </p:sp>
      <p:sp>
        <p:nvSpPr>
          <p:cNvPr id="3" name="Content Placeholder 2">
            <a:extLst>
              <a:ext uri="{FF2B5EF4-FFF2-40B4-BE49-F238E27FC236}">
                <a16:creationId xmlns:a16="http://schemas.microsoft.com/office/drawing/2014/main" id="{BDA3ED60-1DBA-BD13-AA70-F4F929CEB032}"/>
              </a:ext>
            </a:extLst>
          </p:cNvPr>
          <p:cNvSpPr>
            <a:spLocks noGrp="1"/>
          </p:cNvSpPr>
          <p:nvPr>
            <p:ph idx="1"/>
          </p:nvPr>
        </p:nvSpPr>
        <p:spPr/>
        <p:txBody>
          <a:bodyPr>
            <a:normAutofit fontScale="70000" lnSpcReduction="20000"/>
          </a:bodyPr>
          <a:lstStyle/>
          <a:p>
            <a:r>
              <a:rPr lang="en-US" dirty="0"/>
              <a:t>Specific error conditions can then be tested for and responded to, using one or more except statements. </a:t>
            </a:r>
          </a:p>
          <a:p>
            <a:r>
              <a:rPr lang="en-US" dirty="0"/>
              <a:t>First, the code block between the </a:t>
            </a:r>
            <a:r>
              <a:rPr lang="en-US" dirty="0">
                <a:latin typeface="Courier New" panose="02070309020205020404" pitchFamily="49" charset="0"/>
                <a:cs typeface="Courier New" panose="02070309020205020404" pitchFamily="49" charset="0"/>
              </a:rPr>
              <a:t>try</a:t>
            </a:r>
            <a:r>
              <a:rPr lang="en-US" dirty="0"/>
              <a:t> and </a:t>
            </a:r>
            <a:r>
              <a:rPr lang="en-US" dirty="0">
                <a:latin typeface="Courier New" panose="02070309020205020404" pitchFamily="49" charset="0"/>
                <a:cs typeface="Courier New" panose="02070309020205020404" pitchFamily="49" charset="0"/>
              </a:rPr>
              <a:t>except</a:t>
            </a:r>
            <a:r>
              <a:rPr lang="en-US" dirty="0"/>
              <a:t> keywords is executed.</a:t>
            </a:r>
          </a:p>
          <a:p>
            <a:r>
              <a:rPr lang="en-US" dirty="0"/>
              <a:t>If no exception occurs, any except statements and their code blocks are skipped, and execution continues.</a:t>
            </a:r>
          </a:p>
          <a:p>
            <a:r>
              <a:rPr lang="en-US" dirty="0"/>
              <a:t>If an exception occurs during execution of the try, the rest of the statements in its code block are skipped. Then the except statements are checked one at a time, in order, to see if one matches the specific exception. If there is a match to the exception named after one of the except keywords, the code block following that except is executed, and then execution returns to the try statement and continues from there.</a:t>
            </a:r>
          </a:p>
          <a:p>
            <a:r>
              <a:rPr lang="en-US" dirty="0"/>
              <a:t>Many of Python’s built-in exceptions are self-explanatory, some of the more commonly encountered ones.</a:t>
            </a:r>
          </a:p>
          <a:p>
            <a:pPr lvl="1"/>
            <a:r>
              <a:rPr lang="en-US" dirty="0" err="1"/>
              <a:t>NameError</a:t>
            </a:r>
            <a:r>
              <a:rPr lang="en-US" dirty="0"/>
              <a:t> - You probably misspelled a variable or function name, or you otherwise referenced a name that was never defined.</a:t>
            </a:r>
          </a:p>
          <a:p>
            <a:pPr lvl="1"/>
            <a:r>
              <a:rPr lang="en-US" dirty="0" err="1"/>
              <a:t>IOError</a:t>
            </a:r>
            <a:r>
              <a:rPr lang="en-US" dirty="0"/>
              <a:t> - I/O operation failed.</a:t>
            </a:r>
          </a:p>
          <a:p>
            <a:pPr lvl="1"/>
            <a:r>
              <a:rPr lang="en-US" dirty="0" err="1"/>
              <a:t>SystemError</a:t>
            </a:r>
            <a:r>
              <a:rPr lang="en-US" dirty="0"/>
              <a:t> - Internal error in the Python interpreter.</a:t>
            </a:r>
          </a:p>
          <a:p>
            <a:pPr lvl="1"/>
            <a:r>
              <a:rPr lang="en-US" dirty="0" err="1"/>
              <a:t>ZeroDivisionError</a:t>
            </a:r>
            <a:r>
              <a:rPr lang="en-US" dirty="0"/>
              <a:t> - Second argument to a division or modulo operation was zero.</a:t>
            </a:r>
          </a:p>
        </p:txBody>
      </p:sp>
    </p:spTree>
    <p:extLst>
      <p:ext uri="{BB962C8B-B14F-4D97-AF65-F5344CB8AC3E}">
        <p14:creationId xmlns:p14="http://schemas.microsoft.com/office/powerpoint/2010/main" val="2665994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FEC662-5206-428E-A94B-8CBFC6D80EDE}"/>
              </a:ext>
            </a:extLst>
          </p:cNvPr>
          <p:cNvSpPr>
            <a:spLocks noGrp="1"/>
          </p:cNvSpPr>
          <p:nvPr>
            <p:ph type="title"/>
          </p:nvPr>
        </p:nvSpPr>
        <p:spPr/>
        <p:txBody>
          <a:bodyPr/>
          <a:lstStyle/>
          <a:p>
            <a:r>
              <a:rPr lang="en-US" dirty="0"/>
              <a:t>loops</a:t>
            </a:r>
            <a:endParaRPr lang="en-BE" dirty="0"/>
          </a:p>
        </p:txBody>
      </p:sp>
      <p:sp>
        <p:nvSpPr>
          <p:cNvPr id="5" name="Text Placeholder 4">
            <a:extLst>
              <a:ext uri="{FF2B5EF4-FFF2-40B4-BE49-F238E27FC236}">
                <a16:creationId xmlns:a16="http://schemas.microsoft.com/office/drawing/2014/main" id="{3DFA3430-9836-42FC-82A2-E2317303FA24}"/>
              </a:ext>
            </a:extLst>
          </p:cNvPr>
          <p:cNvSpPr>
            <a:spLocks noGrp="1"/>
          </p:cNvSpPr>
          <p:nvPr>
            <p:ph type="body" idx="1"/>
          </p:nvPr>
        </p:nvSpPr>
        <p:spPr/>
        <p:txBody>
          <a:bodyPr/>
          <a:lstStyle/>
          <a:p>
            <a:r>
              <a:rPr lang="en-US" dirty="0" err="1"/>
              <a:t>control_flow_loops.ipynb</a:t>
            </a:r>
            <a:endParaRPr lang="nl-BE" dirty="0"/>
          </a:p>
          <a:p>
            <a:endParaRPr lang="en-BE" dirty="0"/>
          </a:p>
        </p:txBody>
      </p:sp>
    </p:spTree>
    <p:extLst>
      <p:ext uri="{BB962C8B-B14F-4D97-AF65-F5344CB8AC3E}">
        <p14:creationId xmlns:p14="http://schemas.microsoft.com/office/powerpoint/2010/main" val="824362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 </a:t>
            </a:r>
            <a:endParaRPr lang="nl-BE" dirty="0"/>
          </a:p>
        </p:txBody>
      </p:sp>
      <p:sp>
        <p:nvSpPr>
          <p:cNvPr id="3" name="Content Placeholder 2"/>
          <p:cNvSpPr>
            <a:spLocks noGrp="1"/>
          </p:cNvSpPr>
          <p:nvPr>
            <p:ph idx="1"/>
          </p:nvPr>
        </p:nvSpPr>
        <p:spPr/>
        <p:txBody>
          <a:bodyPr/>
          <a:lstStyle/>
          <a:p>
            <a:r>
              <a:rPr lang="en-US" b="1" dirty="0"/>
              <a:t>for</a:t>
            </a:r>
            <a:r>
              <a:rPr lang="en-US" dirty="0"/>
              <a:t> loops are executed a fixed number of iterations.  It is possible to exit early but this must be added to the code.</a:t>
            </a:r>
          </a:p>
          <a:p>
            <a:r>
              <a:rPr lang="en-US" b="1" dirty="0"/>
              <a:t>while</a:t>
            </a:r>
            <a:r>
              <a:rPr lang="en-US" dirty="0"/>
              <a:t> loops do not have a predetermined number of iterations.  They terminate when some condition becomes False.</a:t>
            </a:r>
          </a:p>
          <a:p>
            <a:endParaRPr lang="nl-BE" dirty="0"/>
          </a:p>
        </p:txBody>
      </p:sp>
    </p:spTree>
    <p:extLst>
      <p:ext uri="{BB962C8B-B14F-4D97-AF65-F5344CB8AC3E}">
        <p14:creationId xmlns:p14="http://schemas.microsoft.com/office/powerpoint/2010/main" val="2335155033"/>
      </p:ext>
    </p:extLst>
  </p:cSld>
  <p:clrMapOvr>
    <a:masterClrMapping/>
  </p:clrMapOvr>
  <mc:AlternateContent xmlns:mc="http://schemas.openxmlformats.org/markup-compatibility/2006" xmlns:p14="http://schemas.microsoft.com/office/powerpoint/2010/main">
    <mc:Choice Requires="p14">
      <p:transition spd="slow" p14:dur="2000" advTm="96511"/>
    </mc:Choice>
    <mc:Fallback xmlns="">
      <p:transition spd="slow" advTm="9651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(basic)</a:t>
            </a:r>
            <a:endParaRPr lang="nl-BE" dirty="0"/>
          </a:p>
        </p:txBody>
      </p:sp>
      <p:sp>
        <p:nvSpPr>
          <p:cNvPr id="3" name="Content Placeholder 2"/>
          <p:cNvSpPr>
            <a:spLocks noGrp="1"/>
          </p:cNvSpPr>
          <p:nvPr>
            <p:ph idx="1"/>
          </p:nvPr>
        </p:nvSpPr>
        <p:spPr/>
        <p:txBody>
          <a:bodyPr>
            <a:normAutofit/>
          </a:bodyPr>
          <a:lstStyle/>
          <a:p>
            <a:pPr fontAlgn="base"/>
            <a:r>
              <a:rPr lang="en-US" b="1" dirty="0">
                <a:latin typeface="Courier New" panose="02070309020205020404" pitchFamily="49" charset="0"/>
                <a:cs typeface="Courier New" panose="02070309020205020404" pitchFamily="49" charset="0"/>
              </a:rPr>
              <a:t>for</a:t>
            </a:r>
            <a:r>
              <a:rPr lang="en-US" dirty="0"/>
              <a:t> iterates over the items of any </a:t>
            </a:r>
            <a:r>
              <a:rPr lang="en-US" b="1" dirty="0"/>
              <a:t>sequence</a:t>
            </a:r>
            <a:r>
              <a:rPr lang="en-US" dirty="0"/>
              <a:t> (a list, tuple, string), in the order they appear in the sequence.</a:t>
            </a:r>
            <a:endParaRPr lang="en-US" b="1" dirty="0"/>
          </a:p>
          <a:p>
            <a:r>
              <a:rPr lang="en-US" dirty="0"/>
              <a:t>The general Python syntax: </a:t>
            </a:r>
          </a:p>
          <a:p>
            <a:pPr marL="0" indent="0">
              <a:buNone/>
            </a:pPr>
            <a:r>
              <a:rPr lang="nl-BE" b="1" dirty="0" err="1">
                <a:latin typeface="Courier New" panose="02070309020205020404" pitchFamily="49" charset="0"/>
                <a:cs typeface="Courier New" panose="02070309020205020404" pitchFamily="49" charset="0"/>
              </a:rPr>
              <a:t>for</a:t>
            </a:r>
            <a:r>
              <a:rPr lang="nl-BE" dirty="0">
                <a:latin typeface="Courier New" panose="02070309020205020404" pitchFamily="49" charset="0"/>
                <a:cs typeface="Courier New" panose="02070309020205020404" pitchFamily="49" charset="0"/>
              </a:rPr>
              <a:t> &lt;item&gt; </a:t>
            </a:r>
            <a:r>
              <a:rPr lang="nl-BE" b="1" dirty="0">
                <a:latin typeface="Courier New" panose="02070309020205020404" pitchFamily="49" charset="0"/>
                <a:cs typeface="Courier New" panose="02070309020205020404" pitchFamily="49" charset="0"/>
              </a:rPr>
              <a:t>in</a:t>
            </a:r>
            <a:r>
              <a:rPr lang="nl-BE" dirty="0">
                <a:latin typeface="Courier New" panose="02070309020205020404" pitchFamily="49" charset="0"/>
                <a:cs typeface="Courier New" panose="02070309020205020404" pitchFamily="49" charset="0"/>
              </a:rPr>
              <a:t> &lt;</a:t>
            </a:r>
            <a:r>
              <a:rPr lang="nl-BE" dirty="0" err="1">
                <a:latin typeface="Courier New" panose="02070309020205020404" pitchFamily="49" charset="0"/>
                <a:cs typeface="Courier New" panose="02070309020205020404" pitchFamily="49" charset="0"/>
              </a:rPr>
              <a:t>iterable</a:t>
            </a:r>
            <a:r>
              <a:rPr lang="nl-BE" dirty="0">
                <a:latin typeface="Courier New" panose="02070309020205020404" pitchFamily="49" charset="0"/>
                <a:cs typeface="Courier New" panose="02070309020205020404" pitchFamily="49" charset="0"/>
              </a:rPr>
              <a:t> object&gt;: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blockToRepeat</a:t>
            </a:r>
            <a:endParaRPr lang="en-US" dirty="0">
              <a:latin typeface="Courier New" panose="02070309020205020404" pitchFamily="49" charset="0"/>
              <a:cs typeface="Courier New" panose="02070309020205020404" pitchFamily="49" charset="0"/>
            </a:endParaRPr>
          </a:p>
          <a:p>
            <a:r>
              <a:rPr lang="en-US" i="1" dirty="0"/>
              <a:t>File: for_loop_1.py</a:t>
            </a:r>
          </a:p>
          <a:p>
            <a:r>
              <a:rPr lang="en-US" i="1" dirty="0"/>
              <a:t>File: for_loop_change_content.py</a:t>
            </a:r>
          </a:p>
        </p:txBody>
      </p:sp>
    </p:spTree>
    <p:extLst>
      <p:ext uri="{BB962C8B-B14F-4D97-AF65-F5344CB8AC3E}">
        <p14:creationId xmlns:p14="http://schemas.microsoft.com/office/powerpoint/2010/main" val="3859565707"/>
      </p:ext>
    </p:extLst>
  </p:cSld>
  <p:clrMapOvr>
    <a:masterClrMapping/>
  </p:clrMapOvr>
  <mc:AlternateContent xmlns:mc="http://schemas.openxmlformats.org/markup-compatibility/2006" xmlns:p14="http://schemas.microsoft.com/office/powerpoint/2010/main">
    <mc:Choice Requires="p14">
      <p:transition spd="slow" p14:dur="2000" advTm="93735"/>
    </mc:Choice>
    <mc:Fallback xmlns="">
      <p:transition spd="slow" advTm="93735"/>
    </mc:Fallback>
  </mc:AlternateContent>
  <p:extLst>
    <p:ext uri="{3A86A75C-4F4B-4683-9AE1-C65F6400EC91}">
      <p14:laserTraceLst xmlns:p14="http://schemas.microsoft.com/office/powerpoint/2010/main">
        <p14:tracePtLst>
          <p14:tracePt t="13078" x="1511300" y="3327400"/>
          <p14:tracePt t="13100" x="1511300" y="3321050"/>
          <p14:tracePt t="13125" x="1511300" y="3314700"/>
          <p14:tracePt t="13142" x="1504950" y="3302000"/>
          <p14:tracePt t="13151" x="1498600" y="3295650"/>
          <p14:tracePt t="13168" x="1485900" y="3282950"/>
          <p14:tracePt t="13185" x="1473200" y="3270250"/>
          <p14:tracePt t="13201" x="1454150" y="3244850"/>
          <p14:tracePt t="13218" x="1428750" y="3232150"/>
          <p14:tracePt t="13235" x="1397000" y="3213100"/>
          <p14:tracePt t="13238" x="1384300" y="3206750"/>
          <p14:tracePt t="13251" x="1358900" y="3206750"/>
          <p14:tracePt t="13268" x="1320800" y="3194050"/>
          <p14:tracePt t="13271" x="1308100" y="3187700"/>
          <p14:tracePt t="13286" x="1257300" y="3181350"/>
          <p14:tracePt t="13301" x="1206500" y="3175000"/>
          <p14:tracePt t="13318" x="1104900" y="3155950"/>
          <p14:tracePt t="13335" x="1041400" y="3149600"/>
          <p14:tracePt t="13351" x="939800" y="3136900"/>
          <p14:tracePt t="13368" x="863600" y="3124200"/>
          <p14:tracePt t="13385" x="781050" y="3124200"/>
          <p14:tracePt t="13401" x="730250" y="3124200"/>
          <p14:tracePt t="13418" x="692150" y="3124200"/>
          <p14:tracePt t="13435" x="679450" y="3130550"/>
          <p14:tracePt t="13451" x="666750" y="3143250"/>
          <p14:tracePt t="13455" x="654050" y="3155950"/>
          <p14:tracePt t="13468" x="647700" y="3162300"/>
          <p14:tracePt t="13485" x="635000" y="3181350"/>
          <p14:tracePt t="13488" x="635000" y="3194050"/>
          <p14:tracePt t="13502" x="628650" y="3200400"/>
          <p14:tracePt t="13518" x="615950" y="3232150"/>
          <p14:tracePt t="13535" x="609600" y="3257550"/>
          <p14:tracePt t="13552" x="609600" y="3276600"/>
          <p14:tracePt t="13568" x="609600" y="3314700"/>
          <p14:tracePt t="13585" x="609600" y="3340100"/>
          <p14:tracePt t="13601" x="615950" y="3371850"/>
          <p14:tracePt t="13618" x="647700" y="3429000"/>
          <p14:tracePt t="13635" x="704850" y="3492500"/>
          <p14:tracePt t="13651" x="749300" y="3530600"/>
          <p14:tracePt t="13656" x="768350" y="3549650"/>
          <p14:tracePt t="13668" x="793750" y="3556000"/>
          <p14:tracePt t="13685" x="825500" y="3581400"/>
          <p14:tracePt t="13702" x="869950" y="3613150"/>
          <p14:tracePt t="13719" x="908050" y="3625850"/>
          <p14:tracePt t="13722" x="939800" y="3632200"/>
          <p14:tracePt t="13734" x="965200" y="3638550"/>
          <p14:tracePt t="13751" x="996950" y="3644900"/>
          <p14:tracePt t="13754" x="1028700" y="3644900"/>
          <p14:tracePt t="13768" x="1054100" y="3644900"/>
          <p14:tracePt t="13785" x="1117600" y="3651250"/>
          <p14:tracePt t="13801" x="1149350" y="3651250"/>
          <p14:tracePt t="13818" x="1187450" y="3651250"/>
          <p14:tracePt t="13835" x="1212850" y="3651250"/>
          <p14:tracePt t="13851" x="1238250" y="3651250"/>
          <p14:tracePt t="13868" x="1263650" y="3651250"/>
          <p14:tracePt t="13885" x="1301750" y="3651250"/>
          <p14:tracePt t="13902" x="1314450" y="3651250"/>
          <p14:tracePt t="13918" x="1352550" y="3651250"/>
          <p14:tracePt t="13923" x="1371600" y="3644900"/>
          <p14:tracePt t="13935" x="1377950" y="3638550"/>
          <p14:tracePt t="13951" x="1403350" y="3619500"/>
          <p14:tracePt t="13955" x="1409700" y="3619500"/>
          <p14:tracePt t="13968" x="1416050" y="3606800"/>
          <p14:tracePt t="13985" x="1441450" y="3575050"/>
          <p14:tracePt t="13988" x="1447800" y="3568700"/>
          <p14:tracePt t="14001" x="1454150" y="3556000"/>
          <p14:tracePt t="14018" x="1466850" y="3505200"/>
          <p14:tracePt t="14020" x="1466850" y="3486150"/>
          <p14:tracePt t="14035" x="1473200" y="3454400"/>
          <p14:tracePt t="14051" x="1473200" y="3390900"/>
          <p14:tracePt t="14068" x="1473200" y="3359150"/>
          <p14:tracePt t="14085" x="1466850" y="3321050"/>
          <p14:tracePt t="14101" x="1460500" y="3314700"/>
          <p14:tracePt t="14164" x="0" y="0"/>
        </p14:tracePtLst>
        <p14:tracePtLst>
          <p14:tracePt t="14876" x="3321050" y="3244850"/>
          <p14:tracePt t="14890" x="3321050" y="3238500"/>
          <p14:tracePt t="14899" x="3314700" y="3238500"/>
          <p14:tracePt t="14906" x="3308350" y="3238500"/>
          <p14:tracePt t="14918" x="3302000" y="3238500"/>
          <p14:tracePt t="14935" x="3289300" y="3238500"/>
          <p14:tracePt t="14938" x="3282950" y="3238500"/>
          <p14:tracePt t="14951" x="3276600" y="3238500"/>
          <p14:tracePt t="14954" x="3263900" y="3238500"/>
          <p14:tracePt t="14968" x="3257550" y="3238500"/>
          <p14:tracePt t="14971" x="3244850" y="3244850"/>
          <p14:tracePt t="14985" x="3206750" y="3257550"/>
          <p14:tracePt t="15001" x="3155950" y="3276600"/>
          <p14:tracePt t="15018" x="3124200" y="3302000"/>
          <p14:tracePt t="15035" x="3054350" y="3346450"/>
          <p14:tracePt t="15051" x="3016250" y="3378200"/>
          <p14:tracePt t="15068" x="2997200" y="3416300"/>
          <p14:tracePt t="15085" x="2984500" y="3454400"/>
          <p14:tracePt t="15101" x="2984500" y="3473450"/>
          <p14:tracePt t="15118" x="2984500" y="3486150"/>
          <p14:tracePt t="15135" x="2997200" y="3498850"/>
          <p14:tracePt t="15139" x="3003550" y="3498850"/>
          <p14:tracePt t="15151" x="3016250" y="3505200"/>
          <p14:tracePt t="15168" x="3048000" y="3524250"/>
          <p14:tracePt t="15172" x="3067050" y="3524250"/>
          <p14:tracePt t="15185" x="3073400" y="3530600"/>
          <p14:tracePt t="15201" x="3124200" y="3549650"/>
          <p14:tracePt t="15205" x="3136900" y="3549650"/>
          <p14:tracePt t="15218" x="3168650" y="3562350"/>
          <p14:tracePt t="15235" x="3276600" y="3600450"/>
          <p14:tracePt t="15251" x="3359150" y="3625850"/>
          <p14:tracePt t="15268" x="3422650" y="3638550"/>
          <p14:tracePt t="15285" x="3473450" y="3651250"/>
          <p14:tracePt t="15301" x="3498850" y="3651250"/>
          <p14:tracePt t="15318" x="3511550" y="3651250"/>
          <p14:tracePt t="15335" x="3517900" y="3644900"/>
          <p14:tracePt t="15352" x="3530600" y="3632200"/>
          <p14:tracePt t="15368" x="3556000" y="3613150"/>
          <p14:tracePt t="15385" x="3575050" y="3594100"/>
          <p14:tracePt t="15401" x="3619500" y="3568700"/>
          <p14:tracePt t="15405" x="3632200" y="3562350"/>
          <p14:tracePt t="15418" x="3663950" y="3556000"/>
          <p14:tracePt t="15435" x="3695700" y="3549650"/>
          <p14:tracePt t="15438" x="3708400" y="3549650"/>
          <p14:tracePt t="15451" x="3733800" y="3536950"/>
          <p14:tracePt t="15468" x="3759200" y="3530600"/>
          <p14:tracePt t="15471" x="3765550" y="3524250"/>
          <p14:tracePt t="15486" x="3784600" y="3492500"/>
          <p14:tracePt t="15501" x="3797300" y="3460750"/>
          <p14:tracePt t="15518" x="3797300" y="3429000"/>
          <p14:tracePt t="15535" x="3790950" y="3371850"/>
          <p14:tracePt t="15551" x="3778250" y="3346450"/>
          <p14:tracePt t="15568" x="3765550" y="3333750"/>
          <p14:tracePt t="15626" x="3759200" y="3333750"/>
          <p14:tracePt t="15647" x="3752850" y="3333750"/>
          <p14:tracePt t="15658" x="3746500" y="3333750"/>
          <p14:tracePt t="15672" x="3746500" y="3340100"/>
          <p14:tracePt t="15680" x="3740150" y="3340100"/>
          <p14:tracePt t="15714" x="0" y="0"/>
        </p14:tracePtLst>
        <p14:tracePtLst>
          <p14:tracePt t="17636" x="6153150" y="3302000"/>
          <p14:tracePt t="17778" x="6146800" y="3302000"/>
          <p14:tracePt t="17786" x="6140450" y="3302000"/>
          <p14:tracePt t="17794" x="6134100" y="3302000"/>
          <p14:tracePt t="17805" x="6127750" y="3302000"/>
          <p14:tracePt t="17818" x="6115050" y="3308350"/>
          <p14:tracePt t="17838" x="6102350" y="3314700"/>
          <p14:tracePt t="17851" x="6096000" y="3321050"/>
          <p14:tracePt t="17869" x="6089650" y="3327400"/>
          <p14:tracePt t="17901" x="6089650" y="3333750"/>
          <p14:tracePt t="17908" x="6083300" y="3340100"/>
          <p14:tracePt t="17924" x="6083300" y="3346450"/>
          <p14:tracePt t="17940" x="6076950" y="3359150"/>
          <p14:tracePt t="17956" x="6070600" y="3365500"/>
          <p14:tracePt t="17968" x="6070600" y="3371850"/>
          <p14:tracePt t="17971" x="6064250" y="3378200"/>
          <p14:tracePt t="18001" x="6064250" y="3397250"/>
          <p14:tracePt t="18004" x="6057900" y="3397250"/>
          <p14:tracePt t="18018" x="6057900" y="3403600"/>
          <p14:tracePt t="18036" x="6051550" y="3416300"/>
          <p14:tracePt t="18052" x="6051550" y="3422650"/>
          <p14:tracePt t="18068" x="6051550" y="3435350"/>
          <p14:tracePt t="18085" x="6051550" y="3454400"/>
          <p14:tracePt t="18101" x="6051550" y="3460750"/>
          <p14:tracePt t="18118" x="6051550" y="3467100"/>
          <p14:tracePt t="18135" x="6051550" y="3479800"/>
          <p14:tracePt t="18151" x="6051550" y="3492500"/>
          <p14:tracePt t="18168" x="6051550" y="3505200"/>
          <p14:tracePt t="18185" x="6051550" y="3517900"/>
          <p14:tracePt t="18201" x="6051550" y="3543300"/>
          <p14:tracePt t="18206" x="6051550" y="3549650"/>
          <p14:tracePt t="18218" x="6057900" y="3568700"/>
          <p14:tracePt t="18235" x="6064250" y="3606800"/>
          <p14:tracePt t="18238" x="6064250" y="3619500"/>
          <p14:tracePt t="18251" x="6070600" y="3632200"/>
          <p14:tracePt t="18268" x="6076950" y="3657600"/>
          <p14:tracePt t="18271" x="6083300" y="3670300"/>
          <p14:tracePt t="18285" x="6089650" y="3683000"/>
          <p14:tracePt t="18301" x="6096000" y="3695700"/>
          <p14:tracePt t="18318" x="6102350" y="3702050"/>
          <p14:tracePt t="18335" x="6108700" y="3708400"/>
          <p14:tracePt t="18351" x="6115050" y="3714750"/>
          <p14:tracePt t="18368" x="6127750" y="3721100"/>
          <p14:tracePt t="18385" x="6140450" y="3721100"/>
          <p14:tracePt t="18401" x="6165850" y="3733800"/>
          <p14:tracePt t="18418" x="6178550" y="3733800"/>
          <p14:tracePt t="18435" x="6197600" y="3740150"/>
          <p14:tracePt t="18451" x="6223000" y="3746500"/>
          <p14:tracePt t="18468" x="6248400" y="3746500"/>
          <p14:tracePt t="18472" x="6261100" y="3746500"/>
          <p14:tracePt t="18485" x="6273800" y="3746500"/>
          <p14:tracePt t="18501" x="6299200" y="3746500"/>
          <p14:tracePt t="18504" x="6337300" y="3746500"/>
          <p14:tracePt t="18518" x="6350000" y="3746500"/>
          <p14:tracePt t="18536" x="6388100" y="3746500"/>
          <p14:tracePt t="18551" x="6419850" y="3733800"/>
          <p14:tracePt t="18568" x="6438900" y="3721100"/>
          <p14:tracePt t="18585" x="6457950" y="3708400"/>
          <p14:tracePt t="18601" x="6470650" y="3695700"/>
          <p14:tracePt t="18618" x="6489700" y="3676650"/>
          <p14:tracePt t="18635" x="6496050" y="3644900"/>
          <p14:tracePt t="18652" x="6508750" y="3606800"/>
          <p14:tracePt t="18668" x="6508750" y="3575050"/>
          <p14:tracePt t="18685" x="6508750" y="3543300"/>
          <p14:tracePt t="18701" x="6489700" y="3511550"/>
          <p14:tracePt t="18705" x="6477000" y="3492500"/>
          <p14:tracePt t="18718" x="6464300" y="3473450"/>
          <p14:tracePt t="18735" x="6445250" y="3454400"/>
          <p14:tracePt t="18738" x="6432550" y="3441700"/>
          <p14:tracePt t="18751" x="6426200" y="3435350"/>
          <p14:tracePt t="18768" x="6400800" y="3409950"/>
          <p14:tracePt t="18786" x="6381750" y="3390900"/>
          <p14:tracePt t="18801" x="6369050" y="3378200"/>
          <p14:tracePt t="18818" x="6343650" y="3365500"/>
          <p14:tracePt t="18835" x="6330950" y="3359150"/>
          <p14:tracePt t="18851" x="6311900" y="3352800"/>
          <p14:tracePt t="18868" x="6286500" y="3340100"/>
          <p14:tracePt t="18889" x="6261100" y="3333750"/>
          <p14:tracePt t="18901" x="6261100" y="3327400"/>
          <p14:tracePt t="18918" x="6242050" y="3327400"/>
          <p14:tracePt t="18935" x="6235700" y="3321050"/>
          <p14:tracePt t="18951" x="6223000" y="3314700"/>
          <p14:tracePt t="18968" x="6210300" y="3314700"/>
          <p14:tracePt t="18985" x="6203950" y="3314700"/>
          <p14:tracePt t="19001" x="6191250" y="3314700"/>
          <p14:tracePt t="19005" x="6184900" y="3314700"/>
          <p14:tracePt t="19018" x="6178550" y="3314700"/>
          <p14:tracePt t="19035" x="6153150" y="3314700"/>
          <p14:tracePt t="19051" x="6127750" y="3314700"/>
          <p14:tracePt t="19068" x="6108700" y="3321050"/>
          <p14:tracePt t="19085" x="6096000" y="3321050"/>
          <p14:tracePt t="19101" x="6076950" y="3327400"/>
          <p14:tracePt t="19118" x="6070600" y="3327400"/>
          <p14:tracePt t="19303" x="0" y="0"/>
        </p14:tracePtLst>
        <p14:tracePtLst>
          <p14:tracePt t="21985" x="5270500" y="3727450"/>
          <p14:tracePt t="21990" x="5219700" y="3740150"/>
          <p14:tracePt t="22001" x="5200650" y="3746500"/>
          <p14:tracePt t="22018" x="5162550" y="3752850"/>
          <p14:tracePt t="22035" x="5086350" y="3771900"/>
          <p14:tracePt t="22052" x="4991100" y="3803650"/>
          <p14:tracePt t="22055" x="4927600" y="3816350"/>
          <p14:tracePt t="22069" x="4902200" y="3829050"/>
          <p14:tracePt t="22085" x="4686300" y="3867150"/>
          <p14:tracePt t="22101" x="4572000" y="3873500"/>
          <p14:tracePt t="22118" x="4470400" y="3873500"/>
          <p14:tracePt t="22135" x="4381500" y="3873500"/>
          <p14:tracePt t="22152" x="4273550" y="3873500"/>
          <p14:tracePt t="22168" x="4254500" y="3873500"/>
          <p14:tracePt t="22185" x="4229100" y="3873500"/>
          <p14:tracePt t="22188" x="0" y="0"/>
        </p14:tracePtLst>
        <p14:tracePtLst>
          <p14:tracePt t="22259" x="4178300" y="3886200"/>
          <p14:tracePt t="22264" x="4165600" y="3892550"/>
          <p14:tracePt t="22272" x="4152900" y="3892550"/>
          <p14:tracePt t="22285" x="4133850" y="3892550"/>
          <p14:tracePt t="22318" x="3968750" y="3898900"/>
          <p14:tracePt t="22322" x="3905250" y="3898900"/>
          <p14:tracePt t="22335" x="3771900" y="3898900"/>
          <p14:tracePt t="22351" x="3651250" y="3905250"/>
          <p14:tracePt t="22368" x="3568700" y="3905250"/>
          <p14:tracePt t="22385" x="3473450" y="3905250"/>
          <p14:tracePt t="22401" x="3422650" y="3905250"/>
          <p14:tracePt t="22418" x="3346450" y="3905250"/>
          <p14:tracePt t="22435" x="3282950" y="3898900"/>
          <p14:tracePt t="22452" x="3206750" y="3892550"/>
          <p14:tracePt t="22468" x="3124200" y="3886200"/>
          <p14:tracePt t="22485" x="3022600" y="3879850"/>
          <p14:tracePt t="22488" x="2946400" y="3873500"/>
          <p14:tracePt t="22501" x="2908300" y="3873500"/>
          <p14:tracePt t="22519" x="2781300" y="3854450"/>
          <p14:tracePt t="22521" x="2686050" y="3848100"/>
          <p14:tracePt t="22535" x="2654300" y="3848100"/>
          <p14:tracePt t="22552" x="2540000" y="3841750"/>
          <p14:tracePt t="22554" x="2508250" y="3841750"/>
          <p14:tracePt t="22568" x="2482850" y="3841750"/>
          <p14:tracePt t="22586" x="2368550" y="3841750"/>
          <p14:tracePt t="22602" x="2336800" y="3841750"/>
          <p14:tracePt t="22618" x="2279650" y="3841750"/>
          <p14:tracePt t="22635" x="2247900" y="3841750"/>
          <p14:tracePt t="22651" x="2190750" y="3848100"/>
          <p14:tracePt t="22668" x="2159000" y="3860800"/>
          <p14:tracePt t="22685" x="2101850" y="3867150"/>
          <p14:tracePt t="22701" x="2063750" y="3867150"/>
          <p14:tracePt t="22718" x="2012950" y="3873500"/>
          <p14:tracePt t="22724" x="1993900" y="3873500"/>
          <p14:tracePt t="22735" x="1981200" y="3873500"/>
          <p14:tracePt t="22752" x="1962150" y="3879850"/>
          <p14:tracePt t="22756" x="1949450" y="3879850"/>
          <p14:tracePt t="22768" x="1924050" y="3886200"/>
          <p14:tracePt t="22785" x="1892300" y="3898900"/>
          <p14:tracePt t="22805" x="1885950" y="3898900"/>
          <p14:tracePt t="22818" x="1879600" y="3905250"/>
          <p14:tracePt t="22837" x="1866900" y="3917950"/>
          <p14:tracePt t="22851" x="1854200" y="3943350"/>
          <p14:tracePt t="22870" x="1847850" y="3956050"/>
          <p14:tracePt t="22887" x="1841500" y="3975100"/>
          <p14:tracePt t="22904" x="1835150" y="3994150"/>
          <p14:tracePt t="22918" x="1835150" y="4006850"/>
          <p14:tracePt t="22935" x="1835150" y="4032250"/>
          <p14:tracePt t="22952" x="1835150" y="4057650"/>
          <p14:tracePt t="22968" x="1854200" y="4095750"/>
          <p14:tracePt t="22972" x="1866900" y="4108450"/>
          <p14:tracePt t="22985" x="1892300" y="4121150"/>
          <p14:tracePt t="23001" x="1955800" y="4171950"/>
          <p14:tracePt t="23004" x="2006600" y="4197350"/>
          <p14:tracePt t="23018" x="2025650" y="4210050"/>
          <p14:tracePt t="23035" x="2209800" y="4273550"/>
          <p14:tracePt t="23051" x="2343150" y="4298950"/>
          <p14:tracePt t="23068" x="2495550" y="4324350"/>
          <p14:tracePt t="23085" x="2686050" y="4337050"/>
          <p14:tracePt t="23102" x="3028950" y="4337050"/>
          <p14:tracePt t="23118" x="3251200" y="4337050"/>
          <p14:tracePt t="23135" x="3441700" y="4337050"/>
          <p14:tracePt t="23151" x="3556000" y="4337050"/>
          <p14:tracePt t="23168" x="3683000" y="4337050"/>
          <p14:tracePt t="23185" x="3746500" y="4330700"/>
          <p14:tracePt t="23202" x="3797300" y="4318000"/>
          <p14:tracePt t="23207" x="3816350" y="4311650"/>
          <p14:tracePt t="23218" x="3822700" y="4311650"/>
          <p14:tracePt t="23235" x="3867150" y="4292600"/>
          <p14:tracePt t="23238" x="3892550" y="4279900"/>
          <p14:tracePt t="23252" x="3924300" y="4267200"/>
          <p14:tracePt t="23268" x="3962400" y="4248150"/>
          <p14:tracePt t="23272" x="4006850" y="4229100"/>
          <p14:tracePt t="23285" x="4057650" y="4203700"/>
          <p14:tracePt t="23301" x="4108450" y="4184650"/>
          <p14:tracePt t="23318" x="4165600" y="4152900"/>
          <p14:tracePt t="23336" x="4248150" y="4114800"/>
          <p14:tracePt t="23351" x="4305300" y="4089400"/>
          <p14:tracePt t="23368" x="4330700" y="4076700"/>
          <p14:tracePt t="23385" x="4356100" y="4051300"/>
          <p14:tracePt t="23402" x="4368800" y="4025900"/>
          <p14:tracePt t="23418" x="4368800" y="4000500"/>
          <p14:tracePt t="23435" x="4368800" y="3968750"/>
          <p14:tracePt t="23452" x="4349750" y="3943350"/>
          <p14:tracePt t="23468" x="4311650" y="3892550"/>
          <p14:tracePt t="23473" x="4260850" y="3860800"/>
          <p14:tracePt t="23485" x="4235450" y="3841750"/>
          <p14:tracePt t="23502" x="4152900" y="3803650"/>
          <p14:tracePt t="23505" x="4083050" y="3784600"/>
          <p14:tracePt t="23518" x="4025900" y="3765550"/>
          <p14:tracePt t="23536" x="3695700" y="3702050"/>
          <p14:tracePt t="23552" x="3467100" y="3670300"/>
          <p14:tracePt t="23568" x="3270250" y="3651250"/>
          <p14:tracePt t="23585" x="3098800" y="3651250"/>
          <p14:tracePt t="23602" x="3009900" y="3651250"/>
          <p14:tracePt t="23618" x="2978150" y="3663950"/>
          <p14:tracePt t="23635" x="2965450" y="3676650"/>
          <p14:tracePt t="23652" x="2959100" y="3683000"/>
          <p14:tracePt t="23668" x="2946400" y="3708400"/>
          <p14:tracePt t="23685" x="2933700" y="3733800"/>
          <p14:tracePt t="23702" x="2927350" y="3765550"/>
          <p14:tracePt t="23706" x="2927350" y="3771900"/>
          <p14:tracePt t="23719" x="2927350" y="3784600"/>
          <p14:tracePt t="23735" x="2927350" y="3790950"/>
          <p14:tracePt t="23738" x="2927350" y="3797300"/>
          <p14:tracePt t="23751" x="2933700" y="3803650"/>
          <p14:tracePt t="23768" x="2946400" y="3816350"/>
          <p14:tracePt t="23772" x="2952750" y="3816350"/>
          <p14:tracePt t="23785" x="2990850" y="3835400"/>
          <p14:tracePt t="23801" x="3054350" y="3841750"/>
          <p14:tracePt t="23818" x="3117850" y="3854450"/>
          <p14:tracePt t="23835" x="3244850" y="3867150"/>
          <p14:tracePt t="23851" x="3365500" y="3879850"/>
          <p14:tracePt t="23868" x="3498850" y="3886200"/>
          <p14:tracePt t="23887" x="3619500" y="3892550"/>
          <p14:tracePt t="23902" x="3708400" y="3892550"/>
          <p14:tracePt t="23918" x="3930650" y="3873500"/>
          <p14:tracePt t="23921" x="0" y="0"/>
        </p14:tracePtLst>
        <p14:tracePtLst>
          <p14:tracePt t="35753" x="1917700" y="4292600"/>
          <p14:tracePt t="35799" x="1911350" y="4292600"/>
          <p14:tracePt t="35807" x="1905000" y="4286250"/>
          <p14:tracePt t="35823" x="1892300" y="4279900"/>
          <p14:tracePt t="35835" x="1885950" y="4279900"/>
          <p14:tracePt t="35852" x="1866900" y="4273550"/>
          <p14:tracePt t="35857" x="1854200" y="4267200"/>
          <p14:tracePt t="35869" x="1822450" y="4260850"/>
          <p14:tracePt t="35885" x="1790700" y="4241800"/>
          <p14:tracePt t="35889" x="1771650" y="4241800"/>
          <p14:tracePt t="35902" x="1752600" y="4229100"/>
          <p14:tracePt t="35919" x="1676400" y="4203700"/>
          <p14:tracePt t="35922" x="1657350" y="4197350"/>
          <p14:tracePt t="35936" x="1619250" y="4191000"/>
          <p14:tracePt t="35952" x="1587500" y="4184650"/>
          <p14:tracePt t="35969" x="1543050" y="4178300"/>
          <p14:tracePt t="35985" x="1524000" y="4178300"/>
          <p14:tracePt t="36004" x="1504950" y="4178300"/>
          <p14:tracePt t="36018" x="1485900" y="4178300"/>
          <p14:tracePt t="36036" x="1460500" y="4178300"/>
          <p14:tracePt t="36052" x="1435100" y="4178300"/>
          <p14:tracePt t="36071" x="1390650" y="4178300"/>
          <p14:tracePt t="36073" x="1377950" y="4171950"/>
          <p14:tracePt t="36085" x="1358900" y="4171950"/>
          <p14:tracePt t="36102" x="1320800" y="4171950"/>
          <p14:tracePt t="36105" x="1289050" y="4171950"/>
          <p14:tracePt t="36119" x="1276350" y="4171950"/>
          <p14:tracePt t="36137" x="1244600" y="4171950"/>
          <p14:tracePt t="36152" x="1238250" y="4171950"/>
          <p14:tracePt t="36171" x="1212850" y="4171950"/>
          <p14:tracePt t="36186" x="1200150" y="4171950"/>
          <p14:tracePt t="36203" x="1174750" y="4171950"/>
          <p14:tracePt t="36218" x="1162050" y="4171950"/>
          <p14:tracePt t="36235" x="1149350" y="4171950"/>
          <p14:tracePt t="36252" x="1136650" y="4178300"/>
          <p14:tracePt t="36269" x="1123950" y="4178300"/>
          <p14:tracePt t="36285" x="1117600" y="4184650"/>
          <p14:tracePt t="36302" x="1104900" y="4197350"/>
          <p14:tracePt t="36318" x="1085850" y="4203700"/>
          <p14:tracePt t="36335" x="1066800" y="4216400"/>
          <p14:tracePt t="36338" x="1060450" y="4229100"/>
          <p14:tracePt t="36352" x="1047750" y="4229100"/>
          <p14:tracePt t="36369" x="1028700" y="4248150"/>
          <p14:tracePt t="36373" x="1022350" y="4254500"/>
          <p14:tracePt t="36386" x="1003300" y="4273550"/>
          <p14:tracePt t="36402" x="996950" y="4279900"/>
          <p14:tracePt t="36418" x="990600" y="4292600"/>
          <p14:tracePt t="36436" x="984250" y="4298950"/>
          <p14:tracePt t="36454" x="984250" y="4305300"/>
          <p14:tracePt t="36469" x="977900" y="4305300"/>
          <p14:tracePt t="36485" x="977900" y="4318000"/>
          <p14:tracePt t="36502" x="971550" y="4324350"/>
          <p14:tracePt t="36519" x="965200" y="4343400"/>
          <p14:tracePt t="36535" x="958850" y="4356100"/>
          <p14:tracePt t="36552" x="952500" y="4368800"/>
          <p14:tracePt t="36569" x="946150" y="4381500"/>
          <p14:tracePt t="36573" x="939800" y="4394200"/>
          <p14:tracePt t="36585" x="939800" y="4400550"/>
          <p14:tracePt t="36602" x="933450" y="4413250"/>
          <p14:tracePt t="36604" x="933450" y="4419600"/>
          <p14:tracePt t="36619" x="933450" y="4425950"/>
          <p14:tracePt t="36636" x="920750" y="4445000"/>
          <p14:tracePt t="36652" x="920750" y="4457700"/>
          <p14:tracePt t="36668" x="920750" y="4483100"/>
          <p14:tracePt t="36685" x="920750" y="4502150"/>
          <p14:tracePt t="36702" x="920750" y="4521200"/>
          <p14:tracePt t="36719" x="920750" y="4540250"/>
          <p14:tracePt t="36735" x="920750" y="4559300"/>
          <p14:tracePt t="36752" x="927100" y="4572000"/>
          <p14:tracePt t="36769" x="933450" y="4591050"/>
          <p14:tracePt t="36785" x="933450" y="4603750"/>
          <p14:tracePt t="36802" x="946150" y="4610100"/>
          <p14:tracePt t="36806" x="952500" y="4629150"/>
          <p14:tracePt t="36819" x="958850" y="4629150"/>
          <p14:tracePt t="36835" x="965200" y="4641850"/>
          <p14:tracePt t="36839" x="965200" y="4648200"/>
          <p14:tracePt t="36851" x="971550" y="4648200"/>
          <p14:tracePt t="36869" x="977900" y="4660900"/>
          <p14:tracePt t="36871" x="990600" y="4673600"/>
          <p14:tracePt t="36888" x="1003300" y="4679950"/>
          <p14:tracePt t="36902" x="1022350" y="4686300"/>
          <p14:tracePt t="36919" x="1047750" y="4699000"/>
          <p14:tracePt t="36935" x="1060450" y="4711700"/>
          <p14:tracePt t="36952" x="1085850" y="4730750"/>
          <p14:tracePt t="36968" x="1117600" y="4749800"/>
          <p14:tracePt t="36986" x="1149350" y="4768850"/>
          <p14:tracePt t="37002" x="1174750" y="4775200"/>
          <p14:tracePt t="37019" x="1200150" y="4781550"/>
          <p14:tracePt t="37035" x="1219200" y="4794250"/>
          <p14:tracePt t="37052" x="1244600" y="4800600"/>
          <p14:tracePt t="37069" x="1263650" y="4806950"/>
          <p14:tracePt t="37072" x="1282700" y="4813300"/>
          <p14:tracePt t="37085" x="1289050" y="4813300"/>
          <p14:tracePt t="37102" x="1314450" y="4813300"/>
          <p14:tracePt t="37105" x="1327150" y="4813300"/>
          <p14:tracePt t="37119" x="1346200" y="4813300"/>
          <p14:tracePt t="37136" x="1397000" y="4813300"/>
          <p14:tracePt t="37152" x="1435100" y="4813300"/>
          <p14:tracePt t="37169" x="1473200" y="4813300"/>
          <p14:tracePt t="37185" x="1504950" y="4813300"/>
          <p14:tracePt t="37202" x="1543050" y="4813300"/>
          <p14:tracePt t="37218" x="1562100" y="4813300"/>
          <p14:tracePt t="37235" x="1612900" y="4813300"/>
          <p14:tracePt t="37252" x="1657350" y="4806950"/>
          <p14:tracePt t="37269" x="1708150" y="4806950"/>
          <p14:tracePt t="37285" x="1727200" y="4806950"/>
          <p14:tracePt t="37302" x="1771650" y="4806950"/>
          <p14:tracePt t="37318" x="1809750" y="4806950"/>
          <p14:tracePt t="37335" x="1822450" y="4806950"/>
          <p14:tracePt t="37340" x="1828800" y="4806950"/>
          <p14:tracePt t="37352" x="1835150" y="4806950"/>
          <p14:tracePt t="37369" x="1847850" y="4806950"/>
          <p14:tracePt t="37371" x="1860550" y="4806950"/>
          <p14:tracePt t="37386" x="1879600" y="4806950"/>
          <p14:tracePt t="37402" x="1905000" y="4806950"/>
          <p14:tracePt t="37418" x="1924050" y="4800600"/>
          <p14:tracePt t="37435" x="1943100" y="4800600"/>
          <p14:tracePt t="37452" x="1955800" y="4794250"/>
          <p14:tracePt t="37469" x="1974850" y="4787900"/>
          <p14:tracePt t="37485" x="1993900" y="4787900"/>
          <p14:tracePt t="37502" x="2000250" y="4787900"/>
          <p14:tracePt t="37506" x="2012950" y="4781550"/>
          <p14:tracePt t="37518" x="2019300" y="4781550"/>
          <p14:tracePt t="37535" x="2032000" y="4775200"/>
          <p14:tracePt t="37553" x="2044700" y="4775200"/>
          <p14:tracePt t="37569" x="2051050" y="4768850"/>
          <p14:tracePt t="37573" x="2051050" y="4762500"/>
          <p14:tracePt t="37585" x="2057400" y="4756150"/>
          <p14:tracePt t="37602" x="2070100" y="4749800"/>
          <p14:tracePt t="37606" x="2070100" y="4743450"/>
          <p14:tracePt t="37621" x="2076450" y="4730750"/>
          <p14:tracePt t="37636" x="2082800" y="4711700"/>
          <p14:tracePt t="37654" x="2089150" y="4705350"/>
          <p14:tracePt t="37669" x="2095500" y="4686300"/>
          <p14:tracePt t="37687" x="2095500" y="4667250"/>
          <p14:tracePt t="37702" x="2101850" y="4641850"/>
          <p14:tracePt t="37722" x="2101850" y="4610100"/>
          <p14:tracePt t="37735" x="2101850" y="4603750"/>
          <p14:tracePt t="37752" x="2101850" y="4584700"/>
          <p14:tracePt t="37769" x="2101850" y="4559300"/>
          <p14:tracePt t="37786" x="2101850" y="4540250"/>
          <p14:tracePt t="37802" x="2095500" y="4527550"/>
          <p14:tracePt t="37818" x="2089150" y="4514850"/>
          <p14:tracePt t="37822" x="2089150" y="4495800"/>
          <p14:tracePt t="37835" x="2082800" y="4489450"/>
          <p14:tracePt t="37838" x="2076450" y="4489450"/>
          <p14:tracePt t="37869" x="2076450" y="4470400"/>
          <p14:tracePt t="37873" x="2070100" y="4464050"/>
          <p14:tracePt t="37894" x="2063750" y="4457700"/>
          <p14:tracePt t="37904" x="2057400" y="4451350"/>
          <p14:tracePt t="37919" x="2044700" y="4432300"/>
          <p14:tracePt t="37935" x="2032000" y="4425950"/>
          <p14:tracePt t="37952" x="2019300" y="4413250"/>
          <p14:tracePt t="37969" x="2006600" y="4400550"/>
          <p14:tracePt t="37985" x="2000250" y="4387850"/>
          <p14:tracePt t="38002" x="1987550" y="4381500"/>
          <p14:tracePt t="38019" x="1981200" y="4381500"/>
          <p14:tracePt t="38023" x="1968500" y="4368800"/>
          <p14:tracePt t="38035" x="1955800" y="4368800"/>
          <p14:tracePt t="38052" x="1943100" y="4356100"/>
          <p14:tracePt t="38056" x="1936750" y="4356100"/>
          <p14:tracePt t="38069" x="1930400" y="4356100"/>
          <p14:tracePt t="38085" x="1898650" y="4337050"/>
          <p14:tracePt t="38088" x="1892300" y="4337050"/>
          <p14:tracePt t="38102" x="1885950" y="4337050"/>
          <p14:tracePt t="38120" x="1860550" y="4324350"/>
          <p14:tracePt t="38136" x="1841500" y="4318000"/>
          <p14:tracePt t="38152" x="1828800" y="4311650"/>
          <p14:tracePt t="38168" x="1816100" y="4311650"/>
          <p14:tracePt t="38185" x="1797050" y="4305300"/>
          <p14:tracePt t="38202" x="1771650" y="4298950"/>
          <p14:tracePt t="38219" x="1746250" y="4292600"/>
          <p14:tracePt t="38235" x="1720850" y="4286250"/>
          <p14:tracePt t="38252" x="1682750" y="4279900"/>
          <p14:tracePt t="38257" x="1670050" y="4273550"/>
          <p14:tracePt t="38268" x="1651000" y="4273550"/>
          <p14:tracePt t="38285" x="1625600" y="4267200"/>
          <p14:tracePt t="38288" x="1593850" y="4260850"/>
          <p14:tracePt t="38302" x="1581150" y="4260850"/>
          <p14:tracePt t="38319" x="1562100" y="4254500"/>
          <p14:tracePt t="38323" x="1555750" y="4254500"/>
          <p14:tracePt t="38336" x="1530350" y="4248150"/>
          <p14:tracePt t="38352" x="1524000" y="4248150"/>
          <p14:tracePt t="38355" x="1517650" y="4248150"/>
          <p14:tracePt t="38369" x="1498600" y="4248150"/>
          <p14:tracePt t="38386" x="1466850" y="4248150"/>
          <p14:tracePt t="38404" x="1454150" y="4248150"/>
          <p14:tracePt t="38419" x="1422400" y="4248150"/>
          <p14:tracePt t="38435" x="1397000" y="4248150"/>
          <p14:tracePt t="38452" x="1384300" y="4248150"/>
          <p14:tracePt t="38469" x="1371600" y="4248150"/>
          <p14:tracePt t="38485" x="1358900" y="4248150"/>
          <p14:tracePt t="38502" x="1352550" y="4248150"/>
          <p14:tracePt t="38519" x="1346200" y="4248150"/>
          <p14:tracePt t="38535" x="1339850" y="4248150"/>
          <p14:tracePt t="38552" x="1327150" y="4248150"/>
          <p14:tracePt t="38571" x="1320800" y="4248150"/>
          <p14:tracePt t="38627" x="0" y="0"/>
        </p14:tracePtLst>
        <p14:tracePtLst>
          <p14:tracePt t="73350" x="2476500" y="3892550"/>
          <p14:tracePt t="73355" x="2476500" y="3886200"/>
          <p14:tracePt t="73369" x="2476500" y="3879850"/>
          <p14:tracePt t="73374" x="2476500" y="3873500"/>
          <p14:tracePt t="73467" x="2470150" y="3873500"/>
          <p14:tracePt t="73493" x="2463800" y="3873500"/>
          <p14:tracePt t="73499" x="2457450" y="3873500"/>
          <p14:tracePt t="73507" x="2451100" y="3873500"/>
          <p14:tracePt t="73520" x="2438400" y="3879850"/>
          <p14:tracePt t="73536" x="2425700" y="3892550"/>
          <p14:tracePt t="73553" x="2413000" y="3905250"/>
          <p14:tracePt t="73570" x="2406650" y="3911600"/>
          <p14:tracePt t="73573" x="2400300" y="3917950"/>
          <p14:tracePt t="73587" x="2393950" y="3930650"/>
          <p14:tracePt t="73603" x="2393950" y="3943350"/>
          <p14:tracePt t="73620" x="2393950" y="3956050"/>
          <p14:tracePt t="73637" x="2393950" y="3975100"/>
          <p14:tracePt t="73653" x="2413000" y="4013200"/>
          <p14:tracePt t="73670" x="2432050" y="4038600"/>
          <p14:tracePt t="73686" x="2451100" y="4057650"/>
          <p14:tracePt t="73703" x="2482850" y="4076700"/>
          <p14:tracePt t="73720" x="2533650" y="4089400"/>
          <p14:tracePt t="73736" x="2565400" y="4095750"/>
          <p14:tracePt t="73753" x="2603500" y="4095750"/>
          <p14:tracePt t="73769" x="2641600" y="4095750"/>
          <p14:tracePt t="73786" x="2698750" y="4095750"/>
          <p14:tracePt t="73803" x="2762250" y="4083050"/>
          <p14:tracePt t="73806" x="2787650" y="4083050"/>
          <p14:tracePt t="73819" x="2857500" y="4076700"/>
          <p14:tracePt t="73837" x="2927350" y="4070350"/>
          <p14:tracePt t="73856" x="2965450" y="4064000"/>
          <p14:tracePt t="73869" x="2978150" y="4064000"/>
          <p14:tracePt t="73889" x="3009900" y="4051300"/>
          <p14:tracePt t="73903" x="3028950" y="4032250"/>
          <p14:tracePt t="73920" x="3048000" y="4006850"/>
          <p14:tracePt t="73936" x="3054350" y="3981450"/>
          <p14:tracePt t="73954" x="3060700" y="3949700"/>
          <p14:tracePt t="73969" x="3060700" y="3930650"/>
          <p14:tracePt t="73987" x="3048000" y="3898900"/>
          <p14:tracePt t="74003" x="3028950" y="3879850"/>
          <p14:tracePt t="74019" x="3003550" y="3860800"/>
          <p14:tracePt t="74024" x="2984500" y="3848100"/>
          <p14:tracePt t="74036" x="2965450" y="3841750"/>
          <p14:tracePt t="74056" x="2921000" y="3822700"/>
          <p14:tracePt t="74070" x="2901950" y="3822700"/>
          <p14:tracePt t="74087" x="2838450" y="3835400"/>
          <p14:tracePt t="74103" x="2787650" y="3860800"/>
          <p14:tracePt t="74119" x="2736850" y="3905250"/>
          <p14:tracePt t="74138" x="2692400" y="3943350"/>
          <p14:tracePt t="74153" x="2654300" y="3987800"/>
          <p14:tracePt t="74169" x="2635250" y="4013200"/>
          <p14:tracePt t="74186" x="2622550" y="4032250"/>
          <p14:tracePt t="74203" x="2622550" y="4038600"/>
          <p14:tracePt t="74220" x="2622550" y="4057650"/>
          <p14:tracePt t="74236" x="2628900" y="4070350"/>
          <p14:tracePt t="74253" x="2647950" y="4095750"/>
          <p14:tracePt t="74270" x="2679700" y="4121150"/>
          <p14:tracePt t="74286" x="2743200" y="4159250"/>
          <p14:tracePt t="74289" x="2762250" y="4159250"/>
          <p14:tracePt t="74303" x="2794000" y="4171950"/>
          <p14:tracePt t="74320" x="2832100" y="4184650"/>
          <p14:tracePt t="74322" x="2844800" y="4184650"/>
          <p14:tracePt t="74337" x="2889250" y="4184650"/>
          <p14:tracePt t="74353" x="2927350" y="4184650"/>
          <p14:tracePt t="74370" x="2952750" y="4184650"/>
          <p14:tracePt t="74387" x="2990850" y="4165600"/>
          <p14:tracePt t="74403" x="3022600" y="4140200"/>
          <p14:tracePt t="74420" x="3041650" y="4127500"/>
          <p14:tracePt t="74436" x="3067050" y="4089400"/>
          <p14:tracePt t="74453" x="3086100" y="4044950"/>
          <p14:tracePt t="74470" x="3086100" y="4032250"/>
          <p14:tracePt t="74486" x="3086100" y="4006850"/>
          <p14:tracePt t="74503" x="3086100" y="4000500"/>
          <p14:tracePt t="74520" x="3086100" y="3994150"/>
          <p14:tracePt t="74536" x="3079750" y="3987800"/>
          <p14:tracePt t="74553" x="3067050" y="3981450"/>
          <p14:tracePt t="74556" x="3060700" y="3981450"/>
          <p14:tracePt t="74569" x="3054350" y="3981450"/>
          <p14:tracePt t="74587" x="3028950" y="3981450"/>
          <p14:tracePt t="74603" x="3003550" y="3975100"/>
          <p14:tracePt t="74619" x="2971800" y="3975100"/>
          <p14:tracePt t="74636" x="2927350" y="3968750"/>
          <p14:tracePt t="74653" x="2882900" y="3968750"/>
          <p14:tracePt t="74670" x="2825750" y="3975100"/>
          <p14:tracePt t="74686" x="2774950" y="3994150"/>
          <p14:tracePt t="74703" x="2743200" y="4025900"/>
          <p14:tracePt t="74720" x="2717800" y="4051300"/>
          <p14:tracePt t="74736" x="2711450" y="4070350"/>
          <p14:tracePt t="74753" x="2711450" y="4089400"/>
          <p14:tracePt t="74757" x="2711450" y="4095750"/>
          <p14:tracePt t="74770" x="2711450" y="4102100"/>
          <p14:tracePt t="74786" x="2717800" y="4127500"/>
          <p14:tracePt t="74789" x="2724150" y="4133850"/>
          <p14:tracePt t="74804" x="2749550" y="4146550"/>
          <p14:tracePt t="74820" x="2774950" y="4165600"/>
          <p14:tracePt t="74822" x="2787650" y="4171950"/>
          <p14:tracePt t="74837" x="2844800" y="4191000"/>
          <p14:tracePt t="74853" x="2908300" y="4197350"/>
          <p14:tracePt t="74870" x="2933700" y="4197350"/>
          <p14:tracePt t="74886" x="2959100" y="4197350"/>
          <p14:tracePt t="74903" x="3003550" y="4197350"/>
          <p14:tracePt t="74920" x="3016250" y="4191000"/>
          <p14:tracePt t="74936" x="3060700" y="4159250"/>
          <p14:tracePt t="74953" x="3086100" y="4133850"/>
          <p14:tracePt t="74969" x="3124200" y="4089400"/>
          <p14:tracePt t="74987" x="3143250" y="4044950"/>
          <p14:tracePt t="75003" x="3155950" y="4013200"/>
          <p14:tracePt t="75020" x="3155950" y="3987800"/>
          <p14:tracePt t="75023" x="3155950" y="3968750"/>
          <p14:tracePt t="75036" x="3149600" y="3962400"/>
          <p14:tracePt t="75053" x="3130550" y="3949700"/>
          <p14:tracePt t="75070" x="3124200" y="3943350"/>
          <p14:tracePt t="75088" x="3098800" y="3943350"/>
          <p14:tracePt t="75104" x="3086100" y="3943350"/>
          <p14:tracePt t="75119" x="3079750" y="3943350"/>
          <p14:tracePt t="75136" x="3073400" y="3943350"/>
          <p14:tracePt t="75176" x="3067050" y="3943350"/>
          <p14:tracePt t="75200" x="3060700" y="3943350"/>
          <p14:tracePt t="75208" x="3054350" y="3949700"/>
          <p14:tracePt t="75219" x="3048000" y="3956050"/>
          <p14:tracePt t="75236" x="3035300" y="3975100"/>
          <p14:tracePt t="75253" x="3022600" y="4000500"/>
          <p14:tracePt t="75269" x="3016250" y="4019550"/>
          <p14:tracePt t="75286" x="3016250" y="4038600"/>
          <p14:tracePt t="75290" x="3016250" y="4051300"/>
          <p14:tracePt t="75303" x="3016250" y="4064000"/>
          <p14:tracePt t="75320" x="3028950" y="4083050"/>
          <p14:tracePt t="75323" x="3041650" y="4095750"/>
          <p14:tracePt t="75338" x="3060700" y="4108450"/>
          <p14:tracePt t="75353" x="3086100" y="4121150"/>
          <p14:tracePt t="75369" x="3111500" y="4127500"/>
          <p14:tracePt t="75386" x="3136900" y="4127500"/>
          <p14:tracePt t="75403" x="3162300" y="4127500"/>
          <p14:tracePt t="75420" x="3200400" y="4121150"/>
          <p14:tracePt t="75436" x="3225800" y="4114800"/>
          <p14:tracePt t="75453" x="3257550" y="4095750"/>
          <p14:tracePt t="75470" x="3282950" y="4076700"/>
          <p14:tracePt t="75486" x="3302000" y="4057650"/>
          <p14:tracePt t="75489" x="3302000" y="4051300"/>
          <p14:tracePt t="75505" x="3308350" y="4038600"/>
          <p14:tracePt t="75519" x="3308350" y="4032250"/>
          <p14:tracePt t="75628" x="3308350" y="4025900"/>
          <p14:tracePt t="76410" x="0" y="0"/>
        </p14:tracePtLst>
        <p14:tracePtLst>
          <p14:tracePt t="82063" x="2457450" y="4445000"/>
          <p14:tracePt t="82072" x="2451100" y="4451350"/>
          <p14:tracePt t="82078" x="2444750" y="4457700"/>
          <p14:tracePt t="82086" x="2432050" y="4457700"/>
          <p14:tracePt t="82105" x="2413000" y="4476750"/>
          <p14:tracePt t="82120" x="2381250" y="4502150"/>
          <p14:tracePt t="82139" x="2343150" y="4521200"/>
          <p14:tracePt t="82141" x="2330450" y="4527550"/>
          <p14:tracePt t="82153" x="2305050" y="4540250"/>
          <p14:tracePt t="82172" x="2273300" y="4552950"/>
          <p14:tracePt t="82174" x="2260600" y="4552950"/>
          <p14:tracePt t="82186" x="2260600" y="4559300"/>
          <p14:tracePt t="82203" x="2254250" y="4559300"/>
          <p14:tracePt t="82279" x="2247900" y="4559300"/>
          <p14:tracePt t="82304" x="2241550" y="4559300"/>
          <p14:tracePt t="82328" x="2235200" y="4559300"/>
          <p14:tracePt t="82344" x="2228850" y="4559300"/>
          <p14:tracePt t="82359" x="2222500" y="4559300"/>
          <p14:tracePt t="82369" x="2216150" y="4559300"/>
          <p14:tracePt t="82384" x="2209800" y="4552950"/>
          <p14:tracePt t="82392" x="2190750" y="4546600"/>
          <p14:tracePt t="82403" x="2178050" y="4540250"/>
          <p14:tracePt t="82420" x="2152650" y="4521200"/>
          <p14:tracePt t="82436" x="2114550" y="4502150"/>
          <p14:tracePt t="82440" x="2095500" y="4483100"/>
          <p14:tracePt t="82454" x="2076450" y="4476750"/>
          <p14:tracePt t="82470" x="2006600" y="4432300"/>
          <p14:tracePt t="82472" x="1993900" y="4419600"/>
          <p14:tracePt t="82487" x="1949450" y="4406900"/>
          <p14:tracePt t="82503" x="1905000" y="4400550"/>
          <p14:tracePt t="82520" x="1879600" y="4400550"/>
          <p14:tracePt t="82537" x="1739900" y="4400550"/>
          <p14:tracePt t="82553" x="1676400" y="4419600"/>
          <p14:tracePt t="82570" x="1555750" y="4457700"/>
          <p14:tracePt t="82586" x="1504950" y="4464050"/>
          <p14:tracePt t="82603" x="1454150" y="4483100"/>
          <p14:tracePt t="82620" x="1435100" y="4489450"/>
          <p14:tracePt t="82636" x="1422400" y="4502150"/>
          <p14:tracePt t="82653" x="1409700" y="4508500"/>
          <p14:tracePt t="82670" x="1397000" y="4527550"/>
          <p14:tracePt t="82674" x="1384300" y="4552950"/>
          <p14:tracePt t="82686" x="1371600" y="4584700"/>
          <p14:tracePt t="82703" x="1358900" y="4629150"/>
          <p14:tracePt t="82706" x="1352550" y="4648200"/>
          <p14:tracePt t="82720" x="1352550" y="4673600"/>
          <p14:tracePt t="82737" x="1352550" y="4730750"/>
          <p14:tracePt t="82753" x="1358900" y="4775200"/>
          <p14:tracePt t="82770" x="1377950" y="4826000"/>
          <p14:tracePt t="82787" x="1409700" y="4895850"/>
          <p14:tracePt t="82803" x="1479550" y="4972050"/>
          <p14:tracePt t="82820" x="1536700" y="5035550"/>
          <p14:tracePt t="82836" x="1625600" y="5092700"/>
          <p14:tracePt t="82853" x="1714500" y="5137150"/>
          <p14:tracePt t="82870" x="1797050" y="5162550"/>
          <p14:tracePt t="82889" x="1879600" y="5181600"/>
          <p14:tracePt t="82903" x="1962150" y="5194300"/>
          <p14:tracePt t="82920" x="2019300" y="5194300"/>
          <p14:tracePt t="82936" x="2095500" y="5181600"/>
          <p14:tracePt t="82939" x="2127250" y="5168900"/>
          <p14:tracePt t="82953" x="2159000" y="5156200"/>
          <p14:tracePt t="82970" x="2241550" y="5118100"/>
          <p14:tracePt t="82973" x="2292350" y="5099050"/>
          <p14:tracePt t="82988" x="2355850" y="5067300"/>
          <p14:tracePt t="83003" x="2463800" y="5016500"/>
          <p14:tracePt t="83020" x="2527300" y="4984750"/>
          <p14:tracePt t="83037" x="2622550" y="4927600"/>
          <p14:tracePt t="83053" x="2679700" y="4889500"/>
          <p14:tracePt t="83070" x="2724150" y="4857750"/>
          <p14:tracePt t="83086" x="2749550" y="4819650"/>
          <p14:tracePt t="83103" x="2762250" y="4794250"/>
          <p14:tracePt t="83120" x="2768600" y="4756150"/>
          <p14:tracePt t="83136" x="2768600" y="4730750"/>
          <p14:tracePt t="83153" x="2755900" y="4686300"/>
          <p14:tracePt t="83170" x="2724150" y="4660900"/>
          <p14:tracePt t="83174" x="2698750" y="4635500"/>
          <p14:tracePt t="83186" x="2673350" y="4610100"/>
          <p14:tracePt t="83203" x="2603500" y="4572000"/>
          <p14:tracePt t="83206" x="2590800" y="4559300"/>
          <p14:tracePt t="83220" x="2546350" y="4533900"/>
          <p14:tracePt t="83237" x="2438400" y="4476750"/>
          <p14:tracePt t="83253" x="2368550" y="4438650"/>
          <p14:tracePt t="83270" x="2336800" y="4419600"/>
          <p14:tracePt t="83286" x="2305050" y="4400550"/>
          <p14:tracePt t="83303" x="2260600" y="4381500"/>
          <p14:tracePt t="83320" x="2222500" y="4375150"/>
          <p14:tracePt t="83336" x="2171700" y="4375150"/>
          <p14:tracePt t="83353" x="2095500" y="4375150"/>
          <p14:tracePt t="83370" x="2044700" y="4387850"/>
          <p14:tracePt t="83386" x="1936750" y="4419600"/>
          <p14:tracePt t="83403" x="1841500" y="4464050"/>
          <p14:tracePt t="83420" x="1803400" y="4495800"/>
          <p14:tracePt t="83436" x="1784350" y="4521200"/>
          <p14:tracePt t="83440" x="1784350" y="4527550"/>
          <p14:tracePt t="83473" x="1784350" y="4533900"/>
          <p14:tracePt t="83490" x="1784350" y="4540250"/>
          <p14:tracePt t="83504" x="1790700" y="4546600"/>
          <p14:tracePt t="83512" x="1790700" y="4559300"/>
          <p14:tracePt t="83521" x="1797050" y="4559300"/>
          <p14:tracePt t="83536" x="1809750" y="4565650"/>
          <p14:tracePt t="83626" x="1816100" y="4565650"/>
          <p14:tracePt t="83641" x="1822450" y="4565650"/>
          <p14:tracePt t="83659" x="1828800" y="4565650"/>
          <p14:tracePt t="83661" x="0" y="0"/>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4DA31-A8D5-4323-BDBE-617BB55F1E30}"/>
              </a:ext>
            </a:extLst>
          </p:cNvPr>
          <p:cNvSpPr>
            <a:spLocks noGrp="1"/>
          </p:cNvSpPr>
          <p:nvPr>
            <p:ph type="title"/>
          </p:nvPr>
        </p:nvSpPr>
        <p:spPr/>
        <p:txBody>
          <a:bodyPr/>
          <a:lstStyle/>
          <a:p>
            <a:r>
              <a:rPr lang="en-US" dirty="0"/>
              <a:t>for loop </a:t>
            </a:r>
            <a:r>
              <a:rPr lang="en-US"/>
              <a:t>(basic)</a:t>
            </a:r>
            <a:endParaRPr lang="en-US" dirty="0"/>
          </a:p>
        </p:txBody>
      </p:sp>
      <p:sp>
        <p:nvSpPr>
          <p:cNvPr id="3" name="Content Placeholder 2">
            <a:extLst>
              <a:ext uri="{FF2B5EF4-FFF2-40B4-BE49-F238E27FC236}">
                <a16:creationId xmlns:a16="http://schemas.microsoft.com/office/drawing/2014/main" id="{7B778BF8-5F18-4C20-AF79-D7D4179D1C7A}"/>
              </a:ext>
            </a:extLst>
          </p:cNvPr>
          <p:cNvSpPr>
            <a:spLocks noGrp="1"/>
          </p:cNvSpPr>
          <p:nvPr>
            <p:ph idx="1"/>
          </p:nvPr>
        </p:nvSpPr>
        <p:spPr/>
        <p:txBody>
          <a:bodyPr/>
          <a:lstStyle/>
          <a:p>
            <a:pPr marL="0" indent="0">
              <a:buNone/>
            </a:pPr>
            <a:r>
              <a:rPr lang="en-US" dirty="0">
                <a:latin typeface="Courier New" panose="02070309020205020404" pitchFamily="49" charset="0"/>
                <a:cs typeface="Courier New" panose="02070309020205020404" pitchFamily="49" charset="0"/>
              </a:rPr>
              <a:t>sum=0</a:t>
            </a:r>
          </a:p>
          <a:p>
            <a:pPr marL="0" indent="0">
              <a:buNone/>
            </a:pPr>
            <a:r>
              <a:rPr lang="en-US" dirty="0">
                <a:latin typeface="Courier New" panose="02070309020205020404" pitchFamily="49" charset="0"/>
                <a:cs typeface="Courier New" panose="02070309020205020404" pitchFamily="49" charset="0"/>
              </a:rPr>
              <a:t>numbers =[1,22,31,458]</a:t>
            </a:r>
          </a:p>
          <a:p>
            <a:pPr marL="0" indent="0">
              <a:buNone/>
            </a:pPr>
            <a:r>
              <a:rPr lang="en-US" dirty="0">
                <a:latin typeface="Courier New" panose="02070309020205020404" pitchFamily="49" charset="0"/>
                <a:cs typeface="Courier New" panose="02070309020205020404" pitchFamily="49" charset="0"/>
              </a:rPr>
              <a:t>for num in numbers:</a:t>
            </a:r>
          </a:p>
          <a:p>
            <a:pPr marL="0" indent="0">
              <a:buNone/>
            </a:pPr>
            <a:r>
              <a:rPr lang="en-US" dirty="0">
                <a:latin typeface="Courier New" panose="02070309020205020404" pitchFamily="49" charset="0"/>
                <a:cs typeface="Courier New" panose="02070309020205020404" pitchFamily="49" charset="0"/>
              </a:rPr>
              <a:t>    print(num)</a:t>
            </a:r>
          </a:p>
          <a:p>
            <a:pPr marL="0" indent="0">
              <a:buNone/>
            </a:pPr>
            <a:r>
              <a:rPr lang="en-US" dirty="0">
                <a:latin typeface="Courier New" panose="02070309020205020404" pitchFamily="49" charset="0"/>
                <a:cs typeface="Courier New" panose="02070309020205020404" pitchFamily="49" charset="0"/>
              </a:rPr>
              <a:t>    sum=</a:t>
            </a:r>
            <a:r>
              <a:rPr lang="en-US" dirty="0" err="1">
                <a:latin typeface="Courier New" panose="02070309020205020404" pitchFamily="49" charset="0"/>
                <a:cs typeface="Courier New" panose="02070309020205020404" pitchFamily="49" charset="0"/>
              </a:rPr>
              <a:t>sum+num</a:t>
            </a:r>
            <a:r>
              <a:rPr lang="en-US" dirty="0">
                <a:latin typeface="Courier New" panose="02070309020205020404" pitchFamily="49" charset="0"/>
                <a:cs typeface="Courier New" panose="02070309020205020404" pitchFamily="49" charset="0"/>
              </a:rPr>
              <a:t>  # check the indentation</a:t>
            </a:r>
          </a:p>
          <a:p>
            <a:pPr marL="0" indent="0">
              <a:buNone/>
            </a:pPr>
            <a:r>
              <a:rPr lang="en-US" dirty="0">
                <a:latin typeface="Courier New" panose="02070309020205020404" pitchFamily="49" charset="0"/>
                <a:cs typeface="Courier New" panose="02070309020205020404" pitchFamily="49" charset="0"/>
              </a:rPr>
              <a:t>avg=sum/</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(numbers)</a:t>
            </a:r>
          </a:p>
          <a:p>
            <a:pPr marL="0" indent="0">
              <a:buNone/>
            </a:pPr>
            <a:r>
              <a:rPr lang="en-US" dirty="0">
                <a:latin typeface="Courier New" panose="02070309020205020404" pitchFamily="49" charset="0"/>
                <a:cs typeface="Courier New" panose="02070309020205020404" pitchFamily="49" charset="0"/>
              </a:rPr>
              <a:t>print ('Average:', avg)</a:t>
            </a:r>
          </a:p>
        </p:txBody>
      </p:sp>
    </p:spTree>
    <p:extLst>
      <p:ext uri="{BB962C8B-B14F-4D97-AF65-F5344CB8AC3E}">
        <p14:creationId xmlns:p14="http://schemas.microsoft.com/office/powerpoint/2010/main" val="3117856547"/>
      </p:ext>
    </p:extLst>
  </p:cSld>
  <p:clrMapOvr>
    <a:masterClrMapping/>
  </p:clrMapOvr>
  <mc:AlternateContent xmlns:mc="http://schemas.openxmlformats.org/markup-compatibility/2006" xmlns:p14="http://schemas.microsoft.com/office/powerpoint/2010/main">
    <mc:Choice Requires="p14">
      <p:transition spd="slow" p14:dur="2000" advTm="125614"/>
    </mc:Choice>
    <mc:Fallback xmlns="">
      <p:transition spd="slow" advTm="125614"/>
    </mc:Fallback>
  </mc:AlternateContent>
  <p:extLst>
    <p:ext uri="{3A86A75C-4F4B-4683-9AE1-C65F6400EC91}">
      <p14:laserTraceLst xmlns:p14="http://schemas.microsoft.com/office/powerpoint/2010/main">
        <p14:tracePtLst>
          <p14:tracePt t="3297" x="2057400" y="1924050"/>
          <p14:tracePt t="3303" x="2057400" y="1917700"/>
          <p14:tracePt t="3335" x="2057400" y="1911350"/>
          <p14:tracePt t="3358" x="2057400" y="1905000"/>
          <p14:tracePt t="3366" x="2057400" y="1898650"/>
          <p14:tracePt t="3382" x="2051050" y="1892300"/>
          <p14:tracePt t="3398" x="2044700" y="1892300"/>
          <p14:tracePt t="3407" x="2038350" y="1885950"/>
          <p14:tracePt t="3418" x="2032000" y="1885950"/>
          <p14:tracePt t="3434" x="2012950" y="1879600"/>
          <p14:tracePt t="3451" x="1974850" y="1873250"/>
          <p14:tracePt t="3467" x="1949450" y="1873250"/>
          <p14:tracePt t="3484" x="1917700" y="1866900"/>
          <p14:tracePt t="3487" x="1873250" y="1866900"/>
          <p14:tracePt t="3501" x="1854200" y="1866900"/>
          <p14:tracePt t="3518" x="1809750" y="1866900"/>
          <p14:tracePt t="3521" x="1790700" y="1860550"/>
          <p14:tracePt t="3534" x="1771650" y="1860550"/>
          <p14:tracePt t="3552" x="1676400" y="1860550"/>
          <p14:tracePt t="3568" x="1631950" y="1847850"/>
          <p14:tracePt t="3584" x="1581150" y="1841500"/>
          <p14:tracePt t="3601" x="1466850" y="1828800"/>
          <p14:tracePt t="3618" x="1390650" y="1816100"/>
          <p14:tracePt t="3634" x="1308100" y="1797050"/>
          <p14:tracePt t="3651" x="1231900" y="1784350"/>
          <p14:tracePt t="3668" x="1155700" y="1771650"/>
          <p14:tracePt t="3684" x="1085850" y="1758950"/>
          <p14:tracePt t="3687" x="1079500" y="1758950"/>
          <p14:tracePt t="3701" x="1073150" y="1758950"/>
          <p14:tracePt t="3718" x="1054100" y="1752600"/>
          <p14:tracePt t="3734" x="1047750" y="1752600"/>
          <p14:tracePt t="3751" x="1035050" y="1752600"/>
          <p14:tracePt t="3754" x="1028700" y="1752600"/>
          <p14:tracePt t="3774" x="1016000" y="1758950"/>
          <p14:tracePt t="3784" x="1003300" y="1765300"/>
          <p14:tracePt t="3802" x="971550" y="1778000"/>
          <p14:tracePt t="3818" x="939800" y="1797050"/>
          <p14:tracePt t="3834" x="914400" y="1803400"/>
          <p14:tracePt t="3851" x="889000" y="1816100"/>
          <p14:tracePt t="3868" x="857250" y="1835150"/>
          <p14:tracePt t="3884" x="831850" y="1854200"/>
          <p14:tracePt t="3901" x="806450" y="1879600"/>
          <p14:tracePt t="3918" x="774700" y="1924050"/>
          <p14:tracePt t="3934" x="762000" y="1955800"/>
          <p14:tracePt t="3951" x="749300" y="1987550"/>
          <p14:tracePt t="3954" x="742950" y="2025650"/>
          <p14:tracePt t="3968" x="742950" y="2044700"/>
          <p14:tracePt t="3985" x="742950" y="2070100"/>
          <p14:tracePt t="3990" x="749300" y="2082800"/>
          <p14:tracePt t="4001" x="755650" y="2095500"/>
          <p14:tracePt t="4018" x="768350" y="2114550"/>
          <p14:tracePt t="4023" x="768350" y="2120900"/>
          <p14:tracePt t="4034" x="774700" y="2133600"/>
          <p14:tracePt t="4052" x="793750" y="2152650"/>
          <p14:tracePt t="4070" x="819150" y="2178050"/>
          <p14:tracePt t="4084" x="838200" y="2197100"/>
          <p14:tracePt t="4103" x="869950" y="2222500"/>
          <p14:tracePt t="4117" x="895350" y="2247900"/>
          <p14:tracePt t="4136" x="933450" y="2279650"/>
          <p14:tracePt t="4151" x="977900" y="2311400"/>
          <p14:tracePt t="4170" x="1022350" y="2336800"/>
          <p14:tracePt t="4172" x="1054100" y="2355850"/>
          <p14:tracePt t="4184" x="1079500" y="2368550"/>
          <p14:tracePt t="4201" x="1111250" y="2381250"/>
          <p14:tracePt t="4204" x="1130300" y="2387600"/>
          <p14:tracePt t="4217" x="1162050" y="2400300"/>
          <p14:tracePt t="4234" x="1231900" y="2419350"/>
          <p14:tracePt t="4237" x="1244600" y="2425700"/>
          <p14:tracePt t="4251" x="1270000" y="2425700"/>
          <p14:tracePt t="4268" x="1327150" y="2438400"/>
          <p14:tracePt t="4271" x="1371600" y="2444750"/>
          <p14:tracePt t="4284" x="1384300" y="2444750"/>
          <p14:tracePt t="4302" x="1485900" y="2457450"/>
          <p14:tracePt t="4318" x="1549400" y="2463800"/>
          <p14:tracePt t="4334" x="1612900" y="2463800"/>
          <p14:tracePt t="4351" x="1689100" y="2463800"/>
          <p14:tracePt t="4367" x="1752600" y="2470150"/>
          <p14:tracePt t="4384" x="1809750" y="2470150"/>
          <p14:tracePt t="4401" x="1860550" y="2470150"/>
          <p14:tracePt t="4418" x="1911350" y="2470150"/>
          <p14:tracePt t="4434" x="1949450" y="2470150"/>
          <p14:tracePt t="4451" x="1974850" y="2463800"/>
          <p14:tracePt t="4468" x="2006600" y="2451100"/>
          <p14:tracePt t="4471" x="2012950" y="2438400"/>
          <p14:tracePt t="4484" x="2019300" y="2438400"/>
          <p14:tracePt t="4502" x="2032000" y="2419350"/>
          <p14:tracePt t="4518" x="2038350" y="2419350"/>
          <p14:tracePt t="4534" x="2044700" y="2413000"/>
          <p14:tracePt t="4537" x="2044700" y="2406650"/>
          <p14:tracePt t="4551" x="2051050" y="2400300"/>
          <p14:tracePt t="4568" x="2057400" y="2381250"/>
          <p14:tracePt t="4584" x="2063750" y="2368550"/>
          <p14:tracePt t="4601" x="2070100" y="2362200"/>
          <p14:tracePt t="4618" x="2082800" y="2336800"/>
          <p14:tracePt t="4634" x="2089150" y="2324100"/>
          <p14:tracePt t="4651" x="2101850" y="2298700"/>
          <p14:tracePt t="4668" x="2108200" y="2279650"/>
          <p14:tracePt t="4672" x="2114550" y="2266950"/>
          <p14:tracePt t="4684" x="2120900" y="2260600"/>
          <p14:tracePt t="4701" x="2133600" y="2235200"/>
          <p14:tracePt t="4718" x="2133600" y="2222500"/>
          <p14:tracePt t="4734" x="2139950" y="2209800"/>
          <p14:tracePt t="4737" x="2139950" y="2203450"/>
          <p14:tracePt t="4752" x="2146300" y="2190750"/>
          <p14:tracePt t="4768" x="2152650" y="2178050"/>
          <p14:tracePt t="4784" x="2152650" y="2171700"/>
          <p14:tracePt t="4803" x="2152650" y="2152650"/>
          <p14:tracePt t="4818" x="2152650" y="2127250"/>
          <p14:tracePt t="4834" x="2152650" y="2108200"/>
          <p14:tracePt t="4851" x="2152650" y="2089150"/>
          <p14:tracePt t="4868" x="2139950" y="2057400"/>
          <p14:tracePt t="4884" x="2133600" y="2038350"/>
          <p14:tracePt t="4901" x="2127250" y="2025650"/>
          <p14:tracePt t="4905" x="2120900" y="2012950"/>
          <p14:tracePt t="4918" x="2114550" y="2006600"/>
          <p14:tracePt t="4934" x="2108200" y="1993900"/>
          <p14:tracePt t="4938" x="2101850" y="1993900"/>
          <p14:tracePt t="4951" x="2095500" y="1981200"/>
          <p14:tracePt t="4968" x="2082800" y="1968500"/>
          <p14:tracePt t="4971" x="2063750" y="1962150"/>
          <p14:tracePt t="4988" x="2038350" y="1949450"/>
          <p14:tracePt t="5002" x="2019300" y="1936750"/>
          <p14:tracePt t="5020" x="1981200" y="1924050"/>
          <p14:tracePt t="5034" x="1943100" y="1911350"/>
          <p14:tracePt t="5051" x="1885950" y="1898650"/>
          <p14:tracePt t="5068" x="1816100" y="1879600"/>
          <p14:tracePt t="5084" x="1727200" y="1866900"/>
          <p14:tracePt t="5101" x="1638300" y="1847850"/>
          <p14:tracePt t="5118" x="1511300" y="1835150"/>
          <p14:tracePt t="5134" x="1441450" y="1828800"/>
          <p14:tracePt t="5151" x="1339850" y="1828800"/>
          <p14:tracePt t="5168" x="1289050" y="1828800"/>
          <p14:tracePt t="5173" x="1270000" y="1828800"/>
          <p14:tracePt t="5184" x="1231900" y="1828800"/>
          <p14:tracePt t="5201" x="1212850" y="1828800"/>
          <p14:tracePt t="5217" x="1200150" y="1828800"/>
          <p14:tracePt t="5234" x="1187450" y="1828800"/>
          <p14:tracePt t="5237" x="1174750" y="1835150"/>
          <p14:tracePt t="5253" x="1155700" y="1835150"/>
          <p14:tracePt t="5268" x="1123950" y="1847850"/>
          <p14:tracePt t="5285" x="1111250" y="1854200"/>
          <p14:tracePt t="5301" x="1092200" y="1866900"/>
          <p14:tracePt t="5317" x="1085850" y="1873250"/>
          <p14:tracePt t="5392" x="0" y="0"/>
        </p14:tracePtLst>
        <p14:tracePtLst>
          <p14:tracePt t="9236" x="1397000" y="2476500"/>
          <p14:tracePt t="9259" x="1397000" y="2470150"/>
          <p14:tracePt t="9274" x="1397000" y="2463800"/>
          <p14:tracePt t="9298" x="1390650" y="2463800"/>
          <p14:tracePt t="9307" x="1390650" y="2457450"/>
          <p14:tracePt t="9322" x="1384300" y="2457450"/>
          <p14:tracePt t="9338" x="1377950" y="2451100"/>
          <p14:tracePt t="9362" x="1371600" y="2451100"/>
          <p14:tracePt t="9378" x="1365250" y="2444750"/>
          <p14:tracePt t="9395" x="1352550" y="2438400"/>
          <p14:tracePt t="9403" x="1346200" y="2438400"/>
          <p14:tracePt t="9418" x="1320800" y="2438400"/>
          <p14:tracePt t="9434" x="1295400" y="2438400"/>
          <p14:tracePt t="9451" x="1270000" y="2438400"/>
          <p14:tracePt t="9468" x="1238250" y="2438400"/>
          <p14:tracePt t="9484" x="1219200" y="2438400"/>
          <p14:tracePt t="9501" x="1181100" y="2438400"/>
          <p14:tracePt t="9518" x="1155700" y="2451100"/>
          <p14:tracePt t="9534" x="1123950" y="2457450"/>
          <p14:tracePt t="9551" x="1085850" y="2476500"/>
          <p14:tracePt t="9568" x="1079500" y="2482850"/>
          <p14:tracePt t="9584" x="1060450" y="2495550"/>
          <p14:tracePt t="9588" x="1054100" y="2495550"/>
          <p14:tracePt t="9601" x="1041400" y="2501900"/>
          <p14:tracePt t="9618" x="1028700" y="2508250"/>
          <p14:tracePt t="9622" x="1016000" y="2520950"/>
          <p14:tracePt t="9634" x="1009650" y="2527300"/>
          <p14:tracePt t="9652" x="984250" y="2552700"/>
          <p14:tracePt t="9668" x="958850" y="2584450"/>
          <p14:tracePt t="9684" x="946150" y="2603500"/>
          <p14:tracePt t="9701" x="939800" y="2622550"/>
          <p14:tracePt t="9718" x="933450" y="2641600"/>
          <p14:tracePt t="9734" x="933450" y="2660650"/>
          <p14:tracePt t="9751" x="933450" y="2686050"/>
          <p14:tracePt t="9768" x="939800" y="2698750"/>
          <p14:tracePt t="9784" x="958850" y="2717800"/>
          <p14:tracePt t="9801" x="990600" y="2736850"/>
          <p14:tracePt t="9818" x="1066800" y="2768600"/>
          <p14:tracePt t="9822" x="1079500" y="2768600"/>
          <p14:tracePt t="9834" x="1098550" y="2774950"/>
          <p14:tracePt t="9851" x="1181100" y="2787650"/>
          <p14:tracePt t="9854" x="1244600" y="2794000"/>
          <p14:tracePt t="9868" x="1276350" y="2800350"/>
          <p14:tracePt t="9870" x="1339850" y="2800350"/>
          <p14:tracePt t="9885" x="1377950" y="2806700"/>
          <p14:tracePt t="9902" x="1543050" y="2819400"/>
          <p14:tracePt t="9918" x="1689100" y="2825750"/>
          <p14:tracePt t="9934" x="1778000" y="2832100"/>
          <p14:tracePt t="9951" x="1911350" y="2838450"/>
          <p14:tracePt t="9968" x="2038350" y="2844800"/>
          <p14:tracePt t="9985" x="2114550" y="2851150"/>
          <p14:tracePt t="9991" x="2152650" y="2851150"/>
          <p14:tracePt t="10001" x="2241550" y="2851150"/>
          <p14:tracePt t="10018" x="2317750" y="2851150"/>
          <p14:tracePt t="10034" x="2387600" y="2851150"/>
          <p14:tracePt t="10051" x="2501900" y="2851150"/>
          <p14:tracePt t="10056" x="2527300" y="2851150"/>
          <p14:tracePt t="10068" x="2552700" y="2851150"/>
          <p14:tracePt t="10084" x="2616200" y="2844800"/>
          <p14:tracePt t="10089" x="2679700" y="2844800"/>
          <p14:tracePt t="10101" x="2711450" y="2838450"/>
          <p14:tracePt t="10118" x="2762250" y="2838450"/>
          <p14:tracePt t="10122" x="2794000" y="2838450"/>
          <p14:tracePt t="10137" x="2863850" y="2838450"/>
          <p14:tracePt t="10152" x="2952750" y="2838450"/>
          <p14:tracePt t="10168" x="3105150" y="2838450"/>
          <p14:tracePt t="10184" x="3200400" y="2851150"/>
          <p14:tracePt t="10201" x="3282950" y="2863850"/>
          <p14:tracePt t="10218" x="3359150" y="2876550"/>
          <p14:tracePt t="10234" x="3422650" y="2889250"/>
          <p14:tracePt t="10251" x="3492500" y="2895600"/>
          <p14:tracePt t="10268" x="3562350" y="2908300"/>
          <p14:tracePt t="10285" x="3651250" y="2908300"/>
          <p14:tracePt t="10301" x="3803650" y="2908300"/>
          <p14:tracePt t="10318" x="3898900" y="2908300"/>
          <p14:tracePt t="10334" x="3987800" y="2908300"/>
          <p14:tracePt t="10351" x="4159250" y="2908300"/>
          <p14:tracePt t="10354" x="4203700" y="2908300"/>
          <p14:tracePt t="10368" x="4241800" y="2908300"/>
          <p14:tracePt t="10385" x="4330700" y="2901950"/>
          <p14:tracePt t="10387" x="4375150" y="2901950"/>
          <p14:tracePt t="10402" x="4457700" y="2889250"/>
          <p14:tracePt t="10418" x="4546600" y="2870200"/>
          <p14:tracePt t="10435" x="4629150" y="2857500"/>
          <p14:tracePt t="10451" x="4762500" y="2825750"/>
          <p14:tracePt t="10468" x="4832350" y="2819400"/>
          <p14:tracePt t="10484" x="4908550" y="2806700"/>
          <p14:tracePt t="10501" x="4978400" y="2800350"/>
          <p14:tracePt t="10518" x="5060950" y="2800350"/>
          <p14:tracePt t="10535" x="5118100" y="2800350"/>
          <p14:tracePt t="10551" x="5168900" y="2800350"/>
          <p14:tracePt t="10555" x="5200650" y="2800350"/>
          <p14:tracePt t="10568" x="5219700" y="2794000"/>
          <p14:tracePt t="10584" x="5251450" y="2787650"/>
          <p14:tracePt t="10589" x="5264150" y="2781300"/>
          <p14:tracePt t="10601" x="5276850" y="2774950"/>
          <p14:tracePt t="10618" x="5289550" y="2768600"/>
          <p14:tracePt t="10623" x="5295900" y="2755900"/>
          <p14:tracePt t="10637" x="5295900" y="2749550"/>
          <p14:tracePt t="10651" x="5295900" y="2736850"/>
          <p14:tracePt t="10670" x="5295900" y="2724150"/>
          <p14:tracePt t="10684" x="5289550" y="2705100"/>
          <p14:tracePt t="10704" x="5270500" y="2686050"/>
          <p14:tracePt t="10718" x="5238750" y="2667000"/>
          <p14:tracePt t="10737" x="5194300" y="2641600"/>
          <p14:tracePt t="10740" x="5181600" y="2635250"/>
          <p14:tracePt t="10751" x="5137150" y="2616200"/>
          <p14:tracePt t="10768" x="5048250" y="2584450"/>
          <p14:tracePt t="10784" x="4889500" y="2552700"/>
          <p14:tracePt t="10802" x="4686300" y="2520950"/>
          <p14:tracePt t="10806" x="4591050" y="2514600"/>
          <p14:tracePt t="10818" x="4502150" y="2508250"/>
          <p14:tracePt t="10835" x="4254500" y="2495550"/>
          <p14:tracePt t="10839" x="4114800" y="2489200"/>
          <p14:tracePt t="10851" x="3994150" y="2489200"/>
          <p14:tracePt t="10868" x="3727450" y="2489200"/>
          <p14:tracePt t="10870" x="3676650" y="2489200"/>
          <p14:tracePt t="10885" x="3562350" y="2489200"/>
          <p14:tracePt t="10901" x="3390900" y="2489200"/>
          <p14:tracePt t="10904" x="3359150" y="2489200"/>
          <p14:tracePt t="10918" x="3251200" y="2489200"/>
          <p14:tracePt t="10935" x="3187700" y="2489200"/>
          <p14:tracePt t="10951" x="3168650" y="2489200"/>
          <p14:tracePt t="10968" x="3136900" y="2495550"/>
          <p14:tracePt t="10985" x="3111500" y="2501900"/>
          <p14:tracePt t="11001" x="3073400" y="2514600"/>
          <p14:tracePt t="11018" x="3028950" y="2520950"/>
          <p14:tracePt t="11034" x="2984500" y="2533650"/>
          <p14:tracePt t="11038" x="2946400" y="2540000"/>
          <p14:tracePt t="11051" x="2921000" y="2540000"/>
          <p14:tracePt t="11068" x="2844800" y="2546350"/>
          <p14:tracePt t="11071" x="2806700" y="2552700"/>
          <p14:tracePt t="11084" x="2774950" y="2552700"/>
          <p14:tracePt t="11101" x="2705100" y="2559050"/>
          <p14:tracePt t="11106" x="2692400" y="2559050"/>
          <p14:tracePt t="11118" x="2667000" y="2559050"/>
          <p14:tracePt t="11135" x="2641600" y="2559050"/>
          <p14:tracePt t="11138" x="2635250" y="2559050"/>
          <p14:tracePt t="11154" x="2628900" y="2559050"/>
          <p14:tracePt t="11331" x="0" y="0"/>
        </p14:tracePtLst>
        <p14:tracePtLst>
          <p14:tracePt t="21411" x="3086100" y="2984500"/>
          <p14:tracePt t="21415" x="3073400" y="2971800"/>
          <p14:tracePt t="21424" x="3067050" y="2965450"/>
          <p14:tracePt t="21435" x="3067050" y="2959100"/>
          <p14:tracePt t="21451" x="3048000" y="2940050"/>
          <p14:tracePt t="21455" x="3035300" y="2933700"/>
          <p14:tracePt t="21468" x="3022600" y="2921000"/>
          <p14:tracePt t="21485" x="2990850" y="2908300"/>
          <p14:tracePt t="21488" x="2978150" y="2901950"/>
          <p14:tracePt t="21503" x="2933700" y="2889250"/>
          <p14:tracePt t="21518" x="2914650" y="2889250"/>
          <p14:tracePt t="21535" x="2838450" y="2876550"/>
          <p14:tracePt t="21538" x="2813050" y="2870200"/>
          <p14:tracePt t="21552" x="2667000" y="2857500"/>
          <p14:tracePt t="21568" x="2578100" y="2851150"/>
          <p14:tracePt t="21585" x="2470150" y="2844800"/>
          <p14:tracePt t="21601" x="2349500" y="2832100"/>
          <p14:tracePt t="21618" x="2228850" y="2819400"/>
          <p14:tracePt t="21635" x="2114550" y="2806700"/>
          <p14:tracePt t="21651" x="2006600" y="2800350"/>
          <p14:tracePt t="21668" x="1930400" y="2800350"/>
          <p14:tracePt t="21673" x="1898650" y="2800350"/>
          <p14:tracePt t="21685" x="1885950" y="2800350"/>
          <p14:tracePt t="21701" x="1847850" y="2800350"/>
          <p14:tracePt t="21706" x="1835150" y="2800350"/>
          <p14:tracePt t="21718" x="1822450" y="2794000"/>
          <p14:tracePt t="21735" x="1790700" y="2794000"/>
          <p14:tracePt t="21739" x="1778000" y="2794000"/>
          <p14:tracePt t="21751" x="1746250" y="2787650"/>
          <p14:tracePt t="21768" x="1676400" y="2787650"/>
          <p14:tracePt t="21785" x="1657350" y="2787650"/>
          <p14:tracePt t="21802" x="1574800" y="2787650"/>
          <p14:tracePt t="21818" x="1549400" y="2787650"/>
          <p14:tracePt t="21835" x="1517650" y="2787650"/>
          <p14:tracePt t="21851" x="1454150" y="2800350"/>
          <p14:tracePt t="21868" x="1416050" y="2800350"/>
          <p14:tracePt t="21885" x="1352550" y="2819400"/>
          <p14:tracePt t="21901" x="1308100" y="2832100"/>
          <p14:tracePt t="21918" x="1257300" y="2844800"/>
          <p14:tracePt t="21935" x="1212850" y="2863850"/>
          <p14:tracePt t="21951" x="1143000" y="2889250"/>
          <p14:tracePt t="21968" x="1123950" y="2901950"/>
          <p14:tracePt t="21970" x="1111250" y="2908300"/>
          <p14:tracePt t="21987" x="1098550" y="2921000"/>
          <p14:tracePt t="22001" x="1092200" y="2921000"/>
          <p14:tracePt t="22018" x="1079500" y="2927350"/>
          <p14:tracePt t="22052" x="1066800" y="2940050"/>
          <p14:tracePt t="22068" x="1047750" y="2959100"/>
          <p14:tracePt t="22085" x="1041400" y="2971800"/>
          <p14:tracePt t="22101" x="1028700" y="2978150"/>
          <p14:tracePt t="22118" x="1022350" y="2984500"/>
          <p14:tracePt t="22135" x="1016000" y="2997200"/>
          <p14:tracePt t="22152" x="1009650" y="3009900"/>
          <p14:tracePt t="22168" x="1003300" y="3022600"/>
          <p14:tracePt t="22187" x="996950" y="3035300"/>
          <p14:tracePt t="22190" x="996950" y="3041650"/>
          <p14:tracePt t="22201" x="996950" y="3054350"/>
          <p14:tracePt t="22220" x="996950" y="3060700"/>
          <p14:tracePt t="22235" x="996950" y="3067050"/>
          <p14:tracePt t="22253" x="996950" y="3073400"/>
          <p14:tracePt t="22320" x="996950" y="3079750"/>
          <p14:tracePt t="22367" x="1003300" y="3079750"/>
          <p14:tracePt t="22399" x="1003300" y="3086100"/>
          <p14:tracePt t="22423" x="1003300" y="3092450"/>
          <p14:tracePt t="22439" x="1003300" y="3098800"/>
          <p14:tracePt t="22454" x="1003300" y="3105150"/>
          <p14:tracePt t="22471" x="1003300" y="3111500"/>
          <p14:tracePt t="22487" x="1003300" y="3124200"/>
          <p14:tracePt t="22495" x="1003300" y="3130550"/>
          <p14:tracePt t="22504" x="1003300" y="3136900"/>
          <p14:tracePt t="22518" x="1009650" y="3162300"/>
          <p14:tracePt t="22535" x="1016000" y="3181350"/>
          <p14:tracePt t="22552" x="1028700" y="3206750"/>
          <p14:tracePt t="22568" x="1060450" y="3238500"/>
          <p14:tracePt t="22585" x="1085850" y="3257550"/>
          <p14:tracePt t="22601" x="1104900" y="3276600"/>
          <p14:tracePt t="22618" x="1155700" y="3289300"/>
          <p14:tracePt t="22635" x="1187450" y="3295650"/>
          <p14:tracePt t="22651" x="1225550" y="3295650"/>
          <p14:tracePt t="22668" x="1257300" y="3295650"/>
          <p14:tracePt t="22685" x="1327150" y="3295650"/>
          <p14:tracePt t="22688" x="1346200" y="3295650"/>
          <p14:tracePt t="22701" x="1371600" y="3295650"/>
          <p14:tracePt t="22718" x="1409700" y="3295650"/>
          <p14:tracePt t="22721" x="1422400" y="3295650"/>
          <p14:tracePt t="22735" x="1435100" y="3289300"/>
          <p14:tracePt t="22752" x="1466850" y="3282950"/>
          <p14:tracePt t="22768" x="1485900" y="3270250"/>
          <p14:tracePt t="22785" x="1511300" y="3251200"/>
          <p14:tracePt t="22801" x="1530350" y="3219450"/>
          <p14:tracePt t="22818" x="1549400" y="3200400"/>
          <p14:tracePt t="22835" x="1568450" y="3168650"/>
          <p14:tracePt t="22851" x="1581150" y="3124200"/>
          <p14:tracePt t="22856" x="1593850" y="3098800"/>
          <p14:tracePt t="22868" x="1593850" y="3086100"/>
          <p14:tracePt t="22885" x="1593850" y="3054350"/>
          <p14:tracePt t="22890" x="1593850" y="3022600"/>
          <p14:tracePt t="22901" x="1593850" y="3009900"/>
          <p14:tracePt t="22919" x="1581150" y="2978150"/>
          <p14:tracePt t="22922" x="1574800" y="2965450"/>
          <p14:tracePt t="22935" x="1562100" y="2952750"/>
          <p14:tracePt t="22951" x="1536700" y="2933700"/>
          <p14:tracePt t="22956" x="1524000" y="2927350"/>
          <p14:tracePt t="22968" x="1511300" y="2921000"/>
          <p14:tracePt t="22985" x="1454150" y="2895600"/>
          <p14:tracePt t="22988" x="1435100" y="2895600"/>
          <p14:tracePt t="23001" x="1422400" y="2889250"/>
          <p14:tracePt t="23018" x="1371600" y="2889250"/>
          <p14:tracePt t="23035" x="1339850" y="2889250"/>
          <p14:tracePt t="23051" x="1289050" y="2895600"/>
          <p14:tracePt t="23068" x="1250950" y="2908300"/>
          <p14:tracePt t="23085" x="1212850" y="2933700"/>
          <p14:tracePt t="23101" x="1200150" y="2946400"/>
          <p14:tracePt t="23118" x="1187450" y="2952750"/>
          <p14:tracePt t="23123" x="1187450" y="2959100"/>
          <p14:tracePt t="23135" x="1187450" y="2965450"/>
          <p14:tracePt t="23152" x="1187450" y="2971800"/>
          <p14:tracePt t="23171" x="1193800" y="2978150"/>
          <p14:tracePt t="23185" x="1193800" y="2984500"/>
          <p14:tracePt t="23189" x="1200150" y="2990850"/>
          <p14:tracePt t="23218" x="1200150" y="2997200"/>
          <p14:tracePt t="23221" x="1206500" y="2997200"/>
          <p14:tracePt t="23237" x="1212850" y="2997200"/>
          <p14:tracePt t="23251" x="1212850" y="3003550"/>
          <p14:tracePt t="23268" x="1212850" y="3009900"/>
          <p14:tracePt t="23285" x="1219200" y="3016250"/>
          <p14:tracePt t="23302" x="1219200" y="3035300"/>
          <p14:tracePt t="23318" x="1231900" y="3048000"/>
          <p14:tracePt t="23335" x="1238250" y="3060700"/>
          <p14:tracePt t="23351" x="1250950" y="3079750"/>
          <p14:tracePt t="23357" x="1257300" y="3086100"/>
          <p14:tracePt t="23368" x="1263650" y="3092450"/>
          <p14:tracePt t="23385" x="1289050" y="3111500"/>
          <p14:tracePt t="23388" x="1295400" y="3111500"/>
          <p14:tracePt t="23401" x="1308100" y="3117850"/>
          <p14:tracePt t="23418" x="1333500" y="3130550"/>
          <p14:tracePt t="23422" x="1339850" y="3130550"/>
          <p14:tracePt t="23435" x="1352550" y="3136900"/>
          <p14:tracePt t="23451" x="1371600" y="3143250"/>
          <p14:tracePt t="23455" x="1409700" y="3155950"/>
          <p14:tracePt t="23468" x="1428750" y="3162300"/>
          <p14:tracePt t="23485" x="1466850" y="3175000"/>
          <p14:tracePt t="23488" x="1485900" y="3187700"/>
          <p14:tracePt t="23501" x="1517650" y="3194050"/>
          <p14:tracePt t="23518" x="1670050" y="3257550"/>
          <p14:tracePt t="23535" x="1746250" y="3295650"/>
          <p14:tracePt t="23551" x="1835150" y="3327400"/>
          <p14:tracePt t="23568" x="1930400" y="3371850"/>
          <p14:tracePt t="23585" x="2032000" y="3397250"/>
          <p14:tracePt t="23601" x="2235200" y="3448050"/>
          <p14:tracePt t="23618" x="2336800" y="3460750"/>
          <p14:tracePt t="23623" x="2381250" y="3467100"/>
          <p14:tracePt t="23635" x="2425700" y="3467100"/>
          <p14:tracePt t="23651" x="2482850" y="3467100"/>
          <p14:tracePt t="23656" x="2533650" y="3467100"/>
          <p14:tracePt t="23668" x="2559050" y="3467100"/>
          <p14:tracePt t="23685" x="2590800" y="3448050"/>
          <p14:tracePt t="23688" x="2609850" y="3435350"/>
          <p14:tracePt t="23701" x="2622550" y="3422650"/>
          <p14:tracePt t="23718" x="2667000" y="3384550"/>
          <p14:tracePt t="23722" x="2698750" y="3365500"/>
          <p14:tracePt t="23735" x="2724150" y="3340100"/>
          <p14:tracePt t="23752" x="2832100" y="3270250"/>
          <p14:tracePt t="23768" x="2908300" y="3232150"/>
          <p14:tracePt t="23785" x="2990850" y="3187700"/>
          <p14:tracePt t="23804" x="3041650" y="3149600"/>
          <p14:tracePt t="23818" x="3079750" y="3124200"/>
          <p14:tracePt t="23835" x="3098800" y="3105150"/>
          <p14:tracePt t="23851" x="3098800" y="3092450"/>
          <p14:tracePt t="23857" x="3098800" y="3086100"/>
          <p14:tracePt t="23869" x="3098800" y="3079750"/>
          <p14:tracePt t="23874" x="3098800" y="3073400"/>
          <p14:tracePt t="23885" x="3098800" y="3067050"/>
          <p14:tracePt t="23903" x="3098800" y="3054350"/>
          <p14:tracePt t="23906" x="3098800" y="3048000"/>
          <p14:tracePt t="23918" x="3092450" y="3041650"/>
          <p14:tracePt t="23935" x="3086100" y="3041650"/>
          <p14:tracePt t="24004" x="3079750" y="3041650"/>
          <p14:tracePt t="24011" x="3079750" y="3035300"/>
          <p14:tracePt t="24027" x="3073400" y="3035300"/>
          <p14:tracePt t="24035" x="3054350" y="3028950"/>
          <p14:tracePt t="24052" x="3009900" y="3028950"/>
          <p14:tracePt t="24069" x="2959100" y="3028950"/>
          <p14:tracePt t="24085" x="2908300" y="3028950"/>
          <p14:tracePt t="24101" x="2857500" y="3041650"/>
          <p14:tracePt t="24118" x="2844800" y="3041650"/>
          <p14:tracePt t="24135" x="2819400" y="3060700"/>
          <p14:tracePt t="24151" x="2800350" y="3073400"/>
          <p14:tracePt t="24168" x="2787650" y="3098800"/>
          <p14:tracePt t="24171" x="2781300" y="3111500"/>
          <p14:tracePt t="24185" x="2768600" y="3117850"/>
          <p14:tracePt t="24202" x="2762250" y="3194050"/>
          <p14:tracePt t="24218" x="2762250" y="3244850"/>
          <p14:tracePt t="24235" x="2762250" y="3270250"/>
          <p14:tracePt t="24251" x="2768600" y="3282950"/>
          <p14:tracePt t="24325" x="2774950" y="3282950"/>
          <p14:tracePt t="24341" x="2781300" y="3282950"/>
          <p14:tracePt t="24349" x="2787650" y="3282950"/>
          <p14:tracePt t="24357" x="2794000" y="3282950"/>
          <p14:tracePt t="24368" x="2800350" y="3270250"/>
          <p14:tracePt t="24385" x="2813050" y="3257550"/>
          <p14:tracePt t="24389" x="2825750" y="3244850"/>
          <p14:tracePt t="24405" x="2825750" y="3238500"/>
          <p14:tracePt t="24418" x="2825750" y="3232150"/>
          <p14:tracePt t="24560" x="0" y="0"/>
        </p14:tracePtLst>
        <p14:tracePtLst>
          <p14:tracePt t="25051" x="3397250" y="3194050"/>
          <p14:tracePt t="25099" x="3397250" y="3187700"/>
          <p14:tracePt t="25139" x="3397250" y="3181350"/>
          <p14:tracePt t="25324" x="3397250" y="3187700"/>
          <p14:tracePt t="25333" x="3397250" y="3194050"/>
          <p14:tracePt t="25358" x="3397250" y="3200400"/>
          <p14:tracePt t="25381" x="3397250" y="3206750"/>
          <p14:tracePt t="25405" x="3397250" y="3213100"/>
          <p14:tracePt t="25413" x="3403600" y="3219450"/>
          <p14:tracePt t="25431" x="3409950" y="3225800"/>
          <p14:tracePt t="25439" x="3416300" y="3225800"/>
          <p14:tracePt t="25454" x="3429000" y="3238500"/>
          <p14:tracePt t="25468" x="3441700" y="3251200"/>
          <p14:tracePt t="25487" x="3460750" y="3263900"/>
          <p14:tracePt t="25501" x="3467100" y="3270250"/>
          <p14:tracePt t="25521" x="3498850" y="3282950"/>
          <p14:tracePt t="25535" x="3524250" y="3302000"/>
          <p14:tracePt t="25552" x="3556000" y="3308350"/>
          <p14:tracePt t="25557" x="3575050" y="3314700"/>
          <p14:tracePt t="25568" x="3594100" y="3321050"/>
          <p14:tracePt t="25585" x="3632200" y="3321050"/>
          <p14:tracePt t="25602" x="3651250" y="3321050"/>
          <p14:tracePt t="25619" x="3683000" y="3321050"/>
          <p14:tracePt t="25623" x="3702050" y="3321050"/>
          <p14:tracePt t="25635" x="3714750" y="3321050"/>
          <p14:tracePt t="25651" x="3740150" y="3321050"/>
          <p14:tracePt t="25668" x="3746500" y="3321050"/>
          <p14:tracePt t="25685" x="3778250" y="3321050"/>
          <p14:tracePt t="25687" x="3784600" y="3321050"/>
          <p14:tracePt t="25703" x="3803650" y="3321050"/>
          <p14:tracePt t="25718" x="3810000" y="3321050"/>
          <p14:tracePt t="25735" x="3829050" y="3314700"/>
          <p14:tracePt t="25751" x="3835400" y="3314700"/>
          <p14:tracePt t="25768" x="3841750" y="3314700"/>
          <p14:tracePt t="25785" x="3854450" y="3314700"/>
          <p14:tracePt t="25801" x="3867150" y="3314700"/>
          <p14:tracePt t="25818" x="3879850" y="3314700"/>
          <p14:tracePt t="25835" x="3892550" y="3314700"/>
          <p14:tracePt t="25852" x="3905250" y="3321050"/>
          <p14:tracePt t="25856" x="3924300" y="3321050"/>
          <p14:tracePt t="25868" x="3937000" y="3321050"/>
          <p14:tracePt t="25885" x="3968750" y="3321050"/>
          <p14:tracePt t="25901" x="3981450" y="3321050"/>
          <p14:tracePt t="25918" x="4019550" y="3327400"/>
          <p14:tracePt t="25921" x="4038600" y="3327400"/>
          <p14:tracePt t="25938" x="4057650" y="3327400"/>
          <p14:tracePt t="25952" x="4076700" y="3327400"/>
          <p14:tracePt t="25955" x="4095750" y="3327400"/>
          <p14:tracePt t="25971" x="4114800" y="3327400"/>
          <p14:tracePt t="25985" x="4146550" y="3327400"/>
          <p14:tracePt t="26001" x="4165600" y="3327400"/>
          <p14:tracePt t="26018" x="4203700" y="3327400"/>
          <p14:tracePt t="26034" x="4248150" y="3327400"/>
          <p14:tracePt t="26051" x="4292600" y="3327400"/>
          <p14:tracePt t="26068" x="4311650" y="3327400"/>
          <p14:tracePt t="26085" x="4356100" y="3327400"/>
          <p14:tracePt t="26089" x="4375150" y="3327400"/>
          <p14:tracePt t="26102" x="4394200" y="3327400"/>
          <p14:tracePt t="26118" x="4425950" y="3327400"/>
          <p14:tracePt t="26135" x="4438650" y="3327400"/>
          <p14:tracePt t="26151" x="4476750" y="3321050"/>
          <p14:tracePt t="26155" x="4489450" y="3314700"/>
          <p14:tracePt t="26168" x="4502150" y="3314700"/>
          <p14:tracePt t="26185" x="4514850" y="3314700"/>
          <p14:tracePt t="26187" x="4527550" y="3308350"/>
          <p14:tracePt t="26203" x="4546600" y="3308350"/>
          <p14:tracePt t="26218" x="4565650" y="3308350"/>
          <p14:tracePt t="26237" x="4578350" y="3308350"/>
          <p14:tracePt t="26252" x="4597400" y="3302000"/>
          <p14:tracePt t="26269" x="4610100" y="3295650"/>
          <p14:tracePt t="26285" x="4622800" y="3289300"/>
          <p14:tracePt t="26302" x="4641850" y="3282950"/>
          <p14:tracePt t="26319" x="4648200" y="3276600"/>
          <p14:tracePt t="26335" x="4660900" y="3270250"/>
          <p14:tracePt t="26351" x="4667250" y="3263900"/>
          <p14:tracePt t="26355" x="4679950" y="3251200"/>
          <p14:tracePt t="26368" x="4686300" y="3251200"/>
          <p14:tracePt t="26385" x="4705350" y="3238500"/>
          <p14:tracePt t="26402" x="4724400" y="3225800"/>
          <p14:tracePt t="26418" x="4730750" y="3225800"/>
          <p14:tracePt t="26435" x="4743450" y="3213100"/>
          <p14:tracePt t="26451" x="4762500" y="3200400"/>
          <p14:tracePt t="26468" x="4781550" y="3181350"/>
          <p14:tracePt t="26485" x="4794250" y="3175000"/>
          <p14:tracePt t="26502" x="4806950" y="3162300"/>
          <p14:tracePt t="26518" x="4819650" y="3149600"/>
          <p14:tracePt t="26535" x="4826000" y="3136900"/>
          <p14:tracePt t="26552" x="4826000" y="3130550"/>
          <p14:tracePt t="26568" x="4838700" y="3117850"/>
          <p14:tracePt t="26585" x="4838700" y="3111500"/>
          <p14:tracePt t="26589" x="4838700" y="3105150"/>
          <p14:tracePt t="26602" x="4838700" y="3092450"/>
          <p14:tracePt t="26619" x="4838700" y="3079750"/>
          <p14:tracePt t="26622" x="4838700" y="3073400"/>
          <p14:tracePt t="26635" x="4832350" y="3060700"/>
          <p14:tracePt t="26652" x="4813300" y="3035300"/>
          <p14:tracePt t="26669" x="4800600" y="3016250"/>
          <p14:tracePt t="26685" x="4768850" y="2997200"/>
          <p14:tracePt t="26702" x="4749800" y="2978150"/>
          <p14:tracePt t="26718" x="4724400" y="2965450"/>
          <p14:tracePt t="26735" x="4692650" y="2940050"/>
          <p14:tracePt t="26752" x="4660900" y="2927350"/>
          <p14:tracePt t="26768" x="4635500" y="2914650"/>
          <p14:tracePt t="26785" x="4591050" y="2895600"/>
          <p14:tracePt t="26802" x="4533900" y="2870200"/>
          <p14:tracePt t="26818" x="4489450" y="2857500"/>
          <p14:tracePt t="26835" x="4438650" y="2838450"/>
          <p14:tracePt t="26852" x="4400550" y="2825750"/>
          <p14:tracePt t="26856" x="4381500" y="2813050"/>
          <p14:tracePt t="26868" x="4349750" y="2806700"/>
          <p14:tracePt t="26885" x="4305300" y="2800350"/>
          <p14:tracePt t="26888" x="4279900" y="2787650"/>
          <p14:tracePt t="26901" x="4241800" y="2781300"/>
          <p14:tracePt t="26919" x="4140200" y="2762250"/>
          <p14:tracePt t="26935" x="4070350" y="2755900"/>
          <p14:tracePt t="26952" x="4006850" y="2743200"/>
          <p14:tracePt t="26968" x="3949700" y="2743200"/>
          <p14:tracePt t="26985" x="3886200" y="2736850"/>
          <p14:tracePt t="27002" x="3822700" y="2736850"/>
          <p14:tracePt t="27019" x="3765550" y="2736850"/>
          <p14:tracePt t="27035" x="3702050" y="2736850"/>
          <p14:tracePt t="27052" x="3644900" y="2736850"/>
          <p14:tracePt t="27068" x="3587750" y="2736850"/>
          <p14:tracePt t="27085" x="3530600" y="2743200"/>
          <p14:tracePt t="27089" x="3498850" y="2749550"/>
          <p14:tracePt t="27103" x="3479800" y="2755900"/>
          <p14:tracePt t="27106" x="3454400" y="2755900"/>
          <p14:tracePt t="27118" x="3435350" y="2762250"/>
          <p14:tracePt t="27137" x="3378200" y="2774950"/>
          <p14:tracePt t="27151" x="3359150" y="2781300"/>
          <p14:tracePt t="27170" x="3282950" y="2813050"/>
          <p14:tracePt t="27185" x="3232150" y="2844800"/>
          <p14:tracePt t="27204" x="3200400" y="2863850"/>
          <p14:tracePt t="27219" x="3155950" y="2901950"/>
          <p14:tracePt t="27236" x="3130550" y="2921000"/>
          <p14:tracePt t="27252" x="3105150" y="2946400"/>
          <p14:tracePt t="27269" x="3105150" y="2959100"/>
          <p14:tracePt t="27285" x="3092450" y="2984500"/>
          <p14:tracePt t="27301" x="3092450" y="3009900"/>
          <p14:tracePt t="27318" x="3092450" y="3028950"/>
          <p14:tracePt t="27335" x="3092450" y="3067050"/>
          <p14:tracePt t="27352" x="3092450" y="3124200"/>
          <p14:tracePt t="27368" x="3111500" y="3162300"/>
          <p14:tracePt t="27370" x="3117850" y="3194050"/>
          <p14:tracePt t="27385" x="3130550" y="3213100"/>
          <p14:tracePt t="27402" x="3168650" y="3282950"/>
          <p14:tracePt t="27419" x="3213100" y="3333750"/>
          <p14:tracePt t="27435" x="3251200" y="3365500"/>
          <p14:tracePt t="27451" x="3282950" y="3390900"/>
          <p14:tracePt t="27468" x="3327400" y="3416300"/>
          <p14:tracePt t="27485" x="3384550" y="3441700"/>
          <p14:tracePt t="27501" x="3429000" y="3448050"/>
          <p14:tracePt t="27518" x="3492500" y="3460750"/>
          <p14:tracePt t="27535" x="3543300" y="3460750"/>
          <p14:tracePt t="27552" x="3613150" y="3467100"/>
          <p14:tracePt t="27569" x="3651250" y="3467100"/>
          <p14:tracePt t="27572" x="3676650" y="3467100"/>
          <p14:tracePt t="27585" x="3683000" y="3467100"/>
          <p14:tracePt t="27601" x="3714750" y="3460750"/>
          <p14:tracePt t="27606" x="3740150" y="3460750"/>
          <p14:tracePt t="27618" x="3746500" y="3460750"/>
          <p14:tracePt t="27635" x="3778250" y="3454400"/>
          <p14:tracePt t="27638" x="3803650" y="3448050"/>
          <p14:tracePt t="27651" x="3816350" y="3448050"/>
          <p14:tracePt t="27668" x="3905250" y="3429000"/>
          <p14:tracePt t="27685" x="3962400" y="3429000"/>
          <p14:tracePt t="27702" x="3994150" y="3422650"/>
          <p14:tracePt t="27718" x="4032250" y="3409950"/>
          <p14:tracePt t="27735" x="4057650" y="3409950"/>
          <p14:tracePt t="27752" x="4083050" y="3403600"/>
          <p14:tracePt t="27768" x="4121150" y="3390900"/>
          <p14:tracePt t="27785" x="4146550" y="3390900"/>
          <p14:tracePt t="27801" x="4184650" y="3378200"/>
          <p14:tracePt t="27805" x="4197350" y="3371850"/>
          <p14:tracePt t="27818" x="4216400" y="3371850"/>
          <p14:tracePt t="27835" x="4254500" y="3352800"/>
          <p14:tracePt t="27838" x="4267200" y="3352800"/>
          <p14:tracePt t="27851" x="4298950" y="3340100"/>
          <p14:tracePt t="27868" x="4343400" y="3333750"/>
          <p14:tracePt t="27873" x="4362450" y="3327400"/>
          <p14:tracePt t="27885" x="4381500" y="3321050"/>
          <p14:tracePt t="27901" x="4432300" y="3314700"/>
          <p14:tracePt t="27905" x="4476750" y="3289300"/>
          <p14:tracePt t="27918" x="4508500" y="3282950"/>
          <p14:tracePt t="27935" x="4559300" y="3263900"/>
          <p14:tracePt t="27952" x="4591050" y="3244850"/>
          <p14:tracePt t="27968" x="4635500" y="3206750"/>
          <p14:tracePt t="27985" x="4654550" y="3194050"/>
          <p14:tracePt t="28001" x="4686300" y="3168650"/>
          <p14:tracePt t="28018" x="4705350" y="3149600"/>
          <p14:tracePt t="28035" x="4724400" y="3130550"/>
          <p14:tracePt t="28040" x="4724400" y="3124200"/>
          <p14:tracePt t="28051" x="4730750" y="3124200"/>
          <p14:tracePt t="28068" x="4737100" y="3117850"/>
          <p14:tracePt t="28085" x="4743450" y="3105150"/>
          <p14:tracePt t="28101" x="4743450" y="3098800"/>
          <p14:tracePt t="28105" x="4743450" y="3092450"/>
          <p14:tracePt t="28118" x="4749800" y="3086100"/>
          <p14:tracePt t="28135" x="4749800" y="3079750"/>
          <p14:tracePt t="28138" x="4749800" y="3067050"/>
          <p14:tracePt t="28152" x="4749800" y="3054350"/>
          <p14:tracePt t="28168" x="4737100" y="3035300"/>
          <p14:tracePt t="28185" x="4724400" y="3022600"/>
          <p14:tracePt t="28202" x="4686300" y="3003550"/>
          <p14:tracePt t="28218" x="4654550" y="2990850"/>
          <p14:tracePt t="28235" x="4584700" y="2965450"/>
          <p14:tracePt t="28251" x="4508500" y="2946400"/>
          <p14:tracePt t="28268" x="4413250" y="2927350"/>
          <p14:tracePt t="28273" x="4375150" y="2921000"/>
          <p14:tracePt t="28285" x="4292600" y="2908300"/>
          <p14:tracePt t="28302" x="4140200" y="2882900"/>
          <p14:tracePt t="28306" x="4102100" y="2876550"/>
          <p14:tracePt t="28318" x="4006850" y="2870200"/>
          <p14:tracePt t="28335" x="3905250" y="2863850"/>
          <p14:tracePt t="28338" x="3886200" y="2863850"/>
          <p14:tracePt t="28352" x="3841750" y="2863850"/>
          <p14:tracePt t="28368" x="3803650" y="2863850"/>
          <p14:tracePt t="28371" x="3797300" y="2863850"/>
          <p14:tracePt t="28385" x="3784600" y="2870200"/>
          <p14:tracePt t="28402" x="3740150" y="2882900"/>
          <p14:tracePt t="28418" x="3695700" y="2901950"/>
          <p14:tracePt t="28435" x="3663950" y="2914650"/>
          <p14:tracePt t="28452" x="3632200" y="2933700"/>
          <p14:tracePt t="28468" x="3606800" y="2946400"/>
          <p14:tracePt t="28485" x="3575050" y="2959100"/>
          <p14:tracePt t="28501" x="3536950" y="2971800"/>
          <p14:tracePt t="28518" x="3511550" y="2984500"/>
          <p14:tracePt t="28535" x="3498850" y="2997200"/>
          <p14:tracePt t="28539" x="3492500" y="2997200"/>
          <p14:tracePt t="28551" x="3486150" y="3003550"/>
          <p14:tracePt t="28568" x="3479800" y="3009900"/>
          <p14:tracePt t="28572" x="3479800" y="3016250"/>
          <p14:tracePt t="28585" x="3473450" y="3022600"/>
          <p14:tracePt t="28603" x="3467100" y="3035300"/>
          <p14:tracePt t="28618" x="3467100" y="3048000"/>
          <p14:tracePt t="28635" x="3467100" y="3060700"/>
          <p14:tracePt t="28653" x="3467100" y="3079750"/>
          <p14:tracePt t="28668" x="3473450" y="3098800"/>
          <p14:tracePt t="28685" x="3486150" y="3105150"/>
          <p14:tracePt t="28701" x="3486150" y="3111500"/>
          <p14:tracePt t="28721" x="3498850" y="3124200"/>
          <p14:tracePt t="28735" x="3517900" y="3136900"/>
          <p14:tracePt t="28754" x="3524250" y="3143250"/>
          <p14:tracePt t="28757" x="3524250" y="3149600"/>
          <p14:tracePt t="28768" x="3536950" y="3155950"/>
          <p14:tracePt t="28787" x="3543300" y="3162300"/>
          <p14:tracePt t="28789" x="3549650" y="3162300"/>
          <p14:tracePt t="28802" x="3549650" y="3168650"/>
          <p14:tracePt t="28855" x="3556000" y="3168650"/>
          <p14:tracePt t="28861" x="3562350" y="3168650"/>
          <p14:tracePt t="28877" x="3562350" y="3162300"/>
          <p14:tracePt t="28895" x="0" y="0"/>
        </p14:tracePtLst>
        <p14:tracePtLst>
          <p14:tracePt t="30308" x="2425700" y="3073400"/>
          <p14:tracePt t="30354" x="2425700" y="3067050"/>
          <p14:tracePt t="30361" x="2425700" y="3060700"/>
          <p14:tracePt t="30385" x="2425700" y="3054350"/>
          <p14:tracePt t="30401" x="2425700" y="3048000"/>
          <p14:tracePt t="30417" x="2425700" y="3041650"/>
          <p14:tracePt t="30425" x="2425700" y="3035300"/>
          <p14:tracePt t="30436" x="2425700" y="3022600"/>
          <p14:tracePt t="30452" x="2425700" y="3016250"/>
          <p14:tracePt t="30471" x="2425700" y="2997200"/>
          <p14:tracePt t="30474" x="2425700" y="2990850"/>
          <p14:tracePt t="30485" x="2419350" y="2984500"/>
          <p14:tracePt t="30502" x="2413000" y="2965450"/>
          <p14:tracePt t="30504" x="2413000" y="2959100"/>
          <p14:tracePt t="30519" x="2406650" y="2959100"/>
          <p14:tracePt t="30536" x="2400300" y="2946400"/>
          <p14:tracePt t="30538" x="2393950" y="2940050"/>
          <p14:tracePt t="30555" x="2387600" y="2940050"/>
          <p14:tracePt t="30568" x="2381250" y="2933700"/>
          <p14:tracePt t="30571" x="2374900" y="2933700"/>
          <p14:tracePt t="30585" x="2368550" y="2927350"/>
          <p14:tracePt t="30602" x="2355850" y="2927350"/>
          <p14:tracePt t="30604" x="2349500" y="2921000"/>
          <p14:tracePt t="30618" x="2324100" y="2921000"/>
          <p14:tracePt t="30635" x="2292350" y="2921000"/>
          <p14:tracePt t="30652" x="2254250" y="2921000"/>
          <p14:tracePt t="30668" x="2216150" y="2921000"/>
          <p14:tracePt t="30685" x="2152650" y="2921000"/>
          <p14:tracePt t="30702" x="2114550" y="2921000"/>
          <p14:tracePt t="30718" x="2076450" y="2921000"/>
          <p14:tracePt t="30735" x="2038350" y="2921000"/>
          <p14:tracePt t="30741" x="2019300" y="2921000"/>
          <p14:tracePt t="30751" x="2000250" y="2921000"/>
          <p14:tracePt t="30768" x="1962150" y="2921000"/>
          <p14:tracePt t="30771" x="1936750" y="2921000"/>
          <p14:tracePt t="30785" x="1917700" y="2921000"/>
          <p14:tracePt t="30802" x="1866900" y="2927350"/>
          <p14:tracePt t="30818" x="1835150" y="2933700"/>
          <p14:tracePt t="30835" x="1816100" y="2940050"/>
          <p14:tracePt t="30852" x="1803400" y="2946400"/>
          <p14:tracePt t="30868" x="1784350" y="2952750"/>
          <p14:tracePt t="30887" x="1778000" y="2959100"/>
          <p14:tracePt t="30902" x="1758950" y="2971800"/>
          <p14:tracePt t="30918" x="1752600" y="2984500"/>
          <p14:tracePt t="30935" x="1733550" y="2997200"/>
          <p14:tracePt t="30951" x="1727200" y="3022600"/>
          <p14:tracePt t="30968" x="1720850" y="3041650"/>
          <p14:tracePt t="30972" x="1720850" y="3054350"/>
          <p14:tracePt t="30991" x="1720850" y="3067050"/>
          <p14:tracePt t="31001" x="1720850" y="3079750"/>
          <p14:tracePt t="31005" x="1720850" y="3092450"/>
          <p14:tracePt t="31018" x="1727200" y="3105150"/>
          <p14:tracePt t="31035" x="1739900" y="3143250"/>
          <p14:tracePt t="31037" x="1752600" y="3155950"/>
          <p14:tracePt t="31052" x="1765300" y="3168650"/>
          <p14:tracePt t="31068" x="1797050" y="3194050"/>
          <p14:tracePt t="31085" x="1854200" y="3232150"/>
          <p14:tracePt t="31102" x="1873250" y="3244850"/>
          <p14:tracePt t="31105" x="1905000" y="3257550"/>
          <p14:tracePt t="31119" x="1955800" y="3289300"/>
          <p14:tracePt t="31135" x="2012950" y="3321050"/>
          <p14:tracePt t="31152" x="2076450" y="3352800"/>
          <p14:tracePt t="31168" x="2146300" y="3378200"/>
          <p14:tracePt t="31185" x="2222500" y="3403600"/>
          <p14:tracePt t="31202" x="2305050" y="3416300"/>
          <p14:tracePt t="31218" x="2355850" y="3416300"/>
          <p14:tracePt t="31235" x="2413000" y="3422650"/>
          <p14:tracePt t="31238" x="2419350" y="3422650"/>
          <p14:tracePt t="31252" x="2438400" y="3422650"/>
          <p14:tracePt t="31268" x="2463800" y="3416300"/>
          <p14:tracePt t="31272" x="2482850" y="3409950"/>
          <p14:tracePt t="31285" x="2489200" y="3403600"/>
          <p14:tracePt t="31303" x="2533650" y="3352800"/>
          <p14:tracePt t="31318" x="2559050" y="3308350"/>
          <p14:tracePt t="31335" x="2571750" y="3263900"/>
          <p14:tracePt t="31352" x="2578100" y="3219450"/>
          <p14:tracePt t="31368" x="2584450" y="3187700"/>
          <p14:tracePt t="31385" x="2584450" y="3143250"/>
          <p14:tracePt t="31401" x="2584450" y="3117850"/>
          <p14:tracePt t="31418" x="2584450" y="3105150"/>
          <p14:tracePt t="31435" x="2584450" y="3079750"/>
          <p14:tracePt t="31452" x="2578100" y="3060700"/>
          <p14:tracePt t="31468" x="2578100" y="3054350"/>
          <p14:tracePt t="31485" x="2571750" y="3041650"/>
          <p14:tracePt t="31502" x="2552700" y="3022600"/>
          <p14:tracePt t="31518" x="2546350" y="3009900"/>
          <p14:tracePt t="31535" x="2514600" y="2990850"/>
          <p14:tracePt t="31538" x="2501900" y="2978150"/>
          <p14:tracePt t="31552" x="2482850" y="2971800"/>
          <p14:tracePt t="31568" x="2413000" y="2933700"/>
          <p14:tracePt t="31585" x="2387600" y="2921000"/>
          <p14:tracePt t="31602" x="2355850" y="2914650"/>
          <p14:tracePt t="31618" x="2330450" y="2908300"/>
          <p14:tracePt t="31635" x="2317750" y="2908300"/>
          <p14:tracePt t="31652" x="2286000" y="2908300"/>
          <p14:tracePt t="31668" x="2273300" y="2908300"/>
          <p14:tracePt t="31685" x="2247900" y="2908300"/>
          <p14:tracePt t="31702" x="2209800" y="2908300"/>
          <p14:tracePt t="31718" x="2171700" y="2914650"/>
          <p14:tracePt t="31735" x="2127250" y="2921000"/>
          <p14:tracePt t="31739" x="2108200" y="2933700"/>
          <p14:tracePt t="31752" x="2089150" y="2940050"/>
          <p14:tracePt t="31768" x="2044700" y="2946400"/>
          <p14:tracePt t="31771" x="2038350" y="2952750"/>
          <p14:tracePt t="31785" x="2025650" y="2959100"/>
          <p14:tracePt t="31802" x="2019300" y="2965450"/>
          <p14:tracePt t="31876" x="0" y="0"/>
        </p14:tracePtLst>
        <p14:tracePtLst>
          <p14:tracePt t="42417" x="3098800" y="3162300"/>
          <p14:tracePt t="42471" x="3092450" y="3162300"/>
          <p14:tracePt t="42488" x="3079750" y="3162300"/>
          <p14:tracePt t="42495" x="3073400" y="3168650"/>
          <p14:tracePt t="42505" x="3060700" y="3168650"/>
          <p14:tracePt t="42519" x="3035300" y="3175000"/>
          <p14:tracePt t="42535" x="2984500" y="3181350"/>
          <p14:tracePt t="42552" x="2940050" y="3187700"/>
          <p14:tracePt t="42568" x="2851150" y="3194050"/>
          <p14:tracePt t="42585" x="2762250" y="3194050"/>
          <p14:tracePt t="42602" x="2660650" y="3206750"/>
          <p14:tracePt t="42619" x="2533650" y="3213100"/>
          <p14:tracePt t="42623" x="2438400" y="3213100"/>
          <p14:tracePt t="42635" x="2406650" y="3219450"/>
          <p14:tracePt t="42652" x="2279650" y="3225800"/>
          <p14:tracePt t="42656" x="2247900" y="3232150"/>
          <p14:tracePt t="42669" x="2184400" y="3232150"/>
          <p14:tracePt t="42685" x="2114550" y="3238500"/>
          <p14:tracePt t="42688" x="2095500" y="3238500"/>
          <p14:tracePt t="42702" x="2076450" y="3244850"/>
          <p14:tracePt t="42719" x="2006600" y="3257550"/>
          <p14:tracePt t="42721" x="1949450" y="3270250"/>
          <p14:tracePt t="42735" x="1917700" y="3276600"/>
          <p14:tracePt t="42753" x="1816100" y="3289300"/>
          <p14:tracePt t="42769" x="1778000" y="3295650"/>
          <p14:tracePt t="42785" x="1746250" y="3308350"/>
          <p14:tracePt t="42802" x="1720850" y="3314700"/>
          <p14:tracePt t="42819" x="1695450" y="3333750"/>
          <p14:tracePt t="42835" x="1682750" y="3359150"/>
          <p14:tracePt t="42852" x="1651000" y="3409950"/>
          <p14:tracePt t="42868" x="1625600" y="3467100"/>
          <p14:tracePt t="42885" x="1612900" y="3505200"/>
          <p14:tracePt t="42889" x="1600200" y="3543300"/>
          <p14:tracePt t="42902" x="1593850" y="3575050"/>
          <p14:tracePt t="42919" x="1587500" y="3638550"/>
          <p14:tracePt t="42921" x="1587500" y="3651250"/>
          <p14:tracePt t="42935" x="1581150" y="3683000"/>
          <p14:tracePt t="42952" x="1581150" y="3727450"/>
          <p14:tracePt t="42955" x="1593850" y="3759200"/>
          <p14:tracePt t="42968" x="1612900" y="3790950"/>
          <p14:tracePt t="42986" x="1625600" y="3797300"/>
          <p14:tracePt t="42990" x="1651000" y="3822700"/>
          <p14:tracePt t="43002" x="1682750" y="3848100"/>
          <p14:tracePt t="43019" x="1752600" y="3886200"/>
          <p14:tracePt t="43035" x="1835150" y="3917950"/>
          <p14:tracePt t="43052" x="1936750" y="3949700"/>
          <p14:tracePt t="43069" x="2006600" y="3956050"/>
          <p14:tracePt t="43085" x="2146300" y="3975100"/>
          <p14:tracePt t="43102" x="2286000" y="3987800"/>
          <p14:tracePt t="43119" x="2438400" y="3987800"/>
          <p14:tracePt t="43122" x="2476500" y="3987800"/>
          <p14:tracePt t="43136" x="2527300" y="3987800"/>
          <p14:tracePt t="43152" x="2686050" y="3987800"/>
          <p14:tracePt t="43156" x="2736850" y="3987800"/>
          <p14:tracePt t="43169" x="2781300" y="3987800"/>
          <p14:tracePt t="43185" x="2914650" y="3987800"/>
          <p14:tracePt t="43188" x="2959100" y="3987800"/>
          <p14:tracePt t="43202" x="3035300" y="3987800"/>
          <p14:tracePt t="43219" x="3162300" y="3987800"/>
          <p14:tracePt t="43235" x="3251200" y="3987800"/>
          <p14:tracePt t="43252" x="3289300" y="3987800"/>
          <p14:tracePt t="43255" x="3346450" y="3994150"/>
          <p14:tracePt t="43269" x="3524250" y="4006850"/>
          <p14:tracePt t="43285" x="3638550" y="4006850"/>
          <p14:tracePt t="43302" x="3829050" y="4006850"/>
          <p14:tracePt t="43319" x="3924300" y="3987800"/>
          <p14:tracePt t="43335" x="4013200" y="3962400"/>
          <p14:tracePt t="43352" x="4076700" y="3930650"/>
          <p14:tracePt t="43369" x="4127500" y="3905250"/>
          <p14:tracePt t="43385" x="4159250" y="3873500"/>
          <p14:tracePt t="43389" x="4171950" y="3867150"/>
          <p14:tracePt t="43402" x="4184650" y="3854450"/>
          <p14:tracePt t="43418" x="4210050" y="3822700"/>
          <p14:tracePt t="43422" x="4216400" y="3810000"/>
          <p14:tracePt t="43435" x="4229100" y="3797300"/>
          <p14:tracePt t="43452" x="4254500" y="3752850"/>
          <p14:tracePt t="43455" x="4260850" y="3733800"/>
          <p14:tracePt t="43469" x="4267200" y="3695700"/>
          <p14:tracePt t="43485" x="4273550" y="3657600"/>
          <p14:tracePt t="43502" x="4267200" y="3613150"/>
          <p14:tracePt t="43519" x="4248150" y="3581400"/>
          <p14:tracePt t="43535" x="4203700" y="3543300"/>
          <p14:tracePt t="43552" x="4140200" y="3498850"/>
          <p14:tracePt t="43571" x="4051300" y="3473450"/>
          <p14:tracePt t="43585" x="3962400" y="3454400"/>
          <p14:tracePt t="43603" x="3822700" y="3435350"/>
          <p14:tracePt t="43619" x="3695700" y="3422650"/>
          <p14:tracePt t="43636" x="3549650" y="3409950"/>
          <p14:tracePt t="43639" x="3473450" y="3409950"/>
          <p14:tracePt t="43652" x="3390900" y="3403600"/>
          <p14:tracePt t="43673" x="3124200" y="3403600"/>
          <p14:tracePt t="43685" x="3028950" y="3403600"/>
          <p14:tracePt t="43702" x="2800350" y="3403600"/>
          <p14:tracePt t="43719" x="2628900" y="3409950"/>
          <p14:tracePt t="43736" x="2520950" y="3429000"/>
          <p14:tracePt t="43752" x="2432050" y="3454400"/>
          <p14:tracePt t="43769" x="2355850" y="3473450"/>
          <p14:tracePt t="43785" x="2311400" y="3492500"/>
          <p14:tracePt t="43802" x="2254250" y="3524250"/>
          <p14:tracePt t="43819" x="2235200" y="3524250"/>
          <p14:tracePt t="43835" x="2209800" y="3536950"/>
          <p14:tracePt t="43852" x="2171700" y="3549650"/>
          <p14:tracePt t="43869" x="2146300" y="3568700"/>
          <p14:tracePt t="43885" x="2120900" y="3581400"/>
          <p14:tracePt t="43902" x="2114550" y="3581400"/>
          <p14:tracePt t="44017" x="2114550" y="3587750"/>
          <p14:tracePt t="44050" x="0" y="0"/>
        </p14:tracePtLst>
        <p14:tracePtLst>
          <p14:tracePt t="50812" x="1130300" y="3244850"/>
          <p14:tracePt t="50818" x="1143000" y="3244850"/>
          <p14:tracePt t="50835" x="1168400" y="3238500"/>
          <p14:tracePt t="50852" x="1193800" y="3232150"/>
          <p14:tracePt t="50868" x="1200150" y="3232150"/>
          <p14:tracePt t="50885" x="1206500" y="3225800"/>
          <p14:tracePt t="50930" x="1212850" y="3225800"/>
          <p14:tracePt t="50938" x="1225550" y="3225800"/>
          <p14:tracePt t="50946" x="1270000" y="3225800"/>
          <p14:tracePt t="50954" x="1333500" y="3225800"/>
          <p14:tracePt t="50969" x="1536700" y="3206750"/>
          <p14:tracePt t="50988" x="1866900" y="3155950"/>
          <p14:tracePt t="51002" x="2286000" y="3067050"/>
          <p14:tracePt t="51019" x="2698750" y="2959100"/>
          <p14:tracePt t="51035" x="2882900" y="2901950"/>
          <p14:tracePt t="51052" x="2984500" y="2844800"/>
          <p14:tracePt t="51069" x="3016250" y="2813050"/>
          <p14:tracePt t="51085" x="3022600" y="2794000"/>
          <p14:tracePt t="51102" x="3028950" y="2787650"/>
          <p14:tracePt t="51156" x="3028950" y="2781300"/>
          <p14:tracePt t="51164" x="3028950" y="2774950"/>
          <p14:tracePt t="51180" x="3028950" y="2768600"/>
          <p14:tracePt t="51188" x="3028950" y="2755900"/>
          <p14:tracePt t="51203" x="3028950" y="2724150"/>
          <p14:tracePt t="51219" x="3028950" y="2705100"/>
          <p14:tracePt t="51235" x="3028950" y="2692400"/>
          <p14:tracePt t="51252" x="3028950" y="2686050"/>
          <p14:tracePt t="51294" x="3028950" y="2692400"/>
          <p14:tracePt t="51310" x="3028950" y="2698750"/>
          <p14:tracePt t="51319" x="3028950" y="2711450"/>
          <p14:tracePt t="51335" x="3028950" y="2736850"/>
          <p14:tracePt t="51352" x="3028950" y="2762250"/>
          <p14:tracePt t="51369" x="3041650" y="2794000"/>
          <p14:tracePt t="51385" x="3060700" y="2806700"/>
          <p14:tracePt t="51402" x="3079750" y="2813050"/>
          <p14:tracePt t="51407" x="3111500" y="2813050"/>
          <p14:tracePt t="51419" x="3124200" y="2813050"/>
          <p14:tracePt t="51435" x="3175000" y="2813050"/>
          <p14:tracePt t="51439" x="3194050" y="2813050"/>
          <p14:tracePt t="51453" x="3251200" y="2806700"/>
          <p14:tracePt t="51469" x="3276600" y="2800350"/>
          <p14:tracePt t="51485" x="3321050" y="2794000"/>
          <p14:tracePt t="51502" x="3333750" y="2787650"/>
          <p14:tracePt t="51519" x="3371850" y="2762250"/>
          <p14:tracePt t="51535" x="3397250" y="2736850"/>
          <p14:tracePt t="51552" x="3422650" y="2686050"/>
          <p14:tracePt t="51569" x="3435350" y="2628900"/>
          <p14:tracePt t="51585" x="3435350" y="2590800"/>
          <p14:tracePt t="51602" x="3422650" y="2527300"/>
          <p14:tracePt t="51619" x="3403600" y="2482850"/>
          <p14:tracePt t="51635" x="3365500" y="2425700"/>
          <p14:tracePt t="51640" x="3346450" y="2400300"/>
          <p14:tracePt t="51652" x="3333750" y="2374900"/>
          <p14:tracePt t="51669" x="3308350" y="2336800"/>
          <p14:tracePt t="51673" x="3289300" y="2317750"/>
          <p14:tracePt t="51686" x="3276600" y="2305050"/>
          <p14:tracePt t="51702" x="3251200" y="2273300"/>
          <p14:tracePt t="51705" x="3238500" y="2260600"/>
          <p14:tracePt t="51720" x="3213100" y="2241550"/>
          <p14:tracePt t="51735" x="3187700" y="2228850"/>
          <p14:tracePt t="51752" x="3175000" y="2222500"/>
          <p14:tracePt t="51769" x="3149600" y="2216150"/>
          <p14:tracePt t="51787" x="3124200" y="2222500"/>
          <p14:tracePt t="51802" x="3086100" y="2241550"/>
          <p14:tracePt t="51821" x="3035300" y="2292350"/>
          <p14:tracePt t="51824" x="3009900" y="2317750"/>
          <p14:tracePt t="51836" x="3003550" y="2324100"/>
          <p14:tracePt t="51854" x="2952750" y="2381250"/>
          <p14:tracePt t="51869" x="2927350" y="2413000"/>
          <p14:tracePt t="51887" x="2895600" y="2451100"/>
          <p14:tracePt t="51890" x="2889250" y="2457450"/>
          <p14:tracePt t="51902" x="2870200" y="2482850"/>
          <p14:tracePt t="51919" x="2851150" y="2514600"/>
          <p14:tracePt t="51922" x="2844800" y="2527300"/>
          <p14:tracePt t="51935" x="2825750" y="2559050"/>
          <p14:tracePt t="51954" x="2813050" y="2622550"/>
          <p14:tracePt t="51969" x="2806700" y="2667000"/>
          <p14:tracePt t="51987" x="2806700" y="2705100"/>
          <p14:tracePt t="52002" x="2806700" y="2743200"/>
          <p14:tracePt t="52019" x="2813050" y="2762250"/>
          <p14:tracePt t="52035" x="2832100" y="2794000"/>
          <p14:tracePt t="52052" x="2844800" y="2813050"/>
          <p14:tracePt t="52069" x="2876550" y="2832100"/>
          <p14:tracePt t="52085" x="2901950" y="2851150"/>
          <p14:tracePt t="52089" x="2927350" y="2863850"/>
          <p14:tracePt t="52102" x="2933700" y="2870200"/>
          <p14:tracePt t="52119" x="2959100" y="2876550"/>
          <p14:tracePt t="52123" x="2965450" y="2876550"/>
          <p14:tracePt t="52135" x="2984500" y="2882900"/>
          <p14:tracePt t="52152" x="2997200" y="2889250"/>
          <p14:tracePt t="52156" x="3003550" y="2889250"/>
          <p14:tracePt t="52169" x="3009900" y="2895600"/>
          <p14:tracePt t="52185" x="3016250" y="2895600"/>
          <p14:tracePt t="52202" x="3016250" y="2901950"/>
          <p14:tracePt t="52219" x="3016250" y="2908300"/>
          <p14:tracePt t="52267" x="3016250" y="2914650"/>
          <p14:tracePt t="52291" x="3009900" y="2927350"/>
          <p14:tracePt t="52307" x="3003550" y="2933700"/>
          <p14:tracePt t="52324" x="2990850" y="2940050"/>
          <p14:tracePt t="52339" x="2984500" y="2940050"/>
          <p14:tracePt t="52349" x="2984500" y="2946400"/>
          <p14:tracePt t="52470" x="2984500" y="2952750"/>
          <p14:tracePt t="52481" x="2978150" y="2959100"/>
          <p14:tracePt t="52495" x="2978150" y="2971800"/>
          <p14:tracePt t="52510" x="2978150" y="2978150"/>
          <p14:tracePt t="52526" x="2978150" y="2984500"/>
          <p14:tracePt t="52606" x="2971800" y="2984500"/>
          <p14:tracePt t="52622" x="2965450" y="2984500"/>
          <p14:tracePt t="52636" x="2959100" y="2984500"/>
          <p14:tracePt t="52652" x="2921000" y="2978150"/>
          <p14:tracePt t="52657" x="2908300" y="2971800"/>
          <p14:tracePt t="52669" x="2882900" y="2971800"/>
          <p14:tracePt t="52685" x="2787650" y="2971800"/>
          <p14:tracePt t="52704" x="2743200" y="2984500"/>
          <p14:tracePt t="52720" x="2711450" y="2990850"/>
          <p14:tracePt t="52735" x="2660650" y="3009900"/>
          <p14:tracePt t="52752" x="2635250" y="3016250"/>
          <p14:tracePt t="52769" x="2616200" y="3022600"/>
          <p14:tracePt t="52786" x="2609850" y="3035300"/>
          <p14:tracePt t="52802" x="2603500" y="3035300"/>
          <p14:tracePt t="52887" x="2609850" y="3035300"/>
          <p14:tracePt t="52904" x="2622550" y="3035300"/>
          <p14:tracePt t="52912" x="2635250" y="3035300"/>
          <p14:tracePt t="52921" x="2654300" y="3035300"/>
          <p14:tracePt t="52935" x="2705100" y="3035300"/>
          <p14:tracePt t="52952" x="2755900" y="3035300"/>
          <p14:tracePt t="52969" x="2800350" y="3035300"/>
          <p14:tracePt t="52986" x="2825750" y="3035300"/>
          <p14:tracePt t="53002" x="2870200" y="3035300"/>
          <p14:tracePt t="53019" x="2901950" y="3035300"/>
          <p14:tracePt t="53036" x="2940050" y="3035300"/>
          <p14:tracePt t="53052" x="2965450" y="3035300"/>
          <p14:tracePt t="53069" x="3009900" y="3041650"/>
          <p14:tracePt t="53086" x="3035300" y="3048000"/>
          <p14:tracePt t="53089" x="3079750" y="3054350"/>
          <p14:tracePt t="53102" x="3098800" y="3054350"/>
          <p14:tracePt t="53119" x="3143250" y="3054350"/>
          <p14:tracePt t="53122" x="3206750" y="3054350"/>
          <p14:tracePt t="53135" x="3238500" y="3054350"/>
          <p14:tracePt t="53153" x="3314700" y="3054350"/>
          <p14:tracePt t="53170" x="3409950" y="3054350"/>
          <p14:tracePt t="53186" x="3448050" y="3054350"/>
          <p14:tracePt t="53202" x="3479800" y="3060700"/>
          <p14:tracePt t="53219" x="3524250" y="3060700"/>
          <p14:tracePt t="53235" x="3543300" y="3060700"/>
          <p14:tracePt t="53252" x="3562350" y="3067050"/>
          <p14:tracePt t="53269" x="3581400" y="3067050"/>
          <p14:tracePt t="53286" x="3600450" y="3073400"/>
          <p14:tracePt t="53302" x="3651250" y="3073400"/>
          <p14:tracePt t="53319" x="3689350" y="3073400"/>
          <p14:tracePt t="53335" x="3727450" y="3079750"/>
          <p14:tracePt t="53352" x="3771900" y="3079750"/>
          <p14:tracePt t="53355" x="3790950" y="3086100"/>
          <p14:tracePt t="53371" x="3810000" y="3086100"/>
          <p14:tracePt t="53373" x="3829050" y="3092450"/>
          <p14:tracePt t="53386" x="3841750" y="3092450"/>
          <p14:tracePt t="53403" x="3873500" y="3092450"/>
          <p14:tracePt t="53419" x="3898900" y="3092450"/>
          <p14:tracePt t="53437" x="3917950" y="3092450"/>
          <p14:tracePt t="53452" x="3943350" y="3092450"/>
          <p14:tracePt t="53469" x="3981450" y="3092450"/>
          <p14:tracePt t="53485" x="4006850" y="3092450"/>
          <p14:tracePt t="53502" x="4032250" y="3092450"/>
          <p14:tracePt t="53519" x="4057650" y="3092450"/>
          <p14:tracePt t="53535" x="4064000" y="3092450"/>
          <p14:tracePt t="53552" x="4083050" y="3092450"/>
          <p14:tracePt t="53569" x="4089400" y="3092450"/>
          <p14:tracePt t="53586" x="4095750" y="3092450"/>
          <p14:tracePt t="53602" x="4114800" y="3092450"/>
          <p14:tracePt t="53606" x="4121150" y="3092450"/>
          <p14:tracePt t="53619" x="4133850" y="3092450"/>
          <p14:tracePt t="53635" x="4165600" y="3092450"/>
          <p14:tracePt t="53638" x="4184650" y="3092450"/>
          <p14:tracePt t="53655" x="4203700" y="3092450"/>
          <p14:tracePt t="53670" x="4241800" y="3092450"/>
          <p14:tracePt t="53686" x="4260850" y="3092450"/>
          <p14:tracePt t="53702" x="4273550" y="3092450"/>
          <p14:tracePt t="53719" x="4279900" y="3092450"/>
          <p14:tracePt t="53960" x="0" y="0"/>
        </p14:tracePtLst>
        <p14:tracePtLst>
          <p14:tracePt t="55482" x="2787650" y="4013200"/>
          <p14:tracePt t="55592" x="2781300" y="4013200"/>
          <p14:tracePt t="55600" x="2774950" y="4013200"/>
          <p14:tracePt t="55625" x="2768600" y="4013200"/>
          <p14:tracePt t="55632" x="2768600" y="4006850"/>
          <p14:tracePt t="55640" x="2762250" y="4006850"/>
          <p14:tracePt t="55652" x="2755900" y="4006850"/>
          <p14:tracePt t="55655" x="2749550" y="4006850"/>
          <p14:tracePt t="55669" x="2743200" y="4000500"/>
          <p14:tracePt t="55686" x="2730500" y="3994150"/>
          <p14:tracePt t="55689" x="2724150" y="3994150"/>
          <p14:tracePt t="55702" x="2717800" y="3987800"/>
          <p14:tracePt t="55719" x="2705100" y="3987800"/>
          <p14:tracePt t="55723" x="2686050" y="3981450"/>
          <p14:tracePt t="55736" x="2679700" y="3975100"/>
          <p14:tracePt t="55752" x="2660650" y="3975100"/>
          <p14:tracePt t="55755" x="2647950" y="3975100"/>
          <p14:tracePt t="55769" x="2590800" y="3968750"/>
          <p14:tracePt t="55786" x="2559050" y="3962400"/>
          <p14:tracePt t="55802" x="2527300" y="3956050"/>
          <p14:tracePt t="55819" x="2495550" y="3956050"/>
          <p14:tracePt t="55836" x="2463800" y="3949700"/>
          <p14:tracePt t="55852" x="2432050" y="3943350"/>
          <p14:tracePt t="55869" x="2368550" y="3943350"/>
          <p14:tracePt t="55886" x="2330450" y="3943350"/>
          <p14:tracePt t="55889" x="2311400" y="3943350"/>
          <p14:tracePt t="55902" x="2286000" y="3943350"/>
          <p14:tracePt t="55919" x="2241550" y="3943350"/>
          <p14:tracePt t="55921" x="2222500" y="3943350"/>
          <p14:tracePt t="55936" x="2203450" y="3943350"/>
          <p14:tracePt t="55953" x="2171700" y="3943350"/>
          <p14:tracePt t="55969" x="2159000" y="3943350"/>
          <p14:tracePt t="55986" x="2152650" y="3943350"/>
          <p14:tracePt t="56002" x="2146300" y="3943350"/>
          <p14:tracePt t="56020" x="2120900" y="3943350"/>
          <p14:tracePt t="56035" x="2089150" y="3949700"/>
          <p14:tracePt t="56052" x="2076450" y="3956050"/>
          <p14:tracePt t="56069" x="2044700" y="3968750"/>
          <p14:tracePt t="56085" x="2019300" y="3981450"/>
          <p14:tracePt t="56102" x="2000250" y="3987800"/>
          <p14:tracePt t="56119" x="1993900" y="3994150"/>
          <p14:tracePt t="56135" x="1981200" y="4000500"/>
          <p14:tracePt t="56152" x="1974850" y="4006850"/>
          <p14:tracePt t="56169" x="1974850" y="4013200"/>
          <p14:tracePt t="56186" x="1968500" y="4019550"/>
          <p14:tracePt t="56188" x="1968500" y="4025900"/>
          <p14:tracePt t="56202" x="1962150" y="4032250"/>
          <p14:tracePt t="56219" x="1955800" y="4057650"/>
          <p14:tracePt t="56236" x="1955800" y="4076700"/>
          <p14:tracePt t="56252" x="1955800" y="4083050"/>
          <p14:tracePt t="56255" x="1955800" y="4089400"/>
          <p14:tracePt t="56269" x="1955800" y="4102100"/>
          <p14:tracePt t="56286" x="1955800" y="4121150"/>
          <p14:tracePt t="56302" x="1955800" y="4127500"/>
          <p14:tracePt t="56319" x="1955800" y="4140200"/>
          <p14:tracePt t="56336" x="1962150" y="4159250"/>
          <p14:tracePt t="56352" x="1974850" y="4178300"/>
          <p14:tracePt t="56369" x="1993900" y="4210050"/>
          <p14:tracePt t="56386" x="2019300" y="4229100"/>
          <p14:tracePt t="56389" x="2032000" y="4241800"/>
          <p14:tracePt t="56402" x="2044700" y="4254500"/>
          <p14:tracePt t="56419" x="2082800" y="4279900"/>
          <p14:tracePt t="56422" x="2114550" y="4292600"/>
          <p14:tracePt t="56436" x="2139950" y="4305300"/>
          <p14:tracePt t="56452" x="2222500" y="4318000"/>
          <p14:tracePt t="56455" x="2273300" y="4324350"/>
          <p14:tracePt t="56469" x="2336800" y="4330700"/>
          <p14:tracePt t="56485" x="2444750" y="4330700"/>
          <p14:tracePt t="56502" x="2514600" y="4330700"/>
          <p14:tracePt t="56519" x="2584450" y="4337050"/>
          <p14:tracePt t="56536" x="2654300" y="4337050"/>
          <p14:tracePt t="56552" x="2711450" y="4337050"/>
          <p14:tracePt t="56569" x="2762250" y="4337050"/>
          <p14:tracePt t="56586" x="2825750" y="4343400"/>
          <p14:tracePt t="56602" x="2933700" y="4349750"/>
          <p14:tracePt t="56619" x="3041650" y="4356100"/>
          <p14:tracePt t="56635" x="3111500" y="4356100"/>
          <p14:tracePt t="56652" x="3232150" y="4368800"/>
          <p14:tracePt t="56655" x="3257550" y="4368800"/>
          <p14:tracePt t="56669" x="3333750" y="4368800"/>
          <p14:tracePt t="56686" x="3409950" y="4375150"/>
          <p14:tracePt t="56689" x="3429000" y="4375150"/>
          <p14:tracePt t="56706" x="3467100" y="4381500"/>
          <p14:tracePt t="56720" x="3517900" y="4381500"/>
          <p14:tracePt t="56736" x="3568700" y="4381500"/>
          <p14:tracePt t="56752" x="3600450" y="4381500"/>
          <p14:tracePt t="56769" x="3632200" y="4381500"/>
          <p14:tracePt t="56786" x="3683000" y="4381500"/>
          <p14:tracePt t="56804" x="3721100" y="4381500"/>
          <p14:tracePt t="56819" x="3784600" y="4381500"/>
          <p14:tracePt t="56835" x="3816350" y="4375150"/>
          <p14:tracePt t="56852" x="3860800" y="4368800"/>
          <p14:tracePt t="56869" x="3911600" y="4356100"/>
          <p14:tracePt t="56886" x="4000500" y="4324350"/>
          <p14:tracePt t="56890" x="4019550" y="4311650"/>
          <p14:tracePt t="56905" x="4032250" y="4311650"/>
          <p14:tracePt t="56907" x="4064000" y="4292600"/>
          <p14:tracePt t="56919" x="4070350" y="4286250"/>
          <p14:tracePt t="56936" x="4102100" y="4267200"/>
          <p14:tracePt t="56939" x="4108450" y="4267200"/>
          <p14:tracePt t="56953" x="4140200" y="4241800"/>
          <p14:tracePt t="56970" x="4146550" y="4235450"/>
          <p14:tracePt t="56986" x="4159250" y="4216400"/>
          <p14:tracePt t="57006" x="4165600" y="4210050"/>
          <p14:tracePt t="57019" x="4171950" y="4191000"/>
          <p14:tracePt t="57036" x="4171950" y="4178300"/>
          <p14:tracePt t="57052" x="4171950" y="4159250"/>
          <p14:tracePt t="57068" x="4171950" y="4146550"/>
          <p14:tracePt t="57085" x="4171950" y="4127500"/>
          <p14:tracePt t="57102" x="4165600" y="4095750"/>
          <p14:tracePt t="57118" x="4159250" y="4070350"/>
          <p14:tracePt t="57135" x="4140200" y="4044950"/>
          <p14:tracePt t="57139" x="4133850" y="4038600"/>
          <p14:tracePt t="57152" x="4127500" y="4032250"/>
          <p14:tracePt t="57169" x="4095750" y="3994150"/>
          <p14:tracePt t="57172" x="4089400" y="3987800"/>
          <p14:tracePt t="57186" x="4076700" y="3981450"/>
          <p14:tracePt t="57202" x="4038600" y="3956050"/>
          <p14:tracePt t="57205" x="4025900" y="3943350"/>
          <p14:tracePt t="57219" x="3981450" y="3924300"/>
          <p14:tracePt t="57235" x="3943350" y="3911600"/>
          <p14:tracePt t="57252" x="3886200" y="3892550"/>
          <p14:tracePt t="57269" x="3822700" y="3879850"/>
          <p14:tracePt t="57286" x="3746500" y="3867150"/>
          <p14:tracePt t="57302" x="3676650" y="3860800"/>
          <p14:tracePt t="57307" x="3632200" y="3848100"/>
          <p14:tracePt t="57319" x="3594100" y="3841750"/>
          <p14:tracePt t="57336" x="3505200" y="3835400"/>
          <p14:tracePt t="57352" x="3409950" y="3822700"/>
          <p14:tracePt t="57369" x="3314700" y="3816350"/>
          <p14:tracePt t="57373" x="3276600" y="3816350"/>
          <p14:tracePt t="57386" x="3225800" y="3816350"/>
          <p14:tracePt t="57402" x="3124200" y="3816350"/>
          <p14:tracePt t="57406" x="3073400" y="3816350"/>
          <p14:tracePt t="57419" x="3022600" y="3816350"/>
          <p14:tracePt t="57435" x="2927350" y="3816350"/>
          <p14:tracePt t="57439" x="2882900" y="3816350"/>
          <p14:tracePt t="57452" x="2857500" y="3816350"/>
          <p14:tracePt t="57469" x="2787650" y="3816350"/>
          <p14:tracePt t="57486" x="2724150" y="3816350"/>
          <p14:tracePt t="57502" x="2686050" y="3822700"/>
          <p14:tracePt t="57519" x="2603500" y="3829050"/>
          <p14:tracePt t="57536" x="2540000" y="3835400"/>
          <p14:tracePt t="57552" x="2470150" y="3841750"/>
          <p14:tracePt t="57569" x="2387600" y="3854450"/>
          <p14:tracePt t="57573" x="2324100" y="3860800"/>
          <p14:tracePt t="57585" x="2298700" y="3860800"/>
          <p14:tracePt t="57602" x="2216150" y="3873500"/>
          <p14:tracePt t="57607" x="2159000" y="3879850"/>
          <p14:tracePt t="57619" x="2127250" y="3886200"/>
          <p14:tracePt t="57635" x="2057400" y="3905250"/>
          <p14:tracePt t="57652" x="1987550" y="3924300"/>
          <p14:tracePt t="57668" x="1930400" y="3943350"/>
          <p14:tracePt t="57671" x="1917700" y="3949700"/>
          <p14:tracePt t="57685" x="1911350" y="3956050"/>
          <p14:tracePt t="57702" x="1866900" y="3981450"/>
          <p14:tracePt t="57704" x="1860550" y="3987800"/>
          <p14:tracePt t="57719" x="1835150" y="4006850"/>
          <p14:tracePt t="57735" x="1822450" y="4019550"/>
          <p14:tracePt t="57752" x="1809750" y="4032250"/>
          <p14:tracePt t="57769" x="1803400" y="4044950"/>
          <p14:tracePt t="57785" x="1790700" y="4064000"/>
          <p14:tracePt t="57802" x="1790700" y="4076700"/>
          <p14:tracePt t="57819" x="1784350" y="4102100"/>
          <p14:tracePt t="57835" x="1784350" y="4121150"/>
          <p14:tracePt t="57852" x="1803400" y="4184650"/>
          <p14:tracePt t="57869" x="1822450" y="4222750"/>
          <p14:tracePt t="57872" x="1828800" y="4241800"/>
          <p14:tracePt t="57885" x="1847850" y="4254500"/>
          <p14:tracePt t="57902" x="1873250" y="4286250"/>
          <p14:tracePt t="57906" x="1892300" y="4298950"/>
          <p14:tracePt t="57919" x="1917700" y="4305300"/>
          <p14:tracePt t="57935" x="1955800" y="4330700"/>
          <p14:tracePt t="57937" x="2006600" y="4343400"/>
          <p14:tracePt t="57952" x="2032000" y="4349750"/>
          <p14:tracePt t="57969" x="2139950" y="4375150"/>
          <p14:tracePt t="57988" x="2222500" y="4400550"/>
          <p14:tracePt t="58002" x="2317750" y="4419600"/>
          <p14:tracePt t="58019" x="2432050" y="4438650"/>
          <p14:tracePt t="58035" x="2565400" y="4451350"/>
          <p14:tracePt t="58052" x="2654300" y="4451350"/>
          <p14:tracePt t="58069" x="2743200" y="4451350"/>
          <p14:tracePt t="58085" x="2882900" y="4451350"/>
          <p14:tracePt t="58102" x="2978150" y="4445000"/>
          <p14:tracePt t="58105" x="3054350" y="4432300"/>
          <p14:tracePt t="58119" x="3079750" y="4425950"/>
          <p14:tracePt t="58135" x="3168650" y="4406900"/>
          <p14:tracePt t="58138" x="3232150" y="4400550"/>
          <p14:tracePt t="58152" x="3251200" y="4400550"/>
          <p14:tracePt t="58169" x="3321050" y="4381500"/>
          <p14:tracePt t="58186" x="3365500" y="4368800"/>
          <p14:tracePt t="58191" x="3390900" y="4362450"/>
          <p14:tracePt t="58203" x="3397250" y="4362450"/>
          <p14:tracePt t="58220" x="3467100" y="4337050"/>
          <p14:tracePt t="58236" x="3517900" y="4318000"/>
          <p14:tracePt t="58252" x="3606800" y="4286250"/>
          <p14:tracePt t="58269" x="3670300" y="4267200"/>
          <p14:tracePt t="58286" x="3727450" y="4254500"/>
          <p14:tracePt t="58302" x="3784600" y="4235450"/>
          <p14:tracePt t="58319" x="3822700" y="4222750"/>
          <p14:tracePt t="58336" x="3854450" y="4222750"/>
          <p14:tracePt t="58339" x="3873500" y="4216400"/>
          <p14:tracePt t="58352" x="3879850" y="4210050"/>
          <p14:tracePt t="58369" x="3905250" y="4203700"/>
          <p14:tracePt t="58372" x="3911600" y="4203700"/>
          <p14:tracePt t="58388" x="3930650" y="4191000"/>
          <p14:tracePt t="58403" x="3949700" y="4178300"/>
          <p14:tracePt t="58421" x="3962400" y="4171950"/>
          <p14:tracePt t="58436" x="3962400" y="4165600"/>
          <p14:tracePt t="58455" x="3968750" y="4152900"/>
          <p14:tracePt t="58472" x="3975100" y="4146550"/>
          <p14:tracePt t="58488" x="3975100" y="4140200"/>
          <p14:tracePt t="58502" x="3975100" y="4133850"/>
          <p14:tracePt t="58535" x="3975100" y="4127500"/>
          <p14:tracePt t="58553" x="3975100" y="4114800"/>
          <p14:tracePt t="58569" x="3975100" y="4102100"/>
          <p14:tracePt t="58586" x="3962400" y="4089400"/>
          <p14:tracePt t="58602" x="3949700" y="4070350"/>
          <p14:tracePt t="58619" x="3930650" y="4051300"/>
          <p14:tracePt t="58621" x="3911600" y="4038600"/>
          <p14:tracePt t="58636" x="3898900" y="4032250"/>
          <p14:tracePt t="58652" x="3867150" y="4013200"/>
          <p14:tracePt t="58655" x="3848100" y="4006850"/>
          <p14:tracePt t="58669" x="3803650" y="3987800"/>
          <p14:tracePt t="58686" x="3740150" y="3968750"/>
          <p14:tracePt t="58702" x="3689350" y="3956050"/>
          <p14:tracePt t="58719" x="3644900" y="3943350"/>
          <p14:tracePt t="58735" x="3587750" y="3937000"/>
          <p14:tracePt t="58752" x="3517900" y="3930650"/>
          <p14:tracePt t="58769" x="3435350" y="3930650"/>
          <p14:tracePt t="58786" x="3346450" y="3930650"/>
          <p14:tracePt t="58802" x="3263900" y="3930650"/>
          <p14:tracePt t="58819" x="3187700" y="3930650"/>
          <p14:tracePt t="58836" x="3111500" y="3930650"/>
          <p14:tracePt t="58852" x="3035300" y="3943350"/>
          <p14:tracePt t="58855" x="3003550" y="3949700"/>
          <p14:tracePt t="58869" x="2971800" y="3949700"/>
          <p14:tracePt t="58886" x="2927350" y="3949700"/>
          <p14:tracePt t="58889" x="2908300" y="3956050"/>
          <p14:tracePt t="58903" x="2895600" y="3956050"/>
          <p14:tracePt t="58919" x="2863850" y="3962400"/>
          <p14:tracePt t="58936" x="2844800" y="3962400"/>
          <p14:tracePt t="58952" x="2819400" y="3968750"/>
          <p14:tracePt t="58969" x="2806700" y="3968750"/>
          <p14:tracePt t="58986" x="2781300" y="3968750"/>
          <p14:tracePt t="59002" x="2774950" y="3968750"/>
          <p14:tracePt t="59019" x="2743200" y="3975100"/>
          <p14:tracePt t="59036" x="2711450" y="3981450"/>
          <p14:tracePt t="59052" x="2692400" y="3981450"/>
          <p14:tracePt t="59069" x="2673350" y="3981450"/>
          <p14:tracePt t="59086" x="2654300" y="3981450"/>
          <p14:tracePt t="59089" x="2647950" y="3987800"/>
          <p14:tracePt t="59106" x="2641600" y="3994150"/>
          <p14:tracePt t="59119" x="2635250" y="3994150"/>
          <p14:tracePt t="59136" x="2628900" y="4000500"/>
          <p14:tracePt t="59138" x="2616200" y="4006850"/>
          <p14:tracePt t="59154" x="2590800" y="4025900"/>
          <p14:tracePt t="59170" x="2571750" y="4044950"/>
          <p14:tracePt t="59186" x="2533650" y="4076700"/>
          <p14:tracePt t="59202" x="2476500" y="4108450"/>
          <p14:tracePt t="59219" x="2432050" y="4146550"/>
          <p14:tracePt t="59236" x="2393950" y="4159250"/>
          <p14:tracePt t="59253" x="2343150" y="4191000"/>
          <p14:tracePt t="59269" x="2311400" y="4216400"/>
          <p14:tracePt t="59286" x="2298700" y="4222750"/>
          <p14:tracePt t="59302" x="2292350" y="4222750"/>
          <p14:tracePt t="59939" x="2292350" y="4235450"/>
          <p14:tracePt t="59944" x="2298700" y="4235450"/>
          <p14:tracePt t="59952" x="2311400" y="4248150"/>
          <p14:tracePt t="59970" x="2336800" y="4267200"/>
          <p14:tracePt t="59986" x="2393950" y="4298950"/>
          <p14:tracePt t="60002" x="2476500" y="4330700"/>
          <p14:tracePt t="60019" x="2540000" y="4349750"/>
          <p14:tracePt t="60024" x="2571750" y="4349750"/>
          <p14:tracePt t="60039" x="2597150" y="4349750"/>
          <p14:tracePt t="60042" x="2616200" y="4349750"/>
          <p14:tracePt t="60053" x="2635250" y="4349750"/>
          <p14:tracePt t="60071" x="2647950" y="4349750"/>
          <p14:tracePt t="60085" x="2654300" y="4349750"/>
          <p14:tracePt t="60235" x="2654300" y="4343400"/>
          <p14:tracePt t="60290" x="2647950" y="4343400"/>
          <p14:tracePt t="60306" x="2635250" y="4337050"/>
          <p14:tracePt t="60314" x="2622550" y="4337050"/>
          <p14:tracePt t="60322" x="2603500" y="4337050"/>
          <p14:tracePt t="60336" x="2590800" y="4337050"/>
          <p14:tracePt t="60339" x="2552700" y="4337050"/>
          <p14:tracePt t="60352" x="2533650" y="4337050"/>
          <p14:tracePt t="60369" x="2470150" y="4337050"/>
          <p14:tracePt t="60373" x="2451100" y="4337050"/>
          <p14:tracePt t="60387" x="2406650" y="4337050"/>
          <p14:tracePt t="60403" x="2349500" y="4330700"/>
          <p14:tracePt t="60419" x="2336800" y="4324350"/>
          <p14:tracePt t="60774" x="2349500" y="4324350"/>
          <p14:tracePt t="60782" x="2355850" y="4324350"/>
          <p14:tracePt t="60790" x="2393950" y="4324350"/>
          <p14:tracePt t="60802" x="2432050" y="4330700"/>
          <p14:tracePt t="60819" x="2495550" y="4343400"/>
          <p14:tracePt t="60836" x="2628900" y="4356100"/>
          <p14:tracePt t="60839" x="2654300" y="4356100"/>
          <p14:tracePt t="60854" x="2800350" y="4362450"/>
          <p14:tracePt t="60870" x="2882900" y="4362450"/>
          <p14:tracePt t="60886" x="2901950" y="4368800"/>
          <p14:tracePt t="60902" x="2984500" y="4368800"/>
          <p14:tracePt t="60906" x="2997200" y="4368800"/>
          <p14:tracePt t="60919" x="3022600" y="4368800"/>
          <p14:tracePt t="60936" x="3041650" y="4362450"/>
          <p14:tracePt t="60952" x="3048000" y="4362450"/>
          <p14:tracePt t="60969" x="3048000" y="4356100"/>
          <p14:tracePt t="60988" x="3054350" y="4356100"/>
          <p14:tracePt t="61032" x="3054350" y="4349750"/>
          <p14:tracePt t="61048" x="3060700" y="4349750"/>
          <p14:tracePt t="61072" x="3060700" y="4343400"/>
          <p14:tracePt t="61604" x="3073400" y="4343400"/>
          <p14:tracePt t="61612" x="3098800" y="4349750"/>
          <p14:tracePt t="61622" x="3117850" y="4349750"/>
          <p14:tracePt t="61636" x="3187700" y="4362450"/>
          <p14:tracePt t="61654" x="3276600" y="4375150"/>
          <p14:tracePt t="61669" x="3378200" y="4381500"/>
          <p14:tracePt t="61688" x="3454400" y="4381500"/>
          <p14:tracePt t="61691" x="3479800" y="4381500"/>
          <p14:tracePt t="61702" x="3498850" y="4375150"/>
          <p14:tracePt t="61722" x="3511550" y="4368800"/>
          <p14:tracePt t="61736" x="3524250" y="4362450"/>
          <p14:tracePt t="61754" x="3536950" y="4356100"/>
          <p14:tracePt t="61757" x="3543300" y="4349750"/>
          <p14:tracePt t="61787" x="3549650" y="4343400"/>
          <p14:tracePt t="61791" x="3556000" y="4337050"/>
          <p14:tracePt t="61802" x="3562350" y="4330700"/>
          <p14:tracePt t="61819" x="3562350" y="4324350"/>
          <p14:tracePt t="61822" x="3568700" y="4318000"/>
          <p14:tracePt t="61836" x="3568700" y="4311650"/>
          <p14:tracePt t="61852" x="3568700" y="4305300"/>
          <p14:tracePt t="61855" x="3575050" y="4305300"/>
          <p14:tracePt t="62435" x="0" y="0"/>
        </p14:tracePtLst>
        <p14:tracePtLst>
          <p14:tracePt t="72980" x="2832100" y="3473450"/>
          <p14:tracePt t="73066" x="2832100" y="3479800"/>
          <p14:tracePt t="73077" x="2832100" y="3486150"/>
          <p14:tracePt t="73084" x="2819400" y="3498850"/>
          <p14:tracePt t="73092" x="2813050" y="3505200"/>
          <p14:tracePt t="73103" x="2800350" y="3511550"/>
          <p14:tracePt t="73119" x="2762250" y="3549650"/>
          <p14:tracePt t="73136" x="2711450" y="3600450"/>
          <p14:tracePt t="73153" x="2660650" y="3644900"/>
          <p14:tracePt t="73156" x="2641600" y="3663950"/>
          <p14:tracePt t="73169" x="2609850" y="3683000"/>
          <p14:tracePt t="73186" x="2559050" y="3727450"/>
          <p14:tracePt t="73189" x="2546350" y="3740150"/>
          <p14:tracePt t="73203" x="2514600" y="3765550"/>
          <p14:tracePt t="73220" x="2470150" y="3797300"/>
          <p14:tracePt t="73238" x="2413000" y="3848100"/>
          <p14:tracePt t="73252" x="2355850" y="3892550"/>
          <p14:tracePt t="73272" x="2324100" y="3924300"/>
          <p14:tracePt t="73286" x="2254250" y="3968750"/>
          <p14:tracePt t="73303" x="2203450" y="4006850"/>
          <p14:tracePt t="73319" x="2171700" y="4025900"/>
          <p14:tracePt t="73337" x="2146300" y="4044950"/>
          <p14:tracePt t="73340" x="2139950" y="4044950"/>
          <p14:tracePt t="73353" x="2127250" y="4051300"/>
          <p14:tracePt t="73369" x="2114550" y="4057650"/>
          <p14:tracePt t="73386" x="2101850" y="4057650"/>
          <p14:tracePt t="73402" x="2095500" y="4057650"/>
          <p14:tracePt t="73431" x="2089150" y="4057650"/>
          <p14:tracePt t="73470" x="2082800" y="4044950"/>
          <p14:tracePt t="73478" x="2076450" y="4025900"/>
          <p14:tracePt t="73488" x="2076450" y="4019550"/>
          <p14:tracePt t="73502" x="2070100" y="3975100"/>
          <p14:tracePt t="73519" x="2070100" y="3924300"/>
          <p14:tracePt t="73536" x="2070100" y="3879850"/>
          <p14:tracePt t="73553" x="2076450" y="3829050"/>
          <p14:tracePt t="73569" x="2108200" y="3778250"/>
          <p14:tracePt t="73586" x="2139950" y="3733800"/>
          <p14:tracePt t="73603" x="2171700" y="3695700"/>
          <p14:tracePt t="73607" x="2184400" y="3683000"/>
          <p14:tracePt t="73619" x="2197100" y="3670300"/>
          <p14:tracePt t="73636" x="2203450" y="3663950"/>
          <p14:tracePt t="73712" x="2203450" y="3670300"/>
          <p14:tracePt t="73729" x="2203450" y="3676650"/>
          <p14:tracePt t="73736" x="2203450" y="3683000"/>
          <p14:tracePt t="73752" x="2203450" y="3708400"/>
          <p14:tracePt t="73769" x="2203450" y="3714750"/>
          <p14:tracePt t="73786" x="2197100" y="3714750"/>
          <p14:tracePt t="73833" x="2197100" y="3721100"/>
          <p14:tracePt t="73971" x="0" y="0"/>
        </p14:tracePtLst>
        <p14:tracePtLst>
          <p14:tracePt t="74614" x="2152650" y="4464050"/>
          <p14:tracePt t="74658" x="2152650" y="4457700"/>
          <p14:tracePt t="74690" x="2146300" y="4457700"/>
          <p14:tracePt t="74707" x="2139950" y="4451350"/>
          <p14:tracePt t="74714" x="2133600" y="4451350"/>
          <p14:tracePt t="74723" x="2120900" y="4451350"/>
          <p14:tracePt t="74736" x="2120900" y="4445000"/>
          <p14:tracePt t="74753" x="2101850" y="4438650"/>
          <p14:tracePt t="74769" x="2076450" y="4438650"/>
          <p14:tracePt t="74773" x="2063750" y="4438650"/>
          <p14:tracePt t="74786" x="2051050" y="4438650"/>
          <p14:tracePt t="74803" x="2025650" y="4438650"/>
          <p14:tracePt t="74821" x="1987550" y="4438650"/>
          <p14:tracePt t="74836" x="1962150" y="4438650"/>
          <p14:tracePt t="74855" x="1936750" y="4438650"/>
          <p14:tracePt t="74870" x="1917700" y="4451350"/>
          <p14:tracePt t="74887" x="1905000" y="4457700"/>
          <p14:tracePt t="74903" x="1873250" y="4470400"/>
          <p14:tracePt t="74922" x="1854200" y="4483100"/>
          <p14:tracePt t="74924" x="1841500" y="4495800"/>
          <p14:tracePt t="74936" x="1835150" y="4502150"/>
          <p14:tracePt t="74953" x="1816100" y="4514850"/>
          <p14:tracePt t="74956" x="1809750" y="4527550"/>
          <p14:tracePt t="74969" x="1803400" y="4527550"/>
          <p14:tracePt t="74986" x="1797050" y="4552950"/>
          <p14:tracePt t="74990" x="1790700" y="4559300"/>
          <p14:tracePt t="75003" x="1784350" y="4572000"/>
          <p14:tracePt t="75020" x="1784350" y="4578350"/>
          <p14:tracePt t="75021" x="1784350" y="4584700"/>
          <p14:tracePt t="75036" x="1784350" y="4591050"/>
          <p14:tracePt t="75053" x="1784350" y="4603750"/>
          <p14:tracePt t="75055" x="1784350" y="4610100"/>
          <p14:tracePt t="75070" x="1784350" y="4629150"/>
          <p14:tracePt t="75086" x="1784350" y="4648200"/>
          <p14:tracePt t="75102" x="1784350" y="4667250"/>
          <p14:tracePt t="75119" x="1797050" y="4686300"/>
          <p14:tracePt t="75136" x="1816100" y="4718050"/>
          <p14:tracePt t="75152" x="1828800" y="4737100"/>
          <p14:tracePt t="75170" x="1854200" y="4768850"/>
          <p14:tracePt t="75186" x="1873250" y="4781550"/>
          <p14:tracePt t="75203" x="1898650" y="4800600"/>
          <p14:tracePt t="75219" x="1924050" y="4819650"/>
          <p14:tracePt t="75222" x="1930400" y="4819650"/>
          <p14:tracePt t="75236" x="1949450" y="4826000"/>
          <p14:tracePt t="75253" x="1974850" y="4838700"/>
          <p14:tracePt t="75255" x="1987550" y="4838700"/>
          <p14:tracePt t="75271" x="2006600" y="4845050"/>
          <p14:tracePt t="75286" x="2019300" y="4845050"/>
          <p14:tracePt t="75303" x="2032000" y="4845050"/>
          <p14:tracePt t="75319" x="2057400" y="4851400"/>
          <p14:tracePt t="75336" x="2076450" y="4851400"/>
          <p14:tracePt t="75353" x="2101850" y="4851400"/>
          <p14:tracePt t="75369" x="2120900" y="4851400"/>
          <p14:tracePt t="75386" x="2146300" y="4851400"/>
          <p14:tracePt t="75403" x="2171700" y="4845050"/>
          <p14:tracePt t="75419" x="2203450" y="4826000"/>
          <p14:tracePt t="75436" x="2235200" y="4806950"/>
          <p14:tracePt t="75453" x="2254250" y="4794250"/>
          <p14:tracePt t="75457" x="2266950" y="4781550"/>
          <p14:tracePt t="75469" x="2286000" y="4762500"/>
          <p14:tracePt t="75486" x="2305050" y="4749800"/>
          <p14:tracePt t="75489" x="2311400" y="4743450"/>
          <p14:tracePt t="75503" x="2324100" y="4737100"/>
          <p14:tracePt t="75521" x="2349500" y="4724400"/>
          <p14:tracePt t="75536" x="2368550" y="4705350"/>
          <p14:tracePt t="75553" x="2381250" y="4699000"/>
          <p14:tracePt t="75571" x="2387600" y="4692650"/>
          <p14:tracePt t="75586" x="2393950" y="4686300"/>
          <p14:tracePt t="75602" x="2400300" y="4679950"/>
          <p14:tracePt t="75619" x="2406650" y="4667250"/>
          <p14:tracePt t="75636" x="2419350" y="4660900"/>
          <p14:tracePt t="75653" x="2419350" y="4648200"/>
          <p14:tracePt t="75669" x="2425700" y="4629150"/>
          <p14:tracePt t="75686" x="2425700" y="4616450"/>
          <p14:tracePt t="75691" x="2425700" y="4597400"/>
          <p14:tracePt t="75703" x="2425700" y="4591050"/>
          <p14:tracePt t="75719" x="2419350" y="4572000"/>
          <p14:tracePt t="75722" x="2413000" y="4565650"/>
          <p14:tracePt t="75736" x="2413000" y="4559300"/>
          <p14:tracePt t="75753" x="2400300" y="4552950"/>
          <p14:tracePt t="75755" x="2393950" y="4546600"/>
          <p14:tracePt t="75770" x="2381250" y="4533900"/>
          <p14:tracePt t="75786" x="2362200" y="4521200"/>
          <p14:tracePt t="75803" x="2330450" y="4508500"/>
          <p14:tracePt t="75819" x="2298700" y="4502150"/>
          <p14:tracePt t="75836" x="2266950" y="4489450"/>
          <p14:tracePt t="75853" x="2247900" y="4489450"/>
          <p14:tracePt t="75869" x="2209800" y="4483100"/>
          <p14:tracePt t="75886" x="2171700" y="4483100"/>
          <p14:tracePt t="75903" x="2139950" y="4483100"/>
          <p14:tracePt t="75919" x="2120900" y="4483100"/>
          <p14:tracePt t="75936" x="2089150" y="4483100"/>
          <p14:tracePt t="75953" x="2051050" y="4483100"/>
          <p14:tracePt t="75957" x="2032000" y="4483100"/>
          <p14:tracePt t="75970" x="2019300" y="4489450"/>
          <p14:tracePt t="75986" x="2006600" y="4495800"/>
          <p14:tracePt t="75989" x="2000250" y="4495800"/>
          <p14:tracePt t="76002" x="1993900" y="4495800"/>
          <p14:tracePt t="76019" x="1974850" y="4514850"/>
          <p14:tracePt t="76036" x="1974850" y="4521200"/>
          <p14:tracePt t="76053" x="1962150" y="4527550"/>
          <p14:tracePt t="76069" x="1955800" y="4540250"/>
          <p14:tracePt t="76086" x="1949450" y="4546600"/>
          <p14:tracePt t="76102" x="1943100" y="4559300"/>
          <p14:tracePt t="76136" x="1936750" y="4565650"/>
          <p14:tracePt t="76153" x="1936750" y="4578350"/>
          <p14:tracePt t="76271" x="0" y="0"/>
        </p14:tracePtLst>
        <p14:tracePtLst>
          <p14:tracePt t="77905" x="2425700" y="4508500"/>
          <p14:tracePt t="77912" x="2438400" y="4508500"/>
          <p14:tracePt t="77919" x="2438400" y="4502150"/>
          <p14:tracePt t="77953" x="2444750" y="4502150"/>
          <p14:tracePt t="77969" x="2457450" y="4502150"/>
          <p14:tracePt t="77987" x="2495550" y="4502150"/>
          <p14:tracePt t="78003" x="2559050" y="4502150"/>
          <p14:tracePt t="78019" x="2635250" y="4489450"/>
          <p14:tracePt t="78036" x="2743200" y="4470400"/>
          <p14:tracePt t="78052" x="2806700" y="4457700"/>
          <p14:tracePt t="78069" x="2882900" y="4438650"/>
          <p14:tracePt t="78072" x="2895600" y="4432300"/>
          <p14:tracePt t="78087" x="2908300" y="4425950"/>
          <p14:tracePt t="78090" x="2921000" y="4419600"/>
          <p14:tracePt t="78102" x="2927350" y="4419600"/>
          <p14:tracePt t="78122" x="2927350" y="4413250"/>
          <p14:tracePt t="78248" x="2921000" y="4419600"/>
          <p14:tracePt t="78266" x="2908300" y="4425950"/>
          <p14:tracePt t="78283" x="2895600" y="4438650"/>
          <p14:tracePt t="78290" x="2882900" y="4445000"/>
          <p14:tracePt t="78303" x="2870200" y="4464050"/>
          <p14:tracePt t="78319" x="2844800" y="4495800"/>
          <p14:tracePt t="78322" x="2838450" y="4508500"/>
          <p14:tracePt t="78336" x="2832100" y="4514850"/>
          <p14:tracePt t="78353" x="2806700" y="4546600"/>
          <p14:tracePt t="78356" x="2794000" y="4559300"/>
          <p14:tracePt t="78370" x="2787650" y="4578350"/>
          <p14:tracePt t="78387" x="2781300" y="4603750"/>
          <p14:tracePt t="78402" x="2768600" y="4622800"/>
          <p14:tracePt t="78419" x="2762250" y="4667250"/>
          <p14:tracePt t="78436" x="2762250" y="4718050"/>
          <p14:tracePt t="78453" x="2762250" y="4756150"/>
          <p14:tracePt t="78469" x="2762250" y="4794250"/>
          <p14:tracePt t="78486" x="2787650" y="4838700"/>
          <p14:tracePt t="78503" x="2800350" y="4857750"/>
          <p14:tracePt t="78519" x="2825750" y="4876800"/>
          <p14:tracePt t="78523" x="2832100" y="4883150"/>
          <p14:tracePt t="78536" x="2844800" y="4883150"/>
          <p14:tracePt t="78553" x="2863850" y="4889500"/>
          <p14:tracePt t="78556" x="2876550" y="4889500"/>
          <p14:tracePt t="78569" x="2921000" y="4895850"/>
          <p14:tracePt t="78586" x="2965450" y="4895850"/>
          <p14:tracePt t="78589" x="3022600" y="4895850"/>
          <p14:tracePt t="78603" x="3054350" y="4895850"/>
          <p14:tracePt t="78620" x="3206750" y="4883150"/>
          <p14:tracePt t="78636" x="3340100" y="4870450"/>
          <p14:tracePt t="78653" x="3416300" y="4864100"/>
          <p14:tracePt t="78669" x="3543300" y="4857750"/>
          <p14:tracePt t="78686" x="3632200" y="4851400"/>
          <p14:tracePt t="78703" x="3778250" y="4838700"/>
          <p14:tracePt t="78719" x="3873500" y="4838700"/>
          <p14:tracePt t="78736" x="3962400" y="4832350"/>
          <p14:tracePt t="78752" x="4095750" y="4819650"/>
          <p14:tracePt t="78769" x="4165600" y="4813300"/>
          <p14:tracePt t="78786" x="4229100" y="4800600"/>
          <p14:tracePt t="78789" x="4292600" y="4794250"/>
          <p14:tracePt t="78802" x="4324350" y="4787900"/>
          <p14:tracePt t="78819" x="4375150" y="4781550"/>
          <p14:tracePt t="78822" x="4387850" y="4775200"/>
          <p14:tracePt t="78836" x="4413250" y="4775200"/>
          <p14:tracePt t="78853" x="4451350" y="4768850"/>
          <p14:tracePt t="78855" x="4470400" y="4768850"/>
          <p14:tracePt t="78870" x="4533900" y="4768850"/>
          <p14:tracePt t="78886" x="4584700" y="4762500"/>
          <p14:tracePt t="78903" x="4641850" y="4749800"/>
          <p14:tracePt t="78919" x="4724400" y="4730750"/>
          <p14:tracePt t="78936" x="4762500" y="4711700"/>
          <p14:tracePt t="78953" x="4813300" y="4679950"/>
          <p14:tracePt t="78969" x="4826000" y="4673600"/>
          <p14:tracePt t="78986" x="4838700" y="4654550"/>
          <p14:tracePt t="79002" x="4845050" y="4635500"/>
          <p14:tracePt t="79019" x="4845050" y="4622800"/>
          <p14:tracePt t="79022" x="4845050" y="4616450"/>
          <p14:tracePt t="79036" x="4838700" y="4603750"/>
          <p14:tracePt t="79053" x="4819650" y="4584700"/>
          <p14:tracePt t="79056" x="4806950" y="4565650"/>
          <p14:tracePt t="79069" x="4756150" y="4521200"/>
          <p14:tracePt t="79086" x="4699000" y="4483100"/>
          <p14:tracePt t="79102" x="4578350" y="4406900"/>
          <p14:tracePt t="79121" x="4470400" y="4343400"/>
          <p14:tracePt t="79136" x="4356100" y="4292600"/>
          <p14:tracePt t="79153" x="4279900" y="4260850"/>
          <p14:tracePt t="79169" x="4159250" y="4222750"/>
          <p14:tracePt t="79186" x="4013200" y="4197350"/>
          <p14:tracePt t="79203" x="3879850" y="4184650"/>
          <p14:tracePt t="79219" x="3752850" y="4184650"/>
          <p14:tracePt t="79224" x="3708400" y="4184650"/>
          <p14:tracePt t="79236" x="3676650" y="4184650"/>
          <p14:tracePt t="79253" x="3556000" y="4184650"/>
          <p14:tracePt t="79256" x="3517900" y="4184650"/>
          <p14:tracePt t="79269" x="3492500" y="4191000"/>
          <p14:tracePt t="79286" x="3397250" y="4216400"/>
          <p14:tracePt t="79289" x="3378200" y="4216400"/>
          <p14:tracePt t="79303" x="3346450" y="4229100"/>
          <p14:tracePt t="79319" x="3225800" y="4279900"/>
          <p14:tracePt t="79336" x="3155950" y="4324350"/>
          <p14:tracePt t="79353" x="3117850" y="4349750"/>
          <p14:tracePt t="79370" x="3086100" y="4381500"/>
          <p14:tracePt t="79386" x="3060700" y="4406900"/>
          <p14:tracePt t="79403" x="3022600" y="4476750"/>
          <p14:tracePt t="79419" x="3009900" y="4508500"/>
          <p14:tracePt t="79436" x="3003550" y="4559300"/>
          <p14:tracePt t="79453" x="3003550" y="4597400"/>
          <p14:tracePt t="79469" x="3022600" y="4686300"/>
          <p14:tracePt t="79486" x="3060700" y="4737100"/>
          <p14:tracePt t="79490" x="3073400" y="4756150"/>
          <p14:tracePt t="79503" x="3098800" y="4775200"/>
          <p14:tracePt t="79519" x="3149600" y="4806950"/>
          <p14:tracePt t="79523" x="3162300" y="4819650"/>
          <p14:tracePt t="79536" x="3206750" y="4832350"/>
          <p14:tracePt t="79553" x="3263900" y="4845050"/>
          <p14:tracePt t="79556" x="3295650" y="4851400"/>
          <p14:tracePt t="79571" x="3384550" y="4864100"/>
          <p14:tracePt t="79586" x="3460750" y="4876800"/>
          <p14:tracePt t="79602" x="3556000" y="4876800"/>
          <p14:tracePt t="79620" x="3676650" y="4876800"/>
          <p14:tracePt t="79636" x="3810000" y="4876800"/>
          <p14:tracePt t="79653" x="3937000" y="4876800"/>
          <p14:tracePt t="79669" x="4057650" y="4876800"/>
          <p14:tracePt t="79686" x="4114800" y="4876800"/>
          <p14:tracePt t="79703" x="4165600" y="4864100"/>
          <p14:tracePt t="79719" x="4203700" y="4845050"/>
          <p14:tracePt t="79739" x="4222750" y="4832350"/>
          <p14:tracePt t="79741" x="4222750" y="4826000"/>
          <p14:tracePt t="79753" x="4229100" y="4819650"/>
          <p14:tracePt t="79772" x="4235450" y="4806950"/>
          <p14:tracePt t="79829" x="0" y="0"/>
        </p14:tracePtLst>
        <p14:tracePtLst>
          <p14:tracePt t="81419" x="0" y="3994150"/>
          <p14:tracePt t="81457" x="0" y="4000500"/>
          <p14:tracePt t="81465" x="6350" y="4006850"/>
          <p14:tracePt t="81472" x="19050" y="4025900"/>
          <p14:tracePt t="81486" x="31750" y="4044950"/>
          <p14:tracePt t="81489" x="57150" y="4064000"/>
          <p14:tracePt t="81503" x="88900" y="4095750"/>
          <p14:tracePt t="81521" x="241300" y="4203700"/>
          <p14:tracePt t="81536" x="336550" y="4254500"/>
          <p14:tracePt t="81555" x="641350" y="4381500"/>
          <p14:tracePt t="81557" x="0" y="0"/>
        </p14:tracePtLst>
        <p14:tracePtLst>
          <p14:tracePt t="81654" x="850900" y="4425950"/>
          <p14:tracePt t="81794" x="850900" y="4432300"/>
          <p14:tracePt t="81811" x="857250" y="4438650"/>
          <p14:tracePt t="81819" x="863600" y="4438650"/>
          <p14:tracePt t="81836" x="863600" y="4451350"/>
          <p14:tracePt t="81853" x="869950" y="4457700"/>
          <p14:tracePt t="82044" x="869950" y="4464050"/>
          <p14:tracePt t="82069" x="869950" y="4470400"/>
          <p14:tracePt t="82076" x="863600" y="4476750"/>
          <p14:tracePt t="82086" x="857250" y="4476750"/>
          <p14:tracePt t="82103" x="857250" y="4483100"/>
          <p14:tracePt t="82120" x="850900" y="4489450"/>
          <p14:tracePt t="82136" x="850900" y="4514850"/>
          <p14:tracePt t="82153" x="844550" y="4521200"/>
          <p14:tracePt t="82169" x="844550" y="4540250"/>
          <p14:tracePt t="82186" x="844550" y="4559300"/>
          <p14:tracePt t="82190" x="844550" y="4565650"/>
          <p14:tracePt t="82203" x="850900" y="4572000"/>
          <p14:tracePt t="82220" x="889000" y="4610100"/>
          <p14:tracePt t="82223" x="895350" y="4622800"/>
          <p14:tracePt t="82236" x="920750" y="4635500"/>
          <p14:tracePt t="82253" x="952500" y="4654550"/>
          <p14:tracePt t="82256" x="971550" y="4667250"/>
          <p14:tracePt t="82270" x="1022350" y="4679950"/>
          <p14:tracePt t="82286" x="1085850" y="4699000"/>
          <p14:tracePt t="82303" x="1149350" y="4718050"/>
          <p14:tracePt t="82319" x="1225550" y="4737100"/>
          <p14:tracePt t="82336" x="1314450" y="4756150"/>
          <p14:tracePt t="82353" x="1390650" y="4775200"/>
          <p14:tracePt t="82370" x="1460500" y="4787900"/>
          <p14:tracePt t="82386" x="1543050" y="4800600"/>
          <p14:tracePt t="82390" x="1574800" y="4800600"/>
          <p14:tracePt t="82403" x="1619250" y="4806950"/>
          <p14:tracePt t="82419" x="1701800" y="4813300"/>
          <p14:tracePt t="82425" x="1746250" y="4819650"/>
          <p14:tracePt t="82436" x="1784350" y="4819650"/>
          <p14:tracePt t="82453" x="1879600" y="4819650"/>
          <p14:tracePt t="82457" x="1924050" y="4819650"/>
          <p14:tracePt t="82470" x="1955800" y="4819650"/>
          <p14:tracePt t="82486" x="2000250" y="4813300"/>
          <p14:tracePt t="82489" x="2006600" y="4800600"/>
          <p14:tracePt t="82503" x="2019300" y="4781550"/>
          <p14:tracePt t="82520" x="2032000" y="4705350"/>
          <p14:tracePt t="82536" x="2032000" y="4648200"/>
          <p14:tracePt t="82553" x="2025650" y="4572000"/>
          <p14:tracePt t="82570" x="2006600" y="4521200"/>
          <p14:tracePt t="82586" x="1974850" y="4483100"/>
          <p14:tracePt t="82603" x="1955800" y="4464050"/>
          <p14:tracePt t="82619" x="1930400" y="4457700"/>
          <p14:tracePt t="82636" x="1911350" y="4457700"/>
          <p14:tracePt t="82653" x="1866900" y="4457700"/>
          <p14:tracePt t="82669" x="1828800" y="4457700"/>
          <p14:tracePt t="82686" x="1733550" y="4457700"/>
          <p14:tracePt t="82690" x="1682750" y="4457700"/>
          <p14:tracePt t="82703" x="1657350" y="4457700"/>
          <p14:tracePt t="82719" x="1549400" y="4445000"/>
          <p14:tracePt t="82722" x="1530350" y="4445000"/>
          <p14:tracePt t="82736" x="1485900" y="4445000"/>
          <p14:tracePt t="82753" x="1422400" y="4445000"/>
          <p14:tracePt t="82758" x="1409700" y="4445000"/>
          <p14:tracePt t="82770" x="1365250" y="4451350"/>
          <p14:tracePt t="82786" x="1327150" y="4464050"/>
          <p14:tracePt t="82803" x="1295400" y="4476750"/>
          <p14:tracePt t="82819" x="1263650" y="4489450"/>
          <p14:tracePt t="82836" x="1238250" y="4508500"/>
          <p14:tracePt t="82853" x="1212850" y="4521200"/>
          <p14:tracePt t="82870" x="1187450" y="4540250"/>
          <p14:tracePt t="82886" x="1162050" y="4546600"/>
          <p14:tracePt t="82890" x="1155700" y="4552950"/>
          <p14:tracePt t="82903" x="1149350" y="4552950"/>
          <p14:tracePt t="82920" x="1136650" y="4559300"/>
          <p14:tracePt t="82923" x="1136650" y="4565650"/>
          <p14:tracePt t="82936" x="1130300" y="4565650"/>
          <p14:tracePt t="82953" x="1130300" y="4572000"/>
          <p14:tracePt t="82969" x="1123950" y="4572000"/>
          <p14:tracePt t="82986" x="1123950" y="4584700"/>
          <p14:tracePt t="82989" x="1117600" y="4584700"/>
          <p14:tracePt t="83005" x="1117600" y="4591050"/>
          <p14:tracePt t="83020" x="1117600" y="4603750"/>
          <p14:tracePt t="83038" x="1123950" y="4622800"/>
          <p14:tracePt t="83053" x="1130300" y="4629150"/>
          <p14:tracePt t="83071" x="1143000" y="4641850"/>
          <p14:tracePt t="83086" x="1155700" y="4654550"/>
          <p14:tracePt t="83103" x="1174750" y="4673600"/>
          <p14:tracePt t="83119" x="1193800" y="4699000"/>
          <p14:tracePt t="83138" x="1206500" y="4718050"/>
          <p14:tracePt t="83140" x="1219200" y="4730750"/>
          <p14:tracePt t="83153" x="1225550" y="4730750"/>
          <p14:tracePt t="83170" x="1238250" y="4743450"/>
          <p14:tracePt t="83172" x="1244600" y="4749800"/>
          <p14:tracePt t="83188" x="1250950" y="4756150"/>
          <p14:tracePt t="83205" x="1257300" y="4756150"/>
          <p14:tracePt t="83219" x="1257300" y="4762500"/>
          <p14:tracePt t="83236" x="1263650" y="4762500"/>
          <p14:tracePt t="83423" x="0" y="0"/>
        </p14:tracePtLst>
        <p14:tracePtLst>
          <p14:tracePt t="89311" x="2190750" y="4432300"/>
          <p14:tracePt t="89323" x="2184400" y="4432300"/>
          <p14:tracePt t="89403" x="2184400" y="4425950"/>
          <p14:tracePt t="89410" x="2184400" y="4419600"/>
          <p14:tracePt t="89419" x="2184400" y="4406900"/>
          <p14:tracePt t="89436" x="2184400" y="4394200"/>
          <p14:tracePt t="89453" x="2184400" y="4375150"/>
          <p14:tracePt t="89470" x="2184400" y="4362450"/>
          <p14:tracePt t="89486" x="2184400" y="4349750"/>
          <p14:tracePt t="89614" x="2184400" y="4343400"/>
          <p14:tracePt t="89629" x="2184400" y="4337050"/>
          <p14:tracePt t="89709" x="2178050" y="4337050"/>
          <p14:tracePt t="89716" x="2178050" y="4330700"/>
          <p14:tracePt t="89732" x="2171700" y="4318000"/>
          <p14:tracePt t="89740" x="2171700" y="4311650"/>
          <p14:tracePt t="89753" x="2171700" y="4305300"/>
          <p14:tracePt t="89770" x="2165350" y="4273550"/>
          <p14:tracePt t="89773" x="2159000" y="4260850"/>
          <p14:tracePt t="89787" x="2159000" y="4241800"/>
          <p14:tracePt t="89805" x="2133600" y="4184650"/>
          <p14:tracePt t="89820" x="2114550" y="4152900"/>
          <p14:tracePt t="89836" x="2089150" y="4114800"/>
          <p14:tracePt t="89840" x="2082800" y="4102100"/>
          <p14:tracePt t="89854" x="2063750" y="4083050"/>
          <p14:tracePt t="89870" x="2044700" y="4083050"/>
          <p14:tracePt t="89886" x="2025650" y="4083050"/>
          <p14:tracePt t="89903" x="2012950" y="4089400"/>
          <p14:tracePt t="89920" x="2006600" y="4095750"/>
          <p14:tracePt t="89936" x="1993900" y="4108450"/>
          <p14:tracePt t="89953" x="1981200" y="4121150"/>
          <p14:tracePt t="89970" x="1968500" y="4127500"/>
          <p14:tracePt t="89986" x="1962150" y="4133850"/>
          <p14:tracePt t="90003" x="1955800" y="4140200"/>
          <p14:tracePt t="90113" x="1955800" y="4133850"/>
          <p14:tracePt t="90128" x="1955800" y="4127500"/>
          <p14:tracePt t="90137" x="1955800" y="4114800"/>
          <p14:tracePt t="90144" x="1955800" y="4108450"/>
          <p14:tracePt t="90153" x="1955800" y="4102100"/>
          <p14:tracePt t="90170" x="1949450" y="4076700"/>
          <p14:tracePt t="90186" x="1949450" y="4064000"/>
          <p14:tracePt t="90203" x="1943100" y="4057650"/>
          <p14:tracePt t="90241" x="1943100" y="4064000"/>
          <p14:tracePt t="90257" x="1943100" y="4070350"/>
          <p14:tracePt t="90266" x="1936750" y="4089400"/>
          <p14:tracePt t="90281" x="1936750" y="4095750"/>
          <p14:tracePt t="90299" x="1936750" y="4102100"/>
          <p14:tracePt t="90483" x="1936750" y="4095750"/>
          <p14:tracePt t="90490" x="1936750" y="4076700"/>
          <p14:tracePt t="90498" x="1936750" y="4064000"/>
          <p14:tracePt t="90507" x="1943100" y="4051300"/>
          <p14:tracePt t="90520" x="1943100" y="4044950"/>
          <p14:tracePt t="90536" x="1949450" y="4032250"/>
          <p14:tracePt t="90539" x="1949450" y="4025900"/>
          <p14:tracePt t="90635" x="1955800" y="4025900"/>
          <p14:tracePt t="90669" x="1955800" y="4032250"/>
          <p14:tracePt t="90677" x="1955800" y="4038600"/>
          <p14:tracePt t="90845" x="1955800" y="4032250"/>
          <p14:tracePt t="90861" x="1955800" y="4025900"/>
          <p14:tracePt t="90869" x="1962150" y="4013200"/>
          <p14:tracePt t="90876" x="1962150" y="4006850"/>
          <p14:tracePt t="90886" x="1962150" y="4000500"/>
          <p14:tracePt t="90903" x="1962150" y="3994150"/>
          <p14:tracePt t="90920" x="1962150" y="3987800"/>
          <p14:tracePt t="91031" x="1962150" y="3994150"/>
          <p14:tracePt t="91055" x="1962150" y="4000500"/>
          <p14:tracePt t="91078" x="1962150" y="4006850"/>
          <p14:tracePt t="91087" x="1955800" y="4006850"/>
          <p14:tracePt t="91094" x="1955800" y="4013200"/>
          <p14:tracePt t="91118" x="1955800" y="4019550"/>
          <p14:tracePt t="91126" x="1949450" y="4019550"/>
          <p14:tracePt t="91143" x="1949450" y="4025900"/>
          <p14:tracePt t="91192" x="1943100" y="4032250"/>
          <p14:tracePt t="91201" x="1943100" y="4038600"/>
          <p14:tracePt t="91217" x="1936750" y="4038600"/>
          <p14:tracePt t="91225" x="1930400" y="4044950"/>
          <p14:tracePt t="91241" x="1924050" y="4057650"/>
          <p14:tracePt t="91253" x="1917700" y="4057650"/>
          <p14:tracePt t="91258" x="1911350" y="4064000"/>
          <p14:tracePt t="91273" x="1905000" y="4070350"/>
          <p14:tracePt t="92015" x="1905000" y="4064000"/>
          <p14:tracePt t="92031" x="1905000" y="4057650"/>
          <p14:tracePt t="92038" x="1898650" y="4051300"/>
          <p14:tracePt t="92055" x="1898650" y="4044950"/>
          <p14:tracePt t="92070" x="1885950" y="4032250"/>
          <p14:tracePt t="92086" x="1885950" y="4019550"/>
          <p14:tracePt t="92103" x="1879600" y="4000500"/>
          <p14:tracePt t="92120" x="1873250" y="3981450"/>
          <p14:tracePt t="92136" x="1873250" y="3962400"/>
          <p14:tracePt t="92153" x="1866900" y="3943350"/>
          <p14:tracePt t="92170" x="1866900" y="3924300"/>
          <p14:tracePt t="92186" x="1860550" y="3911600"/>
          <p14:tracePt t="92190" x="1860550" y="3905250"/>
          <p14:tracePt t="92207" x="1860550" y="3892550"/>
          <p14:tracePt t="92223" x="1860550" y="3886200"/>
          <p14:tracePt t="92236" x="1854200" y="3886200"/>
          <p14:tracePt t="92253" x="1854200" y="3879850"/>
          <p14:tracePt t="92256" x="1854200" y="3873500"/>
          <p14:tracePt t="92271" x="1854200" y="3867150"/>
          <p14:tracePt t="92289" x="1847850" y="3854450"/>
          <p14:tracePt t="92303" x="1847850" y="3841750"/>
          <p14:tracePt t="92320" x="1841500" y="3816350"/>
          <p14:tracePt t="92336" x="1835150" y="3803650"/>
          <p14:tracePt t="92353" x="1828800" y="3778250"/>
          <p14:tracePt t="92370" x="1828800" y="3759200"/>
          <p14:tracePt t="92387" x="1822450" y="3746500"/>
          <p14:tracePt t="92403" x="1822450" y="3733800"/>
          <p14:tracePt t="92420" x="1816100" y="3721100"/>
          <p14:tracePt t="92436" x="1816100" y="3714750"/>
          <p14:tracePt t="92470" x="1816100" y="3708400"/>
          <p14:tracePt t="92503" x="1816100" y="3702050"/>
          <p14:tracePt t="92520" x="1816100" y="3689350"/>
          <p14:tracePt t="92536" x="1816100" y="3683000"/>
          <p14:tracePt t="92553" x="1816100" y="3670300"/>
          <p14:tracePt t="92572" x="1816100" y="3663950"/>
          <p14:tracePt t="92715" x="1816100" y="3657600"/>
          <p14:tracePt t="92722" x="1816100" y="3651250"/>
          <p14:tracePt t="92746" x="1816100" y="3644900"/>
          <p14:tracePt t="92771" x="1816100" y="3638550"/>
          <p14:tracePt t="92975" x="1816100" y="3644900"/>
          <p14:tracePt t="92990" x="1816100" y="3657600"/>
          <p14:tracePt t="92998" x="1816100" y="3670300"/>
          <p14:tracePt t="93007" x="1816100" y="3676650"/>
          <p14:tracePt t="93021" x="1816100" y="3702050"/>
          <p14:tracePt t="93039" x="1809750" y="3733800"/>
          <p14:tracePt t="93053" x="1803400" y="3771900"/>
          <p14:tracePt t="93070" x="1803400" y="3810000"/>
          <p14:tracePt t="93087" x="1803400" y="3860800"/>
          <p14:tracePt t="93103" x="1803400" y="3898900"/>
          <p14:tracePt t="93120" x="1797050" y="3968750"/>
          <p14:tracePt t="93137" x="1797050" y="4019550"/>
          <p14:tracePt t="93153" x="1797050" y="4057650"/>
          <p14:tracePt t="93170" x="1797050" y="4076700"/>
          <p14:tracePt t="93187" x="1797050" y="4089400"/>
          <p14:tracePt t="93203" x="1797050" y="4095750"/>
          <p14:tracePt t="93401" x="1797050" y="4083050"/>
          <p14:tracePt t="93409" x="1797050" y="4070350"/>
          <p14:tracePt t="93420" x="1797050" y="4044950"/>
          <p14:tracePt t="93437" x="1803400" y="4006850"/>
          <p14:tracePt t="93442" x="1809750" y="3968750"/>
          <p14:tracePt t="93453" x="1809750" y="3943350"/>
          <p14:tracePt t="93470" x="1816100" y="3886200"/>
          <p14:tracePt t="93473" x="1816100" y="3867150"/>
          <p14:tracePt t="93487" x="1816100" y="3848100"/>
          <p14:tracePt t="93503" x="1816100" y="3803650"/>
          <p14:tracePt t="93507" x="1816100" y="3784600"/>
          <p14:tracePt t="93521" x="1822450" y="3759200"/>
          <p14:tracePt t="93536" x="1822450" y="3746500"/>
          <p14:tracePt t="93553" x="1822450" y="3727450"/>
          <p14:tracePt t="93571" x="1822450" y="3714750"/>
          <p14:tracePt t="93586" x="1822450" y="3708400"/>
          <p14:tracePt t="93603" x="1822450" y="3702050"/>
          <p14:tracePt t="93620" x="1822450" y="3695700"/>
          <p14:tracePt t="93637" x="1822450" y="3689350"/>
          <p14:tracePt t="93844" x="0" y="0"/>
        </p14:tracePtLst>
        <p14:tracePtLst>
          <p14:tracePt t="96857" x="1911350" y="3911600"/>
          <p14:tracePt t="96862" x="1892300" y="3930650"/>
          <p14:tracePt t="96870" x="1892300" y="3937000"/>
          <p14:tracePt t="96887" x="1879600" y="3956050"/>
          <p14:tracePt t="96903" x="1879600" y="3962400"/>
          <p14:tracePt t="96941" x="1873250" y="3962400"/>
          <p14:tracePt t="96976" x="1873250" y="3968750"/>
          <p14:tracePt t="96983" x="1866900" y="3968750"/>
          <p14:tracePt t="97000" x="1866900" y="3975100"/>
          <p14:tracePt t="97007" x="1860550" y="3981450"/>
          <p14:tracePt t="97020" x="1854200" y="3981450"/>
          <p14:tracePt t="97036" x="1847850" y="3987800"/>
          <p14:tracePt t="97039" x="1847850" y="3994150"/>
          <p14:tracePt t="97055" x="1847850" y="4000500"/>
          <p14:tracePt t="97070" x="1841500" y="4000500"/>
          <p14:tracePt t="97096" x="1841500" y="4006850"/>
          <p14:tracePt t="97112" x="1841500" y="4013200"/>
          <p14:tracePt t="97159" x="1841500" y="4019550"/>
          <p14:tracePt t="97273" x="1841500" y="4025900"/>
          <p14:tracePt t="97289" x="1835150" y="4025900"/>
          <p14:tracePt t="97321" x="1835150" y="4032250"/>
          <p14:tracePt t="97667" x="1835150" y="4038600"/>
          <p14:tracePt t="97675" x="1828800" y="4038600"/>
          <p14:tracePt t="97739" x="1828800" y="4044950"/>
          <p14:tracePt t="97765" x="1828800" y="4051300"/>
          <p14:tracePt t="97780" x="1822450" y="4057650"/>
          <p14:tracePt t="97787" x="1822450" y="4064000"/>
          <p14:tracePt t="97807" x="1822450" y="4070350"/>
          <p14:tracePt t="97824" x="1822450" y="4076700"/>
          <p14:tracePt t="97829" x="1816100" y="4083050"/>
          <p14:tracePt t="97839" x="1816100" y="4089400"/>
          <p14:tracePt t="97855" x="1816100" y="4095750"/>
          <p14:tracePt t="97870" x="1809750" y="4102100"/>
          <p14:tracePt t="97888" x="1809750" y="4108450"/>
          <p14:tracePt t="98867" x="1803400" y="4108450"/>
          <p14:tracePt t="98901" x="1797050" y="4108450"/>
          <p14:tracePt t="98926" x="1790700" y="4108450"/>
          <p14:tracePt t="98949" x="1784350" y="4108450"/>
          <p14:tracePt t="98957" x="1778000" y="4108450"/>
          <p14:tracePt t="98973" x="1771650" y="4108450"/>
          <p14:tracePt t="98983" x="1758950" y="4108450"/>
          <p14:tracePt t="98997" x="1746250" y="4114800"/>
          <p14:tracePt t="99005" x="1733550" y="4114800"/>
          <p14:tracePt t="99021" x="1714500" y="4114800"/>
          <p14:tracePt t="99037" x="1695450" y="4114800"/>
          <p14:tracePt t="99053" x="1682750" y="4114800"/>
          <p14:tracePt t="99070" x="1663700" y="4114800"/>
          <p14:tracePt t="99087" x="1657350" y="4114800"/>
          <p14:tracePt t="99103" x="1644650" y="4114800"/>
          <p14:tracePt t="99120" x="1638300" y="4114800"/>
          <p14:tracePt t="99137" x="1625600" y="4114800"/>
          <p14:tracePt t="99153" x="1619250" y="4114800"/>
          <p14:tracePt t="99170" x="1606550" y="4114800"/>
          <p14:tracePt t="99187" x="1593850" y="4114800"/>
          <p14:tracePt t="99204" x="1581150" y="4114800"/>
          <p14:tracePt t="99220" x="1568450" y="4114800"/>
          <p14:tracePt t="99223" x="1562100" y="4114800"/>
          <p14:tracePt t="99237" x="1555750" y="4114800"/>
          <p14:tracePt t="99253" x="1549400" y="4114800"/>
          <p14:tracePt t="99256" x="1543050" y="4114800"/>
          <p14:tracePt t="99270" x="1536700" y="4114800"/>
          <p14:tracePt t="99287" x="1517650" y="4114800"/>
          <p14:tracePt t="99303" x="1504950" y="4114800"/>
          <p14:tracePt t="99320" x="1479550" y="4114800"/>
          <p14:tracePt t="99337" x="1466850" y="4114800"/>
          <p14:tracePt t="99353" x="1447800" y="4114800"/>
          <p14:tracePt t="99370" x="1428750" y="4114800"/>
          <p14:tracePt t="99387" x="1409700" y="4114800"/>
          <p14:tracePt t="99392" x="1397000" y="4114800"/>
          <p14:tracePt t="99403" x="1390650" y="4114800"/>
          <p14:tracePt t="99420" x="1377950" y="4114800"/>
          <p14:tracePt t="99425" x="1371600" y="4114800"/>
          <p14:tracePt t="99436" x="1365250" y="4114800"/>
          <p14:tracePt t="99441" x="1358900" y="4114800"/>
          <p14:tracePt t="99453" x="1352550" y="4114800"/>
          <p14:tracePt t="99470" x="1346200" y="4114800"/>
          <p14:tracePt t="99487" x="1333500" y="4114800"/>
          <p14:tracePt t="99490" x="1327150" y="4114800"/>
          <p14:tracePt t="99508" x="1320800" y="4114800"/>
          <p14:tracePt t="99522" x="1314450" y="4114800"/>
          <p14:tracePt t="99539" x="1301750" y="4114800"/>
          <p14:tracePt t="99553" x="1295400" y="4114800"/>
          <p14:tracePt t="99571" x="1276350" y="4114800"/>
          <p14:tracePt t="99587" x="1263650" y="4114800"/>
          <p14:tracePt t="99605" x="1250950" y="4114800"/>
          <p14:tracePt t="99609" x="1244600" y="4114800"/>
          <p14:tracePt t="99620" x="1231900" y="4114800"/>
          <p14:tracePt t="99638" x="1225550" y="4114800"/>
          <p14:tracePt t="99641" x="1219200" y="4114800"/>
          <p14:tracePt t="99653" x="1212850" y="4114800"/>
          <p14:tracePt t="99687" x="1206500" y="4114800"/>
          <p14:tracePt t="99703" x="1193800" y="4114800"/>
          <p14:tracePt t="99707" x="1181100" y="4114800"/>
          <p14:tracePt t="99720" x="1174750" y="4114800"/>
          <p14:tracePt t="99737" x="1162050" y="4114800"/>
          <p14:tracePt t="99740" x="1149350" y="4114800"/>
          <p14:tracePt t="99753" x="1143000" y="4114800"/>
          <p14:tracePt t="99770" x="1117600" y="4114800"/>
          <p14:tracePt t="99787" x="1104900" y="4114800"/>
          <p14:tracePt t="99803" x="1098550" y="4114800"/>
          <p14:tracePt t="99820" x="1092200" y="4114800"/>
          <p14:tracePt t="99853" x="1085850" y="4114800"/>
          <p14:tracePt t="99870" x="1079500" y="4114800"/>
          <p14:tracePt t="99931" x="1073150" y="4114800"/>
          <p14:tracePt t="99981" x="1066800" y="4114800"/>
          <p14:tracePt t="100014" x="1060450" y="4114800"/>
          <p14:tracePt t="100045" x="1054100" y="4114800"/>
          <p14:tracePt t="100053" x="1054100" y="4121150"/>
          <p14:tracePt t="100070" x="1047750" y="4121150"/>
          <p14:tracePt t="100086" x="1041400" y="4121150"/>
          <p14:tracePt t="100103" x="1035050" y="4121150"/>
          <p14:tracePt t="100120" x="1028700" y="4127500"/>
          <p14:tracePt t="100137" x="1009650" y="4133850"/>
          <p14:tracePt t="100153" x="990600" y="4146550"/>
          <p14:tracePt t="100170" x="977900" y="4146550"/>
          <p14:tracePt t="100172" x="965200" y="4152900"/>
          <p14:tracePt t="100187" x="952500" y="4159250"/>
          <p14:tracePt t="100203" x="933450" y="4165600"/>
          <p14:tracePt t="100220" x="927100" y="4165600"/>
          <p14:tracePt t="100319" x="927100" y="4171950"/>
          <p14:tracePt t="100327" x="920750" y="4171950"/>
          <p14:tracePt t="100342" x="914400" y="4171950"/>
          <p14:tracePt t="100353" x="908050" y="4178300"/>
          <p14:tracePt t="100370" x="901700" y="4178300"/>
          <p14:tracePt t="100387" x="889000" y="4184650"/>
          <p14:tracePt t="100403" x="882650" y="4191000"/>
          <p14:tracePt t="100420" x="876300" y="4191000"/>
          <p14:tracePt t="100437" x="863600" y="4197350"/>
          <p14:tracePt t="100453" x="857250" y="4197350"/>
          <p14:tracePt t="100471" x="850900" y="4203700"/>
          <p14:tracePt t="100488" x="838200" y="4210050"/>
          <p14:tracePt t="100513" x="831850" y="4210050"/>
          <p14:tracePt t="100529" x="825500" y="4210050"/>
          <p14:tracePt t="100545" x="819150" y="4216400"/>
          <p14:tracePt t="102423" x="825500" y="4216400"/>
          <p14:tracePt t="102431" x="825500" y="4210050"/>
          <p14:tracePt t="102439" x="825500" y="4203700"/>
          <p14:tracePt t="102453" x="831850" y="4203700"/>
          <p14:tracePt t="102471" x="838200" y="4191000"/>
          <p14:tracePt t="102487" x="850900" y="4178300"/>
          <p14:tracePt t="102503" x="869950" y="4159250"/>
          <p14:tracePt t="102520" x="889000" y="4127500"/>
          <p14:tracePt t="102537" x="901700" y="4108450"/>
          <p14:tracePt t="102553" x="914400" y="4095750"/>
          <p14:tracePt t="102570" x="933450" y="4076700"/>
          <p14:tracePt t="102587" x="939800" y="4064000"/>
          <p14:tracePt t="102591" x="946150" y="4051300"/>
          <p14:tracePt t="102603" x="946150" y="4038600"/>
          <p14:tracePt t="102620" x="958850" y="4019550"/>
          <p14:tracePt t="102624" x="965200" y="4000500"/>
          <p14:tracePt t="102637" x="971550" y="3987800"/>
          <p14:tracePt t="102653" x="977900" y="3962400"/>
          <p14:tracePt t="102657" x="990600" y="3930650"/>
          <p14:tracePt t="102671" x="1009650" y="3892550"/>
          <p14:tracePt t="102687" x="1009650" y="3879850"/>
          <p14:tracePt t="102690" x="1016000" y="3854450"/>
          <p14:tracePt t="102703" x="1022350" y="3835400"/>
          <p14:tracePt t="102720" x="1035050" y="3797300"/>
          <p14:tracePt t="102737" x="1041400" y="3771900"/>
          <p14:tracePt t="102754" x="1041400" y="3759200"/>
          <p14:tracePt t="102770" x="1047750" y="3740150"/>
          <p14:tracePt t="102787" x="1047750" y="3733800"/>
          <p14:tracePt t="102803" x="1047750" y="3727450"/>
          <p14:tracePt t="102838" x="1047750" y="3721100"/>
          <p14:tracePt t="102853" x="1054100" y="3714750"/>
          <p14:tracePt t="102871" x="1054100" y="3708400"/>
          <p14:tracePt t="102873" x="1054100" y="3702050"/>
          <p14:tracePt t="102887" x="1054100" y="3683000"/>
          <p14:tracePt t="102905" x="1054100" y="3657600"/>
          <p14:tracePt t="102921" x="1054100" y="3625850"/>
          <p14:tracePt t="102939" x="1054100" y="3581400"/>
          <p14:tracePt t="102953" x="1054100" y="3562350"/>
          <p14:tracePt t="102972" x="1054100" y="3473450"/>
          <p14:tracePt t="102990" x="1054100" y="3448050"/>
          <p14:tracePt t="103005" x="1054100" y="3409950"/>
          <p14:tracePt t="103020" x="1054100" y="3384550"/>
          <p14:tracePt t="103037" x="1054100" y="3378200"/>
          <p14:tracePt t="103053" x="1054100" y="3365500"/>
          <p14:tracePt t="103070" x="1054100" y="3359150"/>
          <p14:tracePt t="103086" x="1054100" y="3352800"/>
          <p14:tracePt t="103103" x="1054100" y="3340100"/>
          <p14:tracePt t="103107" x="1054100" y="3327400"/>
          <p14:tracePt t="103120" x="1054100" y="3314700"/>
          <p14:tracePt t="103137" x="1054100" y="3308350"/>
          <p14:tracePt t="103140" x="1054100" y="3295650"/>
          <p14:tracePt t="103153" x="1054100" y="3282950"/>
          <p14:tracePt t="103170" x="1054100" y="3270250"/>
          <p14:tracePt t="103187" x="1047750" y="3263900"/>
          <p14:tracePt t="103405" x="1047750" y="3270250"/>
          <p14:tracePt t="103413" x="1041400" y="3282950"/>
          <p14:tracePt t="103422" x="1041400" y="3289300"/>
          <p14:tracePt t="103437" x="1035050" y="3308350"/>
          <p14:tracePt t="103453" x="1035050" y="3340100"/>
          <p14:tracePt t="103470" x="1035050" y="3371850"/>
          <p14:tracePt t="103487" x="1035050" y="3416300"/>
          <p14:tracePt t="103504" x="1028700" y="3460750"/>
          <p14:tracePt t="103520" x="1028700" y="3498850"/>
          <p14:tracePt t="103537" x="1028700" y="3536950"/>
          <p14:tracePt t="103554" x="1028700" y="3575050"/>
          <p14:tracePt t="103570" x="1028700" y="3600450"/>
          <p14:tracePt t="103575" x="1028700" y="3619500"/>
          <p14:tracePt t="103587" x="1028700" y="3625850"/>
          <p14:tracePt t="103604" x="1028700" y="3651250"/>
          <p14:tracePt t="103608" x="1028700" y="3670300"/>
          <p14:tracePt t="103621" x="1028700" y="3683000"/>
          <p14:tracePt t="103637" x="1028700" y="3695700"/>
          <p14:tracePt t="103641" x="1028700" y="3702050"/>
          <p14:tracePt t="103653" x="1035050" y="3702050"/>
          <p14:tracePt t="103670" x="1035050" y="3727450"/>
          <p14:tracePt t="103687" x="1035050" y="3752850"/>
          <p14:tracePt t="103704" x="1041400" y="3778250"/>
          <p14:tracePt t="103721" x="1041400" y="3797300"/>
          <p14:tracePt t="103737" x="1041400" y="3829050"/>
          <p14:tracePt t="103754" x="1041400" y="3854450"/>
          <p14:tracePt t="103770" x="1041400" y="3879850"/>
          <p14:tracePt t="103787" x="1041400" y="3905250"/>
          <p14:tracePt t="103803" x="1041400" y="3949700"/>
          <p14:tracePt t="103820" x="1041400" y="3987800"/>
          <p14:tracePt t="103837" x="1041400" y="4025900"/>
          <p14:tracePt t="103840" x="1041400" y="4038600"/>
          <p14:tracePt t="103854" x="1041400" y="4064000"/>
          <p14:tracePt t="103870" x="1041400" y="4083050"/>
          <p14:tracePt t="103873" x="1041400" y="4108450"/>
          <p14:tracePt t="103887" x="1041400" y="4121150"/>
          <p14:tracePt t="103905" x="1041400" y="4165600"/>
          <p14:tracePt t="103921" x="1041400" y="4197350"/>
          <p14:tracePt t="103936" x="1041400" y="4229100"/>
          <p14:tracePt t="103954" x="1041400" y="4241800"/>
          <p14:tracePt t="103970" x="1041400" y="4267200"/>
          <p14:tracePt t="103987" x="1041400" y="4286250"/>
          <p14:tracePt t="104003" x="1041400" y="4311650"/>
          <p14:tracePt t="104022" x="1041400" y="4318000"/>
          <p14:tracePt t="104037" x="1041400" y="4343400"/>
          <p14:tracePt t="104053" x="1041400" y="4349750"/>
          <p14:tracePt t="104070" x="1041400" y="4375150"/>
          <p14:tracePt t="104087" x="1041400" y="4400550"/>
          <p14:tracePt t="104104" x="1041400" y="4419600"/>
          <p14:tracePt t="104107" x="1041400" y="4425950"/>
          <p14:tracePt t="104120" x="1041400" y="4432300"/>
          <p14:tracePt t="104137" x="1041400" y="4451350"/>
          <p14:tracePt t="104140" x="1041400" y="4457700"/>
          <p14:tracePt t="104157" x="1041400" y="4464050"/>
          <p14:tracePt t="104170" x="1041400" y="4470400"/>
          <p14:tracePt t="104187" x="1041400" y="4476750"/>
          <p14:tracePt t="104204" x="1041400" y="4483100"/>
          <p14:tracePt t="104220" x="1041400" y="4495800"/>
          <p14:tracePt t="104582" x="0" y="0"/>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8E3A26-4462-0801-AF2B-9EDFC531393C}"/>
              </a:ext>
            </a:extLst>
          </p:cNvPr>
          <p:cNvSpPr>
            <a:spLocks noGrp="1"/>
          </p:cNvSpPr>
          <p:nvPr>
            <p:ph type="title"/>
          </p:nvPr>
        </p:nvSpPr>
        <p:spPr/>
        <p:txBody>
          <a:bodyPr/>
          <a:lstStyle/>
          <a:p>
            <a:r>
              <a:rPr lang="nl-BE" dirty="0" err="1"/>
              <a:t>for</a:t>
            </a:r>
            <a:r>
              <a:rPr lang="nl-BE" dirty="0"/>
              <a:t> loop</a:t>
            </a:r>
          </a:p>
        </p:txBody>
      </p:sp>
      <p:sp>
        <p:nvSpPr>
          <p:cNvPr id="3" name="Tijdelijke aanduiding voor inhoud 2">
            <a:extLst>
              <a:ext uri="{FF2B5EF4-FFF2-40B4-BE49-F238E27FC236}">
                <a16:creationId xmlns:a16="http://schemas.microsoft.com/office/drawing/2014/main" id="{3179ABCF-EB20-D79A-CADB-45035878982A}"/>
              </a:ext>
            </a:extLst>
          </p:cNvPr>
          <p:cNvSpPr>
            <a:spLocks noGrp="1"/>
          </p:cNvSpPr>
          <p:nvPr>
            <p:ph idx="1"/>
          </p:nvPr>
        </p:nvSpPr>
        <p:spPr/>
        <p:txBody>
          <a:bodyPr>
            <a:normAutofit/>
          </a:bodyPr>
          <a:lstStyle/>
          <a:p>
            <a:r>
              <a:rPr lang="en-US" dirty="0"/>
              <a:t>If you need to modify the sequence you are iterating over while inside the loop, it is recommended that you first make a copy. </a:t>
            </a:r>
          </a:p>
          <a:p>
            <a:r>
              <a:rPr lang="en-US" dirty="0"/>
              <a:t>Iterating over a sequence does not implicitly make a copy. </a:t>
            </a:r>
            <a:br>
              <a:rPr lang="en-US" dirty="0"/>
            </a:br>
            <a:r>
              <a:rPr lang="en-US" dirty="0"/>
              <a:t>The slice notation makes this especially convenient.</a:t>
            </a:r>
          </a:p>
          <a:p>
            <a:r>
              <a:rPr lang="en-US" i="1" dirty="0">
                <a:cs typeface="Courier New" panose="02070309020205020404" pitchFamily="49" charset="0"/>
              </a:rPr>
              <a:t>File: for_loop_vanrossum_1.py</a:t>
            </a:r>
          </a:p>
          <a:p>
            <a:pPr marL="0" indent="0">
              <a:buNone/>
            </a:pPr>
            <a:endParaRPr lang="en-US" dirty="0"/>
          </a:p>
        </p:txBody>
      </p:sp>
    </p:spTree>
    <p:extLst>
      <p:ext uri="{BB962C8B-B14F-4D97-AF65-F5344CB8AC3E}">
        <p14:creationId xmlns:p14="http://schemas.microsoft.com/office/powerpoint/2010/main" val="3123559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B5E95-BE39-407B-BDAB-20C3EBC2521C}"/>
              </a:ext>
            </a:extLst>
          </p:cNvPr>
          <p:cNvSpPr>
            <a:spLocks noGrp="1"/>
          </p:cNvSpPr>
          <p:nvPr>
            <p:ph type="title"/>
          </p:nvPr>
        </p:nvSpPr>
        <p:spPr/>
        <p:txBody>
          <a:bodyPr/>
          <a:lstStyle/>
          <a:p>
            <a:r>
              <a:rPr lang="nl-BE" dirty="0" err="1"/>
              <a:t>iterator</a:t>
            </a:r>
            <a:endParaRPr lang="en-US" dirty="0"/>
          </a:p>
        </p:txBody>
      </p:sp>
      <p:sp>
        <p:nvSpPr>
          <p:cNvPr id="3" name="Content Placeholder 2">
            <a:extLst>
              <a:ext uri="{FF2B5EF4-FFF2-40B4-BE49-F238E27FC236}">
                <a16:creationId xmlns:a16="http://schemas.microsoft.com/office/drawing/2014/main" id="{6A721F3D-32D3-42B9-835A-0E21FBAE5F9E}"/>
              </a:ext>
            </a:extLst>
          </p:cNvPr>
          <p:cNvSpPr>
            <a:spLocks noGrp="1"/>
          </p:cNvSpPr>
          <p:nvPr>
            <p:ph idx="1"/>
          </p:nvPr>
        </p:nvSpPr>
        <p:spPr/>
        <p:txBody>
          <a:bodyPr>
            <a:normAutofit/>
          </a:bodyPr>
          <a:lstStyle/>
          <a:p>
            <a:r>
              <a:rPr lang="en-US" dirty="0"/>
              <a:t>An iterator is a special object that gives values in succession, it implements the </a:t>
            </a:r>
            <a:r>
              <a:rPr lang="en-US" dirty="0">
                <a:latin typeface="Courier New" panose="02070309020205020404" pitchFamily="49" charset="0"/>
                <a:cs typeface="Courier New" panose="02070309020205020404" pitchFamily="49" charset="0"/>
              </a:rPr>
              <a:t>next</a:t>
            </a:r>
            <a:r>
              <a:rPr lang="en-US" dirty="0"/>
              <a:t> protocol and raises </a:t>
            </a:r>
            <a:r>
              <a:rPr lang="en-US" dirty="0" err="1">
                <a:latin typeface="Courier New" panose="02070309020205020404" pitchFamily="49" charset="0"/>
                <a:cs typeface="Courier New" panose="02070309020205020404" pitchFamily="49" charset="0"/>
              </a:rPr>
              <a:t>StopIteration</a:t>
            </a:r>
            <a:r>
              <a:rPr lang="en-US" dirty="0"/>
              <a:t> when exhausted.</a:t>
            </a:r>
          </a:p>
          <a:p>
            <a:r>
              <a:rPr lang="en-US" dirty="0"/>
              <a:t>Iterator</a:t>
            </a:r>
          </a:p>
          <a:p>
            <a:pPr lvl="1"/>
            <a:r>
              <a:rPr lang="en-US" dirty="0">
                <a:latin typeface="Courier New" panose="02070309020205020404" pitchFamily="49" charset="0"/>
                <a:cs typeface="Courier New" panose="02070309020205020404" pitchFamily="49" charset="0"/>
              </a:rPr>
              <a:t>range()</a:t>
            </a:r>
          </a:p>
          <a:p>
            <a:pPr lvl="1"/>
            <a:r>
              <a:rPr lang="en-US" dirty="0">
                <a:latin typeface="Courier New" panose="02070309020205020404" pitchFamily="49" charset="0"/>
                <a:cs typeface="Courier New" panose="02070309020205020404" pitchFamily="49" charset="0"/>
              </a:rPr>
              <a:t>enumerate()</a:t>
            </a:r>
          </a:p>
          <a:p>
            <a:pPr lvl="1"/>
            <a:r>
              <a:rPr lang="en-US" dirty="0">
                <a:latin typeface="Courier New" panose="02070309020205020404" pitchFamily="49" charset="0"/>
                <a:cs typeface="Courier New" panose="02070309020205020404" pitchFamily="49" charset="0"/>
              </a:rPr>
              <a:t>zip()</a:t>
            </a:r>
          </a:p>
          <a:p>
            <a:r>
              <a:rPr lang="en-US" dirty="0"/>
              <a:t>The </a:t>
            </a:r>
            <a:r>
              <a:rPr lang="en-US" dirty="0">
                <a:latin typeface="Courier New" panose="02070309020205020404" pitchFamily="49" charset="0"/>
                <a:cs typeface="Courier New" panose="02070309020205020404" pitchFamily="49" charset="0"/>
              </a:rPr>
              <a:t>for</a:t>
            </a:r>
            <a:r>
              <a:rPr lang="en-US" dirty="0"/>
              <a:t> loop automatically constructs an </a:t>
            </a:r>
            <a:r>
              <a:rPr lang="en-US" dirty="0">
                <a:latin typeface="Courier New" panose="02070309020205020404" pitchFamily="49" charset="0"/>
                <a:cs typeface="Courier New" panose="02070309020205020404" pitchFamily="49" charset="0"/>
              </a:rPr>
              <a:t>iterator</a:t>
            </a:r>
            <a:r>
              <a:rPr lang="en-US" dirty="0"/>
              <a:t> from an </a:t>
            </a:r>
            <a:r>
              <a:rPr lang="en-US" dirty="0">
                <a:latin typeface="Courier New" panose="02070309020205020404" pitchFamily="49" charset="0"/>
                <a:cs typeface="Courier New" panose="02070309020205020404" pitchFamily="49" charset="0"/>
              </a:rPr>
              <a:t>iterator object</a:t>
            </a:r>
            <a:r>
              <a:rPr lang="en-US" dirty="0"/>
              <a:t>, then repeatedly calls </a:t>
            </a:r>
            <a:r>
              <a:rPr lang="en-US" dirty="0">
                <a:latin typeface="Courier New" panose="02070309020205020404" pitchFamily="49" charset="0"/>
                <a:cs typeface="Courier New" panose="02070309020205020404" pitchFamily="49" charset="0"/>
              </a:rPr>
              <a:t>next </a:t>
            </a:r>
            <a:r>
              <a:rPr lang="en-US" dirty="0"/>
              <a:t>until a </a:t>
            </a:r>
            <a:r>
              <a:rPr lang="en-US" dirty="0" err="1">
                <a:latin typeface="Courier New" panose="02070309020205020404" pitchFamily="49" charset="0"/>
                <a:cs typeface="Courier New" panose="02070309020205020404" pitchFamily="49" charset="0"/>
              </a:rPr>
              <a:t>StopIteration</a:t>
            </a:r>
            <a:r>
              <a:rPr lang="en-US" dirty="0"/>
              <a:t> is raised.</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63415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a:t>
            </a:r>
            <a:endParaRPr lang="nl-BE" dirty="0"/>
          </a:p>
        </p:txBody>
      </p:sp>
      <p:sp>
        <p:nvSpPr>
          <p:cNvPr id="3" name="Content Placeholder 2"/>
          <p:cNvSpPr>
            <a:spLocks noGrp="1"/>
          </p:cNvSpPr>
          <p:nvPr>
            <p:ph idx="1"/>
          </p:nvPr>
        </p:nvSpPr>
        <p:spPr/>
        <p:txBody>
          <a:bodyPr/>
          <a:lstStyle/>
          <a:p>
            <a:r>
              <a:rPr lang="en-US" dirty="0"/>
              <a:t>The benefit of the iterator indirection is that </a:t>
            </a:r>
            <a:r>
              <a:rPr lang="en-US" i="1" dirty="0"/>
              <a:t>the full list is never </a:t>
            </a:r>
            <a:r>
              <a:rPr lang="nl-BE" i="1" dirty="0" err="1"/>
              <a:t>explicitly</a:t>
            </a:r>
            <a:r>
              <a:rPr lang="nl-BE" i="1" dirty="0"/>
              <a:t> </a:t>
            </a:r>
            <a:r>
              <a:rPr lang="nl-BE" i="1" dirty="0" err="1"/>
              <a:t>created</a:t>
            </a:r>
            <a:r>
              <a:rPr lang="nl-BE" i="1" dirty="0"/>
              <a:t>!</a:t>
            </a:r>
          </a:p>
          <a:p>
            <a:pPr marL="0" indent="0">
              <a:buNone/>
            </a:pPr>
            <a:r>
              <a:rPr lang="nl-BE" dirty="0">
                <a:latin typeface="Courier New" panose="02070309020205020404" pitchFamily="49" charset="0"/>
                <a:cs typeface="Courier New" panose="02070309020205020404" pitchFamily="49" charset="0"/>
              </a:rPr>
              <a:t>N = 10 ** 12</a:t>
            </a:r>
          </a:p>
          <a:p>
            <a:pPr marL="0" indent="0">
              <a:buNone/>
            </a:pPr>
            <a:r>
              <a:rPr lang="nl-BE" b="1" dirty="0" err="1">
                <a:latin typeface="Courier New" panose="02070309020205020404" pitchFamily="49" charset="0"/>
                <a:cs typeface="Courier New" panose="02070309020205020404" pitchFamily="49" charset="0"/>
              </a:rPr>
              <a:t>for</a:t>
            </a:r>
            <a:r>
              <a:rPr lang="nl-BE" b="1" dirty="0">
                <a:latin typeface="Courier New" panose="02070309020205020404" pitchFamily="49" charset="0"/>
                <a:cs typeface="Courier New" panose="02070309020205020404" pitchFamily="49" charset="0"/>
              </a:rPr>
              <a:t> </a:t>
            </a:r>
            <a:r>
              <a:rPr lang="nl-BE" dirty="0">
                <a:latin typeface="Courier New" panose="02070309020205020404" pitchFamily="49" charset="0"/>
                <a:cs typeface="Courier New" panose="02070309020205020404" pitchFamily="49" charset="0"/>
              </a:rPr>
              <a:t>i </a:t>
            </a:r>
            <a:r>
              <a:rPr lang="nl-BE" b="1" dirty="0">
                <a:latin typeface="Courier New" panose="02070309020205020404" pitchFamily="49" charset="0"/>
                <a:cs typeface="Courier New" panose="02070309020205020404" pitchFamily="49" charset="0"/>
              </a:rPr>
              <a:t>in </a:t>
            </a:r>
            <a:r>
              <a:rPr lang="nl-BE" dirty="0">
                <a:latin typeface="Courier New" panose="02070309020205020404" pitchFamily="49" charset="0"/>
                <a:cs typeface="Courier New" panose="02070309020205020404" pitchFamily="49" charset="0"/>
              </a:rPr>
              <a:t>range(N):</a:t>
            </a:r>
          </a:p>
          <a:p>
            <a:pPr marL="0" indent="0">
              <a:buNone/>
            </a:pPr>
            <a:r>
              <a:rPr lang="nl-BE" b="1" dirty="0">
                <a:latin typeface="Courier New" panose="02070309020205020404" pitchFamily="49" charset="0"/>
                <a:cs typeface="Courier New" panose="02070309020205020404" pitchFamily="49" charset="0"/>
              </a:rPr>
              <a:t>    </a:t>
            </a:r>
            <a:r>
              <a:rPr lang="nl-BE" b="1" dirty="0" err="1">
                <a:latin typeface="Courier New" panose="02070309020205020404" pitchFamily="49" charset="0"/>
                <a:cs typeface="Courier New" panose="02070309020205020404" pitchFamily="49" charset="0"/>
              </a:rPr>
              <a:t>if</a:t>
            </a:r>
            <a:r>
              <a:rPr lang="nl-BE" b="1" dirty="0">
                <a:latin typeface="Courier New" panose="02070309020205020404" pitchFamily="49" charset="0"/>
                <a:cs typeface="Courier New" panose="02070309020205020404" pitchFamily="49" charset="0"/>
              </a:rPr>
              <a:t> </a:t>
            </a:r>
            <a:r>
              <a:rPr lang="nl-BE" dirty="0">
                <a:latin typeface="Courier New" panose="02070309020205020404" pitchFamily="49" charset="0"/>
                <a:cs typeface="Courier New" panose="02070309020205020404" pitchFamily="49" charset="0"/>
              </a:rPr>
              <a:t>i &gt;= 10: </a:t>
            </a:r>
            <a:r>
              <a:rPr lang="nl-BE" b="1" dirty="0">
                <a:latin typeface="Courier New" panose="02070309020205020404" pitchFamily="49" charset="0"/>
                <a:cs typeface="Courier New" panose="02070309020205020404" pitchFamily="49" charset="0"/>
              </a:rPr>
              <a:t>break</a:t>
            </a:r>
          </a:p>
          <a:p>
            <a:pPr marL="0" indent="0">
              <a:buNone/>
            </a:pPr>
            <a:r>
              <a:rPr lang="nl-BE" b="1" dirty="0">
                <a:latin typeface="Courier New" panose="02070309020205020404" pitchFamily="49" charset="0"/>
                <a:cs typeface="Courier New" panose="02070309020205020404" pitchFamily="49" charset="0"/>
              </a:rPr>
              <a:t>    print</a:t>
            </a:r>
            <a:r>
              <a:rPr lang="nl-BE" dirty="0">
                <a:latin typeface="Courier New" panose="02070309020205020404" pitchFamily="49" charset="0"/>
                <a:cs typeface="Courier New" panose="02070309020205020404" pitchFamily="49" charset="0"/>
              </a:rPr>
              <a:t>(i, end=', ')</a:t>
            </a:r>
          </a:p>
        </p:txBody>
      </p:sp>
    </p:spTree>
    <p:extLst>
      <p:ext uri="{BB962C8B-B14F-4D97-AF65-F5344CB8AC3E}">
        <p14:creationId xmlns:p14="http://schemas.microsoft.com/office/powerpoint/2010/main" val="2702521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a:t>
            </a:r>
            <a:endParaRPr lang="nl-BE" dirty="0"/>
          </a:p>
        </p:txBody>
      </p:sp>
      <p:sp>
        <p:nvSpPr>
          <p:cNvPr id="3" name="Content Placeholder 2"/>
          <p:cNvSpPr>
            <a:spLocks noGrp="1"/>
          </p:cNvSpPr>
          <p:nvPr>
            <p:ph idx="1"/>
          </p:nvPr>
        </p:nvSpPr>
        <p:spPr/>
        <p:txBody>
          <a:bodyPr>
            <a:normAutofit/>
          </a:bodyPr>
          <a:lstStyle/>
          <a:p>
            <a:r>
              <a:rPr lang="en-US" dirty="0">
                <a:latin typeface="Courier New" panose="02070309020205020404" pitchFamily="49" charset="0"/>
                <a:cs typeface="Courier New" panose="02070309020205020404" pitchFamily="49" charset="0"/>
              </a:rPr>
              <a:t>range(</a:t>
            </a:r>
            <a:r>
              <a:rPr lang="en-US" dirty="0" err="1">
                <a:latin typeface="Courier New" panose="02070309020205020404" pitchFamily="49" charset="0"/>
                <a:cs typeface="Courier New" panose="02070309020205020404" pitchFamily="49" charset="0"/>
              </a:rPr>
              <a:t>start,end,stride</a:t>
            </a:r>
            <a:r>
              <a:rPr lang="en-US" dirty="0">
                <a:latin typeface="Courier New" panose="02070309020205020404" pitchFamily="49" charset="0"/>
                <a:cs typeface="Courier New" panose="02070309020205020404" pitchFamily="49" charset="0"/>
              </a:rPr>
              <a:t>)</a:t>
            </a:r>
            <a:r>
              <a:rPr lang="en-US" dirty="0"/>
              <a:t> function gives an </a:t>
            </a:r>
            <a:r>
              <a:rPr lang="en-US" dirty="0" err="1"/>
              <a:t>iterable</a:t>
            </a:r>
            <a:r>
              <a:rPr lang="en-US" dirty="0"/>
              <a:t> that enables counting.</a:t>
            </a:r>
          </a:p>
          <a:p>
            <a:r>
              <a:rPr lang="en-US" dirty="0"/>
              <a:t>As with indexing, </a:t>
            </a:r>
            <a:r>
              <a:rPr lang="en-US" dirty="0">
                <a:latin typeface="Courier New" panose="02070309020205020404" pitchFamily="49" charset="0"/>
                <a:cs typeface="Courier New" panose="02070309020205020404" pitchFamily="49" charset="0"/>
              </a:rPr>
              <a:t>range() </a:t>
            </a:r>
            <a:r>
              <a:rPr lang="en-US" dirty="0"/>
              <a:t>inclusively starts at zero by default, and the ending is exclusive.</a:t>
            </a:r>
          </a:p>
          <a:p>
            <a:r>
              <a:rPr lang="en-US" dirty="0"/>
              <a:t>It is often useful to make a list or tuple that has the same entries that a corresponding range object would have, with a type conversion:</a:t>
            </a:r>
          </a:p>
          <a:p>
            <a:pPr marL="457200" lvl="1"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vals</a:t>
            </a:r>
            <a:r>
              <a:rPr lang="en-US" dirty="0">
                <a:latin typeface="Courier New" panose="02070309020205020404" pitchFamily="49" charset="0"/>
                <a:cs typeface="Courier New" panose="02070309020205020404" pitchFamily="49" charset="0"/>
              </a:rPr>
              <a:t> = list(range(10))</a:t>
            </a:r>
          </a:p>
          <a:p>
            <a:pPr lvl="1"/>
            <a:r>
              <a:rPr lang="en-US" dirty="0">
                <a:cs typeface="Courier New" panose="02070309020205020404" pitchFamily="49" charset="0"/>
              </a:rPr>
              <a:t>use the </a:t>
            </a:r>
            <a:r>
              <a:rPr lang="en-US" dirty="0">
                <a:latin typeface="Courier New" panose="02070309020205020404" pitchFamily="49" charset="0"/>
                <a:cs typeface="Courier New" panose="02070309020205020404" pitchFamily="49" charset="0"/>
              </a:rPr>
              <a:t>range()</a:t>
            </a:r>
            <a:r>
              <a:rPr lang="en-US" dirty="0">
                <a:cs typeface="Courier New" panose="02070309020205020404" pitchFamily="49" charset="0"/>
              </a:rPr>
              <a:t>function along with the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t>
            </a:r>
            <a:r>
              <a:rPr lang="en-US" dirty="0">
                <a:cs typeface="Courier New" panose="02070309020205020404" pitchFamily="49" charset="0"/>
              </a:rPr>
              <a:t> function</a:t>
            </a:r>
          </a:p>
        </p:txBody>
      </p:sp>
    </p:spTree>
    <p:extLst>
      <p:ext uri="{BB962C8B-B14F-4D97-AF65-F5344CB8AC3E}">
        <p14:creationId xmlns:p14="http://schemas.microsoft.com/office/powerpoint/2010/main" val="881521779"/>
      </p:ext>
    </p:extLst>
  </p:cSld>
  <p:clrMapOvr>
    <a:masterClrMapping/>
  </p:clrMapOvr>
  <mc:AlternateContent xmlns:mc="http://schemas.openxmlformats.org/markup-compatibility/2006" xmlns:p14="http://schemas.microsoft.com/office/powerpoint/2010/main">
    <mc:Choice Requires="p14">
      <p:transition spd="slow" p14:dur="2000" advTm="59379"/>
    </mc:Choice>
    <mc:Fallback xmlns="">
      <p:transition spd="slow" advTm="5937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a:t>
            </a:r>
            <a:endParaRPr lang="nl-BE" dirty="0"/>
          </a:p>
        </p:txBody>
      </p:sp>
      <p:sp>
        <p:nvSpPr>
          <p:cNvPr id="3" name="Content Placeholder 2"/>
          <p:cNvSpPr>
            <a:spLocks noGrp="1"/>
          </p:cNvSpPr>
          <p:nvPr>
            <p:ph idx="1"/>
          </p:nvPr>
        </p:nvSpPr>
        <p:spPr/>
        <p:txBody>
          <a:bodyPr>
            <a:normAutofit/>
          </a:bodyPr>
          <a:lstStyle/>
          <a:p>
            <a:r>
              <a:rPr lang="en-US" dirty="0"/>
              <a:t>What if we need indexes?</a:t>
            </a:r>
          </a:p>
          <a:p>
            <a:pPr lvl="1"/>
            <a:r>
              <a:rPr lang="en-US" dirty="0"/>
              <a:t>Simulate a counter</a:t>
            </a:r>
          </a:p>
          <a:p>
            <a:pPr lvl="1"/>
            <a:r>
              <a:rPr lang="en-US" dirty="0"/>
              <a:t>use </a:t>
            </a:r>
            <a:r>
              <a:rPr lang="en-US" dirty="0">
                <a:latin typeface="Courier New" panose="02070309020205020404" pitchFamily="49" charset="0"/>
                <a:cs typeface="Courier New" panose="02070309020205020404" pitchFamily="49" charset="0"/>
              </a:rPr>
              <a:t>range(</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our_list</a:t>
            </a:r>
            <a:r>
              <a:rPr lang="en-US" dirty="0">
                <a:latin typeface="Courier New" panose="02070309020205020404" pitchFamily="49" charset="0"/>
                <a:cs typeface="Courier New" panose="02070309020205020404" pitchFamily="49" charset="0"/>
              </a:rPr>
              <a:t>))</a:t>
            </a:r>
            <a:r>
              <a:rPr lang="en-US" dirty="0"/>
              <a:t> and lookup the index:</a:t>
            </a:r>
          </a:p>
          <a:p>
            <a:pPr marL="0" indent="0">
              <a:buNone/>
            </a:pPr>
            <a:r>
              <a:rPr lang="en-US" sz="2400" dirty="0">
                <a:latin typeface="Courier New" panose="02070309020205020404" pitchFamily="49" charset="0"/>
                <a:cs typeface="Courier New" panose="02070309020205020404" pitchFamily="49" charset="0"/>
              </a:rPr>
              <a:t>&gt;&gt;&gt; </a:t>
            </a:r>
            <a:r>
              <a:rPr lang="en-US" sz="2400" dirty="0" err="1">
                <a:latin typeface="Courier New" panose="02070309020205020404" pitchFamily="49" charset="0"/>
                <a:cs typeface="Courier New" panose="02070309020205020404" pitchFamily="49" charset="0"/>
              </a:rPr>
              <a:t>fruitslist</a:t>
            </a:r>
            <a:r>
              <a:rPr lang="en-US" sz="2400" dirty="0">
                <a:latin typeface="Courier New" panose="02070309020205020404" pitchFamily="49" charset="0"/>
                <a:cs typeface="Courier New" panose="02070309020205020404" pitchFamily="49" charset="0"/>
              </a:rPr>
              <a:t> = ['banana', 'apple',  'mango’]</a:t>
            </a:r>
          </a:p>
          <a:p>
            <a:pPr marL="0" indent="0">
              <a:buNone/>
            </a:pPr>
            <a:r>
              <a:rPr lang="en-US" sz="2400" dirty="0">
                <a:latin typeface="Courier New" panose="02070309020205020404" pitchFamily="49" charset="0"/>
                <a:cs typeface="Courier New" panose="02070309020205020404" pitchFamily="49" charset="0"/>
              </a:rPr>
              <a:t>&gt;&gt;&gt; for i in range(</a:t>
            </a:r>
            <a:r>
              <a:rPr lang="en-US" sz="2400" dirty="0" err="1">
                <a:latin typeface="Courier New" panose="02070309020205020404" pitchFamily="49" charset="0"/>
                <a:cs typeface="Courier New" panose="02070309020205020404" pitchFamily="49" charset="0"/>
              </a:rPr>
              <a:t>len</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fruitslist</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print(</a:t>
            </a:r>
            <a:r>
              <a:rPr lang="en-US" sz="2400" dirty="0" err="1">
                <a:latin typeface="Courier New" panose="02070309020205020404" pitchFamily="49" charset="0"/>
                <a:cs typeface="Courier New" panose="02070309020205020404" pitchFamily="49" charset="0"/>
              </a:rPr>
              <a:t>fruitslist</a:t>
            </a:r>
            <a:r>
              <a:rPr lang="en-US" sz="2400" dirty="0">
                <a:latin typeface="Courier New" panose="02070309020205020404" pitchFamily="49" charset="0"/>
                <a:cs typeface="Courier New" panose="02070309020205020404" pitchFamily="49" charset="0"/>
              </a:rPr>
              <a:t>[i])</a:t>
            </a:r>
          </a:p>
          <a:p>
            <a:r>
              <a:rPr lang="en-US" sz="2000" dirty="0"/>
              <a:t>Source: </a:t>
            </a:r>
            <a:r>
              <a:rPr lang="nl-BE" sz="2000" dirty="0">
                <a:hlinkClick r:id="rId2"/>
              </a:rPr>
              <a:t>http://treyhunner.com/2016/04/how-to-loop-with-indexes-in-python/</a:t>
            </a:r>
            <a:r>
              <a:rPr lang="nl-BE" sz="2000" dirty="0"/>
              <a:t> </a:t>
            </a:r>
          </a:p>
        </p:txBody>
      </p:sp>
    </p:spTree>
    <p:extLst>
      <p:ext uri="{BB962C8B-B14F-4D97-AF65-F5344CB8AC3E}">
        <p14:creationId xmlns:p14="http://schemas.microsoft.com/office/powerpoint/2010/main" val="1273504251"/>
      </p:ext>
    </p:extLst>
  </p:cSld>
  <p:clrMapOvr>
    <a:masterClrMapping/>
  </p:clrMapOvr>
  <mc:AlternateContent xmlns:mc="http://schemas.openxmlformats.org/markup-compatibility/2006" xmlns:p14="http://schemas.microsoft.com/office/powerpoint/2010/main">
    <mc:Choice Requires="p14">
      <p:transition spd="slow" p14:dur="2000" advTm="59379"/>
    </mc:Choice>
    <mc:Fallback xmlns="">
      <p:transition spd="slow" advTm="5937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enumerate</a:t>
            </a:r>
            <a:endParaRPr lang="nl-BE" dirty="0"/>
          </a:p>
        </p:txBody>
      </p:sp>
      <p:sp>
        <p:nvSpPr>
          <p:cNvPr id="3" name="Content Placeholder 2"/>
          <p:cNvSpPr>
            <a:spLocks noGrp="1"/>
          </p:cNvSpPr>
          <p:nvPr>
            <p:ph idx="1"/>
          </p:nvPr>
        </p:nvSpPr>
        <p:spPr/>
        <p:txBody>
          <a:bodyPr>
            <a:normAutofit/>
          </a:bodyPr>
          <a:lstStyle/>
          <a:p>
            <a:r>
              <a:rPr lang="en-US" dirty="0">
                <a:latin typeface="Courier New" panose="02070309020205020404" pitchFamily="49" charset="0"/>
                <a:cs typeface="Courier New" panose="02070309020205020404" pitchFamily="49" charset="0"/>
              </a:rPr>
              <a:t>enumerate</a:t>
            </a:r>
            <a:r>
              <a:rPr lang="en-US" dirty="0"/>
              <a:t> returns an </a:t>
            </a:r>
            <a:r>
              <a:rPr lang="en-US" dirty="0" err="1"/>
              <a:t>iterable</a:t>
            </a:r>
            <a:r>
              <a:rPr lang="en-US" dirty="0"/>
              <a:t> where each element is a tuple that contains the index of the item and the original item value.</a:t>
            </a:r>
          </a:p>
          <a:p>
            <a:pPr marL="0" indent="0">
              <a:buNone/>
            </a:pPr>
            <a:r>
              <a:rPr lang="en-US" sz="2400" dirty="0">
                <a:latin typeface="Courier New" panose="02070309020205020404" pitchFamily="49" charset="0"/>
                <a:cs typeface="Courier New" panose="02070309020205020404" pitchFamily="49" charset="0"/>
              </a:rPr>
              <a:t>&gt;&gt;&gt; </a:t>
            </a:r>
            <a:r>
              <a:rPr lang="en-US" sz="2400" dirty="0" err="1">
                <a:latin typeface="Courier New" panose="02070309020205020404" pitchFamily="49" charset="0"/>
                <a:cs typeface="Courier New" panose="02070309020205020404" pitchFamily="49" charset="0"/>
              </a:rPr>
              <a:t>fruitslist</a:t>
            </a:r>
            <a:r>
              <a:rPr lang="en-US" sz="2400" dirty="0">
                <a:latin typeface="Courier New" panose="02070309020205020404" pitchFamily="49" charset="0"/>
                <a:cs typeface="Courier New" panose="02070309020205020404" pitchFamily="49" charset="0"/>
              </a:rPr>
              <a:t> = ['banana', 'apple',  'mango’]</a:t>
            </a:r>
          </a:p>
          <a:p>
            <a:pPr marL="0" indent="0">
              <a:buNone/>
            </a:pPr>
            <a:r>
              <a:rPr lang="en-US" sz="2400" dirty="0">
                <a:latin typeface="Courier New" panose="02070309020205020404" pitchFamily="49" charset="0"/>
                <a:cs typeface="Courier New" panose="02070309020205020404" pitchFamily="49" charset="0"/>
              </a:rPr>
              <a:t>&gt;&gt;&gt; for num, color in enumerate(</a:t>
            </a:r>
            <a:r>
              <a:rPr lang="en-US" sz="2400" dirty="0" err="1">
                <a:latin typeface="Courier New" panose="02070309020205020404" pitchFamily="49" charset="0"/>
                <a:cs typeface="Courier New" panose="02070309020205020404" pitchFamily="49" charset="0"/>
              </a:rPr>
              <a:t>fruitslist</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print(num, color)</a:t>
            </a:r>
          </a:p>
          <a:p>
            <a:endParaRPr lang="en-US" i="1" dirty="0"/>
          </a:p>
          <a:p>
            <a:r>
              <a:rPr lang="en-US" sz="2200" i="1" dirty="0"/>
              <a:t>File: </a:t>
            </a:r>
            <a:r>
              <a:rPr lang="en-US" sz="2200" i="1" dirty="0" err="1"/>
              <a:t>for_loop_index</a:t>
            </a:r>
            <a:endParaRPr lang="en-US" sz="2200" i="1" dirty="0"/>
          </a:p>
          <a:p>
            <a:r>
              <a:rPr lang="en-US" sz="2200" dirty="0"/>
              <a:t>Source: </a:t>
            </a:r>
            <a:r>
              <a:rPr lang="nl-BE" sz="2200" dirty="0">
                <a:hlinkClick r:id="rId2"/>
              </a:rPr>
              <a:t>http://treyhunner.com/2016/04/how-to-loop-with-indexes-in-python/</a:t>
            </a:r>
            <a:r>
              <a:rPr lang="nl-BE" sz="2200" dirty="0"/>
              <a:t> </a:t>
            </a:r>
          </a:p>
          <a:p>
            <a:endParaRPr lang="en-US" dirty="0"/>
          </a:p>
          <a:p>
            <a:endParaRPr lang="en-US" dirty="0"/>
          </a:p>
          <a:p>
            <a:endParaRPr lang="en-US" dirty="0"/>
          </a:p>
        </p:txBody>
      </p:sp>
    </p:spTree>
    <p:extLst>
      <p:ext uri="{BB962C8B-B14F-4D97-AF65-F5344CB8AC3E}">
        <p14:creationId xmlns:p14="http://schemas.microsoft.com/office/powerpoint/2010/main" val="1635815676"/>
      </p:ext>
    </p:extLst>
  </p:cSld>
  <p:clrMapOvr>
    <a:masterClrMapping/>
  </p:clrMapOvr>
  <mc:AlternateContent xmlns:mc="http://schemas.openxmlformats.org/markup-compatibility/2006" xmlns:p14="http://schemas.microsoft.com/office/powerpoint/2010/main">
    <mc:Choice Requires="p14">
      <p:transition spd="slow" p14:dur="2000" advTm="47609"/>
    </mc:Choice>
    <mc:Fallback xmlns="">
      <p:transition spd="slow" advTm="47609"/>
    </mc:Fallback>
  </mc:AlternateContent>
  <p:extLst>
    <p:ext uri="{3A86A75C-4F4B-4683-9AE1-C65F6400EC91}">
      <p14:laserTraceLst xmlns:p14="http://schemas.microsoft.com/office/powerpoint/2010/main">
        <p14:tracePtLst>
          <p14:tracePt t="11535" x="1384300" y="3663950"/>
          <p14:tracePt t="11541" x="1371600" y="3663950"/>
          <p14:tracePt t="11553" x="1358900" y="3663950"/>
          <p14:tracePt t="11569" x="1339850" y="3663950"/>
          <p14:tracePt t="11586" x="1314450" y="3663950"/>
          <p14:tracePt t="11603" x="1276350" y="3663950"/>
          <p14:tracePt t="11605" x="1257300" y="3663950"/>
          <p14:tracePt t="11620" x="1238250" y="3663950"/>
          <p14:tracePt t="11636" x="1212850" y="3663950"/>
          <p14:tracePt t="11639" x="1193800" y="3663950"/>
          <p14:tracePt t="11653" x="1174750" y="3670300"/>
          <p14:tracePt t="11669" x="1155700" y="3676650"/>
          <p14:tracePt t="11671" x="1149350" y="3676650"/>
          <p14:tracePt t="11686" x="1143000" y="3683000"/>
          <p14:tracePt t="11703" x="1117600" y="3695700"/>
          <p14:tracePt t="11719" x="1104900" y="3708400"/>
          <p14:tracePt t="11736" x="1079500" y="3721100"/>
          <p14:tracePt t="11753" x="1054100" y="3740150"/>
          <p14:tracePt t="11769" x="1022350" y="3759200"/>
          <p14:tracePt t="11786" x="996950" y="3778250"/>
          <p14:tracePt t="11803" x="977900" y="3790950"/>
          <p14:tracePt t="11820" x="958850" y="3810000"/>
          <p14:tracePt t="11836" x="933450" y="3835400"/>
          <p14:tracePt t="11840" x="920750" y="3848100"/>
          <p14:tracePt t="11853" x="908050" y="3867150"/>
          <p14:tracePt t="11870" x="895350" y="3886200"/>
          <p14:tracePt t="11872" x="882650" y="3898900"/>
          <p14:tracePt t="11887" x="876300" y="3917950"/>
          <p14:tracePt t="11903" x="869950" y="3937000"/>
          <p14:tracePt t="11920" x="863600" y="3943350"/>
          <p14:tracePt t="11936" x="857250" y="3975100"/>
          <p14:tracePt t="11953" x="850900" y="3994150"/>
          <p14:tracePt t="11970" x="850900" y="4006850"/>
          <p14:tracePt t="11992" x="844550" y="4025900"/>
          <p14:tracePt t="12003" x="844550" y="4044950"/>
          <p14:tracePt t="12019" x="844550" y="4051300"/>
          <p14:tracePt t="12036" x="844550" y="4064000"/>
          <p14:tracePt t="12053" x="844550" y="4076700"/>
          <p14:tracePt t="12070" x="850900" y="4089400"/>
          <p14:tracePt t="12087" x="857250" y="4095750"/>
          <p14:tracePt t="12104" x="863600" y="4108450"/>
          <p14:tracePt t="12106" x="876300" y="4121150"/>
          <p14:tracePt t="12120" x="889000" y="4127500"/>
          <p14:tracePt t="12137" x="908050" y="4140200"/>
          <p14:tracePt t="12154" x="927100" y="4146550"/>
          <p14:tracePt t="12170" x="939800" y="4159250"/>
          <p14:tracePt t="12186" x="958850" y="4165600"/>
          <p14:tracePt t="12203" x="984250" y="4171950"/>
          <p14:tracePt t="12220" x="1016000" y="4178300"/>
          <p14:tracePt t="12236" x="1035050" y="4184650"/>
          <p14:tracePt t="12253" x="1073150" y="4191000"/>
          <p14:tracePt t="12270" x="1098550" y="4203700"/>
          <p14:tracePt t="12286" x="1136650" y="4210050"/>
          <p14:tracePt t="12303" x="1181100" y="4229100"/>
          <p14:tracePt t="12320" x="1225550" y="4235450"/>
          <p14:tracePt t="12337" x="1270000" y="4241800"/>
          <p14:tracePt t="12340" x="1289050" y="4241800"/>
          <p14:tracePt t="12353" x="1308100" y="4241800"/>
          <p14:tracePt t="12370" x="1346200" y="4241800"/>
          <p14:tracePt t="12373" x="1358900" y="4241800"/>
          <p14:tracePt t="12387" x="1365250" y="4241800"/>
          <p14:tracePt t="12403" x="1390650" y="4235450"/>
          <p14:tracePt t="12420" x="1416050" y="4216400"/>
          <p14:tracePt t="12437" x="1447800" y="4178300"/>
          <p14:tracePt t="12453" x="1466850" y="4152900"/>
          <p14:tracePt t="12470" x="1504950" y="4102100"/>
          <p14:tracePt t="12486" x="1524000" y="4076700"/>
          <p14:tracePt t="12503" x="1549400" y="4051300"/>
          <p14:tracePt t="12520" x="1555750" y="4032250"/>
          <p14:tracePt t="12537" x="1568450" y="4013200"/>
          <p14:tracePt t="12553" x="1581150" y="3994150"/>
          <p14:tracePt t="12570" x="1587500" y="3981450"/>
          <p14:tracePt t="12586" x="1593850" y="3956050"/>
          <p14:tracePt t="12604" x="1600200" y="3930650"/>
          <p14:tracePt t="12606" x="1600200" y="3924300"/>
          <p14:tracePt t="12620" x="1600200" y="3905250"/>
          <p14:tracePt t="12637" x="1600200" y="3841750"/>
          <p14:tracePt t="12653" x="1600200" y="3822700"/>
          <p14:tracePt t="12670" x="1581150" y="3797300"/>
          <p14:tracePt t="12686" x="1581150" y="3784600"/>
          <p14:tracePt t="12703" x="1568450" y="3778250"/>
          <p14:tracePt t="12720" x="1555750" y="3765550"/>
          <p14:tracePt t="12753" x="1549400" y="3765550"/>
          <p14:tracePt t="12792" x="0" y="0"/>
        </p14:tracePtLst>
        <p14:tracePtLst>
          <p14:tracePt t="13653" x="3905250" y="3683000"/>
          <p14:tracePt t="13659" x="3898900" y="3683000"/>
          <p14:tracePt t="13670" x="3892550" y="3689350"/>
          <p14:tracePt t="13687" x="3867150" y="3695700"/>
          <p14:tracePt t="13689" x="3860800" y="3702050"/>
          <p14:tracePt t="13703" x="3841750" y="3708400"/>
          <p14:tracePt t="13720" x="3829050" y="3721100"/>
          <p14:tracePt t="13722" x="3822700" y="3727450"/>
          <p14:tracePt t="13737" x="3803650" y="3752850"/>
          <p14:tracePt t="13754" x="3790950" y="3771900"/>
          <p14:tracePt t="13770" x="3784600" y="3810000"/>
          <p14:tracePt t="13786" x="3778250" y="3848100"/>
          <p14:tracePt t="13803" x="3778250" y="3886200"/>
          <p14:tracePt t="13820" x="3778250" y="3937000"/>
          <p14:tracePt t="13836" x="3797300" y="3968750"/>
          <p14:tracePt t="13853" x="3803650" y="3987800"/>
          <p14:tracePt t="13870" x="3816350" y="4000500"/>
          <p14:tracePt t="13886" x="3822700" y="4013200"/>
          <p14:tracePt t="13903" x="3835400" y="4019550"/>
          <p14:tracePt t="13920" x="3848100" y="4025900"/>
          <p14:tracePt t="13923" x="3848100" y="4032250"/>
          <p14:tracePt t="13937" x="3860800" y="4032250"/>
          <p14:tracePt t="13953" x="3886200" y="4038600"/>
          <p14:tracePt t="13956" x="3892550" y="4044950"/>
          <p14:tracePt t="13970" x="3905250" y="4057650"/>
          <p14:tracePt t="13988" x="3956050" y="4083050"/>
          <p14:tracePt t="13996" x="3981450" y="4095750"/>
          <p14:tracePt t="14007" x="3994150" y="4102100"/>
          <p14:tracePt t="14020" x="4038600" y="4121150"/>
          <p14:tracePt t="14037" x="4083050" y="4133850"/>
          <p14:tracePt t="14053" x="4114800" y="4140200"/>
          <p14:tracePt t="14070" x="4133850" y="4146550"/>
          <p14:tracePt t="14087" x="4171950" y="4146550"/>
          <p14:tracePt t="14091" x="4184650" y="4146550"/>
          <p14:tracePt t="14104" x="4197350" y="4146550"/>
          <p14:tracePt t="14120" x="4241800" y="4146550"/>
          <p14:tracePt t="14136" x="4273550" y="4140200"/>
          <p14:tracePt t="14153" x="4330700" y="4133850"/>
          <p14:tracePt t="14170" x="4368800" y="4133850"/>
          <p14:tracePt t="14187" x="4432300" y="4127500"/>
          <p14:tracePt t="14190" x="4445000" y="4121150"/>
          <p14:tracePt t="14203" x="4457700" y="4121150"/>
          <p14:tracePt t="14220" x="4489450" y="4114800"/>
          <p14:tracePt t="14223" x="4508500" y="4108450"/>
          <p14:tracePt t="14238" x="4527550" y="4076700"/>
          <p14:tracePt t="14253" x="4546600" y="4032250"/>
          <p14:tracePt t="14270" x="4559300" y="3949700"/>
          <p14:tracePt t="14286" x="4559300" y="3860800"/>
          <p14:tracePt t="14303" x="4552950" y="3784600"/>
          <p14:tracePt t="14320" x="4502150" y="3702050"/>
          <p14:tracePt t="14337" x="4464050" y="3657600"/>
          <p14:tracePt t="14354" x="4432300" y="3644900"/>
          <p14:tracePt t="14357" x="4419600" y="3644900"/>
          <p14:tracePt t="14370" x="4413250" y="3644900"/>
          <p14:tracePt t="14387" x="4387850" y="3644900"/>
          <p14:tracePt t="14390" x="4375150" y="3644900"/>
          <p14:tracePt t="14403" x="4362450" y="3644900"/>
          <p14:tracePt t="14420" x="4330700" y="3651250"/>
          <p14:tracePt t="14423" x="4311650" y="3657600"/>
          <p14:tracePt t="14436" x="4279900" y="3663950"/>
          <p14:tracePt t="14453" x="4216400" y="3676650"/>
          <p14:tracePt t="14458" x="4191000" y="3683000"/>
          <p14:tracePt t="14471" x="4152900" y="3695700"/>
          <p14:tracePt t="14487" x="4057650" y="3714750"/>
          <p14:tracePt t="14506" x="4000500" y="3733800"/>
          <p14:tracePt t="14520" x="3968750" y="3746500"/>
          <p14:tracePt t="14537" x="3943350" y="3759200"/>
          <p14:tracePt t="14553" x="3930650" y="3771900"/>
          <p14:tracePt t="14573" x="3924300" y="3784600"/>
          <p14:tracePt t="14576" x="3924300" y="3790950"/>
          <p14:tracePt t="14586" x="3924300" y="3797300"/>
          <p14:tracePt t="14620" x="3924300" y="3810000"/>
          <p14:tracePt t="14626" x="0" y="0"/>
        </p14:tracePtLst>
        <p14:tracePtLst>
          <p14:tracePt t="16103" x="4591050" y="4159250"/>
          <p14:tracePt t="16299" x="4597400" y="4159250"/>
          <p14:tracePt t="16308" x="4610100" y="4159250"/>
          <p14:tracePt t="16317" x="4622800" y="4159250"/>
          <p14:tracePt t="16325" x="4635500" y="4159250"/>
          <p14:tracePt t="16337" x="4648200" y="4159250"/>
          <p14:tracePt t="16353" x="4679950" y="4165600"/>
          <p14:tracePt t="16370" x="4762500" y="4178300"/>
          <p14:tracePt t="16387" x="4806950" y="4184650"/>
          <p14:tracePt t="16389" x="4826000" y="4184650"/>
          <p14:tracePt t="16403" x="4851400" y="4191000"/>
          <p14:tracePt t="16420" x="4889500" y="4191000"/>
          <p14:tracePt t="16423" x="4908550" y="4191000"/>
          <p14:tracePt t="16437" x="4940300" y="4191000"/>
          <p14:tracePt t="16453" x="4972050" y="4191000"/>
          <p14:tracePt t="16470" x="5003800" y="4197350"/>
          <p14:tracePt t="16487" x="5035550" y="4197350"/>
          <p14:tracePt t="16503" x="5067300" y="4203700"/>
          <p14:tracePt t="16520" x="5124450" y="4203700"/>
          <p14:tracePt t="16537" x="5156200" y="4203700"/>
          <p14:tracePt t="16553" x="5181600" y="4203700"/>
          <p14:tracePt t="16570" x="5207000" y="4203700"/>
          <p14:tracePt t="16587" x="5238750" y="4203700"/>
          <p14:tracePt t="16592" x="5257800" y="4203700"/>
          <p14:tracePt t="16604" x="5276850" y="4203700"/>
          <p14:tracePt t="16620" x="5321300" y="4203700"/>
          <p14:tracePt t="16624" x="5346700" y="4203700"/>
          <p14:tracePt t="16637" x="5372100" y="4203700"/>
          <p14:tracePt t="16654" x="5403850" y="4210050"/>
          <p14:tracePt t="16657" x="5429250" y="4210050"/>
          <p14:tracePt t="16670" x="5454650" y="4216400"/>
          <p14:tracePt t="16687" x="5524500" y="4222750"/>
          <p14:tracePt t="16704" x="5556250" y="4229100"/>
          <p14:tracePt t="16720" x="5588000" y="4229100"/>
          <p14:tracePt t="16736" x="5600700" y="4229100"/>
          <p14:tracePt t="16753" x="5619750" y="4229100"/>
          <p14:tracePt t="16770" x="5638800" y="4229100"/>
          <p14:tracePt t="16787" x="5657850" y="4229100"/>
          <p14:tracePt t="16803" x="5664200" y="4229100"/>
          <p14:tracePt t="16820" x="5683250" y="4235450"/>
          <p14:tracePt t="16825" x="5695950" y="4235450"/>
          <p14:tracePt t="16837" x="5708650" y="4235450"/>
          <p14:tracePt t="16853" x="5746750" y="4235450"/>
          <p14:tracePt t="16870" x="5772150" y="4235450"/>
          <p14:tracePt t="16887" x="5816600" y="4235450"/>
          <p14:tracePt t="16890" x="5835650" y="4235450"/>
          <p14:tracePt t="16903" x="5854700" y="4235450"/>
          <p14:tracePt t="16920" x="5899150" y="4241800"/>
          <p14:tracePt t="16923" x="5918200" y="4241800"/>
          <p14:tracePt t="16938" x="5962650" y="4241800"/>
          <p14:tracePt t="16953" x="5994400" y="4241800"/>
          <p14:tracePt t="16970" x="6019800" y="4241800"/>
          <p14:tracePt t="16987" x="6032500" y="4241800"/>
          <p14:tracePt t="16994" x="6038850" y="4241800"/>
          <p14:tracePt t="17010" x="6045200" y="4241800"/>
          <p14:tracePt t="17025" x="6051550" y="4241800"/>
          <p14:tracePt t="17036" x="6057900" y="4241800"/>
          <p14:tracePt t="17053" x="6070600" y="4235450"/>
          <p14:tracePt t="17070" x="6089650" y="4235450"/>
          <p14:tracePt t="17086" x="6096000" y="4235450"/>
          <p14:tracePt t="17103" x="6115050" y="4229100"/>
          <p14:tracePt t="17120" x="6127750" y="4222750"/>
          <p14:tracePt t="17123" x="6134100" y="4222750"/>
          <p14:tracePt t="17136" x="6140450" y="4222750"/>
          <p14:tracePt t="17153" x="6159500" y="4216400"/>
          <p14:tracePt t="17156" x="6165850" y="4216400"/>
          <p14:tracePt t="17170" x="6172200" y="4210050"/>
          <p14:tracePt t="17186" x="6184900" y="4210050"/>
          <p14:tracePt t="17189" x="6197600" y="4203700"/>
          <p14:tracePt t="17203" x="6223000" y="4191000"/>
          <p14:tracePt t="17220" x="6254750" y="4171950"/>
          <p14:tracePt t="17236" x="6280150" y="4159250"/>
          <p14:tracePt t="17253" x="6292850" y="4152900"/>
          <p14:tracePt t="17270" x="6311900" y="4140200"/>
          <p14:tracePt t="17286" x="6330950" y="4121150"/>
          <p14:tracePt t="17303" x="6343650" y="4108450"/>
          <p14:tracePt t="17320" x="6356350" y="4108450"/>
          <p14:tracePt t="17324" x="6356350" y="4102100"/>
          <p14:tracePt t="17337" x="6362700" y="4095750"/>
          <p14:tracePt t="17353" x="6369050" y="4083050"/>
          <p14:tracePt t="17370" x="6375400" y="4076700"/>
          <p14:tracePt t="17388" x="6375400" y="4044950"/>
          <p14:tracePt t="17403" x="6375400" y="4038600"/>
          <p14:tracePt t="17420" x="6375400" y="4019550"/>
          <p14:tracePt t="17423" x="6375400" y="4006850"/>
          <p14:tracePt t="17437" x="6375400" y="3975100"/>
          <p14:tracePt t="17453" x="6362700" y="3943350"/>
          <p14:tracePt t="17470" x="6343650" y="3898900"/>
          <p14:tracePt t="17487" x="6324600" y="3867150"/>
          <p14:tracePt t="17503" x="6292850" y="3835400"/>
          <p14:tracePt t="17520" x="6267450" y="3816350"/>
          <p14:tracePt t="17537" x="6229350" y="3790950"/>
          <p14:tracePt t="17554" x="6197600" y="3784600"/>
          <p14:tracePt t="17557" x="6178550" y="3778250"/>
          <p14:tracePt t="17570" x="6172200" y="3778250"/>
          <p14:tracePt t="17587" x="6134100" y="3778250"/>
          <p14:tracePt t="17592" x="6102350" y="3778250"/>
          <p14:tracePt t="17603" x="6089650" y="3778250"/>
          <p14:tracePt t="17620" x="6045200" y="3778250"/>
          <p14:tracePt t="17624" x="6000750" y="3778250"/>
          <p14:tracePt t="17638" x="5981700" y="3778250"/>
          <p14:tracePt t="17653" x="5937250" y="3771900"/>
          <p14:tracePt t="17670" x="5880100" y="3771900"/>
          <p14:tracePt t="17687" x="5816600" y="3759200"/>
          <p14:tracePt t="17703" x="5759450" y="3752850"/>
          <p14:tracePt t="17720" x="5670550" y="3740150"/>
          <p14:tracePt t="17737" x="5537200" y="3733800"/>
          <p14:tracePt t="17753" x="5429250" y="3733800"/>
          <p14:tracePt t="17770" x="5334000" y="3733800"/>
          <p14:tracePt t="17787" x="5238750" y="3727450"/>
          <p14:tracePt t="17792" x="5219700" y="3727450"/>
          <p14:tracePt t="17806" x="5181600" y="3727450"/>
          <p14:tracePt t="17809" x="5168900" y="3727450"/>
          <p14:tracePt t="17820" x="5143500" y="3727450"/>
          <p14:tracePt t="17839" x="5124450" y="3727450"/>
          <p14:tracePt t="17841" x="5105400" y="3727450"/>
          <p14:tracePt t="17856" x="5092700" y="3727450"/>
          <p14:tracePt t="17872" x="5080000" y="3727450"/>
          <p14:tracePt t="17888" x="5060950" y="3733800"/>
          <p14:tracePt t="17904" x="5048250" y="3740150"/>
          <p14:tracePt t="17920" x="5022850" y="3752850"/>
          <p14:tracePt t="17938" x="4978400" y="3771900"/>
          <p14:tracePt t="17953" x="4953000" y="3778250"/>
          <p14:tracePt t="17970" x="4921250" y="3790950"/>
          <p14:tracePt t="17987" x="4870450" y="3816350"/>
          <p14:tracePt t="17994" x="4857750" y="3822700"/>
          <p14:tracePt t="18003" x="4838700" y="3829050"/>
          <p14:tracePt t="18020" x="4794250" y="3848100"/>
          <p14:tracePt t="18036" x="4768850" y="3860800"/>
          <p14:tracePt t="18053" x="4749800" y="3873500"/>
          <p14:tracePt t="18069" x="4743450" y="3879850"/>
          <p14:tracePt t="18086" x="4718050" y="3892550"/>
          <p14:tracePt t="18103" x="4705350" y="3898900"/>
          <p14:tracePt t="18106" x="4705350" y="3905250"/>
          <p14:tracePt t="18120" x="4699000" y="3911600"/>
          <p14:tracePt t="18137" x="4686300" y="3917950"/>
          <p14:tracePt t="18153" x="4679950" y="3930650"/>
          <p14:tracePt t="18170" x="4660900" y="3956050"/>
          <p14:tracePt t="18187" x="4654550" y="3968750"/>
          <p14:tracePt t="18203" x="4641850" y="3987800"/>
          <p14:tracePt t="18220" x="4641850" y="3994150"/>
          <p14:tracePt t="18237" x="4635500" y="4000500"/>
          <p14:tracePt t="18253" x="4635500" y="4013200"/>
          <p14:tracePt t="18270" x="4635500" y="4019550"/>
          <p14:tracePt t="18287" x="4635500" y="4032250"/>
          <p14:tracePt t="18303" x="4635500" y="4038600"/>
          <p14:tracePt t="18324" x="4641850" y="4044950"/>
          <p14:tracePt t="18337" x="4648200" y="4044950"/>
          <p14:tracePt t="18341" x="4654550" y="4057650"/>
          <p14:tracePt t="18353" x="4660900" y="4057650"/>
          <p14:tracePt t="18370" x="4692650" y="4083050"/>
          <p14:tracePt t="18374" x="4699000" y="4083050"/>
          <p14:tracePt t="18387" x="4737100" y="4108450"/>
          <p14:tracePt t="18404" x="4794250" y="4127500"/>
          <p14:tracePt t="18420" x="4870450" y="4159250"/>
          <p14:tracePt t="18437" x="4908550" y="4171950"/>
          <p14:tracePt t="18453" x="4978400" y="4184650"/>
          <p14:tracePt t="18470" x="5054600" y="4203700"/>
          <p14:tracePt t="18487" x="5130800" y="4222750"/>
          <p14:tracePt t="18503" x="5194300" y="4235450"/>
          <p14:tracePt t="18509" x="5238750" y="4241800"/>
          <p14:tracePt t="18520" x="5257800" y="4248150"/>
          <p14:tracePt t="18537" x="5359400" y="4267200"/>
          <p14:tracePt t="18553" x="5435600" y="4279900"/>
          <p14:tracePt t="18570" x="5499100" y="4292600"/>
          <p14:tracePt t="18574" x="5518150" y="4292600"/>
          <p14:tracePt t="18587" x="5562600" y="4292600"/>
          <p14:tracePt t="18603" x="5638800" y="4305300"/>
          <p14:tracePt t="18606" x="5651500" y="4305300"/>
          <p14:tracePt t="18620" x="5683250" y="4311650"/>
          <p14:tracePt t="18638" x="5721350" y="4311650"/>
          <p14:tracePt t="18653" x="5746750" y="4311650"/>
          <p14:tracePt t="18670" x="5753100" y="4311650"/>
          <p14:tracePt t="18687" x="5759450" y="4311650"/>
          <p14:tracePt t="18703" x="5765800" y="4311650"/>
          <p14:tracePt t="18881" x="0" y="0"/>
        </p14:tracePtLst>
        <p14:tracePtLst>
          <p14:tracePt t="19849" x="6775450" y="4178300"/>
          <p14:tracePt t="20032" x="6781800" y="4178300"/>
          <p14:tracePt t="20040" x="6788150" y="4178300"/>
          <p14:tracePt t="20056" x="6794500" y="4178300"/>
          <p14:tracePt t="20072" x="6807200" y="4178300"/>
          <p14:tracePt t="20088" x="6838950" y="4184650"/>
          <p14:tracePt t="20105" x="6877050" y="4191000"/>
          <p14:tracePt t="20120" x="6908800" y="4191000"/>
          <p14:tracePt t="20137" x="6946900" y="4197350"/>
          <p14:tracePt t="20153" x="6978650" y="4203700"/>
          <p14:tracePt t="20170" x="7035800" y="4216400"/>
          <p14:tracePt t="20187" x="7073900" y="4216400"/>
          <p14:tracePt t="20203" x="7118350" y="4222750"/>
          <p14:tracePt t="20220" x="7156450" y="4229100"/>
          <p14:tracePt t="20237" x="7207250" y="4229100"/>
          <p14:tracePt t="20253" x="7251700" y="4229100"/>
          <p14:tracePt t="20270" x="7283450" y="4229100"/>
          <p14:tracePt t="20287" x="7321550" y="4229100"/>
          <p14:tracePt t="20290" x="7340600" y="4229100"/>
          <p14:tracePt t="20304" x="7366000" y="4229100"/>
          <p14:tracePt t="20320" x="7404100" y="4229100"/>
          <p14:tracePt t="20324" x="7410450" y="4229100"/>
          <p14:tracePt t="20337" x="7429500" y="4222750"/>
          <p14:tracePt t="20353" x="7467600" y="4222750"/>
          <p14:tracePt t="20370" x="7486650" y="4222750"/>
          <p14:tracePt t="20387" x="7512050" y="4222750"/>
          <p14:tracePt t="20403" x="7543800" y="4222750"/>
          <p14:tracePt t="20420" x="7575550" y="4222750"/>
          <p14:tracePt t="20437" x="7607300" y="4222750"/>
          <p14:tracePt t="20453" x="7626350" y="4222750"/>
          <p14:tracePt t="20470" x="7664450" y="4222750"/>
          <p14:tracePt t="20487" x="7702550" y="4222750"/>
          <p14:tracePt t="20503" x="7727950" y="4222750"/>
          <p14:tracePt t="20520" x="7766050" y="4222750"/>
          <p14:tracePt t="20523" x="7778750" y="4222750"/>
          <p14:tracePt t="20537" x="7797800" y="4222750"/>
          <p14:tracePt t="20553" x="7848600" y="4222750"/>
          <p14:tracePt t="20557" x="7861300" y="4222750"/>
          <p14:tracePt t="20570" x="7874000" y="4222750"/>
          <p14:tracePt t="20587" x="7950200" y="4222750"/>
          <p14:tracePt t="20603" x="7981950" y="4222750"/>
          <p14:tracePt t="20620" x="8020050" y="4222750"/>
          <p14:tracePt t="20637" x="8070850" y="4222750"/>
          <p14:tracePt t="20653" x="8089900" y="4222750"/>
          <p14:tracePt t="20670" x="8108950" y="4216400"/>
          <p14:tracePt t="20687" x="8115300" y="4210050"/>
          <p14:tracePt t="20703" x="8128000" y="4210050"/>
          <p14:tracePt t="20720" x="8140700" y="4203700"/>
          <p14:tracePt t="20737" x="8172450" y="4197350"/>
          <p14:tracePt t="20753" x="8185150" y="4184650"/>
          <p14:tracePt t="20770" x="8210550" y="4178300"/>
          <p14:tracePt t="20787" x="8235950" y="4165600"/>
          <p14:tracePt t="20790" x="8248650" y="4159250"/>
          <p14:tracePt t="20803" x="8267700" y="4146550"/>
          <p14:tracePt t="20820" x="8299450" y="4127500"/>
          <p14:tracePt t="20823" x="8312150" y="4127500"/>
          <p14:tracePt t="20838" x="8337550" y="4102100"/>
          <p14:tracePt t="20853" x="8350250" y="4089400"/>
          <p14:tracePt t="20870" x="8369300" y="4070350"/>
          <p14:tracePt t="20887" x="8375650" y="4057650"/>
          <p14:tracePt t="20904" x="8375650" y="4032250"/>
          <p14:tracePt t="20920" x="8375650" y="4019550"/>
          <p14:tracePt t="20937" x="8375650" y="4006850"/>
          <p14:tracePt t="20953" x="8375650" y="3994150"/>
          <p14:tracePt t="20970" x="8375650" y="3987800"/>
          <p14:tracePt t="20987" x="8375650" y="3981450"/>
          <p14:tracePt t="21003" x="8369300" y="3975100"/>
          <p14:tracePt t="21020" x="8362950" y="3975100"/>
          <p14:tracePt t="21037" x="8331200" y="3956050"/>
          <p14:tracePt t="21053" x="8312150" y="3937000"/>
          <p14:tracePt t="21057" x="8299450" y="3937000"/>
          <p14:tracePt t="21070" x="8274050" y="3917950"/>
          <p14:tracePt t="21088" x="8178800" y="3873500"/>
          <p14:tracePt t="21105" x="8121650" y="3841750"/>
          <p14:tracePt t="21120" x="8020050" y="3797300"/>
          <p14:tracePt t="21140" x="7905750" y="3746500"/>
          <p14:tracePt t="21153" x="7835900" y="3721100"/>
          <p14:tracePt t="21172" x="7708900" y="3689350"/>
          <p14:tracePt t="21187" x="7639050" y="3676650"/>
          <p14:tracePt t="21206" x="7518400" y="3657600"/>
          <p14:tracePt t="21209" x="7486650" y="3657600"/>
          <p14:tracePt t="21220" x="7448550" y="3657600"/>
          <p14:tracePt t="21240" x="7340600" y="3657600"/>
          <p14:tracePt t="21243" x="7308850" y="3657600"/>
          <p14:tracePt t="21253" x="7277100" y="3663950"/>
          <p14:tracePt t="21272" x="7219950" y="3663950"/>
          <p14:tracePt t="21276" x="7200900" y="3670300"/>
          <p14:tracePt t="21287" x="7150100" y="3683000"/>
          <p14:tracePt t="21303" x="7118350" y="3689350"/>
          <p14:tracePt t="21306" x="7092950" y="3695700"/>
          <p14:tracePt t="21320" x="7080250" y="3695700"/>
          <p14:tracePt t="21338" x="7029450" y="3702050"/>
          <p14:tracePt t="21353" x="6985000" y="3714750"/>
          <p14:tracePt t="21370" x="6927850" y="3727450"/>
          <p14:tracePt t="21387" x="6838950" y="3740150"/>
          <p14:tracePt t="21403" x="6794500" y="3746500"/>
          <p14:tracePt t="21420" x="6711950" y="3765550"/>
          <p14:tracePt t="21437" x="6648450" y="3784600"/>
          <p14:tracePt t="21453" x="6616700" y="3797300"/>
          <p14:tracePt t="21470" x="6584950" y="3822700"/>
          <p14:tracePt t="21473" x="6578600" y="3835400"/>
          <p14:tracePt t="21487" x="6559550" y="3854450"/>
          <p14:tracePt t="21503" x="6546850" y="3867150"/>
          <p14:tracePt t="21506" x="6546850" y="3879850"/>
          <p14:tracePt t="21520" x="6540500" y="3892550"/>
          <p14:tracePt t="21537" x="6534150" y="3898900"/>
          <p14:tracePt t="21553" x="6534150" y="3911600"/>
          <p14:tracePt t="21571" x="6534150" y="3917950"/>
          <p14:tracePt t="21588" x="6534150" y="3930650"/>
          <p14:tracePt t="21604" x="6534150" y="3956050"/>
          <p14:tracePt t="21620" x="6534150" y="3987800"/>
          <p14:tracePt t="21637" x="6546850" y="4006850"/>
          <p14:tracePt t="21653" x="6565900" y="4025900"/>
          <p14:tracePt t="21670" x="6584950" y="4051300"/>
          <p14:tracePt t="21687" x="6623050" y="4070350"/>
          <p14:tracePt t="21704" x="6654800" y="4089400"/>
          <p14:tracePt t="21709" x="6692900" y="4102100"/>
          <p14:tracePt t="21720" x="6711950" y="4114800"/>
          <p14:tracePt t="21737" x="6788150" y="4133850"/>
          <p14:tracePt t="21740" x="6845300" y="4146550"/>
          <p14:tracePt t="21753" x="6889750" y="4159250"/>
          <p14:tracePt t="21770" x="6978650" y="4171950"/>
          <p14:tracePt t="21773" x="7029450" y="4184650"/>
          <p14:tracePt t="21787" x="7092950" y="4191000"/>
          <p14:tracePt t="21804" x="7207250" y="4203700"/>
          <p14:tracePt t="21806" x="7258050" y="4210050"/>
          <p14:tracePt t="21820" x="7321550" y="4216400"/>
          <p14:tracePt t="21838" x="7480300" y="4222750"/>
          <p14:tracePt t="21853" x="7575550" y="4222750"/>
          <p14:tracePt t="21870" x="7620000" y="4222750"/>
          <p14:tracePt t="21887" x="7664450" y="4216400"/>
          <p14:tracePt t="21904" x="7696200" y="4197350"/>
          <p14:tracePt t="21920" x="7708900" y="4184650"/>
          <p14:tracePt t="21937" x="7715250" y="4178300"/>
          <p14:tracePt t="21953" x="7715250" y="4171950"/>
          <p14:tracePt t="21970" x="7721600" y="4165600"/>
          <p14:tracePt t="22281" x="0" y="0"/>
        </p14:tracePtLst>
        <p14:tracePtLst>
          <p14:tracePt t="24490" x="2152650" y="4152900"/>
          <p14:tracePt t="24650" x="2152650" y="4146550"/>
          <p14:tracePt t="24658" x="2152650" y="4140200"/>
          <p14:tracePt t="24682" x="2152650" y="4133850"/>
          <p14:tracePt t="24714" x="2152650" y="4127500"/>
          <p14:tracePt t="24723" x="2159000" y="4127500"/>
          <p14:tracePt t="24730" x="2165350" y="4121150"/>
          <p14:tracePt t="24740" x="2165350" y="4114800"/>
          <p14:tracePt t="24754" x="2171700" y="4108450"/>
          <p14:tracePt t="24770" x="2178050" y="4095750"/>
          <p14:tracePt t="24787" x="2190750" y="4076700"/>
          <p14:tracePt t="24803" x="2203450" y="4051300"/>
          <p14:tracePt t="24820" x="2216150" y="4038600"/>
          <p14:tracePt t="24837" x="2228850" y="4013200"/>
          <p14:tracePt t="24854" x="2228850" y="4006850"/>
          <p14:tracePt t="24870" x="2235200" y="4006850"/>
          <p14:tracePt t="25095" x="0" y="0"/>
        </p14:tracePtLst>
        <p14:tracePtLst>
          <p14:tracePt t="25636" x="2844800" y="4178300"/>
          <p14:tracePt t="25731" x="2851150" y="4178300"/>
          <p14:tracePt t="25762" x="2851150" y="4171950"/>
          <p14:tracePt t="25770" x="2857500" y="4171950"/>
          <p14:tracePt t="25787" x="2870200" y="4165600"/>
          <p14:tracePt t="25803" x="2882900" y="4159250"/>
          <p14:tracePt t="25820" x="2914650" y="4146550"/>
          <p14:tracePt t="25837" x="2940050" y="4140200"/>
          <p14:tracePt t="25854" x="2990850" y="4121150"/>
          <p14:tracePt t="25870" x="3009900" y="4114800"/>
          <p14:tracePt t="25874" x="3022600" y="4108450"/>
          <p14:tracePt t="25887" x="3035300" y="4102100"/>
          <p14:tracePt t="25903" x="3054350" y="4095750"/>
          <p14:tracePt t="25908" x="3067050" y="4089400"/>
          <p14:tracePt t="25920" x="3079750" y="4083050"/>
          <p14:tracePt t="25937" x="3092450" y="4076700"/>
          <p14:tracePt t="25954" x="3098800" y="4070350"/>
          <p14:tracePt t="25970" x="3098800" y="4064000"/>
          <p14:tracePt t="26175" x="0" y="0"/>
        </p14:tracePtLst>
      </p14:laserTraceLst>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zip</a:t>
            </a:r>
            <a:endParaRPr lang="nl-BE" dirty="0"/>
          </a:p>
        </p:txBody>
      </p:sp>
      <p:sp>
        <p:nvSpPr>
          <p:cNvPr id="3" name="Content Placeholder 2"/>
          <p:cNvSpPr>
            <a:spLocks noGrp="1"/>
          </p:cNvSpPr>
          <p:nvPr>
            <p:ph idx="1"/>
          </p:nvPr>
        </p:nvSpPr>
        <p:spPr/>
        <p:txBody>
          <a:bodyPr>
            <a:normAutofit fontScale="92500" lnSpcReduction="10000"/>
          </a:bodyPr>
          <a:lstStyle/>
          <a:p>
            <a:r>
              <a:rPr lang="en-US" dirty="0"/>
              <a:t>What if we need to loop over multiple things?</a:t>
            </a:r>
          </a:p>
          <a:p>
            <a:r>
              <a:rPr lang="en-US" dirty="0">
                <a:latin typeface="Courier New" panose="02070309020205020404" pitchFamily="49" charset="0"/>
                <a:cs typeface="Courier New" panose="02070309020205020404" pitchFamily="49" charset="0"/>
              </a:rPr>
              <a:t>zip</a:t>
            </a:r>
            <a:r>
              <a:rPr lang="en-US" dirty="0"/>
              <a:t>: allows to loop over multiple lists at the same time</a:t>
            </a:r>
          </a:p>
          <a:p>
            <a:r>
              <a:rPr lang="en-US" dirty="0"/>
              <a:t>The zip function takes multiple lists and returns an </a:t>
            </a:r>
            <a:r>
              <a:rPr lang="en-US" dirty="0" err="1"/>
              <a:t>iterable</a:t>
            </a:r>
            <a:r>
              <a:rPr lang="en-US" dirty="0"/>
              <a:t> that provides a tuple of the corresponding elements of each list as we loop over it.</a:t>
            </a:r>
          </a:p>
          <a:p>
            <a:pPr marL="0" indent="0">
              <a:buNone/>
            </a:pPr>
            <a:r>
              <a:rPr lang="en-US" sz="2600" dirty="0">
                <a:latin typeface="Courier New" panose="02070309020205020404" pitchFamily="49" charset="0"/>
                <a:cs typeface="Courier New" panose="02070309020205020404" pitchFamily="49" charset="0"/>
              </a:rPr>
              <a:t>&gt;&gt;&gt; </a:t>
            </a:r>
            <a:r>
              <a:rPr lang="en-US" sz="2600" dirty="0" err="1">
                <a:latin typeface="Courier New" panose="02070309020205020404" pitchFamily="49" charset="0"/>
                <a:cs typeface="Courier New" panose="02070309020205020404" pitchFamily="49" charset="0"/>
              </a:rPr>
              <a:t>fruitslist</a:t>
            </a:r>
            <a:r>
              <a:rPr lang="en-US" sz="2600" dirty="0">
                <a:latin typeface="Courier New" panose="02070309020205020404" pitchFamily="49" charset="0"/>
                <a:cs typeface="Courier New" panose="02070309020205020404" pitchFamily="49" charset="0"/>
              </a:rPr>
              <a:t> = ['banana', 'apple',  'mango’]</a:t>
            </a:r>
          </a:p>
          <a:p>
            <a:pPr marL="0" indent="0">
              <a:buNone/>
            </a:pPr>
            <a:r>
              <a:rPr lang="en-US" sz="2600" dirty="0">
                <a:latin typeface="Courier New" panose="02070309020205020404" pitchFamily="49" charset="0"/>
                <a:cs typeface="Courier New" panose="02070309020205020404" pitchFamily="49" charset="0"/>
              </a:rPr>
              <a:t>&gt;&gt;&gt; ratios = [0.2, 0.3, 0.1, 0.4]</a:t>
            </a:r>
          </a:p>
          <a:p>
            <a:pPr marL="0" indent="0">
              <a:buNone/>
            </a:pPr>
            <a:r>
              <a:rPr lang="en-US" sz="2600" dirty="0">
                <a:latin typeface="Courier New" panose="02070309020205020404" pitchFamily="49" charset="0"/>
                <a:cs typeface="Courier New" panose="02070309020205020404" pitchFamily="49" charset="0"/>
              </a:rPr>
              <a:t>&gt;&gt;&gt; for fruit, ratio in zip(</a:t>
            </a:r>
            <a:r>
              <a:rPr lang="en-US" sz="2600" dirty="0" err="1">
                <a:latin typeface="Courier New" panose="02070309020205020404" pitchFamily="49" charset="0"/>
                <a:cs typeface="Courier New" panose="02070309020205020404" pitchFamily="49" charset="0"/>
              </a:rPr>
              <a:t>fruitslist</a:t>
            </a:r>
            <a:r>
              <a:rPr lang="en-US" sz="2600" dirty="0">
                <a:latin typeface="Courier New" panose="02070309020205020404" pitchFamily="49" charset="0"/>
                <a:cs typeface="Courier New" panose="02070309020205020404" pitchFamily="49" charset="0"/>
              </a:rPr>
              <a:t>, ratios):</a:t>
            </a:r>
          </a:p>
          <a:p>
            <a:pPr marL="0" indent="0">
              <a:buNone/>
            </a:pPr>
            <a:r>
              <a:rPr lang="en-US" sz="2600" dirty="0">
                <a:latin typeface="Courier New" panose="02070309020205020404" pitchFamily="49" charset="0"/>
                <a:cs typeface="Courier New" panose="02070309020205020404" pitchFamily="49" charset="0"/>
              </a:rPr>
              <a:t>        print("{}% {}".format(ratio * 100, fruit))</a:t>
            </a:r>
          </a:p>
          <a:p>
            <a:endParaRPr lang="en-US" dirty="0"/>
          </a:p>
          <a:p>
            <a:r>
              <a:rPr lang="en-US" sz="2400" dirty="0"/>
              <a:t>Source: </a:t>
            </a:r>
            <a:r>
              <a:rPr lang="nl-BE" sz="2400" dirty="0">
                <a:hlinkClick r:id="rId2"/>
              </a:rPr>
              <a:t>http://treyhunner.com/2016/04/how-to-loop-with-indexes-in-python/</a:t>
            </a:r>
            <a:r>
              <a:rPr lang="nl-BE" sz="2400" dirty="0"/>
              <a:t> </a:t>
            </a:r>
          </a:p>
        </p:txBody>
      </p:sp>
    </p:spTree>
    <p:extLst>
      <p:ext uri="{BB962C8B-B14F-4D97-AF65-F5344CB8AC3E}">
        <p14:creationId xmlns:p14="http://schemas.microsoft.com/office/powerpoint/2010/main" val="1559518075"/>
      </p:ext>
    </p:extLst>
  </p:cSld>
  <p:clrMapOvr>
    <a:masterClrMapping/>
  </p:clrMapOvr>
  <mc:AlternateContent xmlns:mc="http://schemas.openxmlformats.org/markup-compatibility/2006" xmlns:p14="http://schemas.microsoft.com/office/powerpoint/2010/main">
    <mc:Choice Requires="p14">
      <p:transition spd="slow" p14:dur="2000" advTm="62225"/>
    </mc:Choice>
    <mc:Fallback xmlns="">
      <p:transition spd="slow" advTm="62225"/>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759109-0CE9-A2A8-9F45-5DDDE5C790F9}"/>
              </a:ext>
            </a:extLst>
          </p:cNvPr>
          <p:cNvSpPr>
            <a:spLocks noGrp="1"/>
          </p:cNvSpPr>
          <p:nvPr>
            <p:ph type="title"/>
          </p:nvPr>
        </p:nvSpPr>
        <p:spPr/>
        <p:txBody>
          <a:bodyPr/>
          <a:lstStyle/>
          <a:p>
            <a:r>
              <a:rPr lang="nl-BE" dirty="0" err="1"/>
              <a:t>reversed</a:t>
            </a:r>
            <a:endParaRPr lang="nl-BE" dirty="0"/>
          </a:p>
        </p:txBody>
      </p:sp>
      <p:sp>
        <p:nvSpPr>
          <p:cNvPr id="3" name="Tijdelijke aanduiding voor inhoud 2">
            <a:extLst>
              <a:ext uri="{FF2B5EF4-FFF2-40B4-BE49-F238E27FC236}">
                <a16:creationId xmlns:a16="http://schemas.microsoft.com/office/drawing/2014/main" id="{673641DB-2D24-4358-B9DF-BFBE88D22350}"/>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reversed</a:t>
            </a:r>
            <a:r>
              <a:rPr lang="en-US" dirty="0"/>
              <a:t>: for giving an iterator that goes in the reverse direction.</a:t>
            </a:r>
          </a:p>
          <a:p>
            <a:endParaRPr lang="en-US"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&gt;&gt;&gt; </a:t>
            </a:r>
            <a:r>
              <a:rPr lang="en-US" sz="2400" dirty="0" err="1">
                <a:latin typeface="Courier New" panose="02070309020205020404" pitchFamily="49" charset="0"/>
                <a:cs typeface="Courier New" panose="02070309020205020404" pitchFamily="49" charset="0"/>
              </a:rPr>
              <a:t>count_up</a:t>
            </a:r>
            <a:r>
              <a:rPr lang="en-US" sz="2400" dirty="0">
                <a:latin typeface="Courier New" panose="02070309020205020404" pitchFamily="49" charset="0"/>
                <a:cs typeface="Courier New" panose="02070309020205020404" pitchFamily="49" charset="0"/>
              </a:rPr>
              <a:t> = (1, 2, 3, 4, 5, 6, 7, 8 ,9, 10)</a:t>
            </a:r>
          </a:p>
          <a:p>
            <a:pPr marL="0" indent="0">
              <a:buNone/>
            </a:pPr>
            <a:r>
              <a:rPr lang="en-US" sz="2400" dirty="0">
                <a:latin typeface="Courier New" panose="02070309020205020404" pitchFamily="49" charset="0"/>
                <a:cs typeface="Courier New" panose="02070309020205020404" pitchFamily="49" charset="0"/>
              </a:rPr>
              <a:t>&gt;&gt;&gt;&gt; for count in reversed(</a:t>
            </a:r>
            <a:r>
              <a:rPr lang="en-US" sz="2400" dirty="0" err="1">
                <a:latin typeface="Courier New" panose="02070309020205020404" pitchFamily="49" charset="0"/>
                <a:cs typeface="Courier New" panose="02070309020205020404" pitchFamily="49" charset="0"/>
              </a:rPr>
              <a:t>count_up</a:t>
            </a:r>
            <a:r>
              <a:rPr lang="en-US" sz="2400" dirty="0">
                <a:latin typeface="Courier New" panose="02070309020205020404" pitchFamily="49" charset="0"/>
                <a:cs typeface="Courier New" panose="02070309020205020404" pitchFamily="49" charset="0"/>
              </a:rPr>
              <a:t>):    </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print(count)</a:t>
            </a:r>
            <a:endParaRPr lang="nl-BE"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03861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iter</a:t>
            </a:r>
            <a:endParaRPr lang="nl-BE" dirty="0"/>
          </a:p>
        </p:txBody>
      </p:sp>
      <p:sp>
        <p:nvSpPr>
          <p:cNvPr id="3" name="Content Placeholder 2"/>
          <p:cNvSpPr>
            <a:spLocks noGrp="1"/>
          </p:cNvSpPr>
          <p:nvPr>
            <p:ph idx="1"/>
          </p:nvPr>
        </p:nvSpPr>
        <p:spPr/>
        <p:txBody>
          <a:bodyPr>
            <a:normAutofit/>
          </a:bodyPr>
          <a:lstStyle/>
          <a:p>
            <a:r>
              <a:rPr lang="en-US" dirty="0" err="1">
                <a:latin typeface="Courier New" panose="02070309020205020404" pitchFamily="49" charset="0"/>
                <a:cs typeface="Courier New" panose="02070309020205020404" pitchFamily="49" charset="0"/>
              </a:rPr>
              <a:t>iter</a:t>
            </a:r>
            <a:r>
              <a:rPr lang="en-US" dirty="0"/>
              <a:t> object is a container that gives you access to the </a:t>
            </a:r>
            <a:r>
              <a:rPr lang="en-US" dirty="0">
                <a:latin typeface="Courier New" panose="02070309020205020404" pitchFamily="49" charset="0"/>
                <a:cs typeface="Courier New" panose="02070309020205020404" pitchFamily="49" charset="0"/>
              </a:rPr>
              <a:t>next</a:t>
            </a:r>
            <a:r>
              <a:rPr lang="en-US" dirty="0"/>
              <a:t> object for as long as it’s valid</a:t>
            </a:r>
          </a:p>
          <a:p>
            <a:pPr marL="0" indent="0">
              <a:buNone/>
            </a:pPr>
            <a:r>
              <a:rPr lang="nl-BE" sz="2400" dirty="0">
                <a:latin typeface="Courier New" panose="02070309020205020404" pitchFamily="49" charset="0"/>
                <a:cs typeface="Courier New" panose="02070309020205020404" pitchFamily="49" charset="0"/>
              </a:rPr>
              <a:t>&gt;&gt;&gt; I = </a:t>
            </a:r>
            <a:r>
              <a:rPr lang="nl-BE" sz="2400" dirty="0" err="1">
                <a:latin typeface="Courier New" panose="02070309020205020404" pitchFamily="49" charset="0"/>
                <a:cs typeface="Courier New" panose="02070309020205020404" pitchFamily="49" charset="0"/>
              </a:rPr>
              <a:t>iter</a:t>
            </a:r>
            <a:r>
              <a:rPr lang="nl-BE" sz="2400" dirty="0">
                <a:latin typeface="Courier New" panose="02070309020205020404" pitchFamily="49" charset="0"/>
                <a:cs typeface="Courier New" panose="02070309020205020404" pitchFamily="49" charset="0"/>
              </a:rPr>
              <a:t>([2, 4, 6, 8, 10])</a:t>
            </a:r>
          </a:p>
          <a:p>
            <a:pPr marL="0" indent="0">
              <a:buNone/>
            </a:pPr>
            <a:r>
              <a:rPr lang="nl-BE" sz="2400" dirty="0">
                <a:latin typeface="Courier New" panose="02070309020205020404" pitchFamily="49" charset="0"/>
                <a:cs typeface="Courier New" panose="02070309020205020404" pitchFamily="49" charset="0"/>
              </a:rPr>
              <a:t>&gt;&gt;&gt; print(next(I))</a:t>
            </a:r>
          </a:p>
          <a:p>
            <a:pPr marL="0" indent="0">
              <a:buNone/>
            </a:pPr>
            <a:r>
              <a:rPr lang="nl-BE" sz="2400" dirty="0">
                <a:latin typeface="Courier New" panose="02070309020205020404" pitchFamily="49" charset="0"/>
                <a:cs typeface="Courier New" panose="02070309020205020404" pitchFamily="49" charset="0"/>
              </a:rPr>
              <a:t>2</a:t>
            </a:r>
          </a:p>
          <a:p>
            <a:pPr marL="0" indent="0">
              <a:buNone/>
            </a:pPr>
            <a:r>
              <a:rPr lang="nl-BE" sz="2400" dirty="0">
                <a:latin typeface="Courier New" panose="02070309020205020404" pitchFamily="49" charset="0"/>
                <a:cs typeface="Courier New" panose="02070309020205020404" pitchFamily="49" charset="0"/>
              </a:rPr>
              <a:t>&gt;&gt;&gt; print(next(I))</a:t>
            </a:r>
          </a:p>
          <a:p>
            <a:pPr marL="0" indent="0">
              <a:buNone/>
            </a:pPr>
            <a:r>
              <a:rPr lang="nl-BE" sz="2400" dirty="0">
                <a:latin typeface="Courier New" panose="02070309020205020404" pitchFamily="49" charset="0"/>
                <a:cs typeface="Courier New" panose="02070309020205020404" pitchFamily="49" charset="0"/>
              </a:rPr>
              <a:t>4</a:t>
            </a:r>
          </a:p>
          <a:p>
            <a:pPr marL="0" indent="0">
              <a:buNone/>
            </a:pPr>
            <a:r>
              <a:rPr lang="nl-BE" sz="2400" dirty="0">
                <a:latin typeface="Courier New" panose="02070309020205020404" pitchFamily="49" charset="0"/>
                <a:cs typeface="Courier New" panose="02070309020205020404" pitchFamily="49" charset="0"/>
              </a:rPr>
              <a:t>&gt;&gt;&gt; print(next(I))</a:t>
            </a:r>
          </a:p>
          <a:p>
            <a:pPr marL="0" indent="0">
              <a:buNone/>
            </a:pPr>
            <a:r>
              <a:rPr lang="nl-BE" sz="2400" dirty="0">
                <a:latin typeface="Courier New" panose="02070309020205020404" pitchFamily="49" charset="0"/>
                <a:cs typeface="Courier New" panose="02070309020205020404" pitchFamily="49" charset="0"/>
              </a:rPr>
              <a:t>6</a:t>
            </a:r>
          </a:p>
        </p:txBody>
      </p:sp>
    </p:spTree>
    <p:extLst>
      <p:ext uri="{BB962C8B-B14F-4D97-AF65-F5344CB8AC3E}">
        <p14:creationId xmlns:p14="http://schemas.microsoft.com/office/powerpoint/2010/main" val="693315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Comprehension</a:t>
            </a:r>
            <a:endParaRPr lang="nl-BE" dirty="0"/>
          </a:p>
        </p:txBody>
      </p:sp>
      <p:sp>
        <p:nvSpPr>
          <p:cNvPr id="3" name="Content Placeholder 2"/>
          <p:cNvSpPr>
            <a:spLocks noGrp="1"/>
          </p:cNvSpPr>
          <p:nvPr>
            <p:ph idx="1"/>
          </p:nvPr>
        </p:nvSpPr>
        <p:spPr/>
        <p:txBody>
          <a:bodyPr>
            <a:normAutofit/>
          </a:bodyPr>
          <a:lstStyle/>
          <a:p>
            <a:r>
              <a:rPr lang="en-US" dirty="0"/>
              <a:t>Comprehension: powerful functionality within a single line of code; provides a compact way to create lists, dictionaries, sets</a:t>
            </a:r>
          </a:p>
          <a:p>
            <a:pPr marL="0" indent="0">
              <a:buNone/>
            </a:pPr>
            <a:r>
              <a:rPr lang="en-US" sz="2400" dirty="0" err="1">
                <a:latin typeface="Courier New" panose="02070309020205020404" pitchFamily="49" charset="0"/>
                <a:cs typeface="Courier New" panose="02070309020205020404" pitchFamily="49" charset="0"/>
              </a:rPr>
              <a:t>new_list</a:t>
            </a:r>
            <a:r>
              <a:rPr lang="en-US" sz="2400" dirty="0">
                <a:latin typeface="Courier New" panose="02070309020205020404" pitchFamily="49" charset="0"/>
                <a:cs typeface="Courier New" panose="02070309020205020404" pitchFamily="49" charset="0"/>
              </a:rPr>
              <a:t> = [</a:t>
            </a:r>
            <a:r>
              <a:rPr lang="en-US" sz="2400" i="1" dirty="0">
                <a:latin typeface="Courier New" panose="02070309020205020404" pitchFamily="49" charset="0"/>
                <a:cs typeface="Courier New" panose="02070309020205020404" pitchFamily="49" charset="0"/>
              </a:rPr>
              <a:t>expression</a:t>
            </a:r>
            <a:r>
              <a:rPr lang="en-US" sz="2400" dirty="0">
                <a:latin typeface="Courier New" panose="02070309020205020404" pitchFamily="49" charset="0"/>
                <a:cs typeface="Courier New" panose="02070309020205020404" pitchFamily="49" charset="0"/>
              </a:rPr>
              <a:t> for </a:t>
            </a:r>
            <a:r>
              <a:rPr lang="en-US" sz="2400" i="1" dirty="0">
                <a:latin typeface="Courier New" panose="02070309020205020404" pitchFamily="49" charset="0"/>
                <a:cs typeface="Courier New" panose="02070309020205020404" pitchFamily="49" charset="0"/>
              </a:rPr>
              <a:t>member</a:t>
            </a:r>
            <a:r>
              <a:rPr lang="en-US" sz="2400" dirty="0">
                <a:latin typeface="Courier New" panose="02070309020205020404" pitchFamily="49" charset="0"/>
                <a:cs typeface="Courier New" panose="02070309020205020404" pitchFamily="49" charset="0"/>
              </a:rPr>
              <a:t> in </a:t>
            </a:r>
            <a:r>
              <a:rPr lang="en-US" sz="2400" i="1" dirty="0" err="1">
                <a:latin typeface="Courier New" panose="02070309020205020404" pitchFamily="49" charset="0"/>
                <a:cs typeface="Courier New" panose="02070309020205020404" pitchFamily="49" charset="0"/>
              </a:rPr>
              <a:t>iterable</a:t>
            </a:r>
            <a:r>
              <a:rPr lang="en-US" sz="2400" dirty="0">
                <a:latin typeface="Courier New" panose="02070309020205020404" pitchFamily="49" charset="0"/>
                <a:cs typeface="Courier New" panose="02070309020205020404" pitchFamily="49" charset="0"/>
              </a:rPr>
              <a:t>]</a:t>
            </a:r>
          </a:p>
          <a:p>
            <a:pPr lvl="1"/>
            <a:r>
              <a:rPr lang="en-US" dirty="0"/>
              <a:t>expression is the member itself, a call to a method, or any other valid expression that returns a value. </a:t>
            </a:r>
          </a:p>
          <a:p>
            <a:pPr lvl="1"/>
            <a:r>
              <a:rPr lang="en-US" dirty="0"/>
              <a:t>member is the object or value in the list or </a:t>
            </a:r>
            <a:r>
              <a:rPr lang="en-US" dirty="0" err="1"/>
              <a:t>iterable</a:t>
            </a:r>
            <a:r>
              <a:rPr lang="en-US" dirty="0"/>
              <a:t>. </a:t>
            </a:r>
          </a:p>
          <a:p>
            <a:pPr lvl="1"/>
            <a:r>
              <a:rPr lang="en-US" dirty="0" err="1"/>
              <a:t>iterable</a:t>
            </a:r>
            <a:r>
              <a:rPr lang="en-US" dirty="0"/>
              <a:t> is a list, set, sequence, generator, or any other object that can return its elements one at a time. </a:t>
            </a:r>
          </a:p>
          <a:p>
            <a:pPr marL="0" indent="0">
              <a:buNone/>
            </a:pPr>
            <a:r>
              <a:rPr lang="en-US" sz="2400" dirty="0">
                <a:latin typeface="Courier New" panose="02070309020205020404" pitchFamily="49" charset="0"/>
                <a:cs typeface="Courier New" panose="02070309020205020404" pitchFamily="49" charset="0"/>
              </a:rPr>
              <a:t>&gt;&gt;&gt; squares = [i * i for i in range(10)]</a:t>
            </a:r>
          </a:p>
          <a:p>
            <a:pPr lvl="1"/>
            <a:endParaRPr lang="nl-BE" dirty="0"/>
          </a:p>
        </p:txBody>
      </p:sp>
    </p:spTree>
    <p:extLst>
      <p:ext uri="{BB962C8B-B14F-4D97-AF65-F5344CB8AC3E}">
        <p14:creationId xmlns:p14="http://schemas.microsoft.com/office/powerpoint/2010/main" val="2679111294"/>
      </p:ext>
    </p:extLst>
  </p:cSld>
  <p:clrMapOvr>
    <a:masterClrMapping/>
  </p:clrMapOvr>
  <mc:AlternateContent xmlns:mc="http://schemas.openxmlformats.org/markup-compatibility/2006" xmlns:p14="http://schemas.microsoft.com/office/powerpoint/2010/main">
    <mc:Choice Requires="p14">
      <p:transition spd="slow" p14:dur="2000" advTm="68483"/>
    </mc:Choice>
    <mc:Fallback xmlns="">
      <p:transition spd="slow" advTm="68483"/>
    </mc:Fallback>
  </mc:AlternateContent>
  <p:extLst>
    <p:ext uri="{3A86A75C-4F4B-4683-9AE1-C65F6400EC91}">
      <p14:laserTraceLst xmlns:p14="http://schemas.microsoft.com/office/powerpoint/2010/main">
        <p14:tracePtLst>
          <p14:tracePt t="23558" x="3302000" y="2857500"/>
          <p14:tracePt t="23748" x="3302000" y="2851150"/>
          <p14:tracePt t="23878" x="3302000" y="2857500"/>
          <p14:tracePt t="23896" x="3302000" y="2863850"/>
          <p14:tracePt t="23903" x="3302000" y="2870200"/>
          <p14:tracePt t="23927" x="3302000" y="2876550"/>
          <p14:tracePt t="23958" x="3302000" y="2882900"/>
          <p14:tracePt t="23982" x="3302000" y="2889250"/>
          <p14:tracePt t="23990" x="3302000" y="2895600"/>
          <p14:tracePt t="24006" x="3302000" y="2901950"/>
          <p14:tracePt t="24022" x="3302000" y="2908300"/>
          <p14:tracePt t="24038" x="3302000" y="2914650"/>
          <p14:tracePt t="24046" x="3302000" y="2921000"/>
          <p14:tracePt t="24054" x="3308350" y="2933700"/>
          <p14:tracePt t="24069" x="3308350" y="2946400"/>
          <p14:tracePt t="24085" x="3308350" y="2965450"/>
          <p14:tracePt t="24102" x="3308350" y="2984500"/>
          <p14:tracePt t="24120" x="3308350" y="2997200"/>
          <p14:tracePt t="24136" x="3314700" y="3009900"/>
          <p14:tracePt t="24152" x="3314700" y="3022600"/>
          <p14:tracePt t="24168" x="3314700" y="3028950"/>
          <p14:tracePt t="24186" x="3314700" y="3041650"/>
          <p14:tracePt t="24202" x="3314700" y="3054350"/>
          <p14:tracePt t="24219" x="3314700" y="3060700"/>
          <p14:tracePt t="24235" x="3314700" y="3067050"/>
          <p14:tracePt t="24240" x="3314700" y="3073400"/>
          <p14:tracePt t="24269" x="3314700" y="3086100"/>
          <p14:tracePt t="24272" x="3314700" y="3092450"/>
          <p14:tracePt t="24291" x="3314700" y="3098800"/>
          <p14:tracePt t="24311" x="3314700" y="3105150"/>
          <p14:tracePt t="24321" x="3314700" y="3111500"/>
          <p14:tracePt t="24384" x="3314700" y="3117850"/>
          <p14:tracePt t="24402" x="3321050" y="3117850"/>
          <p14:tracePt t="24419" x="3327400" y="3124200"/>
          <p14:tracePt t="24436" x="3340100" y="3136900"/>
          <p14:tracePt t="24452" x="3359150" y="3149600"/>
          <p14:tracePt t="24469" x="3397250" y="3168650"/>
          <p14:tracePt t="24491" x="3429000" y="3175000"/>
          <p14:tracePt t="24494" x="3435350" y="3181350"/>
          <p14:tracePt t="24502" x="3441700" y="3181350"/>
          <p14:tracePt t="24521" x="3467100" y="3181350"/>
          <p14:tracePt t="24535" x="3473450" y="3181350"/>
          <p14:tracePt t="24554" x="3479800" y="3181350"/>
          <p14:tracePt t="24757" x="0" y="0"/>
        </p14:tracePtLst>
        <p14:tracePtLst>
          <p14:tracePt t="25748" x="8636000" y="2717800"/>
          <p14:tracePt t="25869" x="8642350" y="2717800"/>
          <p14:tracePt t="25876" x="8648700" y="2717800"/>
          <p14:tracePt t="25885" x="8674100" y="2717800"/>
          <p14:tracePt t="25919" x="8801100" y="2730500"/>
          <p14:tracePt t="25924" x="8883650" y="2736850"/>
          <p14:tracePt t="25936" x="8928100" y="2743200"/>
          <p14:tracePt t="25952" x="8978900" y="2749550"/>
          <p14:tracePt t="25956" x="9017000" y="2749550"/>
          <p14:tracePt t="25969" x="9036050" y="2749550"/>
          <p14:tracePt t="25985" x="9055100" y="2755900"/>
          <p14:tracePt t="26060" x="9055100" y="2762250"/>
          <p14:tracePt t="26076" x="9061450" y="2768600"/>
          <p14:tracePt t="26094" x="9061450" y="2774950"/>
          <p14:tracePt t="26102" x="9061450" y="2781300"/>
          <p14:tracePt t="26110" x="9061450" y="2787650"/>
          <p14:tracePt t="26119" x="9061450" y="2794000"/>
          <p14:tracePt t="26136" x="9061450" y="2813050"/>
          <p14:tracePt t="26152" x="9061450" y="2838450"/>
          <p14:tracePt t="26171" x="9055100" y="2863850"/>
          <p14:tracePt t="26174" x="9048750" y="2882900"/>
          <p14:tracePt t="26186" x="9036050" y="2908300"/>
          <p14:tracePt t="26204" x="9023350" y="2946400"/>
          <p14:tracePt t="26208" x="9017000" y="2959100"/>
          <p14:tracePt t="26219" x="9010650" y="2978150"/>
          <p14:tracePt t="26239" x="9004300" y="3016250"/>
          <p14:tracePt t="26252" x="9004300" y="3022600"/>
          <p14:tracePt t="26271" x="9004300" y="3041650"/>
          <p14:tracePt t="26287" x="9004300" y="3048000"/>
          <p14:tracePt t="26456" x="8997950" y="3048000"/>
          <p14:tracePt t="26464" x="8997950" y="3060700"/>
          <p14:tracePt t="26473" x="8985250" y="3060700"/>
          <p14:tracePt t="26486" x="8972550" y="3073400"/>
          <p14:tracePt t="26502" x="8947150" y="3086100"/>
          <p14:tracePt t="26507" x="8921750" y="3092450"/>
          <p14:tracePt t="26519" x="8890000" y="3105150"/>
          <p14:tracePt t="26536" x="8851900" y="3117850"/>
          <p14:tracePt t="26552" x="8826500" y="3117850"/>
          <p14:tracePt t="26569" x="8794750" y="3130550"/>
          <p14:tracePt t="26586" x="8782050" y="3130550"/>
          <p14:tracePt t="26602" x="8775700" y="3130550"/>
          <p14:tracePt t="26786" x="0" y="0"/>
        </p14:tracePtLst>
        <p14:tracePtLst>
          <p14:tracePt t="31322" x="5581650" y="3149600"/>
          <p14:tracePt t="31432" x="5575300" y="3155950"/>
          <p14:tracePt t="31451" x="5556250" y="3155950"/>
          <p14:tracePt t="31457" x="5549900" y="3155950"/>
          <p14:tracePt t="31486" x="5480050" y="3155950"/>
          <p14:tracePt t="31491" x="5435600" y="3155950"/>
          <p14:tracePt t="31503" x="5372100" y="3143250"/>
          <p14:tracePt t="31520" x="5251450" y="3117850"/>
          <p14:tracePt t="31536" x="5086350" y="3079750"/>
          <p14:tracePt t="31552" x="4972050" y="3060700"/>
          <p14:tracePt t="31569" x="4864100" y="3041650"/>
          <p14:tracePt t="31586" x="4806950" y="3035300"/>
          <p14:tracePt t="31602" x="4724400" y="3035300"/>
          <p14:tracePt t="31619" x="4654550" y="3028950"/>
          <p14:tracePt t="31625" x="4597400" y="3028950"/>
          <p14:tracePt t="31636" x="4578350" y="3028950"/>
          <p14:tracePt t="31653" x="4508500" y="3028950"/>
          <p14:tracePt t="31669" x="4457700" y="3028950"/>
          <p14:tracePt t="31686" x="4368800" y="3028950"/>
          <p14:tracePt t="31690" x="4343400" y="3028950"/>
          <p14:tracePt t="31702" x="4286250" y="3028950"/>
          <p14:tracePt t="31719" x="4241800" y="3035300"/>
          <p14:tracePt t="31722" x="4222750" y="3035300"/>
          <p14:tracePt t="31736" x="4178300" y="3041650"/>
          <p14:tracePt t="31752" x="4146550" y="3048000"/>
          <p14:tracePt t="31755" x="4127500" y="3060700"/>
          <p14:tracePt t="31770" x="4064000" y="3079750"/>
          <p14:tracePt t="31786" x="4025900" y="3098800"/>
          <p14:tracePt t="31802" x="3962400" y="3124200"/>
          <p14:tracePt t="31819" x="3905250" y="3155950"/>
          <p14:tracePt t="31836" x="3841750" y="3200400"/>
          <p14:tracePt t="31852" x="3803650" y="3232150"/>
          <p14:tracePt t="31869" x="3765550" y="3270250"/>
          <p14:tracePt t="31886" x="3746500" y="3289300"/>
          <p14:tracePt t="31890" x="3740150" y="3302000"/>
          <p14:tracePt t="31902" x="3733800" y="3308350"/>
          <p14:tracePt t="31919" x="3727450" y="3321050"/>
          <p14:tracePt t="31922" x="3721100" y="3340100"/>
          <p14:tracePt t="31936" x="3708400" y="3371850"/>
          <p14:tracePt t="31952" x="3702050" y="3409950"/>
          <p14:tracePt t="31956" x="3702050" y="3422650"/>
          <p14:tracePt t="31969" x="3695700" y="3460750"/>
          <p14:tracePt t="31986" x="3689350" y="3492500"/>
          <p14:tracePt t="31989" x="3689350" y="3524250"/>
          <p14:tracePt t="32003" x="3689350" y="3536950"/>
          <p14:tracePt t="32019" x="3695700" y="3613150"/>
          <p14:tracePt t="32036" x="3727450" y="3676650"/>
          <p14:tracePt t="32053" x="3765550" y="3721100"/>
          <p14:tracePt t="32069" x="3816350" y="3752850"/>
          <p14:tracePt t="32086" x="3867150" y="3778250"/>
          <p14:tracePt t="32102" x="3943350" y="3810000"/>
          <p14:tracePt t="32119" x="4038600" y="3835400"/>
          <p14:tracePt t="32125" x="4127500" y="3848100"/>
          <p14:tracePt t="32136" x="4159250" y="3854450"/>
          <p14:tracePt t="32152" x="4349750" y="3873500"/>
          <p14:tracePt t="32158" x="4381500" y="3879850"/>
          <p14:tracePt t="32169" x="4476750" y="3879850"/>
          <p14:tracePt t="32186" x="4552950" y="3886200"/>
          <p14:tracePt t="32189" x="4629150" y="3886200"/>
          <p14:tracePt t="32203" x="4654550" y="3886200"/>
          <p14:tracePt t="32219" x="4743450" y="3879850"/>
          <p14:tracePt t="32223" x="4787900" y="3867150"/>
          <p14:tracePt t="32236" x="4819650" y="3860800"/>
          <p14:tracePt t="32252" x="4845050" y="3854450"/>
          <p14:tracePt t="32256" x="4857750" y="3848100"/>
          <p14:tracePt t="32270" x="4889500" y="3835400"/>
          <p14:tracePt t="32286" x="4927600" y="3822700"/>
          <p14:tracePt t="32302" x="4965700" y="3816350"/>
          <p14:tracePt t="32319" x="5016500" y="3810000"/>
          <p14:tracePt t="32336" x="5111750" y="3803650"/>
          <p14:tracePt t="32352" x="5194300" y="3803650"/>
          <p14:tracePt t="32357" x="5232400" y="3803650"/>
          <p14:tracePt t="32369" x="5276850" y="3803650"/>
          <p14:tracePt t="32386" x="5372100" y="3790950"/>
          <p14:tracePt t="32402" x="5429250" y="3771900"/>
          <p14:tracePt t="32419" x="5461000" y="3752850"/>
          <p14:tracePt t="32423" x="5473700" y="3740150"/>
          <p14:tracePt t="32436" x="5486400" y="3721100"/>
          <p14:tracePt t="32452" x="5505450" y="3670300"/>
          <p14:tracePt t="32456" x="5505450" y="3657600"/>
          <p14:tracePt t="32470" x="5511800" y="3606800"/>
          <p14:tracePt t="32486" x="5511800" y="3562350"/>
          <p14:tracePt t="32502" x="5499100" y="3517900"/>
          <p14:tracePt t="32519" x="5492750" y="3498850"/>
          <p14:tracePt t="32536" x="5486400" y="3479800"/>
          <p14:tracePt t="32552" x="5486400" y="3467100"/>
          <p14:tracePt t="32569" x="5486400" y="3454400"/>
          <p14:tracePt t="32586" x="5486400" y="3441700"/>
          <p14:tracePt t="32602" x="5486400" y="3429000"/>
          <p14:tracePt t="32619" x="5486400" y="3422650"/>
          <p14:tracePt t="32636" x="5486400" y="3416300"/>
          <p14:tracePt t="32652" x="5480050" y="3403600"/>
          <p14:tracePt t="32657" x="5480050" y="3397250"/>
          <p14:tracePt t="32669" x="5480050" y="3390900"/>
          <p14:tracePt t="32686" x="5473700" y="3384550"/>
          <p14:tracePt t="32689" x="5467350" y="3371850"/>
          <p14:tracePt t="32708" x="5467350" y="3365500"/>
          <p14:tracePt t="32720" x="5461000" y="3365500"/>
          <p14:tracePt t="32738" x="5461000" y="3359150"/>
          <p14:tracePt t="32805" x="0" y="0"/>
        </p14:tracePtLst>
        <p14:tracePtLst>
          <p14:tracePt t="33456" x="6057900" y="3587750"/>
          <p14:tracePt t="33664" x="6057900" y="3594100"/>
          <p14:tracePt t="33680" x="6057900" y="3600450"/>
          <p14:tracePt t="33687" x="6064250" y="3606800"/>
          <p14:tracePt t="33719" x="6070600" y="3619500"/>
          <p14:tracePt t="33736" x="6083300" y="3625850"/>
          <p14:tracePt t="33752" x="6089650" y="3638550"/>
          <p14:tracePt t="33769" x="6102350" y="3644900"/>
          <p14:tracePt t="33786" x="6108700" y="3651250"/>
          <p14:tracePt t="33802" x="6121400" y="3651250"/>
          <p14:tracePt t="33819" x="6127750" y="3657600"/>
          <p14:tracePt t="33836" x="6134100" y="3657600"/>
          <p14:tracePt t="33852" x="6146800" y="3663950"/>
          <p14:tracePt t="33869" x="6153150" y="3663950"/>
          <p14:tracePt t="33872" x="6165850" y="3663950"/>
          <p14:tracePt t="33885" x="6172200" y="3663950"/>
          <p14:tracePt t="33903" x="6191250" y="3670300"/>
          <p14:tracePt t="33905" x="6197600" y="3670300"/>
          <p14:tracePt t="33919" x="6210300" y="3670300"/>
          <p14:tracePt t="33936" x="6223000" y="3676650"/>
          <p14:tracePt t="33940" x="6235700" y="3676650"/>
          <p14:tracePt t="33952" x="6248400" y="3676650"/>
          <p14:tracePt t="33970" x="6292850" y="3683000"/>
          <p14:tracePt t="33986" x="6305550" y="3683000"/>
          <p14:tracePt t="34002" x="6343650" y="3689350"/>
          <p14:tracePt t="34019" x="6375400" y="3702050"/>
          <p14:tracePt t="34036" x="6426200" y="3702050"/>
          <p14:tracePt t="34052" x="6445250" y="3708400"/>
          <p14:tracePt t="34069" x="6496050" y="3714750"/>
          <p14:tracePt t="34086" x="6559550" y="3721100"/>
          <p14:tracePt t="34102" x="6597650" y="3727450"/>
          <p14:tracePt t="34106" x="6629400" y="3733800"/>
          <p14:tracePt t="34119" x="6673850" y="3740150"/>
          <p14:tracePt t="34136" x="6743700" y="3746500"/>
          <p14:tracePt t="34153" x="6788150" y="3752850"/>
          <p14:tracePt t="34169" x="6858000" y="3752850"/>
          <p14:tracePt t="34174" x="6902450" y="3752850"/>
          <p14:tracePt t="34188" x="6934200" y="3752850"/>
          <p14:tracePt t="34203" x="6965950" y="3752850"/>
          <p14:tracePt t="34206" x="7010400" y="3752850"/>
          <p14:tracePt t="34219" x="7048500" y="3752850"/>
          <p14:tracePt t="34236" x="7118350" y="3759200"/>
          <p14:tracePt t="34252" x="7194550" y="3759200"/>
          <p14:tracePt t="34269" x="7232650" y="3759200"/>
          <p14:tracePt t="34286" x="7315200" y="3759200"/>
          <p14:tracePt t="34303" x="7353300" y="3759200"/>
          <p14:tracePt t="34319" x="7442200" y="3765550"/>
          <p14:tracePt t="34336" x="7486650" y="3765550"/>
          <p14:tracePt t="34340" x="7537450" y="3771900"/>
          <p14:tracePt t="34353" x="7581900" y="3771900"/>
          <p14:tracePt t="34369" x="7632700" y="3771900"/>
          <p14:tracePt t="34373" x="7677150" y="3778250"/>
          <p14:tracePt t="34386" x="7727950" y="3778250"/>
          <p14:tracePt t="34403" x="7778750" y="3778250"/>
          <p14:tracePt t="34406" x="7829550" y="3778250"/>
          <p14:tracePt t="34422" x="7943850" y="3778250"/>
          <p14:tracePt t="34436" x="8039100" y="3778250"/>
          <p14:tracePt t="34455" x="8153400" y="3778250"/>
          <p14:tracePt t="34469" x="8255000" y="3778250"/>
          <p14:tracePt t="34490" x="8356600" y="3771900"/>
          <p14:tracePt t="34493" x="8407400" y="3771900"/>
          <p14:tracePt t="34503" x="8458200" y="3771900"/>
          <p14:tracePt t="34521" x="8553450" y="3771900"/>
          <p14:tracePt t="34536" x="8629650" y="3778250"/>
          <p14:tracePt t="34553" x="8693150" y="3784600"/>
          <p14:tracePt t="34569" x="8756650" y="3790950"/>
          <p14:tracePt t="34586" x="8807450" y="3797300"/>
          <p14:tracePt t="34602" x="8858250" y="3797300"/>
          <p14:tracePt t="34619" x="8915400" y="3797300"/>
          <p14:tracePt t="34622" x="8940800" y="3797300"/>
          <p14:tracePt t="34636" x="8966200" y="3797300"/>
          <p14:tracePt t="34652" x="9036050" y="3784600"/>
          <p14:tracePt t="34655" x="9074150" y="3778250"/>
          <p14:tracePt t="34669" x="9144000" y="3771900"/>
          <p14:tracePt t="34686" x="9226550" y="3765550"/>
          <p14:tracePt t="34702" x="9271000" y="3765550"/>
          <p14:tracePt t="34719" x="9366250" y="3765550"/>
          <p14:tracePt t="34736" x="9474200" y="3765550"/>
          <p14:tracePt t="34752" x="9575800" y="3765550"/>
          <p14:tracePt t="34769" x="9664700" y="3765550"/>
          <p14:tracePt t="34786" x="9702800" y="3765550"/>
          <p14:tracePt t="34802" x="9728200" y="3765550"/>
          <p14:tracePt t="34819" x="9772650" y="3752850"/>
          <p14:tracePt t="34823" x="9791700" y="3746500"/>
          <p14:tracePt t="34836" x="9798050" y="3746500"/>
          <p14:tracePt t="34852" x="9842500" y="3733800"/>
          <p14:tracePt t="34856" x="9855200" y="3727450"/>
          <p14:tracePt t="34869" x="9867900" y="3721100"/>
          <p14:tracePt t="34886" x="9906000" y="3708400"/>
          <p14:tracePt t="34889" x="9925050" y="3702050"/>
          <p14:tracePt t="34903" x="9937750" y="3702050"/>
          <p14:tracePt t="34920" x="9988550" y="3676650"/>
          <p14:tracePt t="34936" x="10013950" y="3657600"/>
          <p14:tracePt t="34952" x="10039350" y="3644900"/>
          <p14:tracePt t="34969" x="10052050" y="3632200"/>
          <p14:tracePt t="34986" x="10102850" y="3600450"/>
          <p14:tracePt t="35002" x="10134600" y="3581400"/>
          <p14:tracePt t="35019" x="10153650" y="3556000"/>
          <p14:tracePt t="35036" x="10179050" y="3536950"/>
          <p14:tracePt t="35052" x="10191750" y="3505200"/>
          <p14:tracePt t="35069" x="10210800" y="3473450"/>
          <p14:tracePt t="35086" x="10210800" y="3441700"/>
          <p14:tracePt t="35089" x="10210800" y="3422650"/>
          <p14:tracePt t="35103" x="10210800" y="3403600"/>
          <p14:tracePt t="35119" x="10210800" y="3314700"/>
          <p14:tracePt t="35123" x="10204450" y="3295650"/>
          <p14:tracePt t="35136" x="10198100" y="3263900"/>
          <p14:tracePt t="35152" x="10179050" y="3225800"/>
          <p14:tracePt t="35155" x="10172700" y="3206750"/>
          <p14:tracePt t="35170" x="10147300" y="3181350"/>
          <p14:tracePt t="35186" x="10115550" y="3162300"/>
          <p14:tracePt t="35202" x="10090150" y="3149600"/>
          <p14:tracePt t="35219" x="10058400" y="3143250"/>
          <p14:tracePt t="35236" x="10026650" y="3143250"/>
          <p14:tracePt t="35252" x="9975850" y="3143250"/>
          <p14:tracePt t="35269" x="9906000" y="3143250"/>
          <p14:tracePt t="35286" x="9836150" y="3136900"/>
          <p14:tracePt t="35302" x="9766300" y="3136900"/>
          <p14:tracePt t="35319" x="9639300" y="3117850"/>
          <p14:tracePt t="35336" x="9518650" y="3105150"/>
          <p14:tracePt t="35352" x="9385300" y="3098800"/>
          <p14:tracePt t="35356" x="9271000" y="3092450"/>
          <p14:tracePt t="35369" x="9124950" y="3079750"/>
          <p14:tracePt t="35386" x="8928100" y="3079750"/>
          <p14:tracePt t="35389" x="8870950" y="3079750"/>
          <p14:tracePt t="35404" x="8718550" y="3079750"/>
          <p14:tracePt t="35420" x="8578850" y="3086100"/>
          <p14:tracePt t="35436" x="8464550" y="3092450"/>
          <p14:tracePt t="35452" x="8420100" y="3092450"/>
          <p14:tracePt t="35469" x="8382000" y="3098800"/>
          <p14:tracePt t="35486" x="8356600" y="3098800"/>
          <p14:tracePt t="35493" x="8337550" y="3105150"/>
          <p14:tracePt t="35503" x="8312150" y="3105150"/>
          <p14:tracePt t="35519" x="8255000" y="3111500"/>
          <p14:tracePt t="35523" x="8204200" y="3117850"/>
          <p14:tracePt t="35536" x="8147050" y="3117850"/>
          <p14:tracePt t="35552" x="8045450" y="3124200"/>
          <p14:tracePt t="35569" x="7893050" y="3130550"/>
          <p14:tracePt t="35586" x="7747000" y="3130550"/>
          <p14:tracePt t="35590" x="7683500" y="3130550"/>
          <p14:tracePt t="35602" x="7613650" y="3130550"/>
          <p14:tracePt t="35619" x="7480300" y="3130550"/>
          <p14:tracePt t="35622" x="7416800" y="3130550"/>
          <p14:tracePt t="35636" x="7366000" y="3130550"/>
          <p14:tracePt t="35653" x="7264400" y="3130550"/>
          <p14:tracePt t="35655" x="7251700" y="3130550"/>
          <p14:tracePt t="35669" x="7194550" y="3130550"/>
          <p14:tracePt t="35686" x="7150100" y="3136900"/>
          <p14:tracePt t="35702" x="7105650" y="3149600"/>
          <p14:tracePt t="35719" x="7073900" y="3162300"/>
          <p14:tracePt t="35736" x="7029450" y="3168650"/>
          <p14:tracePt t="35752" x="6985000" y="3181350"/>
          <p14:tracePt t="35769" x="6940550" y="3194050"/>
          <p14:tracePt t="35786" x="6896100" y="3206750"/>
          <p14:tracePt t="35790" x="6877050" y="3213100"/>
          <p14:tracePt t="35802" x="6838950" y="3225800"/>
          <p14:tracePt t="35819" x="6800850" y="3238500"/>
          <p14:tracePt t="35823" x="6788150" y="3244850"/>
          <p14:tracePt t="35836" x="6769100" y="3251200"/>
          <p14:tracePt t="35852" x="6756400" y="3263900"/>
          <p14:tracePt t="35857" x="6750050" y="3282950"/>
          <p14:tracePt t="35869" x="6743700" y="3282950"/>
          <p14:tracePt t="35886" x="6737350" y="3302000"/>
          <p14:tracePt t="35889" x="6737350" y="3308350"/>
          <p14:tracePt t="35903" x="6731000" y="3314700"/>
          <p14:tracePt t="35920" x="6724650" y="3346450"/>
          <p14:tracePt t="35936" x="6724650" y="3371850"/>
          <p14:tracePt t="35952" x="6724650" y="3390900"/>
          <p14:tracePt t="35969" x="6724650" y="3403600"/>
          <p14:tracePt t="35986" x="6731000" y="3429000"/>
          <p14:tracePt t="36003" x="6737350" y="3448050"/>
          <p14:tracePt t="36020" x="6750050" y="3473450"/>
          <p14:tracePt t="36038" x="6762750" y="3492500"/>
          <p14:tracePt t="36040" x="6769100" y="3498850"/>
          <p14:tracePt t="36052" x="6775450" y="3505200"/>
          <p14:tracePt t="36072" x="6813550" y="3543300"/>
          <p14:tracePt t="36086" x="6826250" y="3549650"/>
          <p14:tracePt t="36106" x="6883400" y="3581400"/>
          <p14:tracePt t="36119" x="6915150" y="3600450"/>
          <p14:tracePt t="36136" x="6965950" y="3625850"/>
          <p14:tracePt t="36139" x="7016750" y="3644900"/>
          <p14:tracePt t="36152" x="7067550" y="3663950"/>
          <p14:tracePt t="36170" x="7226300" y="3714750"/>
          <p14:tracePt t="36186" x="7340600" y="3740150"/>
          <p14:tracePt t="36205" x="7473950" y="3778250"/>
          <p14:tracePt t="36219" x="7600950" y="3803650"/>
          <p14:tracePt t="36237" x="7740650" y="3822700"/>
          <p14:tracePt t="36253" x="7842250" y="3835400"/>
          <p14:tracePt t="36269" x="7912100" y="3841750"/>
          <p14:tracePt t="36286" x="7969250" y="3841750"/>
          <p14:tracePt t="36302" x="7988300" y="3841750"/>
          <p14:tracePt t="36306" x="8007350" y="3841750"/>
          <p14:tracePt t="36319" x="8013700" y="3841750"/>
          <p14:tracePt t="36336" x="8020050" y="3841750"/>
          <p14:tracePt t="36621" x="0" y="0"/>
        </p14:tracePtLst>
        <p14:tracePtLst>
          <p14:tracePt t="44006" x="5543550" y="3130550"/>
          <p14:tracePt t="44051" x="5549900" y="3130550"/>
          <p14:tracePt t="44204" x="5556250" y="3130550"/>
          <p14:tracePt t="44212" x="5562600" y="3130550"/>
          <p14:tracePt t="44228" x="5568950" y="3130550"/>
          <p14:tracePt t="44236" x="5575300" y="3130550"/>
          <p14:tracePt t="44255" x="5613400" y="3149600"/>
          <p14:tracePt t="44269" x="5645150" y="3162300"/>
          <p14:tracePt t="44289" x="5670550" y="3175000"/>
          <p14:tracePt t="44292" x="5683250" y="3181350"/>
          <p14:tracePt t="44303" x="5702300" y="3187700"/>
          <p14:tracePt t="44324" x="5740400" y="3200400"/>
          <p14:tracePt t="44326" x="5753100" y="3206750"/>
          <p14:tracePt t="44336" x="5772150" y="3213100"/>
          <p14:tracePt t="44354" x="5791200" y="3219450"/>
          <p14:tracePt t="44357" x="5810250" y="3219450"/>
          <p14:tracePt t="44369" x="5822950" y="3219450"/>
          <p14:tracePt t="44387" x="5829300" y="3219450"/>
          <p14:tracePt t="44429" x="5835650" y="3219450"/>
          <p14:tracePt t="44437" x="5835650" y="3213100"/>
          <p14:tracePt t="44456" x="5835650" y="3206750"/>
          <p14:tracePt t="44472" x="5835650" y="3200400"/>
          <p14:tracePt t="44479" x="5835650" y="3194050"/>
          <p14:tracePt t="44491" x="5842000" y="3187700"/>
          <p14:tracePt t="44502" x="5842000" y="3181350"/>
          <p14:tracePt t="44520" x="5842000" y="3168650"/>
          <p14:tracePt t="44536" x="5854700" y="3143250"/>
          <p14:tracePt t="44553" x="5873750" y="3117850"/>
          <p14:tracePt t="44569" x="5886450" y="3098800"/>
          <p14:tracePt t="44586" x="5911850" y="3067050"/>
          <p14:tracePt t="44603" x="5930900" y="3048000"/>
          <p14:tracePt t="44619" x="5943600" y="3022600"/>
          <p14:tracePt t="44622" x="5943600" y="3016250"/>
          <p14:tracePt t="44636" x="5949950" y="3009900"/>
          <p14:tracePt t="44653" x="5956300" y="2997200"/>
          <p14:tracePt t="44671" x="5956300" y="2990850"/>
          <p14:tracePt t="44734" x="5956300" y="2984500"/>
          <p14:tracePt t="44760" x="5949950" y="2978150"/>
          <p14:tracePt t="44769" x="5949950" y="2971800"/>
          <p14:tracePt t="44786" x="5943600" y="2971800"/>
          <p14:tracePt t="44803" x="5930900" y="2959100"/>
          <p14:tracePt t="44819" x="5918200" y="2952750"/>
          <p14:tracePt t="44836" x="5911850" y="2946400"/>
          <p14:tracePt t="44853" x="5905500" y="2940050"/>
          <p14:tracePt t="44856" x="5905500" y="2933700"/>
          <p14:tracePt t="44883" x="5899150" y="2927350"/>
          <p14:tracePt t="44896" x="5892800" y="2927350"/>
          <p14:tracePt t="44906" x="5892800" y="2921000"/>
          <p14:tracePt t="44920" x="5886450" y="2914650"/>
          <p14:tracePt t="44936" x="5873750" y="2908300"/>
          <p14:tracePt t="44953" x="5861050" y="2901950"/>
          <p14:tracePt t="44969" x="5848350" y="2889250"/>
          <p14:tracePt t="44986" x="5835650" y="2876550"/>
          <p14:tracePt t="45003" x="5816600" y="2876550"/>
          <p14:tracePt t="45019" x="5816600" y="2870200"/>
          <p14:tracePt t="45036" x="5810250" y="2870200"/>
          <p14:tracePt t="45075" x="5803900" y="2870200"/>
          <p14:tracePt t="45212" x="0" y="0"/>
        </p14:tracePtLst>
      </p14:laserTrace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summary</a:t>
            </a:r>
            <a:endParaRPr lang="nl-BE" dirty="0"/>
          </a:p>
        </p:txBody>
      </p:sp>
      <p:sp>
        <p:nvSpPr>
          <p:cNvPr id="3" name="Content Placeholder 2"/>
          <p:cNvSpPr>
            <a:spLocks noGrp="1"/>
          </p:cNvSpPr>
          <p:nvPr>
            <p:ph idx="1"/>
          </p:nvPr>
        </p:nvSpPr>
        <p:spPr/>
        <p:txBody>
          <a:bodyPr>
            <a:normAutofit/>
          </a:bodyPr>
          <a:lstStyle/>
          <a:p>
            <a:r>
              <a:rPr lang="en-US" dirty="0"/>
              <a:t>Loop over a single sequence with a regular </a:t>
            </a:r>
            <a:r>
              <a:rPr lang="en-US" dirty="0">
                <a:latin typeface="Courier New" panose="02070309020205020404" pitchFamily="49" charset="0"/>
                <a:cs typeface="Courier New" panose="02070309020205020404" pitchFamily="49" charset="0"/>
              </a:rPr>
              <a:t>for-in</a:t>
            </a:r>
            <a:endParaRPr lang="en-US" dirty="0"/>
          </a:p>
          <a:p>
            <a:r>
              <a:rPr lang="en-US" dirty="0"/>
              <a:t>Loop over a list while keeping track of indexes with </a:t>
            </a:r>
            <a:r>
              <a:rPr lang="en-US" dirty="0">
                <a:latin typeface="Courier New" panose="02070309020205020404" pitchFamily="49" charset="0"/>
                <a:cs typeface="Courier New" panose="02070309020205020404" pitchFamily="49" charset="0"/>
              </a:rPr>
              <a:t>enumerate</a:t>
            </a:r>
          </a:p>
          <a:p>
            <a:r>
              <a:rPr lang="en-US" dirty="0"/>
              <a:t>Loop over multiple lists at the same time with </a:t>
            </a:r>
            <a:r>
              <a:rPr lang="en-US" dirty="0">
                <a:latin typeface="Courier New" panose="02070309020205020404" pitchFamily="49" charset="0"/>
                <a:cs typeface="Courier New" panose="02070309020205020404" pitchFamily="49" charset="0"/>
              </a:rPr>
              <a:t>zip</a:t>
            </a:r>
            <a:endParaRPr lang="en-US" dirty="0"/>
          </a:p>
          <a:p>
            <a:endParaRPr lang="en-US" dirty="0"/>
          </a:p>
        </p:txBody>
      </p:sp>
    </p:spTree>
    <p:extLst>
      <p:ext uri="{BB962C8B-B14F-4D97-AF65-F5344CB8AC3E}">
        <p14:creationId xmlns:p14="http://schemas.microsoft.com/office/powerpoint/2010/main" val="2169294041"/>
      </p:ext>
    </p:extLst>
  </p:cSld>
  <p:clrMapOvr>
    <a:masterClrMapping/>
  </p:clrMapOvr>
  <mc:AlternateContent xmlns:mc="http://schemas.openxmlformats.org/markup-compatibility/2006" xmlns:p14="http://schemas.microsoft.com/office/powerpoint/2010/main">
    <mc:Choice Requires="p14">
      <p:transition spd="slow" p14:dur="2000" advTm="37527"/>
    </mc:Choice>
    <mc:Fallback xmlns="">
      <p:transition spd="slow" advTm="37527"/>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for loop in other languages: C</a:t>
            </a:r>
            <a:endParaRPr lang="nl-BE" dirty="0"/>
          </a:p>
        </p:txBody>
      </p:sp>
      <p:sp>
        <p:nvSpPr>
          <p:cNvPr id="10" name="Content Placeholder 9"/>
          <p:cNvSpPr>
            <a:spLocks noGrp="1"/>
          </p:cNvSpPr>
          <p:nvPr>
            <p:ph sz="half" idx="1"/>
          </p:nvPr>
        </p:nvSpPr>
        <p:spPr>
          <a:xfrm>
            <a:off x="218364" y="1825625"/>
            <a:ext cx="5801436" cy="4351338"/>
          </a:xfrm>
        </p:spPr>
        <p:txBody>
          <a:bodyPr>
            <a:noAutofit/>
          </a:bodyPr>
          <a:lstStyle/>
          <a:p>
            <a:pPr marL="0" indent="0">
              <a:spcBef>
                <a:spcPts val="0"/>
              </a:spcBef>
              <a:buNone/>
            </a:pPr>
            <a:r>
              <a:rPr lang="nl-BE" sz="1100" dirty="0">
                <a:latin typeface="Courier New" panose="02070309020205020404" pitchFamily="49" charset="0"/>
                <a:cs typeface="Courier New" panose="02070309020205020404" pitchFamily="49" charset="0"/>
              </a:rPr>
              <a:t>#</a:t>
            </a:r>
            <a:r>
              <a:rPr lang="nl-BE" sz="1100" dirty="0" err="1">
                <a:latin typeface="Courier New" panose="02070309020205020404" pitchFamily="49" charset="0"/>
                <a:cs typeface="Courier New" panose="02070309020205020404" pitchFamily="49" charset="0"/>
              </a:rPr>
              <a:t>include</a:t>
            </a:r>
            <a:r>
              <a:rPr lang="nl-BE" sz="1100" dirty="0">
                <a:latin typeface="Courier New" panose="02070309020205020404" pitchFamily="49" charset="0"/>
                <a:cs typeface="Courier New" panose="02070309020205020404" pitchFamily="49" charset="0"/>
              </a:rPr>
              <a:t> &lt;</a:t>
            </a:r>
            <a:r>
              <a:rPr lang="nl-BE" sz="1100" dirty="0" err="1">
                <a:latin typeface="Courier New" panose="02070309020205020404" pitchFamily="49" charset="0"/>
                <a:cs typeface="Courier New" panose="02070309020205020404" pitchFamily="49" charset="0"/>
              </a:rPr>
              <a:t>stdio.h</a:t>
            </a:r>
            <a:r>
              <a:rPr lang="nl-BE" sz="1100" dirty="0">
                <a:latin typeface="Courier New" panose="02070309020205020404" pitchFamily="49" charset="0"/>
                <a:cs typeface="Courier New" panose="02070309020205020404" pitchFamily="49" charset="0"/>
              </a:rPr>
              <a:t>&gt;</a:t>
            </a:r>
          </a:p>
          <a:p>
            <a:pPr marL="0" indent="0">
              <a:spcBef>
                <a:spcPts val="0"/>
              </a:spcBef>
              <a:buNone/>
            </a:pPr>
            <a:r>
              <a:rPr lang="nl-BE" sz="1100" dirty="0">
                <a:latin typeface="Courier New" panose="02070309020205020404" pitchFamily="49" charset="0"/>
                <a:cs typeface="Courier New" panose="02070309020205020404" pitchFamily="49" charset="0"/>
              </a:rPr>
              <a:t>#</a:t>
            </a:r>
            <a:r>
              <a:rPr lang="nl-BE" sz="1100" dirty="0" err="1">
                <a:latin typeface="Courier New" panose="02070309020205020404" pitchFamily="49" charset="0"/>
                <a:cs typeface="Courier New" panose="02070309020205020404" pitchFamily="49" charset="0"/>
              </a:rPr>
              <a:t>include</a:t>
            </a:r>
            <a:r>
              <a:rPr lang="nl-BE" sz="1100" dirty="0">
                <a:latin typeface="Courier New" panose="02070309020205020404" pitchFamily="49" charset="0"/>
                <a:cs typeface="Courier New" panose="02070309020205020404" pitchFamily="49" charset="0"/>
              </a:rPr>
              <a:t> &lt;</a:t>
            </a:r>
            <a:r>
              <a:rPr lang="nl-BE" sz="1100" dirty="0" err="1">
                <a:latin typeface="Courier New" panose="02070309020205020404" pitchFamily="49" charset="0"/>
                <a:cs typeface="Courier New" panose="02070309020205020404" pitchFamily="49" charset="0"/>
              </a:rPr>
              <a:t>string.h</a:t>
            </a:r>
            <a:r>
              <a:rPr lang="nl-BE" sz="1100" dirty="0">
                <a:latin typeface="Courier New" panose="02070309020205020404" pitchFamily="49" charset="0"/>
                <a:cs typeface="Courier New" panose="02070309020205020404" pitchFamily="49" charset="0"/>
              </a:rPr>
              <a:t>&gt;</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loop over a list of </a:t>
            </a:r>
            <a:r>
              <a:rPr lang="nl-BE" sz="1100" dirty="0" err="1">
                <a:latin typeface="Courier New" panose="02070309020205020404" pitchFamily="49" charset="0"/>
                <a:cs typeface="Courier New" panose="02070309020205020404" pitchFamily="49" charset="0"/>
              </a:rPr>
              <a:t>colors</a:t>
            </a: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the</a:t>
            </a: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colors</a:t>
            </a:r>
            <a:r>
              <a:rPr lang="nl-BE" sz="1100" dirty="0">
                <a:latin typeface="Courier New" panose="02070309020205020404" pitchFamily="49" charset="0"/>
                <a:cs typeface="Courier New" panose="02070309020205020404" pitchFamily="49" charset="0"/>
              </a:rPr>
              <a:t> are </a:t>
            </a:r>
            <a:r>
              <a:rPr lang="nl-BE" sz="1100" dirty="0" err="1">
                <a:latin typeface="Courier New" panose="02070309020205020404" pitchFamily="49" charset="0"/>
                <a:cs typeface="Courier New" panose="02070309020205020404" pitchFamily="49" charset="0"/>
              </a:rPr>
              <a:t>stored</a:t>
            </a:r>
            <a:r>
              <a:rPr lang="nl-BE" sz="1100" dirty="0">
                <a:latin typeface="Courier New" panose="02070309020205020404" pitchFamily="49" charset="0"/>
                <a:cs typeface="Courier New" panose="02070309020205020404" pitchFamily="49" charset="0"/>
              </a:rPr>
              <a:t> in a </a:t>
            </a:r>
            <a:r>
              <a:rPr lang="nl-BE" sz="1100" dirty="0" err="1">
                <a:latin typeface="Courier New" panose="02070309020205020404" pitchFamily="49" charset="0"/>
                <a:cs typeface="Courier New" panose="02070309020205020404" pitchFamily="49" charset="0"/>
              </a:rPr>
              <a:t>structure</a:t>
            </a:r>
            <a:endParaRPr lang="nl-BE" sz="1100" dirty="0">
              <a:latin typeface="Courier New" panose="02070309020205020404" pitchFamily="49" charset="0"/>
              <a:cs typeface="Courier New" panose="02070309020205020404" pitchFamily="49" charset="0"/>
            </a:endParaRP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err="1">
                <a:latin typeface="Courier New" panose="02070309020205020404" pitchFamily="49" charset="0"/>
                <a:cs typeface="Courier New" panose="02070309020205020404" pitchFamily="49" charset="0"/>
              </a:rPr>
              <a:t>void</a:t>
            </a:r>
            <a:r>
              <a:rPr lang="nl-BE" sz="1100" dirty="0">
                <a:latin typeface="Courier New" panose="02070309020205020404" pitchFamily="49" charset="0"/>
                <a:cs typeface="Courier New" panose="02070309020205020404" pitchFamily="49" charset="0"/>
              </a:rPr>
              <a:t> display(</a:t>
            </a:r>
            <a:r>
              <a:rPr lang="nl-BE" sz="1100" dirty="0" err="1">
                <a:latin typeface="Courier New" panose="02070309020205020404" pitchFamily="49" charset="0"/>
                <a:cs typeface="Courier New" panose="02070309020205020404" pitchFamily="49" charset="0"/>
              </a:rPr>
              <a:t>char</a:t>
            </a:r>
            <a:r>
              <a:rPr lang="nl-BE" sz="1100" dirty="0">
                <a:latin typeface="Courier New" panose="02070309020205020404" pitchFamily="49" charset="0"/>
                <a:cs typeface="Courier New" panose="02070309020205020404" pitchFamily="49" charset="0"/>
              </a:rPr>
              <a:t> *name);</a:t>
            </a:r>
          </a:p>
          <a:p>
            <a:pPr marL="0" indent="0">
              <a:spcBef>
                <a:spcPts val="0"/>
              </a:spcBef>
              <a:buNone/>
            </a:pPr>
            <a:r>
              <a:rPr lang="nl-BE" sz="1100" dirty="0">
                <a:latin typeface="Courier New" panose="02070309020205020404" pitchFamily="49" charset="0"/>
                <a:cs typeface="Courier New" panose="02070309020205020404" pitchFamily="49" charset="0"/>
              </a:rPr>
              <a:t>/**************************************************************/</a:t>
            </a:r>
          </a:p>
          <a:p>
            <a:pPr marL="0" indent="0">
              <a:spcBef>
                <a:spcPts val="0"/>
              </a:spcBef>
              <a:buNone/>
            </a:pPr>
            <a:r>
              <a:rPr lang="nl-BE" sz="1100" dirty="0">
                <a:latin typeface="Courier New" panose="02070309020205020404" pitchFamily="49" charset="0"/>
                <a:cs typeface="Courier New" panose="02070309020205020404" pitchFamily="49" charset="0"/>
              </a:rPr>
              <a:t>int </a:t>
            </a:r>
            <a:r>
              <a:rPr lang="nl-BE" sz="1100" dirty="0" err="1">
                <a:latin typeface="Courier New" panose="02070309020205020404" pitchFamily="49" charset="0"/>
                <a:cs typeface="Courier New" panose="02070309020205020404" pitchFamily="49" charset="0"/>
              </a:rPr>
              <a:t>main</a:t>
            </a: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struct</a:t>
            </a:r>
            <a:r>
              <a:rPr lang="nl-BE" sz="1100" dirty="0">
                <a:latin typeface="Courier New" panose="02070309020205020404" pitchFamily="49" charset="0"/>
                <a:cs typeface="Courier New" panose="02070309020205020404" pitchFamily="49" charset="0"/>
              </a:rPr>
              <a:t> record { </a:t>
            </a:r>
            <a:r>
              <a:rPr lang="nl-BE" sz="1100" dirty="0" err="1">
                <a:latin typeface="Courier New" panose="02070309020205020404" pitchFamily="49" charset="0"/>
                <a:cs typeface="Courier New" panose="02070309020205020404" pitchFamily="49" charset="0"/>
              </a:rPr>
              <a:t>char</a:t>
            </a: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[20];};</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struct</a:t>
            </a:r>
            <a:r>
              <a:rPr lang="nl-BE" sz="1100" dirty="0">
                <a:latin typeface="Courier New" panose="02070309020205020404" pitchFamily="49" charset="0"/>
                <a:cs typeface="Courier New" panose="02070309020205020404" pitchFamily="49" charset="0"/>
              </a:rPr>
              <a:t> record a[5];</a:t>
            </a:r>
          </a:p>
          <a:p>
            <a:pPr marL="0" indent="0">
              <a:spcBef>
                <a:spcPts val="0"/>
              </a:spcBef>
              <a:buNone/>
            </a:pPr>
            <a:r>
              <a:rPr lang="nl-BE" sz="1100" dirty="0">
                <a:latin typeface="Courier New" panose="02070309020205020404" pitchFamily="49" charset="0"/>
                <a:cs typeface="Courier New" panose="02070309020205020404" pitchFamily="49" charset="0"/>
              </a:rPr>
              <a:t>   int i, </a:t>
            </a:r>
            <a:r>
              <a:rPr lang="nl-BE" sz="1100" dirty="0" err="1">
                <a:latin typeface="Courier New" panose="02070309020205020404" pitchFamily="49" charset="0"/>
                <a:cs typeface="Courier New" panose="02070309020205020404" pitchFamily="49" charset="0"/>
              </a:rPr>
              <a:t>ll</a:t>
            </a:r>
            <a:r>
              <a:rPr lang="nl-BE" sz="1100" dirty="0">
                <a:latin typeface="Courier New" panose="02070309020205020404" pitchFamily="49" charset="0"/>
                <a:cs typeface="Courier New" panose="02070309020205020404" pitchFamily="49" charset="0"/>
              </a:rPr>
              <a:t>;</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strcpy</a:t>
            </a:r>
            <a:r>
              <a:rPr lang="nl-BE" sz="1100" dirty="0">
                <a:latin typeface="Courier New" panose="02070309020205020404" pitchFamily="49" charset="0"/>
                <a:cs typeface="Courier New" panose="02070309020205020404" pitchFamily="49" charset="0"/>
              </a:rPr>
              <a:t>(a[0].</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yellow</a:t>
            </a:r>
            <a:r>
              <a:rPr lang="nl-BE" sz="1100" dirty="0">
                <a:latin typeface="Courier New" panose="02070309020205020404" pitchFamily="49" charset="0"/>
                <a:cs typeface="Courier New" panose="02070309020205020404" pitchFamily="49" charset="0"/>
              </a:rPr>
              <a:t>");</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strcpy</a:t>
            </a:r>
            <a:r>
              <a:rPr lang="nl-BE" sz="1100" dirty="0">
                <a:latin typeface="Courier New" panose="02070309020205020404" pitchFamily="49" charset="0"/>
                <a:cs typeface="Courier New" panose="02070309020205020404" pitchFamily="49" charset="0"/>
              </a:rPr>
              <a:t>(a[1].</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 "blue");</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strcpy</a:t>
            </a:r>
            <a:r>
              <a:rPr lang="nl-BE" sz="1100" dirty="0">
                <a:latin typeface="Courier New" panose="02070309020205020404" pitchFamily="49" charset="0"/>
                <a:cs typeface="Courier New" panose="02070309020205020404" pitchFamily="49" charset="0"/>
              </a:rPr>
              <a:t>(a[2].</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 "black");</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strcpy</a:t>
            </a:r>
            <a:r>
              <a:rPr lang="nl-BE" sz="1100" dirty="0">
                <a:latin typeface="Courier New" panose="02070309020205020404" pitchFamily="49" charset="0"/>
                <a:cs typeface="Courier New" panose="02070309020205020404" pitchFamily="49" charset="0"/>
              </a:rPr>
              <a:t>(a[3].</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white</a:t>
            </a:r>
            <a:r>
              <a:rPr lang="nl-BE" sz="1100" dirty="0">
                <a:latin typeface="Courier New" panose="02070309020205020404" pitchFamily="49" charset="0"/>
                <a:cs typeface="Courier New" panose="02070309020205020404" pitchFamily="49" charset="0"/>
              </a:rPr>
              <a:t>");</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strcpy</a:t>
            </a:r>
            <a:r>
              <a:rPr lang="nl-BE" sz="1100" dirty="0">
                <a:latin typeface="Courier New" panose="02070309020205020404" pitchFamily="49" charset="0"/>
                <a:cs typeface="Courier New" panose="02070309020205020404" pitchFamily="49" charset="0"/>
              </a:rPr>
              <a:t>(a[4].</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cyan</a:t>
            </a:r>
            <a:r>
              <a:rPr lang="nl-BE" sz="1100" dirty="0">
                <a:latin typeface="Courier New" panose="02070309020205020404" pitchFamily="49" charset="0"/>
                <a:cs typeface="Courier New" panose="02070309020205020404" pitchFamily="49" charset="0"/>
              </a:rPr>
              <a:t>");</a:t>
            </a:r>
          </a:p>
          <a:p>
            <a:pPr marL="0" indent="0">
              <a:spcBef>
                <a:spcPts val="0"/>
              </a:spcBef>
              <a:buNone/>
            </a:pPr>
            <a:endParaRPr lang="nl-BE" sz="1100" dirty="0">
              <a:latin typeface="Courier New" panose="02070309020205020404" pitchFamily="49" charset="0"/>
              <a:cs typeface="Courier New" panose="02070309020205020404" pitchFamily="49" charset="0"/>
            </a:endParaRP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ll</a:t>
            </a:r>
            <a:r>
              <a:rPr lang="nl-BE" sz="1100" dirty="0">
                <a:latin typeface="Courier New" panose="02070309020205020404" pitchFamily="49" charset="0"/>
                <a:cs typeface="Courier New" panose="02070309020205020404" pitchFamily="49" charset="0"/>
              </a:rPr>
              <a:t> = </a:t>
            </a:r>
            <a:r>
              <a:rPr lang="nl-BE" sz="1100" dirty="0" err="1">
                <a:latin typeface="Courier New" panose="02070309020205020404" pitchFamily="49" charset="0"/>
                <a:cs typeface="Courier New" panose="02070309020205020404" pitchFamily="49" charset="0"/>
              </a:rPr>
              <a:t>sizeof</a:t>
            </a:r>
            <a:r>
              <a:rPr lang="nl-BE" sz="1100" dirty="0">
                <a:latin typeface="Courier New" panose="02070309020205020404" pitchFamily="49" charset="0"/>
                <a:cs typeface="Courier New" panose="02070309020205020404" pitchFamily="49" charset="0"/>
              </a:rPr>
              <a:t>(a) / </a:t>
            </a:r>
            <a:r>
              <a:rPr lang="nl-BE" sz="1100" dirty="0" err="1">
                <a:latin typeface="Courier New" panose="02070309020205020404" pitchFamily="49" charset="0"/>
                <a:cs typeface="Courier New" panose="02070309020205020404" pitchFamily="49" charset="0"/>
              </a:rPr>
              <a:t>sizeof</a:t>
            </a:r>
            <a:r>
              <a:rPr lang="nl-BE" sz="1100" dirty="0">
                <a:latin typeface="Courier New" panose="02070309020205020404" pitchFamily="49" charset="0"/>
                <a:cs typeface="Courier New" panose="02070309020205020404" pitchFamily="49" charset="0"/>
              </a:rPr>
              <a:t>(a[0]);</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for</a:t>
            </a:r>
            <a:r>
              <a:rPr lang="nl-BE" sz="1100" dirty="0">
                <a:latin typeface="Courier New" panose="02070309020205020404" pitchFamily="49" charset="0"/>
                <a:cs typeface="Courier New" panose="02070309020205020404" pitchFamily="49" charset="0"/>
              </a:rPr>
              <a:t> (i = 0; i &lt;= ll-1; i++){</a:t>
            </a:r>
          </a:p>
          <a:p>
            <a:pPr marL="0" indent="0">
              <a:spcBef>
                <a:spcPts val="0"/>
              </a:spcBef>
              <a:buNone/>
            </a:pPr>
            <a:r>
              <a:rPr lang="nl-BE" sz="1100" dirty="0">
                <a:latin typeface="Courier New" panose="02070309020205020404" pitchFamily="49" charset="0"/>
                <a:cs typeface="Courier New" panose="02070309020205020404" pitchFamily="49" charset="0"/>
              </a:rPr>
              <a:t>       display(a[i].</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   return 0; </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a:t>
            </a:r>
          </a:p>
          <a:p>
            <a:pPr marL="0" indent="0">
              <a:spcBef>
                <a:spcPts val="0"/>
              </a:spcBef>
              <a:buNone/>
            </a:pPr>
            <a:endParaRPr lang="nl-BE" sz="1100" dirty="0">
              <a:latin typeface="Courier New" panose="02070309020205020404" pitchFamily="49" charset="0"/>
              <a:cs typeface="Courier New" panose="02070309020205020404" pitchFamily="49" charset="0"/>
            </a:endParaRPr>
          </a:p>
          <a:p>
            <a:pPr marL="0" indent="0">
              <a:spcBef>
                <a:spcPts val="0"/>
              </a:spcBef>
              <a:buNone/>
            </a:pPr>
            <a:r>
              <a:rPr lang="nl-BE" sz="1100" dirty="0" err="1">
                <a:latin typeface="Courier New" panose="02070309020205020404" pitchFamily="49" charset="0"/>
                <a:cs typeface="Courier New" panose="02070309020205020404" pitchFamily="49" charset="0"/>
              </a:rPr>
              <a:t>void</a:t>
            </a:r>
            <a:r>
              <a:rPr lang="nl-BE" sz="1100" dirty="0">
                <a:latin typeface="Courier New" panose="02070309020205020404" pitchFamily="49" charset="0"/>
                <a:cs typeface="Courier New" panose="02070309020205020404" pitchFamily="49" charset="0"/>
              </a:rPr>
              <a:t> display(</a:t>
            </a:r>
            <a:r>
              <a:rPr lang="nl-BE" sz="1100" dirty="0" err="1">
                <a:latin typeface="Courier New" panose="02070309020205020404" pitchFamily="49" charset="0"/>
                <a:cs typeface="Courier New" panose="02070309020205020404" pitchFamily="49" charset="0"/>
              </a:rPr>
              <a:t>char</a:t>
            </a:r>
            <a:r>
              <a:rPr lang="nl-BE" sz="1100" dirty="0">
                <a:latin typeface="Courier New" panose="02070309020205020404" pitchFamily="49" charset="0"/>
                <a:cs typeface="Courier New" panose="02070309020205020404" pitchFamily="49" charset="0"/>
              </a:rPr>
              <a:t> *name)</a:t>
            </a:r>
          </a:p>
          <a:p>
            <a:pPr marL="0" indent="0">
              <a:spcBef>
                <a:spcPts val="0"/>
              </a:spcBef>
              <a:buNone/>
            </a:pPr>
            <a:r>
              <a:rPr lang="nl-BE" sz="1100" dirty="0">
                <a:latin typeface="Courier New" panose="02070309020205020404" pitchFamily="49" charset="0"/>
                <a:cs typeface="Courier New" panose="02070309020205020404" pitchFamily="49" charset="0"/>
              </a:rPr>
              <a:t>   {</a:t>
            </a:r>
          </a:p>
          <a:p>
            <a:pPr marL="0" indent="0">
              <a:spcBef>
                <a:spcPts val="0"/>
              </a:spcBef>
              <a:buNone/>
            </a:pPr>
            <a:r>
              <a:rPr lang="nl-BE" sz="1100" dirty="0">
                <a:latin typeface="Courier New" panose="02070309020205020404" pitchFamily="49" charset="0"/>
                <a:cs typeface="Courier New" panose="02070309020205020404" pitchFamily="49" charset="0"/>
              </a:rPr>
              <a:t>   </a:t>
            </a:r>
            <a:r>
              <a:rPr lang="nl-BE" sz="1100" dirty="0" err="1">
                <a:latin typeface="Courier New" panose="02070309020205020404" pitchFamily="49" charset="0"/>
                <a:cs typeface="Courier New" panose="02070309020205020404" pitchFamily="49" charset="0"/>
              </a:rPr>
              <a:t>printf</a:t>
            </a:r>
            <a:r>
              <a:rPr lang="nl-BE" sz="1100" dirty="0">
                <a:latin typeface="Courier New" panose="02070309020205020404" pitchFamily="49" charset="0"/>
                <a:cs typeface="Courier New" panose="02070309020205020404" pitchFamily="49" charset="0"/>
              </a:rPr>
              <a:t>("</a:t>
            </a:r>
            <a:r>
              <a:rPr lang="nl-BE" sz="1100" dirty="0" err="1">
                <a:latin typeface="Courier New" panose="02070309020205020404" pitchFamily="49" charset="0"/>
                <a:cs typeface="Courier New" panose="02070309020205020404" pitchFamily="49" charset="0"/>
              </a:rPr>
              <a:t>color</a:t>
            </a:r>
            <a:r>
              <a:rPr lang="nl-BE" sz="1100" dirty="0">
                <a:latin typeface="Courier New" panose="02070309020205020404" pitchFamily="49" charset="0"/>
                <a:cs typeface="Courier New" panose="02070309020205020404" pitchFamily="49" charset="0"/>
              </a:rPr>
              <a:t> is %s \n", name);</a:t>
            </a:r>
          </a:p>
          <a:p>
            <a:pPr marL="0" indent="0">
              <a:spcBef>
                <a:spcPts val="0"/>
              </a:spcBef>
              <a:buNone/>
            </a:pPr>
            <a:r>
              <a:rPr lang="nl-BE" sz="800" dirty="0">
                <a:latin typeface="Courier New" panose="02070309020205020404" pitchFamily="49" charset="0"/>
                <a:cs typeface="Courier New" panose="02070309020205020404" pitchFamily="49" charset="0"/>
              </a:rPr>
              <a:t>   }</a:t>
            </a:r>
          </a:p>
        </p:txBody>
      </p:sp>
      <p:sp>
        <p:nvSpPr>
          <p:cNvPr id="11" name="Content Placeholder 10"/>
          <p:cNvSpPr>
            <a:spLocks noGrp="1"/>
          </p:cNvSpPr>
          <p:nvPr>
            <p:ph sz="half" idx="2"/>
          </p:nvPr>
        </p:nvSpPr>
        <p:spPr>
          <a:xfrm>
            <a:off x="6172199" y="1825625"/>
            <a:ext cx="5646761" cy="4351338"/>
          </a:xfrm>
        </p:spPr>
        <p:txBody>
          <a:bodyPr>
            <a:normAutofit fontScale="70000" lnSpcReduction="20000"/>
          </a:bodyPr>
          <a:lstStyle/>
          <a:p>
            <a:pPr marL="273050" lvl="1" indent="0">
              <a:buNone/>
            </a:pPr>
            <a:endParaRPr lang="en-US" sz="4900" dirty="0"/>
          </a:p>
          <a:p>
            <a:pPr marL="531813" lvl="1" indent="-258763"/>
            <a:r>
              <a:rPr lang="en-US" sz="4900" dirty="0"/>
              <a:t>Set a counter variable </a:t>
            </a:r>
            <a:r>
              <a:rPr lang="en-US" sz="4900" dirty="0" err="1"/>
              <a:t>i</a:t>
            </a:r>
            <a:r>
              <a:rPr lang="en-US" sz="4900" dirty="0"/>
              <a:t> to 0</a:t>
            </a:r>
          </a:p>
          <a:p>
            <a:pPr marL="531813" lvl="1" indent="-258763"/>
            <a:r>
              <a:rPr lang="en-US" sz="4900" dirty="0"/>
              <a:t>Check if the counter is less than the (structure length-1)</a:t>
            </a:r>
          </a:p>
          <a:p>
            <a:pPr marL="531813" lvl="1" indent="-258763"/>
            <a:r>
              <a:rPr lang="en-US" sz="4900" dirty="0"/>
              <a:t>Execute the code in the loop or exit the loop if the counter is too high</a:t>
            </a:r>
          </a:p>
          <a:p>
            <a:pPr marL="531813" lvl="1" indent="-258763"/>
            <a:r>
              <a:rPr lang="en-US" sz="4900" dirty="0"/>
              <a:t>Increment the counter variable by 1</a:t>
            </a:r>
          </a:p>
        </p:txBody>
      </p:sp>
    </p:spTree>
    <p:extLst>
      <p:ext uri="{BB962C8B-B14F-4D97-AF65-F5344CB8AC3E}">
        <p14:creationId xmlns:p14="http://schemas.microsoft.com/office/powerpoint/2010/main" val="3597982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in other languages: </a:t>
            </a:r>
            <a:r>
              <a:rPr lang="en-US" dirty="0" err="1"/>
              <a:t>Matlab</a:t>
            </a:r>
            <a:endParaRPr lang="nl-BE" dirty="0"/>
          </a:p>
        </p:txBody>
      </p:sp>
      <p:sp>
        <p:nvSpPr>
          <p:cNvPr id="3" name="Content Placeholder 2"/>
          <p:cNvSpPr>
            <a:spLocks noGrp="1"/>
          </p:cNvSpPr>
          <p:nvPr>
            <p:ph idx="1"/>
          </p:nvPr>
        </p:nvSpPr>
        <p:spPr>
          <a:xfrm>
            <a:off x="838200" y="1825625"/>
            <a:ext cx="11062648" cy="4351338"/>
          </a:xfrm>
        </p:spPr>
        <p:txBody>
          <a:bodyPr>
            <a:normAutofit/>
          </a:bodyPr>
          <a:lstStyle/>
          <a:p>
            <a:pPr marL="0" indent="0">
              <a:buNone/>
            </a:pPr>
            <a:r>
              <a:rPr lang="nl-BE" sz="2400" dirty="0" err="1">
                <a:latin typeface="Courier New" panose="02070309020205020404" pitchFamily="49" charset="0"/>
                <a:cs typeface="Courier New" panose="02070309020205020404" pitchFamily="49" charset="0"/>
              </a:rPr>
              <a:t>cellc</a:t>
            </a:r>
            <a:r>
              <a:rPr lang="nl-BE" sz="2400" dirty="0">
                <a:latin typeface="Courier New" panose="02070309020205020404" pitchFamily="49" charset="0"/>
                <a:cs typeface="Courier New" panose="02070309020205020404" pitchFamily="49" charset="0"/>
              </a:rPr>
              <a:t> = {'</a:t>
            </a:r>
            <a:r>
              <a:rPr lang="nl-BE" sz="2400" dirty="0" err="1">
                <a:latin typeface="Courier New" panose="02070309020205020404" pitchFamily="49" charset="0"/>
                <a:cs typeface="Courier New" panose="02070309020205020404" pitchFamily="49" charset="0"/>
              </a:rPr>
              <a:t>yellow</a:t>
            </a:r>
            <a:r>
              <a:rPr lang="nl-BE" sz="2400" dirty="0">
                <a:latin typeface="Courier New" panose="02070309020205020404" pitchFamily="49" charset="0"/>
                <a:cs typeface="Courier New" panose="02070309020205020404" pitchFamily="49" charset="0"/>
              </a:rPr>
              <a:t>', 'blue', 'black', '</a:t>
            </a:r>
            <a:r>
              <a:rPr lang="nl-BE" sz="2400" dirty="0" err="1">
                <a:latin typeface="Courier New" panose="02070309020205020404" pitchFamily="49" charset="0"/>
                <a:cs typeface="Courier New" panose="02070309020205020404" pitchFamily="49" charset="0"/>
              </a:rPr>
              <a:t>white</a:t>
            </a:r>
            <a:r>
              <a:rPr lang="nl-BE" sz="2400" dirty="0">
                <a:latin typeface="Courier New" panose="02070309020205020404" pitchFamily="49" charset="0"/>
                <a:cs typeface="Courier New" panose="02070309020205020404" pitchFamily="49" charset="0"/>
              </a:rPr>
              <a:t>', '</a:t>
            </a:r>
            <a:r>
              <a:rPr lang="nl-BE" sz="2400" dirty="0" err="1">
                <a:latin typeface="Courier New" panose="02070309020205020404" pitchFamily="49" charset="0"/>
                <a:cs typeface="Courier New" panose="02070309020205020404" pitchFamily="49" charset="0"/>
              </a:rPr>
              <a:t>cyan</a:t>
            </a:r>
            <a:r>
              <a:rPr lang="nl-BE" sz="2400" dirty="0">
                <a:latin typeface="Courier New" panose="02070309020205020404" pitchFamily="49" charset="0"/>
                <a:cs typeface="Courier New" panose="02070309020205020404" pitchFamily="49" charset="0"/>
              </a:rPr>
              <a:t>'};</a:t>
            </a:r>
          </a:p>
          <a:p>
            <a:pPr marL="0" indent="0">
              <a:buNone/>
            </a:pPr>
            <a:r>
              <a:rPr lang="nl-BE" sz="2400" dirty="0" err="1">
                <a:latin typeface="Courier New" panose="02070309020205020404" pitchFamily="49" charset="0"/>
                <a:cs typeface="Courier New" panose="02070309020205020404" pitchFamily="49" charset="0"/>
              </a:rPr>
              <a:t>lc</a:t>
            </a:r>
            <a:r>
              <a:rPr lang="nl-BE" sz="2400" dirty="0">
                <a:latin typeface="Courier New" panose="02070309020205020404" pitchFamily="49" charset="0"/>
                <a:cs typeface="Courier New" panose="02070309020205020404" pitchFamily="49" charset="0"/>
              </a:rPr>
              <a:t> = </a:t>
            </a:r>
            <a:r>
              <a:rPr lang="nl-BE" sz="2400" dirty="0" err="1">
                <a:latin typeface="Courier New" panose="02070309020205020404" pitchFamily="49" charset="0"/>
                <a:cs typeface="Courier New" panose="02070309020205020404" pitchFamily="49" charset="0"/>
              </a:rPr>
              <a:t>length</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cellc</a:t>
            </a:r>
            <a:r>
              <a:rPr lang="nl-BE" sz="2400" dirty="0">
                <a:latin typeface="Courier New" panose="02070309020205020404" pitchFamily="49" charset="0"/>
                <a:cs typeface="Courier New" panose="02070309020205020404" pitchFamily="49" charset="0"/>
              </a:rPr>
              <a:t>);</a:t>
            </a:r>
          </a:p>
          <a:p>
            <a:pPr marL="0" indent="0">
              <a:buNone/>
            </a:pPr>
            <a:r>
              <a:rPr lang="nl-BE" sz="2400" dirty="0" err="1">
                <a:latin typeface="Courier New" panose="02070309020205020404" pitchFamily="49" charset="0"/>
                <a:cs typeface="Courier New" panose="02070309020205020404" pitchFamily="49" charset="0"/>
              </a:rPr>
              <a:t>for</a:t>
            </a:r>
            <a:r>
              <a:rPr lang="nl-BE" sz="2400" dirty="0">
                <a:latin typeface="Courier New" panose="02070309020205020404" pitchFamily="49" charset="0"/>
                <a:cs typeface="Courier New" panose="02070309020205020404" pitchFamily="49" charset="0"/>
              </a:rPr>
              <a:t> (i=1:lc)</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fprintf</a:t>
            </a:r>
            <a:r>
              <a:rPr lang="en-US" sz="2400" dirty="0">
                <a:latin typeface="Courier New" panose="02070309020205020404" pitchFamily="49" charset="0"/>
                <a:cs typeface="Courier New" panose="02070309020205020404" pitchFamily="49" charset="0"/>
              </a:rPr>
              <a:t>(" color = %s \n", </a:t>
            </a:r>
            <a:r>
              <a:rPr lang="en-US" sz="2400" dirty="0" err="1">
                <a:latin typeface="Courier New" panose="02070309020205020404" pitchFamily="49" charset="0"/>
                <a:cs typeface="Courier New" panose="02070309020205020404" pitchFamily="49" charset="0"/>
              </a:rPr>
              <a:t>cellc</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pPr marL="0" indent="0">
              <a:buNone/>
            </a:pPr>
            <a:r>
              <a:rPr lang="nl-BE" sz="2400" dirty="0">
                <a:latin typeface="Courier New" panose="02070309020205020404" pitchFamily="49" charset="0"/>
                <a:cs typeface="Courier New" panose="02070309020205020404" pitchFamily="49" charset="0"/>
              </a:rPr>
              <a:t>end</a:t>
            </a:r>
          </a:p>
          <a:p>
            <a:r>
              <a:rPr lang="en-US" dirty="0"/>
              <a:t>A counter variable </a:t>
            </a:r>
            <a:r>
              <a:rPr lang="en-US" dirty="0" err="1"/>
              <a:t>i</a:t>
            </a:r>
            <a:r>
              <a:rPr lang="en-US" dirty="0"/>
              <a:t> is used</a:t>
            </a:r>
          </a:p>
          <a:p>
            <a:r>
              <a:rPr lang="en-US" dirty="0"/>
              <a:t>The length of the cell array is calculated</a:t>
            </a:r>
            <a:endParaRPr lang="nl-BE" dirty="0"/>
          </a:p>
        </p:txBody>
      </p:sp>
    </p:spTree>
    <p:extLst>
      <p:ext uri="{BB962C8B-B14F-4D97-AF65-F5344CB8AC3E}">
        <p14:creationId xmlns:p14="http://schemas.microsoft.com/office/powerpoint/2010/main" val="1747832636"/>
      </p:ext>
    </p:extLst>
  </p:cSld>
  <p:clrMapOvr>
    <a:masterClrMapping/>
  </p:clrMapOvr>
  <mc:AlternateContent xmlns:mc="http://schemas.openxmlformats.org/markup-compatibility/2006" xmlns:p14="http://schemas.microsoft.com/office/powerpoint/2010/main">
    <mc:Choice Requires="p14">
      <p:transition spd="slow" p14:dur="2000" advTm="47273"/>
    </mc:Choice>
    <mc:Fallback xmlns="">
      <p:transition spd="slow" advTm="47273"/>
    </mc:Fallback>
  </mc:AlternateContent>
  <p:extLst>
    <p:ext uri="{3A86A75C-4F4B-4683-9AE1-C65F6400EC91}">
      <p14:laserTraceLst xmlns:p14="http://schemas.microsoft.com/office/powerpoint/2010/main">
        <p14:tracePtLst>
          <p14:tracePt t="19771" x="1060450" y="2762250"/>
          <p14:tracePt t="19776" x="1047750" y="2755900"/>
          <p14:tracePt t="19792" x="1041400" y="2755900"/>
          <p14:tracePt t="19800" x="1035050" y="2755900"/>
          <p14:tracePt t="19818" x="1022350" y="2755900"/>
          <p14:tracePt t="19834" x="1009650" y="2755900"/>
          <p14:tracePt t="19850" x="1003300" y="2755900"/>
          <p14:tracePt t="19867" x="990600" y="2755900"/>
          <p14:tracePt t="19884" x="971550" y="2755900"/>
          <p14:tracePt t="19890" x="952500" y="2755900"/>
          <p14:tracePt t="19901" x="933450" y="2762250"/>
          <p14:tracePt t="19917" x="901700" y="2781300"/>
          <p14:tracePt t="19919" x="882650" y="2794000"/>
          <p14:tracePt t="19934" x="869950" y="2800350"/>
          <p14:tracePt t="19950" x="844550" y="2825750"/>
          <p14:tracePt t="19954" x="825500" y="2844800"/>
          <p14:tracePt t="19967" x="819150" y="2851150"/>
          <p14:tracePt t="19984" x="800100" y="2870200"/>
          <p14:tracePt t="19987" x="793750" y="2876550"/>
          <p14:tracePt t="20000" x="781050" y="2889250"/>
          <p14:tracePt t="20018" x="768350" y="2901950"/>
          <p14:tracePt t="20034" x="755650" y="2927350"/>
          <p14:tracePt t="20050" x="749300" y="2933700"/>
          <p14:tracePt t="20067" x="749300" y="2952750"/>
          <p14:tracePt t="20084" x="749300" y="2971800"/>
          <p14:tracePt t="20101" x="749300" y="2997200"/>
          <p14:tracePt t="20117" x="749300" y="3022600"/>
          <p14:tracePt t="20134" x="755650" y="3048000"/>
          <p14:tracePt t="20150" x="774700" y="3079750"/>
          <p14:tracePt t="20154" x="793750" y="3098800"/>
          <p14:tracePt t="20166" x="793750" y="3105150"/>
          <p14:tracePt t="20184" x="825500" y="3130550"/>
          <p14:tracePt t="20200" x="857250" y="3155950"/>
          <p14:tracePt t="20218" x="914400" y="3194050"/>
          <p14:tracePt t="20234" x="927100" y="3206750"/>
          <p14:tracePt t="20250" x="977900" y="3238500"/>
          <p14:tracePt t="20253" x="1041400" y="3276600"/>
          <p14:tracePt t="20268" x="1104900" y="3308350"/>
          <p14:tracePt t="20284" x="1200150" y="3352800"/>
          <p14:tracePt t="20300" x="1250950" y="3378200"/>
          <p14:tracePt t="20317" x="1327150" y="3403600"/>
          <p14:tracePt t="20334" x="1352550" y="3409950"/>
          <p14:tracePt t="20351" x="1377950" y="3409950"/>
          <p14:tracePt t="20367" x="1428750" y="3409950"/>
          <p14:tracePt t="20383" x="1454150" y="3397250"/>
          <p14:tracePt t="20400" x="1511300" y="3365500"/>
          <p14:tracePt t="20417" x="1543050" y="3333750"/>
          <p14:tracePt t="20421" x="1587500" y="3295650"/>
          <p14:tracePt t="20434" x="1606550" y="3270250"/>
          <p14:tracePt t="20450" x="1657350" y="3225800"/>
          <p14:tracePt t="20453" x="1670050" y="3200400"/>
          <p14:tracePt t="20468" x="1708150" y="3155950"/>
          <p14:tracePt t="20484" x="1727200" y="3124200"/>
          <p14:tracePt t="20500" x="1739900" y="3105150"/>
          <p14:tracePt t="20517" x="1758950" y="3054350"/>
          <p14:tracePt t="20534" x="1765300" y="3028950"/>
          <p14:tracePt t="20550" x="1765300" y="3009900"/>
          <p14:tracePt t="20567" x="1765300" y="2990850"/>
          <p14:tracePt t="20583" x="1765300" y="2965450"/>
          <p14:tracePt t="20600" x="1758950" y="2952750"/>
          <p14:tracePt t="20617" x="1758950" y="2933700"/>
          <p14:tracePt t="20633" x="1746250" y="2914650"/>
          <p14:tracePt t="20650" x="1746250" y="2901950"/>
          <p14:tracePt t="20667" x="1739900" y="2895600"/>
          <p14:tracePt t="20684" x="1733550" y="2895600"/>
          <p14:tracePt t="20710" x="1727200" y="2895600"/>
          <p14:tracePt t="20719" x="1720850" y="2895600"/>
          <p14:tracePt t="20734" x="1708150" y="2895600"/>
          <p14:tracePt t="20750" x="1631950" y="2952750"/>
          <p14:tracePt t="20767" x="1562100" y="3028950"/>
          <p14:tracePt t="20784" x="1441450" y="3206750"/>
          <p14:tracePt t="20800" x="1352550" y="3352800"/>
          <p14:tracePt t="20817" x="1276350" y="3498850"/>
          <p14:tracePt t="20834" x="1238250" y="3651250"/>
          <p14:tracePt t="20850" x="1225550" y="3784600"/>
          <p14:tracePt t="20867" x="1231900" y="3937000"/>
          <p14:tracePt t="20884" x="1282700" y="4102100"/>
          <p14:tracePt t="20888" x="1295400" y="4127500"/>
          <p14:tracePt t="20900" x="1320800" y="4191000"/>
          <p14:tracePt t="20917" x="1371600" y="4254500"/>
          <p14:tracePt t="20921" x="1377950" y="4260850"/>
          <p14:tracePt t="20944" x="1384300" y="4260850"/>
          <p14:tracePt t="20953" x="1390650" y="4260850"/>
          <p14:tracePt t="20968" x="1409700" y="4222750"/>
          <p14:tracePt t="20984" x="1428750" y="4178300"/>
          <p14:tracePt t="21000" x="1460500" y="4121150"/>
          <p14:tracePt t="21017" x="1492250" y="4051300"/>
          <p14:tracePt t="21034" x="1498600" y="3987800"/>
          <p14:tracePt t="21050" x="1504950" y="3949700"/>
          <p14:tracePt t="21067" x="1511300" y="3924300"/>
          <p14:tracePt t="21084" x="1511300" y="3911600"/>
          <p14:tracePt t="21100" x="1511300" y="3898900"/>
          <p14:tracePt t="21117" x="1511300" y="3892550"/>
          <p14:tracePt t="21134" x="1511300" y="3886200"/>
          <p14:tracePt t="21150" x="1504950" y="3873500"/>
          <p14:tracePt t="21155" x="1504950" y="3867150"/>
          <p14:tracePt t="21167" x="1498600" y="3854450"/>
          <p14:tracePt t="21184" x="1492250" y="3835400"/>
          <p14:tracePt t="21187" x="1485900" y="3816350"/>
          <p14:tracePt t="21200" x="1473200" y="3797300"/>
          <p14:tracePt t="21217" x="1454150" y="3746500"/>
          <p14:tracePt t="21234" x="1435100" y="3721100"/>
          <p14:tracePt t="21250" x="1416050" y="3695700"/>
          <p14:tracePt t="21267" x="1403350" y="3676650"/>
          <p14:tracePt t="21284" x="1390650" y="3663950"/>
          <p14:tracePt t="21301" x="1384300" y="3663950"/>
          <p14:tracePt t="21317" x="1365250" y="3651250"/>
          <p14:tracePt t="21336" x="1346200" y="3651250"/>
          <p14:tracePt t="21350" x="1339850" y="3651250"/>
          <p14:tracePt t="21368" x="1308100" y="3644900"/>
          <p14:tracePt t="21384" x="1276350" y="3644900"/>
          <p14:tracePt t="21402" x="1257300" y="3644900"/>
          <p14:tracePt t="21405" x="1219200" y="3651250"/>
          <p14:tracePt t="21417" x="1206500" y="3651250"/>
          <p14:tracePt t="21436" x="1155700" y="3663950"/>
          <p14:tracePt t="21450" x="1149350" y="3663950"/>
          <p14:tracePt t="21469" x="1104900" y="3670300"/>
          <p14:tracePt t="21483" x="1085850" y="3683000"/>
          <p14:tracePt t="21500" x="1073150" y="3689350"/>
          <p14:tracePt t="21517" x="1028700" y="3714750"/>
          <p14:tracePt t="21534" x="996950" y="3727450"/>
          <p14:tracePt t="21550" x="977900" y="3746500"/>
          <p14:tracePt t="21567" x="939800" y="3765550"/>
          <p14:tracePt t="21584" x="920750" y="3784600"/>
          <p14:tracePt t="21601" x="908050" y="3797300"/>
          <p14:tracePt t="21617" x="889000" y="3816350"/>
          <p14:tracePt t="21634" x="882650" y="3822700"/>
          <p14:tracePt t="21651" x="876300" y="3841750"/>
          <p14:tracePt t="21667" x="863600" y="3873500"/>
          <p14:tracePt t="21670" x="863600" y="3892550"/>
          <p14:tracePt t="21684" x="863600" y="3905250"/>
          <p14:tracePt t="21700" x="863600" y="3924300"/>
          <p14:tracePt t="21703" x="863600" y="3937000"/>
          <p14:tracePt t="21718" x="869950" y="3975100"/>
          <p14:tracePt t="21734" x="889000" y="4006850"/>
          <p14:tracePt t="21750" x="914400" y="4038600"/>
          <p14:tracePt t="21767" x="939800" y="4064000"/>
          <p14:tracePt t="21784" x="984250" y="4095750"/>
          <p14:tracePt t="21800" x="1028700" y="4114800"/>
          <p14:tracePt t="21817" x="1117600" y="4140200"/>
          <p14:tracePt t="21834" x="1225550" y="4159250"/>
          <p14:tracePt t="21837" x="1263650" y="4165600"/>
          <p14:tracePt t="21850" x="1301750" y="4171950"/>
          <p14:tracePt t="21867" x="1358900" y="4178300"/>
          <p14:tracePt t="21884" x="1466850" y="4184650"/>
          <p14:tracePt t="21900" x="1498600" y="4184650"/>
          <p14:tracePt t="21905" x="1530350" y="4184650"/>
          <p14:tracePt t="21917" x="1543050" y="4184650"/>
          <p14:tracePt t="21934" x="1555750" y="4184650"/>
          <p14:tracePt t="21937" x="1562100" y="4184650"/>
          <p14:tracePt t="21950" x="1568450" y="4184650"/>
          <p14:tracePt t="21967" x="1581150" y="4165600"/>
          <p14:tracePt t="21984" x="1587500" y="4146550"/>
          <p14:tracePt t="22000" x="1606550" y="4121150"/>
          <p14:tracePt t="22017" x="1612900" y="4095750"/>
          <p14:tracePt t="22034" x="1625600" y="4057650"/>
          <p14:tracePt t="22050" x="1631950" y="4032250"/>
          <p14:tracePt t="22067" x="1638300" y="4013200"/>
          <p14:tracePt t="22084" x="1638300" y="3994150"/>
          <p14:tracePt t="22100" x="1644650" y="3968750"/>
          <p14:tracePt t="22103" x="1644650" y="3956050"/>
          <p14:tracePt t="22117" x="1644650" y="3949700"/>
          <p14:tracePt t="22134" x="1644650" y="3924300"/>
          <p14:tracePt t="22137" x="1644650" y="3917950"/>
          <p14:tracePt t="22150" x="1644650" y="3898900"/>
          <p14:tracePt t="22167" x="1644650" y="3879850"/>
          <p14:tracePt t="22171" x="1644650" y="3873500"/>
          <p14:tracePt t="22184" x="1631950" y="3848100"/>
          <p14:tracePt t="22200" x="1619250" y="3835400"/>
          <p14:tracePt t="22203" x="1612900" y="3829050"/>
          <p14:tracePt t="22218" x="1600200" y="3810000"/>
          <p14:tracePt t="22234" x="1581150" y="3797300"/>
          <p14:tracePt t="22250" x="1562100" y="3784600"/>
          <p14:tracePt t="22267" x="1549400" y="3771900"/>
          <p14:tracePt t="22284" x="1524000" y="3752850"/>
          <p14:tracePt t="22300" x="1504950" y="3746500"/>
          <p14:tracePt t="22317" x="1479550" y="3727450"/>
          <p14:tracePt t="22334" x="1441450" y="3708400"/>
          <p14:tracePt t="22350" x="1416050" y="3695700"/>
          <p14:tracePt t="22367" x="1377950" y="3689350"/>
          <p14:tracePt t="22371" x="1339850" y="3683000"/>
          <p14:tracePt t="22384" x="1320800" y="3683000"/>
          <p14:tracePt t="22400" x="1282700" y="3683000"/>
          <p14:tracePt t="22403" x="1257300" y="3683000"/>
          <p14:tracePt t="22417" x="1206500" y="3702050"/>
          <p14:tracePt t="22434" x="1155700" y="3727450"/>
          <p14:tracePt t="22437" x="1136650" y="3740150"/>
          <p14:tracePt t="22450" x="1111250" y="3746500"/>
          <p14:tracePt t="22468" x="1079500" y="3765550"/>
          <p14:tracePt t="22484" x="1060450" y="3778250"/>
          <p14:tracePt t="22500" x="1047750" y="3784600"/>
          <p14:tracePt t="22517" x="1035050" y="3797300"/>
          <p14:tracePt t="22534" x="1028700" y="3797300"/>
          <p14:tracePt t="22551" x="1022350" y="3797300"/>
          <p14:tracePt t="22567" x="1022350" y="3803650"/>
          <p14:tracePt t="22584" x="1016000" y="3803650"/>
          <p14:tracePt t="22601" x="1003300" y="3816350"/>
          <p14:tracePt t="22606" x="1003300" y="3822700"/>
          <p14:tracePt t="22617" x="996950" y="3829050"/>
          <p14:tracePt t="22633" x="990600" y="3835400"/>
          <p14:tracePt t="22636" x="990600" y="3841750"/>
          <p14:tracePt t="22839" x="0" y="0"/>
        </p14:tracePtLst>
      </p14:laserTraceLst>
    </p:ext>
  </p:extLs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Hands-on	</a:t>
            </a:r>
            <a:endParaRPr lang="nl-BE" dirty="0"/>
          </a:p>
        </p:txBody>
      </p:sp>
      <p:sp>
        <p:nvSpPr>
          <p:cNvPr id="3" name="Content Placeholder 2"/>
          <p:cNvSpPr>
            <a:spLocks noGrp="1"/>
          </p:cNvSpPr>
          <p:nvPr>
            <p:ph idx="1"/>
          </p:nvPr>
        </p:nvSpPr>
        <p:spPr/>
        <p:txBody>
          <a:bodyPr/>
          <a:lstStyle/>
          <a:p>
            <a:r>
              <a:rPr lang="nl-BE" dirty="0"/>
              <a:t>Loop over </a:t>
            </a:r>
            <a:r>
              <a:rPr lang="nl-BE" dirty="0" err="1"/>
              <a:t>the</a:t>
            </a:r>
            <a:r>
              <a:rPr lang="nl-BE" dirty="0"/>
              <a:t> first 20 integers (</a:t>
            </a:r>
            <a:r>
              <a:rPr lang="nl-BE" dirty="0" err="1"/>
              <a:t>starting</a:t>
            </a:r>
            <a:r>
              <a:rPr lang="nl-BE" dirty="0"/>
              <a:t> at 1) </a:t>
            </a:r>
            <a:r>
              <a:rPr lang="nl-BE" dirty="0" err="1"/>
              <a:t>and</a:t>
            </a:r>
            <a:r>
              <a:rPr lang="nl-BE" dirty="0"/>
              <a:t> print </a:t>
            </a:r>
            <a:r>
              <a:rPr lang="nl-BE" dirty="0" err="1"/>
              <a:t>each</a:t>
            </a:r>
            <a:r>
              <a:rPr lang="nl-BE" dirty="0"/>
              <a:t> </a:t>
            </a:r>
            <a:r>
              <a:rPr lang="nl-BE" dirty="0" err="1"/>
              <a:t>one</a:t>
            </a:r>
            <a:endParaRPr lang="nl-BE" dirty="0"/>
          </a:p>
          <a:p>
            <a:r>
              <a:rPr lang="en-US" dirty="0"/>
              <a:t>Use a loop to sum up the integers: 1, 2, .., 20</a:t>
            </a:r>
          </a:p>
          <a:p>
            <a:pPr lvl="1"/>
            <a:r>
              <a:rPr lang="en-US" dirty="0"/>
              <a:t>Make the program general and use a variable to specify the amount of numbers.</a:t>
            </a:r>
          </a:p>
          <a:p>
            <a:pPr lvl="1"/>
            <a:endParaRPr lang="nl-BE" dirty="0"/>
          </a:p>
          <a:p>
            <a:endParaRPr lang="nl-BE" dirty="0"/>
          </a:p>
        </p:txBody>
      </p:sp>
    </p:spTree>
    <p:extLst>
      <p:ext uri="{BB962C8B-B14F-4D97-AF65-F5344CB8AC3E}">
        <p14:creationId xmlns:p14="http://schemas.microsoft.com/office/powerpoint/2010/main" val="2179472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Accumulator pattern</a:t>
            </a:r>
          </a:p>
        </p:txBody>
      </p:sp>
      <p:sp>
        <p:nvSpPr>
          <p:cNvPr id="3" name="Content Placeholder 2"/>
          <p:cNvSpPr>
            <a:spLocks noGrp="1"/>
          </p:cNvSpPr>
          <p:nvPr>
            <p:ph idx="1"/>
          </p:nvPr>
        </p:nvSpPr>
        <p:spPr/>
        <p:txBody>
          <a:bodyPr>
            <a:normAutofit/>
          </a:bodyPr>
          <a:lstStyle/>
          <a:p>
            <a:r>
              <a:rPr lang="en-US" dirty="0"/>
              <a:t>Common programming pattern:  </a:t>
            </a:r>
          </a:p>
          <a:p>
            <a:pPr lvl="1"/>
            <a:r>
              <a:rPr lang="en-US" dirty="0"/>
              <a:t>walk through a sequence, </a:t>
            </a:r>
          </a:p>
          <a:p>
            <a:pPr lvl="1"/>
            <a:r>
              <a:rPr lang="en-US" dirty="0"/>
              <a:t>accumulate a value as you go, </a:t>
            </a:r>
          </a:p>
          <a:p>
            <a:pPr lvl="1"/>
            <a:r>
              <a:rPr lang="en-US" dirty="0"/>
              <a:t>at the end of the traversal, have single value accumulated</a:t>
            </a:r>
          </a:p>
          <a:p>
            <a:r>
              <a:rPr lang="en-US" dirty="0"/>
              <a:t>The anatomy of the accumulation pattern includes:</a:t>
            </a:r>
          </a:p>
          <a:p>
            <a:pPr lvl="1"/>
            <a:r>
              <a:rPr lang="en-US" dirty="0"/>
              <a:t>initializing an “</a:t>
            </a:r>
            <a:r>
              <a:rPr lang="en-US" dirty="0" err="1"/>
              <a:t>acccumulator</a:t>
            </a:r>
            <a:r>
              <a:rPr lang="en-US" dirty="0"/>
              <a:t>” variable to an initial value (such as 0 if accumulating a sum)</a:t>
            </a:r>
          </a:p>
          <a:p>
            <a:pPr lvl="1"/>
            <a:r>
              <a:rPr lang="en-US" dirty="0"/>
              <a:t>iterating (e.g., traversing the items in a sequence)</a:t>
            </a:r>
          </a:p>
          <a:p>
            <a:pPr lvl="1"/>
            <a:r>
              <a:rPr lang="en-US" dirty="0"/>
              <a:t>updating the accumulator variable on each iteration (i.e., when processing each item in the sequence)</a:t>
            </a:r>
          </a:p>
        </p:txBody>
      </p:sp>
      <p:sp>
        <p:nvSpPr>
          <p:cNvPr id="4" name="TextBox 3"/>
          <p:cNvSpPr txBox="1"/>
          <p:nvPr/>
        </p:nvSpPr>
        <p:spPr>
          <a:xfrm>
            <a:off x="838200" y="6311900"/>
            <a:ext cx="8091126" cy="369332"/>
          </a:xfrm>
          <a:prstGeom prst="rect">
            <a:avLst/>
          </a:prstGeom>
          <a:noFill/>
        </p:spPr>
        <p:txBody>
          <a:bodyPr wrap="none" rtlCol="0">
            <a:spAutoFit/>
          </a:bodyPr>
          <a:lstStyle/>
          <a:p>
            <a:r>
              <a:rPr lang="en-US" dirty="0">
                <a:hlinkClick r:id="rId2"/>
              </a:rPr>
              <a:t>http://ice-web.cc.gatech.edu/ce21/1/static/audio/static/pip/Iteration/iteration.html</a:t>
            </a:r>
            <a:endParaRPr lang="en-US" dirty="0"/>
          </a:p>
        </p:txBody>
      </p:sp>
    </p:spTree>
    <p:extLst>
      <p:ext uri="{BB962C8B-B14F-4D97-AF65-F5344CB8AC3E}">
        <p14:creationId xmlns:p14="http://schemas.microsoft.com/office/powerpoint/2010/main" val="410524045"/>
      </p:ext>
    </p:extLst>
  </p:cSld>
  <p:clrMapOvr>
    <a:masterClrMapping/>
  </p:clrMapOvr>
  <mc:AlternateContent xmlns:mc="http://schemas.openxmlformats.org/markup-compatibility/2006" xmlns:p14="http://schemas.microsoft.com/office/powerpoint/2010/main">
    <mc:Choice Requires="p14">
      <p:transition spd="slow" p14:dur="2000" advTm="53424"/>
    </mc:Choice>
    <mc:Fallback xmlns="">
      <p:transition spd="slow" advTm="53424"/>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Accumulator pattern</a:t>
            </a:r>
          </a:p>
        </p:txBody>
      </p:sp>
      <p:sp>
        <p:nvSpPr>
          <p:cNvPr id="3" name="Content Placeholder 2"/>
          <p:cNvSpPr>
            <a:spLocks noGrp="1"/>
          </p:cNvSpPr>
          <p:nvPr>
            <p:ph idx="1"/>
          </p:nvPr>
        </p:nvSpPr>
        <p:spPr/>
        <p:txBody>
          <a:bodyPr/>
          <a:lstStyle/>
          <a:p>
            <a:pPr marL="0" indent="0">
              <a:buNone/>
            </a:pPr>
            <a:r>
              <a:rPr lang="en-US" dirty="0" err="1">
                <a:latin typeface="Courier New" panose="02070309020205020404" pitchFamily="49" charset="0"/>
                <a:cs typeface="Courier New" panose="02070309020205020404" pitchFamily="49" charset="0"/>
              </a:rPr>
              <a:t>nums</a:t>
            </a:r>
            <a:r>
              <a:rPr lang="en-US" dirty="0">
                <a:latin typeface="Courier New" panose="02070309020205020404" pitchFamily="49" charset="0"/>
                <a:cs typeface="Courier New" panose="02070309020205020404" pitchFamily="49" charset="0"/>
              </a:rPr>
              <a:t> = [1, 2, 3, 4, 5, 6, 7, 8, 9, 10]</a:t>
            </a:r>
          </a:p>
          <a:p>
            <a:pPr marL="0" indent="0">
              <a:buNone/>
            </a:pPr>
            <a:r>
              <a:rPr lang="en-US" dirty="0" err="1">
                <a:latin typeface="Courier New" panose="02070309020205020404" pitchFamily="49" charset="0"/>
                <a:cs typeface="Courier New" panose="02070309020205020404" pitchFamily="49" charset="0"/>
              </a:rPr>
              <a:t>accum</a:t>
            </a:r>
            <a:r>
              <a:rPr lang="en-US" dirty="0">
                <a:latin typeface="Courier New" panose="02070309020205020404" pitchFamily="49" charset="0"/>
                <a:cs typeface="Courier New" panose="02070309020205020404" pitchFamily="49" charset="0"/>
              </a:rPr>
              <a:t> = 0</a:t>
            </a:r>
          </a:p>
          <a:p>
            <a:pPr marL="0" indent="0">
              <a:buNone/>
            </a:pPr>
            <a:r>
              <a:rPr lang="en-US" dirty="0">
                <a:latin typeface="Courier New" panose="02070309020205020404" pitchFamily="49" charset="0"/>
                <a:cs typeface="Courier New" panose="02070309020205020404" pitchFamily="49" charset="0"/>
              </a:rPr>
              <a:t>for w in </a:t>
            </a:r>
            <a:r>
              <a:rPr lang="en-US" dirty="0" err="1">
                <a:latin typeface="Courier New" panose="02070309020205020404" pitchFamily="49" charset="0"/>
                <a:cs typeface="Courier New" panose="02070309020205020404" pitchFamily="49" charset="0"/>
              </a:rPr>
              <a:t>nums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accum</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accum</a:t>
            </a:r>
            <a:r>
              <a:rPr lang="en-US" dirty="0">
                <a:latin typeface="Courier New" panose="02070309020205020404" pitchFamily="49" charset="0"/>
                <a:cs typeface="Courier New" panose="02070309020205020404" pitchFamily="49" charset="0"/>
              </a:rPr>
              <a:t> + w</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accum</a:t>
            </a:r>
            <a:r>
              <a:rPr lang="en-US" dirty="0">
                <a:latin typeface="Courier New" panose="02070309020205020404" pitchFamily="49" charset="0"/>
                <a:cs typeface="Courier New" panose="02070309020205020404" pitchFamily="49" charset="0"/>
              </a:rPr>
              <a:t>)</a:t>
            </a:r>
          </a:p>
          <a:p>
            <a:pPr marL="0" indent="0">
              <a:buNone/>
            </a:pPr>
            <a:endParaRPr lang="en-US" dirty="0">
              <a:cs typeface="Courier New" panose="02070309020205020404" pitchFamily="49" charset="0"/>
            </a:endParaRPr>
          </a:p>
          <a:p>
            <a:pPr marL="0" indent="0">
              <a:buNone/>
            </a:pPr>
            <a:r>
              <a:rPr lang="en-US" i="1" dirty="0">
                <a:cs typeface="Courier New" panose="02070309020205020404" pitchFamily="49" charset="0"/>
              </a:rPr>
              <a:t>File: accum_pattern_single.py</a:t>
            </a:r>
          </a:p>
          <a:p>
            <a:pPr marL="0" indent="0">
              <a:buNone/>
            </a:pPr>
            <a:r>
              <a:rPr lang="en-US" i="1" dirty="0">
                <a:cs typeface="Courier New" panose="02070309020205020404" pitchFamily="49" charset="0"/>
              </a:rPr>
              <a:t>File: accum_pattern_single_text.py</a:t>
            </a:r>
          </a:p>
        </p:txBody>
      </p:sp>
    </p:spTree>
    <p:extLst>
      <p:ext uri="{BB962C8B-B14F-4D97-AF65-F5344CB8AC3E}">
        <p14:creationId xmlns:p14="http://schemas.microsoft.com/office/powerpoint/2010/main" val="1251474196"/>
      </p:ext>
    </p:extLst>
  </p:cSld>
  <p:clrMapOvr>
    <a:masterClrMapping/>
  </p:clrMapOvr>
  <mc:AlternateContent xmlns:mc="http://schemas.openxmlformats.org/markup-compatibility/2006" xmlns:p14="http://schemas.microsoft.com/office/powerpoint/2010/main">
    <mc:Choice Requires="p14">
      <p:transition spd="slow" p14:dur="2000" advTm="3077"/>
    </mc:Choice>
    <mc:Fallback xmlns="">
      <p:transition spd="slow" advTm="3077"/>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Accumulator pattern</a:t>
            </a:r>
          </a:p>
        </p:txBody>
      </p:sp>
      <p:sp>
        <p:nvSpPr>
          <p:cNvPr id="3" name="Content Placeholder 2"/>
          <p:cNvSpPr>
            <a:spLocks noGrp="1"/>
          </p:cNvSpPr>
          <p:nvPr>
            <p:ph idx="1"/>
          </p:nvPr>
        </p:nvSpPr>
        <p:spPr/>
        <p:txBody>
          <a:bodyPr/>
          <a:lstStyle/>
          <a:p>
            <a:r>
              <a:rPr lang="en-US" dirty="0"/>
              <a:t>Accumulating multiple results in a dictionary</a:t>
            </a:r>
          </a:p>
          <a:p>
            <a:r>
              <a:rPr lang="en-US" i="1" dirty="0"/>
              <a:t>File: accum_pattern_multiple.py</a:t>
            </a:r>
          </a:p>
          <a:p>
            <a:r>
              <a:rPr lang="en-US" i="1" dirty="0"/>
              <a:t>File: accum_pattern_multiple-scrabble.py</a:t>
            </a:r>
          </a:p>
          <a:p>
            <a:endParaRPr lang="en-US" dirty="0"/>
          </a:p>
        </p:txBody>
      </p:sp>
    </p:spTree>
    <p:extLst>
      <p:ext uri="{BB962C8B-B14F-4D97-AF65-F5344CB8AC3E}">
        <p14:creationId xmlns:p14="http://schemas.microsoft.com/office/powerpoint/2010/main" val="3845971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loop</a:t>
            </a:r>
            <a:endParaRPr lang="nl-BE" dirty="0"/>
          </a:p>
        </p:txBody>
      </p:sp>
      <p:sp>
        <p:nvSpPr>
          <p:cNvPr id="3" name="Content Placeholder 2"/>
          <p:cNvSpPr>
            <a:spLocks noGrp="1"/>
          </p:cNvSpPr>
          <p:nvPr>
            <p:ph idx="1"/>
          </p:nvPr>
        </p:nvSpPr>
        <p:spPr/>
        <p:txBody>
          <a:bodyPr>
            <a:normAutofit/>
          </a:bodyPr>
          <a:lstStyle/>
          <a:p>
            <a:r>
              <a:rPr lang="en-US" dirty="0"/>
              <a:t>while loops use a condition to determine when to stop the loop.</a:t>
            </a:r>
          </a:p>
          <a:p>
            <a:r>
              <a:rPr lang="en-US" dirty="0"/>
              <a:t>The general Python syntax: </a:t>
            </a:r>
          </a:p>
          <a:p>
            <a:pPr marL="0" indent="0">
              <a:buNone/>
            </a:pPr>
            <a:r>
              <a:rPr lang="nl-BE" b="1" dirty="0" err="1">
                <a:latin typeface="Courier New" panose="02070309020205020404" pitchFamily="49" charset="0"/>
                <a:cs typeface="Courier New" panose="02070309020205020404" pitchFamily="49" charset="0"/>
              </a:rPr>
              <a:t>while</a:t>
            </a:r>
            <a:r>
              <a:rPr lang="nl-BE" dirty="0">
                <a:latin typeface="Courier New" panose="02070309020205020404" pitchFamily="49" charset="0"/>
                <a:cs typeface="Courier New" panose="02070309020205020404" pitchFamily="49" charset="0"/>
              </a:rPr>
              <a:t> &lt;</a:t>
            </a:r>
            <a:r>
              <a:rPr lang="nl-BE" dirty="0" err="1">
                <a:latin typeface="Courier New" panose="02070309020205020404" pitchFamily="49" charset="0"/>
                <a:cs typeface="Courier New" panose="02070309020205020404" pitchFamily="49" charset="0"/>
              </a:rPr>
              <a:t>boolean</a:t>
            </a:r>
            <a:r>
              <a:rPr lang="nl-BE" dirty="0">
                <a:latin typeface="Courier New" panose="02070309020205020404" pitchFamily="49" charset="0"/>
                <a:cs typeface="Courier New" panose="02070309020205020404" pitchFamily="49" charset="0"/>
              </a:rPr>
              <a:t> </a:t>
            </a:r>
            <a:r>
              <a:rPr lang="nl-BE" dirty="0" err="1">
                <a:latin typeface="Courier New" panose="02070309020205020404" pitchFamily="49" charset="0"/>
                <a:cs typeface="Courier New" panose="02070309020205020404" pitchFamily="49" charset="0"/>
              </a:rPr>
              <a:t>expression</a:t>
            </a:r>
            <a:r>
              <a:rPr lang="nl-BE" dirty="0">
                <a:latin typeface="Courier New" panose="02070309020205020404" pitchFamily="49" charset="0"/>
                <a:cs typeface="Courier New" panose="02070309020205020404" pitchFamily="49" charset="0"/>
              </a:rPr>
              <a:t>&gt;: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blockToRepeat</a:t>
            </a:r>
            <a:endParaRPr lang="en-US" dirty="0">
              <a:latin typeface="Courier New" panose="02070309020205020404" pitchFamily="49" charset="0"/>
              <a:cs typeface="Courier New" panose="02070309020205020404" pitchFamily="49" charset="0"/>
            </a:endParaRPr>
          </a:p>
          <a:p>
            <a:pPr marL="0" indent="0">
              <a:buNone/>
            </a:pPr>
            <a:r>
              <a:rPr lang="nl-BE" b="1" dirty="0" err="1">
                <a:latin typeface="Courier New" panose="02070309020205020404" pitchFamily="49" charset="0"/>
                <a:cs typeface="Courier New" panose="02070309020205020404" pitchFamily="49" charset="0"/>
              </a:rPr>
              <a:t>else</a:t>
            </a:r>
            <a:r>
              <a:rPr lang="nl-BE" b="1" dirty="0">
                <a:latin typeface="Courier New" panose="02070309020205020404" pitchFamily="49" charset="0"/>
                <a:cs typeface="Courier New" panose="02070309020205020404" pitchFamily="49" charset="0"/>
              </a:rPr>
              <a:t>:</a:t>
            </a:r>
            <a:r>
              <a:rPr lang="nl-BE" dirty="0">
                <a:latin typeface="Courier New" panose="02070309020205020404" pitchFamily="49" charset="0"/>
                <a:cs typeface="Courier New" panose="02070309020205020404" pitchFamily="49" charset="0"/>
              </a:rPr>
              <a:t>  # </a:t>
            </a:r>
            <a:r>
              <a:rPr lang="nl-BE" dirty="0" err="1">
                <a:latin typeface="Courier New" panose="02070309020205020404" pitchFamily="49" charset="0"/>
                <a:cs typeface="Courier New" panose="02070309020205020404" pitchFamily="49" charset="0"/>
              </a:rPr>
              <a:t>optional</a:t>
            </a:r>
            <a:endParaRPr lang="nl-BE"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blockElse</a:t>
            </a:r>
            <a:endParaRPr lang="nl-BE" dirty="0">
              <a:latin typeface="Courier New" panose="02070309020205020404" pitchFamily="49" charset="0"/>
              <a:cs typeface="Courier New" panose="02070309020205020404" pitchFamily="49" charset="0"/>
            </a:endParaRPr>
          </a:p>
          <a:p>
            <a:endParaRPr lang="en-US" i="1" dirty="0"/>
          </a:p>
          <a:p>
            <a:r>
              <a:rPr lang="en-US" i="1" dirty="0"/>
              <a:t>File: while_loop_1.py</a:t>
            </a:r>
          </a:p>
          <a:p>
            <a:pPr marL="0" indent="0">
              <a:buNone/>
            </a:pPr>
            <a:endParaRPr lang="nl-BE" dirty="0"/>
          </a:p>
        </p:txBody>
      </p:sp>
    </p:spTree>
    <p:extLst>
      <p:ext uri="{BB962C8B-B14F-4D97-AF65-F5344CB8AC3E}">
        <p14:creationId xmlns:p14="http://schemas.microsoft.com/office/powerpoint/2010/main" val="532442575"/>
      </p:ext>
    </p:extLst>
  </p:cSld>
  <p:clrMapOvr>
    <a:masterClrMapping/>
  </p:clrMapOvr>
  <mc:AlternateContent xmlns:mc="http://schemas.openxmlformats.org/markup-compatibility/2006" xmlns:p14="http://schemas.microsoft.com/office/powerpoint/2010/main">
    <mc:Choice Requires="p14">
      <p:transition spd="slow" p14:dur="2000" advTm="75870"/>
    </mc:Choice>
    <mc:Fallback xmlns="">
      <p:transition spd="slow" advTm="75870"/>
    </mc:Fallback>
  </mc:AlternateContent>
  <p:extLst>
    <p:ext uri="{3A86A75C-4F4B-4683-9AE1-C65F6400EC91}">
      <p14:laserTraceLst xmlns:p14="http://schemas.microsoft.com/office/powerpoint/2010/main">
        <p14:tracePtLst>
          <p14:tracePt t="17352" x="3060700" y="2895600"/>
          <p14:tracePt t="17357" x="3048000" y="2882900"/>
          <p14:tracePt t="17366" x="3035300" y="2876550"/>
          <p14:tracePt t="17381" x="2971800" y="2844800"/>
          <p14:tracePt t="17398" x="2927350" y="2825750"/>
          <p14:tracePt t="17415" x="2870200" y="2806700"/>
          <p14:tracePt t="17431" x="2819400" y="2806700"/>
          <p14:tracePt t="17448" x="2762250" y="2806700"/>
          <p14:tracePt t="17465" x="2641600" y="2819400"/>
          <p14:tracePt t="17482" x="2565400" y="2832100"/>
          <p14:tracePt t="17498" x="2476500" y="2838450"/>
          <p14:tracePt t="17515" x="2336800" y="2863850"/>
          <p14:tracePt t="17532" x="2266950" y="2876550"/>
          <p14:tracePt t="17536" x="2241550" y="2882900"/>
          <p14:tracePt t="17549" x="2197100" y="2895600"/>
          <p14:tracePt t="17565" x="2159000" y="2914650"/>
          <p14:tracePt t="17568" x="2152650" y="2921000"/>
          <p14:tracePt t="17582" x="2146300" y="2933700"/>
          <p14:tracePt t="17598" x="2139950" y="2952750"/>
          <p14:tracePt t="17601" x="2139950" y="2971800"/>
          <p14:tracePt t="17616" x="2133600" y="3022600"/>
          <p14:tracePt t="17631" x="2139950" y="3105150"/>
          <p14:tracePt t="17648" x="2171700" y="3187700"/>
          <p14:tracePt t="17665" x="2209800" y="3263900"/>
          <p14:tracePt t="17682" x="2266950" y="3340100"/>
          <p14:tracePt t="17699" x="2317750" y="3384550"/>
          <p14:tracePt t="17715" x="2393950" y="3435350"/>
          <p14:tracePt t="17732" x="2476500" y="3473450"/>
          <p14:tracePt t="17748" x="2578100" y="3505200"/>
          <p14:tracePt t="17765" x="2673350" y="3524250"/>
          <p14:tracePt t="17782" x="2825750" y="3549650"/>
          <p14:tracePt t="17798" x="2927350" y="3562350"/>
          <p14:tracePt t="17803" x="3016250" y="3568700"/>
          <p14:tracePt t="17815" x="3067050" y="3568700"/>
          <p14:tracePt t="17832" x="3168650" y="3568700"/>
          <p14:tracePt t="17836" x="3206750" y="3568700"/>
          <p14:tracePt t="17848" x="3257550" y="3568700"/>
          <p14:tracePt t="17865" x="3390900" y="3568700"/>
          <p14:tracePt t="17882" x="3473450" y="3568700"/>
          <p14:tracePt t="17898" x="3536950" y="3556000"/>
          <p14:tracePt t="17915" x="3632200" y="3543300"/>
          <p14:tracePt t="17932" x="3708400" y="3530600"/>
          <p14:tracePt t="17948" x="3816350" y="3517900"/>
          <p14:tracePt t="17965" x="3905250" y="3517900"/>
          <p14:tracePt t="17982" x="4000500" y="3511550"/>
          <p14:tracePt t="17998" x="4095750" y="3511550"/>
          <p14:tracePt t="18001" x="4178300" y="3511550"/>
          <p14:tracePt t="18016" x="4203700" y="3511550"/>
          <p14:tracePt t="18032" x="4324350" y="3511550"/>
          <p14:tracePt t="18050" x="4445000" y="3511550"/>
          <p14:tracePt t="18052" x="4489450" y="3511550"/>
          <p14:tracePt t="18065" x="4572000" y="3511550"/>
          <p14:tracePt t="18084" x="4730750" y="3498850"/>
          <p14:tracePt t="18098" x="4756150" y="3498850"/>
          <p14:tracePt t="18116" x="4895850" y="3473450"/>
          <p14:tracePt t="18132" x="4991100" y="3441700"/>
          <p14:tracePt t="18149" x="5092700" y="3416300"/>
          <p14:tracePt t="18165" x="5137150" y="3409950"/>
          <p14:tracePt t="18181" x="5219700" y="3384550"/>
          <p14:tracePt t="18198" x="5251450" y="3371850"/>
          <p14:tracePt t="18215" x="5302250" y="3365500"/>
          <p14:tracePt t="18219" x="5308600" y="3365500"/>
          <p14:tracePt t="18232" x="5308600" y="3359150"/>
          <p14:tracePt t="18248" x="5327650" y="3359150"/>
          <p14:tracePt t="18253" x="5334000" y="3352800"/>
          <p14:tracePt t="18265" x="5346700" y="3346450"/>
          <p14:tracePt t="18282" x="5359400" y="3340100"/>
          <p14:tracePt t="18285" x="5359400" y="3333750"/>
          <p14:tracePt t="18299" x="5365750" y="3333750"/>
          <p14:tracePt t="18315" x="5365750" y="3321050"/>
          <p14:tracePt t="18318" x="5378450" y="3302000"/>
          <p14:tracePt t="18332" x="5378450" y="3295650"/>
          <p14:tracePt t="18348" x="5378450" y="3276600"/>
          <p14:tracePt t="18352" x="5378450" y="3263900"/>
          <p14:tracePt t="18365" x="5378450" y="3244850"/>
          <p14:tracePt t="18381" x="5372100" y="3219450"/>
          <p14:tracePt t="18398" x="5346700" y="3175000"/>
          <p14:tracePt t="18415" x="5308600" y="3124200"/>
          <p14:tracePt t="18432" x="5283200" y="3098800"/>
          <p14:tracePt t="18448" x="5232400" y="3035300"/>
          <p14:tracePt t="18465" x="5168900" y="2971800"/>
          <p14:tracePt t="18482" x="5130800" y="2940050"/>
          <p14:tracePt t="18498" x="5054600" y="2870200"/>
          <p14:tracePt t="18515" x="5003800" y="2832100"/>
          <p14:tracePt t="18518" x="4978400" y="2813050"/>
          <p14:tracePt t="18532" x="4895850" y="2762250"/>
          <p14:tracePt t="18549" x="4800600" y="2705100"/>
          <p14:tracePt t="18565" x="4756150" y="2679700"/>
          <p14:tracePt t="18582" x="4591050" y="2628900"/>
          <p14:tracePt t="18585" x="4533900" y="2616200"/>
          <p14:tracePt t="18599" x="4483100" y="2609850"/>
          <p14:tracePt t="18615" x="4184650" y="2590800"/>
          <p14:tracePt t="18632" x="4051300" y="2597150"/>
          <p14:tracePt t="18648" x="3930650" y="2622550"/>
          <p14:tracePt t="18665" x="3835400" y="2641600"/>
          <p14:tracePt t="18682" x="3746500" y="2660650"/>
          <p14:tracePt t="18698" x="3683000" y="2679700"/>
          <p14:tracePt t="18715" x="3638550" y="2686050"/>
          <p14:tracePt t="18732" x="3575050" y="2705100"/>
          <p14:tracePt t="18748" x="3524250" y="2724150"/>
          <p14:tracePt t="18753" x="3467100" y="2743200"/>
          <p14:tracePt t="18765" x="3429000" y="2762250"/>
          <p14:tracePt t="18782" x="3333750" y="2794000"/>
          <p14:tracePt t="18785" x="3232150" y="2838450"/>
          <p14:tracePt t="18798" x="3168650" y="2851150"/>
          <p14:tracePt t="18816" x="2971800" y="2921000"/>
          <p14:tracePt t="18831" x="2901950" y="2940050"/>
          <p14:tracePt t="18848" x="2825750" y="2971800"/>
          <p14:tracePt t="18853" x="2781300" y="2990850"/>
          <p14:tracePt t="18866" x="2711450" y="3035300"/>
          <p14:tracePt t="18882" x="2698750" y="3048000"/>
          <p14:tracePt t="18898" x="2692400" y="3067050"/>
          <p14:tracePt t="18915" x="2686050" y="3092450"/>
          <p14:tracePt t="18932" x="2679700" y="3111500"/>
          <p14:tracePt t="18949" x="2679700" y="3136900"/>
          <p14:tracePt t="18965" x="2679700" y="3168650"/>
          <p14:tracePt t="18982" x="2679700" y="3187700"/>
          <p14:tracePt t="18998" x="2686050" y="3219450"/>
          <p14:tracePt t="19015" x="2692400" y="3251200"/>
          <p14:tracePt t="19019" x="2698750" y="3263900"/>
          <p14:tracePt t="19032" x="2705100" y="3282950"/>
          <p14:tracePt t="19049" x="2724150" y="3321050"/>
          <p14:tracePt t="19066" x="2749550" y="3340100"/>
          <p14:tracePt t="19082" x="2774950" y="3365500"/>
          <p14:tracePt t="19098" x="2794000" y="3384550"/>
          <p14:tracePt t="19116" x="2876550" y="3422650"/>
          <p14:tracePt t="19131" x="2940050" y="3441700"/>
          <p14:tracePt t="19148" x="3041650" y="3460750"/>
          <p14:tracePt t="19165" x="3130550" y="3467100"/>
          <p14:tracePt t="19182" x="3219450" y="3473450"/>
          <p14:tracePt t="19198" x="3340100" y="3473450"/>
          <p14:tracePt t="19215" x="3416300" y="3460750"/>
          <p14:tracePt t="19232" x="3505200" y="3448050"/>
          <p14:tracePt t="19248" x="3594100" y="3429000"/>
          <p14:tracePt t="19252" x="3619500" y="3422650"/>
          <p14:tracePt t="19265" x="3689350" y="3416300"/>
          <p14:tracePt t="19282" x="3778250" y="3403600"/>
          <p14:tracePt t="19285" x="3797300" y="3403600"/>
          <p14:tracePt t="19299" x="3816350" y="3397250"/>
          <p14:tracePt t="19317" x="3892550" y="3384550"/>
          <p14:tracePt t="19331" x="3905250" y="3378200"/>
          <p14:tracePt t="19348" x="3911600" y="3378200"/>
          <p14:tracePt t="19399" x="0" y="0"/>
        </p14:tracePtLst>
        <p14:tracePtLst>
          <p14:tracePt t="22393" x="2120900" y="3022600"/>
          <p14:tracePt t="22398" x="2114550" y="3016250"/>
          <p14:tracePt t="22415" x="2082800" y="2984500"/>
          <p14:tracePt t="22432" x="2063750" y="2971800"/>
          <p14:tracePt t="22448" x="2051050" y="2959100"/>
          <p14:tracePt t="22465" x="2044700" y="2952750"/>
          <p14:tracePt t="22498" x="2038350" y="2952750"/>
          <p14:tracePt t="22515" x="2032000" y="2952750"/>
          <p14:tracePt t="22532" x="2019300" y="2952750"/>
          <p14:tracePt t="22548" x="1987550" y="2946400"/>
          <p14:tracePt t="22551" x="1968500" y="2946400"/>
          <p14:tracePt t="22565" x="1949450" y="2946400"/>
          <p14:tracePt t="22582" x="1892300" y="2940050"/>
          <p14:tracePt t="22585" x="1860550" y="2940050"/>
          <p14:tracePt t="22598" x="1835150" y="2940050"/>
          <p14:tracePt t="22616" x="1739900" y="2940050"/>
          <p14:tracePt t="22632" x="1689100" y="2940050"/>
          <p14:tracePt t="22649" x="1644650" y="2940050"/>
          <p14:tracePt t="22665" x="1625600" y="2940050"/>
          <p14:tracePt t="22682" x="1600200" y="2940050"/>
          <p14:tracePt t="22698" x="1581150" y="2940050"/>
          <p14:tracePt t="22715" x="1549400" y="2940050"/>
          <p14:tracePt t="22732" x="1517650" y="2946400"/>
          <p14:tracePt t="22748" x="1466850" y="2946400"/>
          <p14:tracePt t="22765" x="1416050" y="2946400"/>
          <p14:tracePt t="22782" x="1358900" y="2952750"/>
          <p14:tracePt t="22787" x="1314450" y="2952750"/>
          <p14:tracePt t="22799" x="1301750" y="2959100"/>
          <p14:tracePt t="22815" x="1244600" y="2965450"/>
          <p14:tracePt t="22818" x="1225550" y="2965450"/>
          <p14:tracePt t="22832" x="1219200" y="2971800"/>
          <p14:tracePt t="22848" x="1200150" y="2978150"/>
          <p14:tracePt t="22851" x="1200150" y="2984500"/>
          <p14:tracePt t="22869" x="1187450" y="3003550"/>
          <p14:tracePt t="22881" x="1174750" y="3022600"/>
          <p14:tracePt t="22899" x="1162050" y="3041650"/>
          <p14:tracePt t="22915" x="1149350" y="3067050"/>
          <p14:tracePt t="22932" x="1143000" y="3073400"/>
          <p14:tracePt t="22948" x="1136650" y="3098800"/>
          <p14:tracePt t="22966" x="1130300" y="3111500"/>
          <p14:tracePt t="22982" x="1123950" y="3130550"/>
          <p14:tracePt t="23001" x="1123950" y="3149600"/>
          <p14:tracePt t="23004" x="1123950" y="3162300"/>
          <p14:tracePt t="23015" x="1123950" y="3168650"/>
          <p14:tracePt t="23032" x="1136650" y="3200400"/>
          <p14:tracePt t="23036" x="1143000" y="3213100"/>
          <p14:tracePt t="23049" x="1155700" y="3225800"/>
          <p14:tracePt t="23066" x="1219200" y="3276600"/>
          <p14:tracePt t="23069" x="1238250" y="3282950"/>
          <p14:tracePt t="23082" x="1282700" y="3302000"/>
          <p14:tracePt t="23098" x="1377950" y="3346450"/>
          <p14:tracePt t="23101" x="1416050" y="3359150"/>
          <p14:tracePt t="23116" x="1517650" y="3390900"/>
          <p14:tracePt t="23132" x="1606550" y="3403600"/>
          <p14:tracePt t="23148" x="1695450" y="3403600"/>
          <p14:tracePt t="23166" x="1771650" y="3403600"/>
          <p14:tracePt t="23182" x="1835150" y="3403600"/>
          <p14:tracePt t="23198" x="1879600" y="3397250"/>
          <p14:tracePt t="23215" x="1905000" y="3390900"/>
          <p14:tracePt t="23232" x="1930400" y="3371850"/>
          <p14:tracePt t="23236" x="1943100" y="3365500"/>
          <p14:tracePt t="23248" x="1949450" y="3359150"/>
          <p14:tracePt t="23265" x="1968500" y="3346450"/>
          <p14:tracePt t="23282" x="1974850" y="3340100"/>
          <p14:tracePt t="23299" x="1981200" y="3340100"/>
          <p14:tracePt t="23305" x="1981200" y="3333750"/>
          <p14:tracePt t="23423" x="1981200" y="3327400"/>
          <p14:tracePt t="23424" x="0" y="0"/>
        </p14:tracePtLst>
        <p14:tracePtLst>
          <p14:tracePt t="24327" x="6502400" y="2889250"/>
          <p14:tracePt t="24332" x="6496050" y="2889250"/>
          <p14:tracePt t="24349" x="6489700" y="2889250"/>
          <p14:tracePt t="24391" x="6483350" y="2889250"/>
          <p14:tracePt t="24399" x="6483350" y="2895600"/>
          <p14:tracePt t="24415" x="6477000" y="2901950"/>
          <p14:tracePt t="24432" x="6464300" y="2901950"/>
          <p14:tracePt t="24448" x="6451600" y="2908300"/>
          <p14:tracePt t="24465" x="6445250" y="2921000"/>
          <p14:tracePt t="24482" x="6438900" y="2927350"/>
          <p14:tracePt t="24498" x="6432550" y="2940050"/>
          <p14:tracePt t="24503" x="6426200" y="2952750"/>
          <p14:tracePt t="24515" x="6426200" y="2965450"/>
          <p14:tracePt t="24532" x="6419850" y="2978150"/>
          <p14:tracePt t="24551" x="6419850" y="2990850"/>
          <p14:tracePt t="24567" x="6419850" y="2997200"/>
          <p14:tracePt t="24586" x="6413500" y="2997200"/>
          <p14:tracePt t="24599" x="6413500" y="3016250"/>
          <p14:tracePt t="24618" x="6413500" y="3028950"/>
          <p14:tracePt t="24632" x="6413500" y="3048000"/>
          <p14:tracePt t="24650" x="6413500" y="3067050"/>
          <p14:tracePt t="24665" x="6413500" y="3092450"/>
          <p14:tracePt t="24682" x="6413500" y="3130550"/>
          <p14:tracePt t="24698" x="6426200" y="3155950"/>
          <p14:tracePt t="24715" x="6426200" y="3187700"/>
          <p14:tracePt t="24732" x="6438900" y="3219450"/>
          <p14:tracePt t="24748" x="6445250" y="3244850"/>
          <p14:tracePt t="24752" x="6451600" y="3257550"/>
          <p14:tracePt t="24765" x="6457950" y="3270250"/>
          <p14:tracePt t="24782" x="6464300" y="3289300"/>
          <p14:tracePt t="24785" x="6470650" y="3302000"/>
          <p14:tracePt t="24798" x="6477000" y="3308350"/>
          <p14:tracePt t="24817" x="6489700" y="3333750"/>
          <p14:tracePt t="24832" x="6496050" y="3346450"/>
          <p14:tracePt t="24848" x="6502400" y="3359150"/>
          <p14:tracePt t="24865" x="6508750" y="3371850"/>
          <p14:tracePt t="24882" x="6521450" y="3384550"/>
          <p14:tracePt t="24898" x="6527800" y="3390900"/>
          <p14:tracePt t="24915" x="6540500" y="3390900"/>
          <p14:tracePt t="24932" x="6546850" y="3397250"/>
          <p14:tracePt t="24948" x="6559550" y="3397250"/>
          <p14:tracePt t="24965" x="6572250" y="3397250"/>
          <p14:tracePt t="24982" x="6591300" y="3384550"/>
          <p14:tracePt t="24998" x="6610350" y="3371850"/>
          <p14:tracePt t="25015" x="6629400" y="3352800"/>
          <p14:tracePt t="25019" x="6635750" y="3333750"/>
          <p14:tracePt t="25032" x="6648450" y="3321050"/>
          <p14:tracePt t="25049" x="6667500" y="3282950"/>
          <p14:tracePt t="25066" x="6673850" y="3257550"/>
          <p14:tracePt t="25082" x="6686550" y="3238500"/>
          <p14:tracePt t="25099" x="6686550" y="3219450"/>
          <p14:tracePt t="25115" x="6692900" y="3200400"/>
          <p14:tracePt t="25132" x="6699250" y="3181350"/>
          <p14:tracePt t="25148" x="6699250" y="3162300"/>
          <p14:tracePt t="25165" x="6699250" y="3143250"/>
          <p14:tracePt t="25182" x="6699250" y="3117850"/>
          <p14:tracePt t="25187" x="6699250" y="3105150"/>
          <p14:tracePt t="25198" x="6699250" y="3098800"/>
          <p14:tracePt t="25215" x="6699250" y="3073400"/>
          <p14:tracePt t="25232" x="6686550" y="3054350"/>
          <p14:tracePt t="25248" x="6673850" y="3022600"/>
          <p14:tracePt t="25265" x="6667500" y="3009900"/>
          <p14:tracePt t="25282" x="6654800" y="2990850"/>
          <p14:tracePt t="25286" x="6654800" y="2978150"/>
          <p14:tracePt t="25299" x="6642100" y="2965450"/>
          <p14:tracePt t="25316" x="6629400" y="2946400"/>
          <p14:tracePt t="25332" x="6623050" y="2927350"/>
          <p14:tracePt t="25348" x="6616700" y="2921000"/>
          <p14:tracePt t="25365" x="6597650" y="2908300"/>
          <p14:tracePt t="25382" x="6591300" y="2908300"/>
          <p14:tracePt t="25398" x="6584950" y="2908300"/>
          <p14:tracePt t="25415" x="6572250" y="2908300"/>
          <p14:tracePt t="25432" x="6540500" y="2908300"/>
          <p14:tracePt t="25449" x="6527800" y="2908300"/>
          <p14:tracePt t="25452" x="6521450" y="2908300"/>
          <p14:tracePt t="25465" x="6515100" y="2914650"/>
          <p14:tracePt t="25482" x="6508750" y="2914650"/>
          <p14:tracePt t="25502" x="6502400" y="2914650"/>
          <p14:tracePt t="25515" x="6502400" y="2921000"/>
          <p14:tracePt t="25531" x="6496050" y="2921000"/>
          <p14:tracePt t="25535" x="6489700" y="2927350"/>
          <p14:tracePt t="25559" x="6483350" y="2933700"/>
          <p14:tracePt t="25575" x="6483350" y="2940050"/>
          <p14:tracePt t="25694" x="6483350" y="2946400"/>
          <p14:tracePt t="25727" x="0" y="0"/>
        </p14:tracePtLst>
        <p14:tracePtLst>
          <p14:tracePt t="26690" x="3924300" y="3409950"/>
          <p14:tracePt t="26696" x="3917950" y="3409950"/>
          <p14:tracePt t="26702" x="3911600" y="3409950"/>
          <p14:tracePt t="26721" x="3898900" y="3409950"/>
          <p14:tracePt t="26732" x="3892550" y="3409950"/>
          <p14:tracePt t="26736" x="3879850" y="3409950"/>
          <p14:tracePt t="26749" x="3867150" y="3409950"/>
          <p14:tracePt t="26766" x="3822700" y="3409950"/>
          <p14:tracePt t="26782" x="3784600" y="3409950"/>
          <p14:tracePt t="26799" x="3727450" y="3416300"/>
          <p14:tracePt t="26815" x="3663950" y="3422650"/>
          <p14:tracePt t="26832" x="3600450" y="3422650"/>
          <p14:tracePt t="26849" x="3524250" y="3422650"/>
          <p14:tracePt t="26865" x="3435350" y="3422650"/>
          <p14:tracePt t="26882" x="3346450" y="3422650"/>
          <p14:tracePt t="26898" x="3232150" y="3422650"/>
          <p14:tracePt t="26915" x="3136900" y="3416300"/>
          <p14:tracePt t="26932" x="3009900" y="3409950"/>
          <p14:tracePt t="26936" x="2984500" y="3409950"/>
          <p14:tracePt t="26948" x="2908300" y="3403600"/>
          <p14:tracePt t="26965" x="2806700" y="3403600"/>
          <p14:tracePt t="26969" x="2736850" y="3403600"/>
          <p14:tracePt t="26982" x="2673350" y="3403600"/>
          <p14:tracePt t="26998" x="2578100" y="3403600"/>
          <p14:tracePt t="27001" x="2552700" y="3403600"/>
          <p14:tracePt t="27016" x="2457450" y="3403600"/>
          <p14:tracePt t="27032" x="2381250" y="3409950"/>
          <p14:tracePt t="27049" x="2298700" y="3429000"/>
          <p14:tracePt t="27065" x="2235200" y="3435350"/>
          <p14:tracePt t="27082" x="2184400" y="3460750"/>
          <p14:tracePt t="27098" x="2133600" y="3479800"/>
          <p14:tracePt t="27115" x="2120900" y="3492500"/>
          <p14:tracePt t="27132" x="2089150" y="3511550"/>
          <p14:tracePt t="27136" x="2076450" y="3511550"/>
          <p14:tracePt t="27148" x="2063750" y="3524250"/>
          <p14:tracePt t="27165" x="2057400" y="3536950"/>
          <p14:tracePt t="27182" x="2038350" y="3556000"/>
          <p14:tracePt t="27199" x="2032000" y="3562350"/>
          <p14:tracePt t="27202" x="2025650" y="3568700"/>
          <p14:tracePt t="27215" x="2019300" y="3587750"/>
          <p14:tracePt t="27232" x="2019300" y="3600450"/>
          <p14:tracePt t="27235" x="2019300" y="3606800"/>
          <p14:tracePt t="27251" x="2019300" y="3632200"/>
          <p14:tracePt t="27266" x="2019300" y="3657600"/>
          <p14:tracePt t="27282" x="2044700" y="3683000"/>
          <p14:tracePt t="27299" x="2089150" y="3721100"/>
          <p14:tracePt t="27315" x="2133600" y="3740150"/>
          <p14:tracePt t="27332" x="2235200" y="3771900"/>
          <p14:tracePt t="27348" x="2330450" y="3797300"/>
          <p14:tracePt t="27365" x="2438400" y="3822700"/>
          <p14:tracePt t="27370" x="2520950" y="3841750"/>
          <p14:tracePt t="27382" x="2559050" y="3848100"/>
          <p14:tracePt t="27399" x="2692400" y="3879850"/>
          <p14:tracePt t="27415" x="2851150" y="3905250"/>
          <p14:tracePt t="27431" x="3022600" y="3917950"/>
          <p14:tracePt t="27448" x="3194050" y="3930650"/>
          <p14:tracePt t="27465" x="3365500" y="3937000"/>
          <p14:tracePt t="27470" x="3409950" y="3937000"/>
          <p14:tracePt t="27482" x="3511550" y="3937000"/>
          <p14:tracePt t="27499" x="3613150" y="3937000"/>
          <p14:tracePt t="27501" x="3676650" y="3924300"/>
          <p14:tracePt t="27516" x="3746500" y="3905250"/>
          <p14:tracePt t="27532" x="3803650" y="3879850"/>
          <p14:tracePt t="27548" x="3848100" y="3867150"/>
          <p14:tracePt t="27565" x="3886200" y="3841750"/>
          <p14:tracePt t="27582" x="3956050" y="3810000"/>
          <p14:tracePt t="27598" x="4019550" y="3784600"/>
          <p14:tracePt t="27615" x="4127500" y="3752850"/>
          <p14:tracePt t="27632" x="4191000" y="3733800"/>
          <p14:tracePt t="27649" x="4254500" y="3714750"/>
          <p14:tracePt t="27665" x="4292600" y="3708400"/>
          <p14:tracePt t="27670" x="4305300" y="3702050"/>
          <p14:tracePt t="27682" x="4318000" y="3695700"/>
          <p14:tracePt t="27699" x="4330700" y="3689350"/>
          <p14:tracePt t="27702" x="4337050" y="3683000"/>
          <p14:tracePt t="27715" x="4343400" y="3683000"/>
          <p14:tracePt t="27732" x="4349750" y="3676650"/>
          <p14:tracePt t="27735" x="4349750" y="3670300"/>
          <p14:tracePt t="27749" x="4349750" y="3663950"/>
          <p14:tracePt t="27766" x="4349750" y="3638550"/>
          <p14:tracePt t="27782" x="4337050" y="3625850"/>
          <p14:tracePt t="27798" x="4324350" y="3613150"/>
          <p14:tracePt t="27815" x="4305300" y="3600450"/>
          <p14:tracePt t="27832" x="4267200" y="3575050"/>
          <p14:tracePt t="27848" x="4184650" y="3536950"/>
          <p14:tracePt t="27865" x="4140200" y="3517900"/>
          <p14:tracePt t="27884" x="4038600" y="3473450"/>
          <p14:tracePt t="27887" x="3962400" y="3441700"/>
          <p14:tracePt t="27899" x="3937000" y="3441700"/>
          <p14:tracePt t="27919" x="3784600" y="3390900"/>
          <p14:tracePt t="27932" x="3708400" y="3384550"/>
          <p14:tracePt t="27949" x="3663950" y="3378200"/>
          <p14:tracePt t="27951" x="3606800" y="3378200"/>
          <p14:tracePt t="27965" x="3594100" y="3378200"/>
          <p14:tracePt t="27982" x="3536950" y="3378200"/>
          <p14:tracePt t="27985" x="3517900" y="3378200"/>
          <p14:tracePt t="27998" x="3505200" y="3378200"/>
          <p14:tracePt t="28017" x="3448050" y="3397250"/>
          <p14:tracePt t="28032" x="3409950" y="3416300"/>
          <p14:tracePt t="28048" x="3390900" y="3422650"/>
          <p14:tracePt t="28065" x="3378200" y="3429000"/>
          <p14:tracePt t="28083" x="3359150" y="3441700"/>
          <p14:tracePt t="28098" x="3352800" y="3441700"/>
          <p14:tracePt t="28115" x="3346450" y="3448050"/>
          <p14:tracePt t="28249" x="0" y="0"/>
        </p14:tracePtLst>
        <p14:tracePtLst>
          <p14:tracePt t="33372" x="1847850" y="3905250"/>
          <p14:tracePt t="33378" x="1841500" y="3905250"/>
          <p14:tracePt t="33387" x="1841500" y="3898900"/>
          <p14:tracePt t="33403" x="1835150" y="3898900"/>
          <p14:tracePt t="33415" x="1828800" y="3892550"/>
          <p14:tracePt t="33449" x="1822450" y="3886200"/>
          <p14:tracePt t="33452" x="1809750" y="3879850"/>
          <p14:tracePt t="33466" x="1803400" y="3873500"/>
          <p14:tracePt t="33482" x="1784350" y="3867150"/>
          <p14:tracePt t="33499" x="1765300" y="3860800"/>
          <p14:tracePt t="33516" x="1739900" y="3854450"/>
          <p14:tracePt t="33532" x="1701800" y="3848100"/>
          <p14:tracePt t="33549" x="1612900" y="3841750"/>
          <p14:tracePt t="33565" x="1568450" y="3841750"/>
          <p14:tracePt t="33582" x="1485900" y="3841750"/>
          <p14:tracePt t="33599" x="1428750" y="3841750"/>
          <p14:tracePt t="33615" x="1352550" y="3841750"/>
          <p14:tracePt t="33632" x="1276350" y="3841750"/>
          <p14:tracePt t="33636" x="1250950" y="3841750"/>
          <p14:tracePt t="33648" x="1181100" y="3841750"/>
          <p14:tracePt t="33665" x="1085850" y="3841750"/>
          <p14:tracePt t="33669" x="1060450" y="3841750"/>
          <p14:tracePt t="33682" x="1003300" y="3841750"/>
          <p14:tracePt t="33699" x="965200" y="3841750"/>
          <p14:tracePt t="33702" x="958850" y="3841750"/>
          <p14:tracePt t="33716" x="952500" y="3841750"/>
          <p14:tracePt t="33758" x="946150" y="3841750"/>
          <p14:tracePt t="33772" x="939800" y="3841750"/>
          <p14:tracePt t="33790" x="927100" y="3854450"/>
          <p14:tracePt t="33799" x="914400" y="3860800"/>
          <p14:tracePt t="33815" x="889000" y="3886200"/>
          <p14:tracePt t="33832" x="850900" y="3917950"/>
          <p14:tracePt t="33849" x="831850" y="3943350"/>
          <p14:tracePt t="33865" x="812800" y="3956050"/>
          <p14:tracePt t="33882" x="806450" y="3968750"/>
          <p14:tracePt t="33898" x="793750" y="3987800"/>
          <p14:tracePt t="33903" x="793750" y="3994150"/>
          <p14:tracePt t="33915" x="793750" y="4006850"/>
          <p14:tracePt t="33932" x="787400" y="4025900"/>
          <p14:tracePt t="33934" x="787400" y="4038600"/>
          <p14:tracePt t="33948" x="787400" y="4057650"/>
          <p14:tracePt t="33966" x="806450" y="4108450"/>
          <p14:tracePt t="33982" x="825500" y="4146550"/>
          <p14:tracePt t="33999" x="882650" y="4216400"/>
          <p14:tracePt t="34015" x="939800" y="4279900"/>
          <p14:tracePt t="34033" x="996950" y="4324350"/>
          <p14:tracePt t="34049" x="1047750" y="4362450"/>
          <p14:tracePt t="34065" x="1104900" y="4381500"/>
          <p14:tracePt t="34082" x="1162050" y="4400550"/>
          <p14:tracePt t="34099" x="1244600" y="4419600"/>
          <p14:tracePt t="34115" x="1320800" y="4432300"/>
          <p14:tracePt t="34132" x="1447800" y="4445000"/>
          <p14:tracePt t="34136" x="1517650" y="4451350"/>
          <p14:tracePt t="34149" x="1543050" y="4451350"/>
          <p14:tracePt t="34165" x="1670050" y="4457700"/>
          <p14:tracePt t="34171" x="1701800" y="4457700"/>
          <p14:tracePt t="34182" x="1752600" y="4457700"/>
          <p14:tracePt t="34199" x="1828800" y="4451350"/>
          <p14:tracePt t="34203" x="1841500" y="4451350"/>
          <p14:tracePt t="34216" x="1860550" y="4438650"/>
          <p14:tracePt t="34232" x="1873250" y="4425950"/>
          <p14:tracePt t="34249" x="1885950" y="4413250"/>
          <p14:tracePt t="34265" x="1885950" y="4406900"/>
          <p14:tracePt t="34282" x="1898650" y="4387850"/>
          <p14:tracePt t="34299" x="1911350" y="4381500"/>
          <p14:tracePt t="34304" x="1917700" y="4375150"/>
          <p14:tracePt t="34315" x="1924050" y="4362450"/>
          <p14:tracePt t="34332" x="1936750" y="4343400"/>
          <p14:tracePt t="34338" x="1943100" y="4337050"/>
          <p14:tracePt t="34349" x="1955800" y="4324350"/>
          <p14:tracePt t="34365" x="1962150" y="4318000"/>
          <p14:tracePt t="34369" x="1981200" y="4305300"/>
          <p14:tracePt t="34387" x="1993900" y="4292600"/>
          <p14:tracePt t="34398" x="2000250" y="4292600"/>
          <p14:tracePt t="34420" x="2012950" y="4273550"/>
          <p14:tracePt t="34437" x="2019300" y="4267200"/>
          <p14:tracePt t="34449" x="2019300" y="4260850"/>
          <p14:tracePt t="34466" x="2025650" y="4229100"/>
          <p14:tracePt t="34485" x="2025650" y="4216400"/>
          <p14:tracePt t="34499" x="2019300" y="4191000"/>
          <p14:tracePt t="34518" x="2012950" y="4165600"/>
          <p14:tracePt t="34532" x="1987550" y="4133850"/>
          <p14:tracePt t="34549" x="1962150" y="4108450"/>
          <p14:tracePt t="34565" x="1930400" y="4083050"/>
          <p14:tracePt t="34583" x="1911350" y="4070350"/>
          <p14:tracePt t="34586" x="1898650" y="4064000"/>
          <p14:tracePt t="34599" x="1885950" y="4057650"/>
          <p14:tracePt t="34617" x="1847850" y="4038600"/>
          <p14:tracePt t="34620" x="1816100" y="4025900"/>
          <p14:tracePt t="34632" x="1790700" y="4019550"/>
          <p14:tracePt t="34649" x="1708150" y="4006850"/>
          <p14:tracePt t="34652" x="1644650" y="3994150"/>
          <p14:tracePt t="34665" x="1625600" y="3994150"/>
          <p14:tracePt t="34682" x="1524000" y="3981450"/>
          <p14:tracePt t="34685" x="1504950" y="3981450"/>
          <p14:tracePt t="34699" x="1466850" y="3981450"/>
          <p14:tracePt t="34716" x="1428750" y="3981450"/>
          <p14:tracePt t="34732" x="1409700" y="3981450"/>
          <p14:tracePt t="34749" x="1397000" y="3981450"/>
          <p14:tracePt t="34765" x="1390650" y="3981450"/>
          <p14:tracePt t="34782" x="1377950" y="3981450"/>
          <p14:tracePt t="34799" x="1365250" y="3981450"/>
          <p14:tracePt t="34815" x="1346200" y="3994150"/>
          <p14:tracePt t="34832" x="1333500" y="4000500"/>
          <p14:tracePt t="34849" x="1301750" y="4019550"/>
          <p14:tracePt t="34853" x="1301750" y="4032250"/>
          <p14:tracePt t="34865" x="1289050" y="4032250"/>
          <p14:tracePt t="34882" x="1276350" y="4044950"/>
          <p14:tracePt t="34886" x="1276350" y="4051300"/>
          <p14:tracePt t="34909" x="1276350" y="4057650"/>
          <p14:tracePt t="35008" x="0" y="0"/>
        </p14:tracePtLst>
        <p14:tracePtLst>
          <p14:tracePt t="49034" x="3219450" y="2946400"/>
          <p14:tracePt t="49087" x="3213100" y="2946400"/>
          <p14:tracePt t="49104" x="3206750" y="2946400"/>
          <p14:tracePt t="49127" x="3206750" y="2952750"/>
          <p14:tracePt t="49136" x="3200400" y="2952750"/>
          <p14:tracePt t="49143" x="3200400" y="2959100"/>
          <p14:tracePt t="49152" x="3200400" y="2965450"/>
          <p14:tracePt t="49167" x="3194050" y="2971800"/>
          <p14:tracePt t="49182" x="3194050" y="2978150"/>
          <p14:tracePt t="49199" x="3181350" y="2984500"/>
          <p14:tracePt t="49217" x="3181350" y="2997200"/>
          <p14:tracePt t="49235" x="3181350" y="3009900"/>
          <p14:tracePt t="49249" x="3175000" y="3016250"/>
          <p14:tracePt t="49268" x="3175000" y="3028950"/>
          <p14:tracePt t="49283" x="3175000" y="3041650"/>
          <p14:tracePt t="49302" x="3175000" y="3054350"/>
          <p14:tracePt t="49306" x="3175000" y="3060700"/>
          <p14:tracePt t="49316" x="3181350" y="3067050"/>
          <p14:tracePt t="49334" x="3187700" y="3073400"/>
          <p14:tracePt t="49337" x="3194050" y="3079750"/>
          <p14:tracePt t="49349" x="3200400" y="3086100"/>
          <p14:tracePt t="49369" x="3232150" y="3092450"/>
          <p14:tracePt t="49382" x="3251200" y="3098800"/>
          <p14:tracePt t="49400" x="3302000" y="3111500"/>
          <p14:tracePt t="49417" x="3397250" y="3130550"/>
          <p14:tracePt t="49434" x="3454400" y="3143250"/>
          <p14:tracePt t="49449" x="3536950" y="3162300"/>
          <p14:tracePt t="49466" x="3625850" y="3181350"/>
          <p14:tracePt t="49482" x="3708400" y="3200400"/>
          <p14:tracePt t="49499" x="3759200" y="3219450"/>
          <p14:tracePt t="49516" x="3829050" y="3225800"/>
          <p14:tracePt t="49533" x="3873500" y="3238500"/>
          <p14:tracePt t="49549" x="3930650" y="3244850"/>
          <p14:tracePt t="49566" x="4000500" y="3244850"/>
          <p14:tracePt t="49582" x="4064000" y="3244850"/>
          <p14:tracePt t="49599" x="4114800" y="3244850"/>
          <p14:tracePt t="49603" x="4152900" y="3244850"/>
          <p14:tracePt t="49616" x="4191000" y="3244850"/>
          <p14:tracePt t="49632" x="4241800" y="3244850"/>
          <p14:tracePt t="49635" x="4273550" y="3244850"/>
          <p14:tracePt t="49649" x="4311650" y="3244850"/>
          <p14:tracePt t="49667" x="4387850" y="3238500"/>
          <p14:tracePt t="49683" x="4438650" y="3232150"/>
          <p14:tracePt t="49699" x="4502150" y="3219450"/>
          <p14:tracePt t="49716" x="4565650" y="3213100"/>
          <p14:tracePt t="49732" x="4641850" y="3187700"/>
          <p14:tracePt t="49749" x="4705350" y="3168650"/>
          <p14:tracePt t="49766" x="4762500" y="3143250"/>
          <p14:tracePt t="49783" x="4787900" y="3124200"/>
          <p14:tracePt t="49799" x="4813300" y="3105150"/>
          <p14:tracePt t="49816" x="4826000" y="3092450"/>
          <p14:tracePt t="49832" x="4826000" y="3086100"/>
          <p14:tracePt t="49849" x="4826000" y="3073400"/>
          <p14:tracePt t="49866" x="4826000" y="3054350"/>
          <p14:tracePt t="49882" x="4826000" y="3048000"/>
          <p14:tracePt t="49886" x="4819650" y="3048000"/>
          <p14:tracePt t="49899" x="4813300" y="3035300"/>
          <p14:tracePt t="49903" x="4787900" y="3022600"/>
          <p14:tracePt t="49917" x="4756150" y="3003550"/>
          <p14:tracePt t="49932" x="4705350" y="2984500"/>
          <p14:tracePt t="49949" x="4648200" y="2971800"/>
          <p14:tracePt t="49966" x="4527550" y="2952750"/>
          <p14:tracePt t="49982" x="4394200" y="2952750"/>
          <p14:tracePt t="49999" x="4292600" y="2952750"/>
          <p14:tracePt t="50016" x="4127500" y="2978150"/>
          <p14:tracePt t="50032" x="3994150" y="3003550"/>
          <p14:tracePt t="50049" x="3911600" y="3022600"/>
          <p14:tracePt t="50066" x="3879850" y="3028950"/>
          <p14:tracePt t="50070" x="3867150" y="3035300"/>
          <p14:tracePt t="50099" x="3860800" y="3041650"/>
          <p14:tracePt t="50119" x="3860800" y="3048000"/>
          <p14:tracePt t="50132" x="3854450" y="3048000"/>
          <p14:tracePt t="50149" x="3854450" y="3054350"/>
          <p14:tracePt t="50166" x="3854450" y="3067050"/>
          <p14:tracePt t="50182" x="3854450" y="3073400"/>
          <p14:tracePt t="50199" x="3854450" y="3079750"/>
          <p14:tracePt t="50263" x="3860800" y="3079750"/>
          <p14:tracePt t="50297" x="3867150" y="3079750"/>
          <p14:tracePt t="50320" x="3873500" y="3079750"/>
          <p14:tracePt t="50322" x="0" y="0"/>
        </p14:tracePtLst>
        <p14:tracePtLst>
          <p14:tracePt t="56346" x="3625850" y="3968750"/>
          <p14:tracePt t="56609" x="3625850" y="3975100"/>
          <p14:tracePt t="56627" x="3625850" y="3981450"/>
          <p14:tracePt t="56634" x="3625850" y="3987800"/>
          <p14:tracePt t="56641" x="3625850" y="3994150"/>
          <p14:tracePt t="56650" x="3625850" y="4000500"/>
          <p14:tracePt t="56666" x="3625850" y="4019550"/>
          <p14:tracePt t="56683" x="3625850" y="4032250"/>
          <p14:tracePt t="56699" x="3625850" y="4044950"/>
          <p14:tracePt t="56716" x="3619500" y="4064000"/>
          <p14:tracePt t="56732" x="3619500" y="4089400"/>
          <p14:tracePt t="56749" x="3613150" y="4121150"/>
          <p14:tracePt t="56766" x="3606800" y="4146550"/>
          <p14:tracePt t="56783" x="3600450" y="4184650"/>
          <p14:tracePt t="56799" x="3600450" y="4210050"/>
          <p14:tracePt t="56802" x="3600450" y="4222750"/>
          <p14:tracePt t="56816" x="3600450" y="4229100"/>
          <p14:tracePt t="56833" x="3594100" y="4248150"/>
          <p14:tracePt t="56836" x="3594100" y="4254500"/>
          <p14:tracePt t="56851" x="3594100" y="4260850"/>
          <p14:tracePt t="56867" x="3594100" y="4273550"/>
          <p14:tracePt t="56883" x="3594100" y="4279900"/>
          <p14:tracePt t="56899" x="3594100" y="4286250"/>
          <p14:tracePt t="56916" x="3594100" y="4292600"/>
          <p14:tracePt t="56933" x="3594100" y="4298950"/>
          <p14:tracePt t="56939" x="3594100" y="4305300"/>
          <p14:tracePt t="56949" x="3594100" y="4318000"/>
          <p14:tracePt t="56967" x="3594100" y="4330700"/>
          <p14:tracePt t="56983" x="3587750" y="4356100"/>
          <p14:tracePt t="56999" x="3587750" y="4362450"/>
          <p14:tracePt t="57016" x="3587750" y="4387850"/>
          <p14:tracePt t="57033" x="3587750" y="4400550"/>
          <p14:tracePt t="57049" x="3587750" y="4419600"/>
          <p14:tracePt t="57066" x="3587750" y="4438650"/>
          <p14:tracePt t="57070" x="3587750" y="4445000"/>
          <p14:tracePt t="57083" x="3587750" y="4451350"/>
          <p14:tracePt t="57099" x="3587750" y="4470400"/>
          <p14:tracePt t="57117" x="3587750" y="4489450"/>
          <p14:tracePt t="57133" x="3587750" y="4508500"/>
          <p14:tracePt t="57149" x="3587750" y="4533900"/>
          <p14:tracePt t="57166" x="3587750" y="4546600"/>
          <p14:tracePt t="57183" x="3581400" y="4565650"/>
          <p14:tracePt t="57199" x="3581400" y="4572000"/>
          <p14:tracePt t="57216" x="3575050" y="4578350"/>
          <p14:tracePt t="57233" x="3575050" y="4591050"/>
          <p14:tracePt t="57249" x="3575050" y="4597400"/>
          <p14:tracePt t="57296" x="3575050" y="4603750"/>
          <p14:tracePt t="57328" x="3568700" y="4603750"/>
          <p14:tracePt t="57860" x="0" y="0"/>
        </p14:tracePtLst>
        <p14:tracePtLst>
          <p14:tracePt t="60207" x="3321050" y="3937000"/>
          <p14:tracePt t="60309" x="3314700" y="3937000"/>
          <p14:tracePt t="60326" x="3302000" y="3937000"/>
          <p14:tracePt t="60335" x="3289300" y="3937000"/>
          <p14:tracePt t="60342" x="3270250" y="3937000"/>
          <p14:tracePt t="60351" x="3244850" y="3943350"/>
          <p14:tracePt t="60366" x="3181350" y="3949700"/>
          <p14:tracePt t="60383" x="3117850" y="3956050"/>
          <p14:tracePt t="60399" x="3016250" y="3956050"/>
          <p14:tracePt t="60416" x="2914650" y="3956050"/>
          <p14:tracePt t="60433" x="2724150" y="3956050"/>
          <p14:tracePt t="60437" x="2679700" y="3949700"/>
          <p14:tracePt t="60449" x="2571750" y="3937000"/>
          <p14:tracePt t="60466" x="2393950" y="3924300"/>
          <p14:tracePt t="60469" x="2279650" y="3924300"/>
          <p14:tracePt t="60483" x="2228850" y="3917950"/>
          <p14:tracePt t="60500" x="2089150" y="3917950"/>
          <p14:tracePt t="60503" x="2012950" y="3917950"/>
          <p14:tracePt t="60517" x="1924050" y="3917950"/>
          <p14:tracePt t="60533" x="1860550" y="3930650"/>
          <p14:tracePt t="60550" x="1828800" y="3943350"/>
          <p14:tracePt t="60567" x="1771650" y="3968750"/>
          <p14:tracePt t="60583" x="1720850" y="3994150"/>
          <p14:tracePt t="60599" x="1682750" y="4006850"/>
          <p14:tracePt t="60616" x="1651000" y="4019550"/>
          <p14:tracePt t="60633" x="1619250" y="4025900"/>
          <p14:tracePt t="60649" x="1581150" y="4044950"/>
          <p14:tracePt t="60666" x="1524000" y="4057650"/>
          <p14:tracePt t="60683" x="1485900" y="4076700"/>
          <p14:tracePt t="60699" x="1441450" y="4102100"/>
          <p14:tracePt t="60705" x="1422400" y="4114800"/>
          <p14:tracePt t="60718" x="1416050" y="4121150"/>
          <p14:tracePt t="60721" x="1409700" y="4140200"/>
          <p14:tracePt t="60733" x="1397000" y="4159250"/>
          <p14:tracePt t="60753" x="1384300" y="4248150"/>
          <p14:tracePt t="60767" x="1377950" y="4318000"/>
          <p14:tracePt t="60783" x="1377950" y="4394200"/>
          <p14:tracePt t="60799" x="1377950" y="4451350"/>
          <p14:tracePt t="60819" x="1377950" y="4495800"/>
          <p14:tracePt t="60833" x="1377950" y="4533900"/>
          <p14:tracePt t="60851" x="1377950" y="4552950"/>
          <p14:tracePt t="60866" x="1377950" y="4572000"/>
          <p14:tracePt t="60883" x="1384300" y="4584700"/>
          <p14:tracePt t="60902" x="1397000" y="4591050"/>
          <p14:tracePt t="60916" x="1422400" y="4610100"/>
          <p14:tracePt t="60933" x="1454150" y="4629150"/>
          <p14:tracePt t="60949" x="1479550" y="4648200"/>
          <p14:tracePt t="60952" x="1492250" y="4654550"/>
          <p14:tracePt t="60966" x="1543050" y="4679950"/>
          <p14:tracePt t="60983" x="1600200" y="4711700"/>
          <p14:tracePt t="60986" x="1657350" y="4737100"/>
          <p14:tracePt t="60999" x="1676400" y="4749800"/>
          <p14:tracePt t="61017" x="1822450" y="4806950"/>
          <p14:tracePt t="61033" x="1905000" y="4845050"/>
          <p14:tracePt t="61049" x="1943100" y="4864100"/>
          <p14:tracePt t="61066" x="2044700" y="4895850"/>
          <p14:tracePt t="61083" x="2139950" y="4921250"/>
          <p14:tracePt t="61099" x="2235200" y="4953000"/>
          <p14:tracePt t="61116" x="2286000" y="4965700"/>
          <p14:tracePt t="61133" x="2374900" y="4997450"/>
          <p14:tracePt t="61149" x="2432050" y="5003800"/>
          <p14:tracePt t="61166" x="2508250" y="5010150"/>
          <p14:tracePt t="61183" x="2559050" y="5010150"/>
          <p14:tracePt t="61187" x="2609850" y="5010150"/>
          <p14:tracePt t="61200" x="2628900" y="5010150"/>
          <p14:tracePt t="61216" x="2667000" y="5010150"/>
          <p14:tracePt t="61220" x="2679700" y="5003800"/>
          <p14:tracePt t="61233" x="2711450" y="4984750"/>
          <p14:tracePt t="61250" x="2749550" y="4965700"/>
          <p14:tracePt t="61267" x="2768600" y="4946650"/>
          <p14:tracePt t="61283" x="2806700" y="4914900"/>
          <p14:tracePt t="61300" x="2819400" y="4889500"/>
          <p14:tracePt t="61316" x="2844800" y="4870450"/>
          <p14:tracePt t="61333" x="2870200" y="4832350"/>
          <p14:tracePt t="61350" x="2901950" y="4787900"/>
          <p14:tracePt t="61355" x="2952750" y="4730750"/>
          <p14:tracePt t="61366" x="2971800" y="4705350"/>
          <p14:tracePt t="61383" x="3009900" y="4660900"/>
          <p14:tracePt t="61400" x="3048000" y="4610100"/>
          <p14:tracePt t="61416" x="3073400" y="4578350"/>
          <p14:tracePt t="61433" x="3092450" y="4540250"/>
          <p14:tracePt t="61449" x="3111500" y="4514850"/>
          <p14:tracePt t="61454" x="3111500" y="4489450"/>
          <p14:tracePt t="61466" x="3117850" y="4476750"/>
          <p14:tracePt t="61483" x="3117850" y="4464050"/>
          <p14:tracePt t="61485" x="3117850" y="4457700"/>
          <p14:tracePt t="61499" x="3117850" y="4445000"/>
          <p14:tracePt t="61517" x="3117850" y="4419600"/>
          <p14:tracePt t="61533" x="3105150" y="4400550"/>
          <p14:tracePt t="61549" x="3092450" y="4368800"/>
          <p14:tracePt t="61566" x="3073400" y="4337050"/>
          <p14:tracePt t="61583" x="3048000" y="4305300"/>
          <p14:tracePt t="61599" x="3016250" y="4267200"/>
          <p14:tracePt t="61616" x="2984500" y="4235450"/>
          <p14:tracePt t="61633" x="2959100" y="4216400"/>
          <p14:tracePt t="61649" x="2921000" y="4191000"/>
          <p14:tracePt t="61666" x="2889250" y="4165600"/>
          <p14:tracePt t="61683" x="2838450" y="4146550"/>
          <p14:tracePt t="61687" x="2819400" y="4133850"/>
          <p14:tracePt t="61699" x="2787650" y="4127500"/>
          <p14:tracePt t="61716" x="2705100" y="4108450"/>
          <p14:tracePt t="61720" x="2660650" y="4095750"/>
          <p14:tracePt t="61733" x="2641600" y="4095750"/>
          <p14:tracePt t="61749" x="2559050" y="4083050"/>
          <p14:tracePt t="61752" x="2540000" y="4076700"/>
          <p14:tracePt t="61767" x="2444750" y="4070350"/>
          <p14:tracePt t="61783" x="2374900" y="4064000"/>
          <p14:tracePt t="61799" x="2298700" y="4064000"/>
          <p14:tracePt t="61816" x="2209800" y="4064000"/>
          <p14:tracePt t="61833" x="2133600" y="4070350"/>
          <p14:tracePt t="61849" x="2057400" y="4083050"/>
          <p14:tracePt t="61866" x="1974850" y="4089400"/>
          <p14:tracePt t="61883" x="1905000" y="4089400"/>
          <p14:tracePt t="61887" x="1885950" y="4089400"/>
          <p14:tracePt t="61899" x="1835150" y="4095750"/>
          <p14:tracePt t="61916" x="1797050" y="4095750"/>
          <p14:tracePt t="61919" x="1752600" y="4102100"/>
          <p14:tracePt t="61933" x="1733550" y="4102100"/>
          <p14:tracePt t="61949" x="1689100" y="4108450"/>
          <p14:tracePt t="61953" x="1676400" y="4108450"/>
          <p14:tracePt t="61966" x="1670050" y="4108450"/>
          <p14:tracePt t="61983" x="1651000" y="4121150"/>
          <p14:tracePt t="61985" x="1644650" y="4121150"/>
          <p14:tracePt t="61999" x="1644650" y="4127500"/>
          <p14:tracePt t="62017" x="1625600" y="4146550"/>
          <p14:tracePt t="62033" x="1619250" y="4165600"/>
          <p14:tracePt t="62049" x="1606550" y="4184650"/>
          <p14:tracePt t="62066" x="1600200" y="4203700"/>
          <p14:tracePt t="62083" x="1593850" y="4222750"/>
          <p14:tracePt t="62099" x="1593850" y="4286250"/>
          <p14:tracePt t="62116" x="1593850" y="4318000"/>
          <p14:tracePt t="62133" x="1593850" y="4356100"/>
          <p14:tracePt t="62149" x="1600200" y="4394200"/>
          <p14:tracePt t="62166" x="1631950" y="4445000"/>
          <p14:tracePt t="62183" x="1651000" y="4470400"/>
          <p14:tracePt t="62186" x="1663700" y="4483100"/>
          <p14:tracePt t="62200" x="1676400" y="4502150"/>
          <p14:tracePt t="62216" x="1695450" y="4521200"/>
          <p14:tracePt t="62233" x="1720850" y="4533900"/>
          <p14:tracePt t="62237" x="1727200" y="4533900"/>
          <p14:tracePt t="62249" x="1733550" y="4546600"/>
          <p14:tracePt t="62267" x="1758950" y="4559300"/>
          <p14:tracePt t="62283" x="1784350" y="4565650"/>
          <p14:tracePt t="62300" x="1803400" y="4572000"/>
          <p14:tracePt t="62316" x="1841500" y="4578350"/>
          <p14:tracePt t="62333" x="1885950" y="4591050"/>
          <p14:tracePt t="62349" x="1930400" y="4610100"/>
          <p14:tracePt t="62366" x="1981200" y="4622800"/>
          <p14:tracePt t="62383" x="2032000" y="4635500"/>
          <p14:tracePt t="62388" x="2063750" y="4641850"/>
          <p14:tracePt t="62402" x="2089150" y="4654550"/>
          <p14:tracePt t="62404" x="2120900" y="4654550"/>
          <p14:tracePt t="62416" x="2146300" y="4660900"/>
          <p14:tracePt t="62435" x="2228850" y="4686300"/>
          <p14:tracePt t="62449" x="2260600" y="4692650"/>
          <p14:tracePt t="62469" x="2368550" y="4711700"/>
          <p14:tracePt t="62483" x="2406650" y="4718050"/>
          <p14:tracePt t="62501" x="2533650" y="4737100"/>
          <p14:tracePt t="62517" x="2673350" y="4749800"/>
          <p14:tracePt t="62535" x="2800350" y="4775200"/>
          <p14:tracePt t="62549" x="2882900" y="4781550"/>
          <p14:tracePt t="62567" x="2908300" y="4781550"/>
          <p14:tracePt t="62583" x="2940050" y="4781550"/>
          <p14:tracePt t="62599" x="2946400" y="4781550"/>
          <p14:tracePt t="62616" x="2952750" y="4781550"/>
          <p14:tracePt t="62649" x="2952750" y="4775200"/>
          <p14:tracePt t="62702" x="2952750" y="4768850"/>
          <p14:tracePt t="62904" x="0" y="0"/>
        </p14:tracePtLst>
        <p14:tracePtLst>
          <p14:tracePt t="66086" x="3473450" y="3492500"/>
          <p14:tracePt t="66115" x="3467100" y="3492500"/>
          <p14:tracePt t="66132" x="3467100" y="3486150"/>
          <p14:tracePt t="66149" x="3460750" y="3486150"/>
          <p14:tracePt t="66166" x="3454400" y="3479800"/>
          <p14:tracePt t="66187" x="3448050" y="3473450"/>
          <p14:tracePt t="66204" x="3441700" y="3467100"/>
          <p14:tracePt t="66216" x="3435350" y="3467100"/>
          <p14:tracePt t="66233" x="3429000" y="3460750"/>
          <p14:tracePt t="66236" x="3422650" y="3454400"/>
          <p14:tracePt t="66250" x="3416300" y="3448050"/>
          <p14:tracePt t="66267" x="3390900" y="3435350"/>
          <p14:tracePt t="66284" x="3371850" y="3435350"/>
          <p14:tracePt t="66300" x="3346450" y="3435350"/>
          <p14:tracePt t="66316" x="3308350" y="3435350"/>
          <p14:tracePt t="66333" x="3263900" y="3435350"/>
          <p14:tracePt t="66350" x="3213100" y="3435350"/>
          <p14:tracePt t="66366" x="3155950" y="3441700"/>
          <p14:tracePt t="66383" x="3098800" y="3454400"/>
          <p14:tracePt t="66400" x="3060700" y="3460750"/>
          <p14:tracePt t="66416" x="3041650" y="3467100"/>
          <p14:tracePt t="66433" x="3028950" y="3473450"/>
          <p14:tracePt t="66449" x="3022600" y="3473450"/>
          <p14:tracePt t="66466" x="3009900" y="3479800"/>
          <p14:tracePt t="66486" x="3003550" y="3486150"/>
          <p14:tracePt t="66502" x="3003550" y="3492500"/>
          <p14:tracePt t="66517" x="2997200" y="3498850"/>
          <p14:tracePt t="66533" x="2990850" y="3505200"/>
          <p14:tracePt t="66550" x="2990850" y="3517900"/>
          <p14:tracePt t="66566" x="2984500" y="3530600"/>
          <p14:tracePt t="66583" x="2984500" y="3543300"/>
          <p14:tracePt t="66600" x="2984500" y="3562350"/>
          <p14:tracePt t="66616" x="2984500" y="3568700"/>
          <p14:tracePt t="66633" x="2984500" y="3594100"/>
          <p14:tracePt t="66649" x="2984500" y="3600450"/>
          <p14:tracePt t="66666" x="2990850" y="3613150"/>
          <p14:tracePt t="66683" x="2997200" y="3619500"/>
          <p14:tracePt t="66699" x="2997200" y="3632200"/>
          <p14:tracePt t="66703" x="3003550" y="3632200"/>
          <p14:tracePt t="66716" x="3009900" y="3638550"/>
          <p14:tracePt t="66733" x="3016250" y="3651250"/>
          <p14:tracePt t="66735" x="3022600" y="3651250"/>
          <p14:tracePt t="66752" x="3035300" y="3657600"/>
          <p14:tracePt t="66767" x="3048000" y="3670300"/>
          <p14:tracePt t="66783" x="3060700" y="3676650"/>
          <p14:tracePt t="66799" x="3079750" y="3683000"/>
          <p14:tracePt t="66816" x="3092450" y="3689350"/>
          <p14:tracePt t="66833" x="3098800" y="3689350"/>
          <p14:tracePt t="66850" x="3117850" y="3695700"/>
          <p14:tracePt t="66866" x="3136900" y="3702050"/>
          <p14:tracePt t="66883" x="3168650" y="3702050"/>
          <p14:tracePt t="66890" x="3181350" y="3702050"/>
          <p14:tracePt t="66899" x="3187700" y="3702050"/>
          <p14:tracePt t="66917" x="3219450" y="3702050"/>
          <p14:tracePt t="66933" x="3251200" y="3702050"/>
          <p14:tracePt t="66950" x="3289300" y="3702050"/>
          <p14:tracePt t="66966" x="3321050" y="3695700"/>
          <p14:tracePt t="66971" x="3333750" y="3689350"/>
          <p14:tracePt t="66983" x="3346450" y="3689350"/>
          <p14:tracePt t="67000" x="3371850" y="3676650"/>
          <p14:tracePt t="67002" x="3378200" y="3670300"/>
          <p14:tracePt t="67017" x="3403600" y="3657600"/>
          <p14:tracePt t="67033" x="3422650" y="3638550"/>
          <p14:tracePt t="67050" x="3448050" y="3619500"/>
          <p14:tracePt t="67066" x="3467100" y="3600450"/>
          <p14:tracePt t="67083" x="3486150" y="3587750"/>
          <p14:tracePt t="67100" x="3492500" y="3575050"/>
          <p14:tracePt t="67116" x="3498850" y="3562350"/>
          <p14:tracePt t="67150" x="3498850" y="3556000"/>
          <p14:tracePt t="67166" x="3498850" y="3549650"/>
          <p14:tracePt t="67183" x="3498850" y="3543300"/>
          <p14:tracePt t="67200" x="3498850" y="3536950"/>
          <p14:tracePt t="67216" x="3498850" y="3524250"/>
          <p14:tracePt t="67233" x="3486150" y="3517900"/>
          <p14:tracePt t="67237" x="3479800" y="3505200"/>
          <p14:tracePt t="67254" x="3467100" y="3498850"/>
          <p14:tracePt t="67267" x="3448050" y="3479800"/>
          <p14:tracePt t="67283" x="3422650" y="3454400"/>
          <p14:tracePt t="67300" x="3409950" y="3448050"/>
          <p14:tracePt t="67316" x="3384550" y="3435350"/>
          <p14:tracePt t="67333" x="3359150" y="3429000"/>
          <p14:tracePt t="67350" x="3340100" y="3422650"/>
          <p14:tracePt t="67367" x="3308350" y="3422650"/>
          <p14:tracePt t="67385" x="3270250" y="3422650"/>
          <p14:tracePt t="67387" x="3257550" y="3422650"/>
          <p14:tracePt t="67400" x="3238500" y="3422650"/>
          <p14:tracePt t="67418" x="3200400" y="3429000"/>
          <p14:tracePt t="67421" x="3187700" y="3435350"/>
          <p14:tracePt t="67433" x="3175000" y="3448050"/>
          <p14:tracePt t="67452" x="3130550" y="3467100"/>
          <p14:tracePt t="67466" x="3117850" y="3479800"/>
          <p14:tracePt t="67483" x="3098800" y="3498850"/>
          <p14:tracePt t="67486" x="3086100" y="3505200"/>
          <p14:tracePt t="67500" x="3086100" y="3511550"/>
          <p14:tracePt t="67518" x="3073400" y="3536950"/>
          <p14:tracePt t="67535" x="3067050" y="3543300"/>
          <p14:tracePt t="67550" x="3067050" y="3556000"/>
          <p14:tracePt t="67574" x="3067050" y="3562350"/>
          <p14:tracePt t="67583" x="3067050" y="3568700"/>
          <p14:tracePt t="67606" x="3067050" y="3581400"/>
          <p14:tracePt t="67621" x="3073400" y="3587750"/>
          <p14:tracePt t="67637" x="3086100" y="3600450"/>
          <p14:tracePt t="67653" x="3092450" y="3600450"/>
          <p14:tracePt t="67666" x="3105150" y="3613150"/>
          <p14:tracePt t="67683" x="3136900" y="3632200"/>
          <p14:tracePt t="67688" x="3149600" y="3638550"/>
          <p14:tracePt t="67699" x="3162300" y="3638550"/>
          <p14:tracePt t="67718" x="3187700" y="3644900"/>
          <p14:tracePt t="67733" x="3200400" y="3644900"/>
          <p14:tracePt t="67749" x="3206750" y="3644900"/>
          <p14:tracePt t="67753" x="3219450" y="3644900"/>
          <p14:tracePt t="67776" x="3225800" y="3644900"/>
          <p14:tracePt t="69676" x="0" y="0"/>
        </p14:tracePtLst>
      </p14:laserTraceLst>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Fine-Tuning Your Loops: break, continue, else</a:t>
            </a:r>
            <a:endParaRPr lang="nl-BE" dirty="0"/>
          </a:p>
        </p:txBody>
      </p:sp>
      <p:sp>
        <p:nvSpPr>
          <p:cNvPr id="3" name="Content Placeholder 2"/>
          <p:cNvSpPr>
            <a:spLocks noGrp="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break</a:t>
            </a:r>
            <a:r>
              <a:rPr lang="en-US" dirty="0"/>
              <a:t> statement breaks out of the loop entirely, any </a:t>
            </a:r>
            <a:r>
              <a:rPr lang="en-US" dirty="0">
                <a:latin typeface="Courier New" panose="02070309020205020404" pitchFamily="49" charset="0"/>
                <a:cs typeface="Courier New" panose="02070309020205020404" pitchFamily="49" charset="0"/>
              </a:rPr>
              <a:t>else</a:t>
            </a:r>
            <a:r>
              <a:rPr lang="en-US" dirty="0"/>
              <a:t> clause will not be executed.</a:t>
            </a:r>
          </a:p>
          <a:p>
            <a:r>
              <a:rPr lang="en-US" dirty="0"/>
              <a:t>The </a:t>
            </a:r>
            <a:r>
              <a:rPr lang="en-US" dirty="0">
                <a:latin typeface="Courier New" panose="02070309020205020404" pitchFamily="49" charset="0"/>
                <a:cs typeface="Courier New" panose="02070309020205020404" pitchFamily="49" charset="0"/>
              </a:rPr>
              <a:t>continue</a:t>
            </a:r>
            <a:r>
              <a:rPr lang="en-US" dirty="0"/>
              <a:t> statement skips the remainder of the current loop, and goes to the next iteration</a:t>
            </a:r>
          </a:p>
          <a:p>
            <a:r>
              <a:rPr lang="en-US" i="1" dirty="0"/>
              <a:t>File: while_loop_break_continue.py</a:t>
            </a:r>
            <a:endParaRPr lang="nl-BE" i="1" dirty="0"/>
          </a:p>
        </p:txBody>
      </p:sp>
    </p:spTree>
    <p:extLst>
      <p:ext uri="{BB962C8B-B14F-4D97-AF65-F5344CB8AC3E}">
        <p14:creationId xmlns:p14="http://schemas.microsoft.com/office/powerpoint/2010/main" val="2536319810"/>
      </p:ext>
    </p:extLst>
  </p:cSld>
  <p:clrMapOvr>
    <a:masterClrMapping/>
  </p:clrMapOvr>
  <mc:AlternateContent xmlns:mc="http://schemas.openxmlformats.org/markup-compatibility/2006" xmlns:p14="http://schemas.microsoft.com/office/powerpoint/2010/main">
    <mc:Choice Requires="p14">
      <p:transition spd="slow" p14:dur="2000" advTm="57842"/>
    </mc:Choice>
    <mc:Fallback xmlns="">
      <p:transition spd="slow" advTm="57842"/>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D12AA-7B7E-47E5-B058-A220B20B0978}"/>
              </a:ext>
            </a:extLst>
          </p:cNvPr>
          <p:cNvSpPr>
            <a:spLocks noGrp="1"/>
          </p:cNvSpPr>
          <p:nvPr>
            <p:ph type="title"/>
          </p:nvPr>
        </p:nvSpPr>
        <p:spPr/>
        <p:txBody>
          <a:bodyPr/>
          <a:lstStyle/>
          <a:p>
            <a:r>
              <a:rPr lang="nl-BE" dirty="0" err="1"/>
              <a:t>for</a:t>
            </a:r>
            <a:r>
              <a:rPr lang="nl-BE" dirty="0"/>
              <a:t> loop: </a:t>
            </a:r>
            <a:r>
              <a:rPr lang="nl-BE" dirty="0" err="1"/>
              <a:t>else</a:t>
            </a:r>
            <a:r>
              <a:rPr lang="nl-BE" dirty="0"/>
              <a:t> part</a:t>
            </a:r>
            <a:endParaRPr lang="en-US" dirty="0"/>
          </a:p>
        </p:txBody>
      </p:sp>
      <p:sp>
        <p:nvSpPr>
          <p:cNvPr id="3" name="Content Placeholder 2">
            <a:extLst>
              <a:ext uri="{FF2B5EF4-FFF2-40B4-BE49-F238E27FC236}">
                <a16:creationId xmlns:a16="http://schemas.microsoft.com/office/drawing/2014/main" id="{992DDC86-B502-43FE-8726-6EAC4C914583}"/>
              </a:ext>
            </a:extLst>
          </p:cNvPr>
          <p:cNvSpPr>
            <a:spLocks noGrp="1"/>
          </p:cNvSpPr>
          <p:nvPr>
            <p:ph idx="1"/>
          </p:nvPr>
        </p:nvSpPr>
        <p:spPr/>
        <p:txBody>
          <a:bodyPr>
            <a:normAutofit fontScale="70000" lnSpcReduction="20000"/>
          </a:bodyPr>
          <a:lstStyle/>
          <a:p>
            <a:r>
              <a:rPr lang="en-US" dirty="0"/>
              <a:t>use case: implement search loops, searching for an item meeting a particular condition, and need to perform additional processing or raise warning if no acceptable value is found</a:t>
            </a:r>
          </a:p>
          <a:p>
            <a:pPr lvl="1"/>
            <a:r>
              <a:rPr lang="en-US" dirty="0"/>
              <a:t>Loop should contain </a:t>
            </a:r>
            <a:r>
              <a:rPr lang="en-US" dirty="0">
                <a:latin typeface="Courier New" panose="02070309020205020404" pitchFamily="49" charset="0"/>
                <a:cs typeface="Courier New" panose="02070309020205020404" pitchFamily="49" charset="0"/>
              </a:rPr>
              <a:t>break</a:t>
            </a:r>
            <a:r>
              <a:rPr lang="en-US" dirty="0"/>
              <a:t> statement.</a:t>
            </a:r>
          </a:p>
          <a:p>
            <a:pPr lvl="1"/>
            <a:r>
              <a:rPr lang="en-US" dirty="0"/>
              <a:t>The statements in the else block will be executed after all iterations are completed (normal termination).</a:t>
            </a:r>
          </a:p>
          <a:p>
            <a:pPr marL="0" indent="0">
              <a:buNone/>
            </a:pPr>
            <a:r>
              <a:rPr lang="en-US" dirty="0">
                <a:latin typeface="Courier New" panose="02070309020205020404" pitchFamily="49" charset="0"/>
                <a:cs typeface="Courier New" panose="02070309020205020404" pitchFamily="49" charset="0"/>
              </a:rPr>
              <a:t>numbers =[1,2,3,4]</a:t>
            </a: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in numbers: </a:t>
            </a:r>
          </a:p>
          <a:p>
            <a:pPr marL="0" indent="0">
              <a:buNone/>
            </a:pPr>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if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&gt; 2.5:</a:t>
            </a:r>
          </a:p>
          <a:p>
            <a:pPr marL="0" indent="0">
              <a:buNone/>
            </a:pPr>
            <a:r>
              <a:rPr lang="en-US" dirty="0">
                <a:latin typeface="Courier New" panose="02070309020205020404" pitchFamily="49" charset="0"/>
                <a:cs typeface="Courier New" panose="02070309020205020404" pitchFamily="49" charset="0"/>
              </a:rPr>
              <a:t>       break</a:t>
            </a:r>
          </a:p>
          <a:p>
            <a:pPr marL="0" indent="0">
              <a:buNone/>
            </a:pPr>
            <a:r>
              <a:rPr lang="en-US" dirty="0">
                <a:latin typeface="Courier New" panose="02070309020205020404" pitchFamily="49" charset="0"/>
                <a:cs typeface="Courier New" panose="02070309020205020404" pitchFamily="49" charset="0"/>
              </a:rPr>
              <a:t>else: # Not executed as there is a break </a:t>
            </a:r>
          </a:p>
          <a:p>
            <a:pPr marL="0" indent="0">
              <a:buNone/>
            </a:pPr>
            <a:r>
              <a:rPr lang="en-US" dirty="0">
                <a:latin typeface="Courier New" panose="02070309020205020404" pitchFamily="49" charset="0"/>
                <a:cs typeface="Courier New" panose="02070309020205020404" pitchFamily="49" charset="0"/>
              </a:rPr>
              <a:t>    print("No Break") </a:t>
            </a:r>
          </a:p>
          <a:p>
            <a:r>
              <a:rPr lang="en-US" i="1" dirty="0">
                <a:cs typeface="Courier New" panose="02070309020205020404" pitchFamily="49" charset="0"/>
              </a:rPr>
              <a:t>File: for_loop_else.py</a:t>
            </a:r>
          </a:p>
        </p:txBody>
      </p:sp>
    </p:spTree>
    <p:extLst>
      <p:ext uri="{BB962C8B-B14F-4D97-AF65-F5344CB8AC3E}">
        <p14:creationId xmlns:p14="http://schemas.microsoft.com/office/powerpoint/2010/main" val="952255521"/>
      </p:ext>
    </p:extLst>
  </p:cSld>
  <p:clrMapOvr>
    <a:masterClrMapping/>
  </p:clrMapOvr>
  <mc:AlternateContent xmlns:mc="http://schemas.openxmlformats.org/markup-compatibility/2006" xmlns:p14="http://schemas.microsoft.com/office/powerpoint/2010/main">
    <mc:Choice Requires="p14">
      <p:transition spd="slow" p14:dur="2000" advTm="42992"/>
    </mc:Choice>
    <mc:Fallback xmlns="">
      <p:transition spd="slow" advTm="4299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9617E-F0A2-7368-6362-3B4F08B02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DBB24-0C19-18D4-D8FE-2DADD54CC86C}"/>
              </a:ext>
            </a:extLst>
          </p:cNvPr>
          <p:cNvSpPr>
            <a:spLocks noGrp="1"/>
          </p:cNvSpPr>
          <p:nvPr>
            <p:ph type="title"/>
          </p:nvPr>
        </p:nvSpPr>
        <p:spPr/>
        <p:txBody>
          <a:bodyPr/>
          <a:lstStyle/>
          <a:p>
            <a:r>
              <a:rPr lang="en-US" dirty="0"/>
              <a:t>Match-Case</a:t>
            </a:r>
            <a:endParaRPr lang="nl-BE" dirty="0"/>
          </a:p>
        </p:txBody>
      </p:sp>
      <p:sp>
        <p:nvSpPr>
          <p:cNvPr id="3" name="Content Placeholder 2">
            <a:extLst>
              <a:ext uri="{FF2B5EF4-FFF2-40B4-BE49-F238E27FC236}">
                <a16:creationId xmlns:a16="http://schemas.microsoft.com/office/drawing/2014/main" id="{49052B1C-6AC5-2CC8-DF7C-3E130A15CDC4}"/>
              </a:ext>
            </a:extLst>
          </p:cNvPr>
          <p:cNvSpPr>
            <a:spLocks noGrp="1"/>
          </p:cNvSpPr>
          <p:nvPr>
            <p:ph idx="1"/>
          </p:nvPr>
        </p:nvSpPr>
        <p:spPr/>
        <p:txBody>
          <a:bodyPr>
            <a:normAutofit/>
          </a:bodyPr>
          <a:lstStyle/>
          <a:p>
            <a:r>
              <a:rPr lang="en-US" dirty="0"/>
              <a:t>Make decision blocks based on a matching test</a:t>
            </a:r>
          </a:p>
          <a:p>
            <a:r>
              <a:rPr lang="en-US" dirty="0"/>
              <a:t>Available since Python v.3.10</a:t>
            </a:r>
          </a:p>
          <a:p>
            <a:r>
              <a:rPr lang="en-US" dirty="0"/>
              <a:t>Syntax:</a:t>
            </a:r>
            <a:br>
              <a:rPr lang="en-US" dirty="0"/>
            </a:br>
            <a:r>
              <a:rPr lang="en-US" sz="2400" dirty="0">
                <a:latin typeface="Courier New" panose="02070309020205020404" pitchFamily="49" charset="0"/>
                <a:cs typeface="Courier New" panose="02070309020205020404" pitchFamily="49" charset="0"/>
              </a:rPr>
              <a:t>match var:</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case val1:</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statement-block-1</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case val2:</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statement-block-2</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case _:</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default-statement-block</a:t>
            </a:r>
          </a:p>
        </p:txBody>
      </p:sp>
    </p:spTree>
    <p:extLst>
      <p:ext uri="{BB962C8B-B14F-4D97-AF65-F5344CB8AC3E}">
        <p14:creationId xmlns:p14="http://schemas.microsoft.com/office/powerpoint/2010/main" val="717600017"/>
      </p:ext>
    </p:extLst>
  </p:cSld>
  <p:clrMapOvr>
    <a:masterClrMapping/>
  </p:clrMapOvr>
  <mc:AlternateContent xmlns:mc="http://schemas.openxmlformats.org/markup-compatibility/2006" xmlns:p14="http://schemas.microsoft.com/office/powerpoint/2010/main">
    <mc:Choice Requires="p14">
      <p:transition spd="slow" p14:dur="2000" advTm="75870"/>
    </mc:Choice>
    <mc:Fallback xmlns="">
      <p:transition spd="slow" advTm="75870"/>
    </mc:Fallback>
  </mc:AlternateContent>
  <p:extLst>
    <p:ext uri="{3A86A75C-4F4B-4683-9AE1-C65F6400EC91}">
      <p14:laserTraceLst xmlns:p14="http://schemas.microsoft.com/office/powerpoint/2010/main">
        <p14:tracePtLst>
          <p14:tracePt t="17352" x="3060700" y="2895600"/>
          <p14:tracePt t="17357" x="3048000" y="2882900"/>
          <p14:tracePt t="17366" x="3035300" y="2876550"/>
          <p14:tracePt t="17381" x="2971800" y="2844800"/>
          <p14:tracePt t="17398" x="2927350" y="2825750"/>
          <p14:tracePt t="17415" x="2870200" y="2806700"/>
          <p14:tracePt t="17431" x="2819400" y="2806700"/>
          <p14:tracePt t="17448" x="2762250" y="2806700"/>
          <p14:tracePt t="17465" x="2641600" y="2819400"/>
          <p14:tracePt t="17482" x="2565400" y="2832100"/>
          <p14:tracePt t="17498" x="2476500" y="2838450"/>
          <p14:tracePt t="17515" x="2336800" y="2863850"/>
          <p14:tracePt t="17532" x="2266950" y="2876550"/>
          <p14:tracePt t="17536" x="2241550" y="2882900"/>
          <p14:tracePt t="17549" x="2197100" y="2895600"/>
          <p14:tracePt t="17565" x="2159000" y="2914650"/>
          <p14:tracePt t="17568" x="2152650" y="2921000"/>
          <p14:tracePt t="17582" x="2146300" y="2933700"/>
          <p14:tracePt t="17598" x="2139950" y="2952750"/>
          <p14:tracePt t="17601" x="2139950" y="2971800"/>
          <p14:tracePt t="17616" x="2133600" y="3022600"/>
          <p14:tracePt t="17631" x="2139950" y="3105150"/>
          <p14:tracePt t="17648" x="2171700" y="3187700"/>
          <p14:tracePt t="17665" x="2209800" y="3263900"/>
          <p14:tracePt t="17682" x="2266950" y="3340100"/>
          <p14:tracePt t="17699" x="2317750" y="3384550"/>
          <p14:tracePt t="17715" x="2393950" y="3435350"/>
          <p14:tracePt t="17732" x="2476500" y="3473450"/>
          <p14:tracePt t="17748" x="2578100" y="3505200"/>
          <p14:tracePt t="17765" x="2673350" y="3524250"/>
          <p14:tracePt t="17782" x="2825750" y="3549650"/>
          <p14:tracePt t="17798" x="2927350" y="3562350"/>
          <p14:tracePt t="17803" x="3016250" y="3568700"/>
          <p14:tracePt t="17815" x="3067050" y="3568700"/>
          <p14:tracePt t="17832" x="3168650" y="3568700"/>
          <p14:tracePt t="17836" x="3206750" y="3568700"/>
          <p14:tracePt t="17848" x="3257550" y="3568700"/>
          <p14:tracePt t="17865" x="3390900" y="3568700"/>
          <p14:tracePt t="17882" x="3473450" y="3568700"/>
          <p14:tracePt t="17898" x="3536950" y="3556000"/>
          <p14:tracePt t="17915" x="3632200" y="3543300"/>
          <p14:tracePt t="17932" x="3708400" y="3530600"/>
          <p14:tracePt t="17948" x="3816350" y="3517900"/>
          <p14:tracePt t="17965" x="3905250" y="3517900"/>
          <p14:tracePt t="17982" x="4000500" y="3511550"/>
          <p14:tracePt t="17998" x="4095750" y="3511550"/>
          <p14:tracePt t="18001" x="4178300" y="3511550"/>
          <p14:tracePt t="18016" x="4203700" y="3511550"/>
          <p14:tracePt t="18032" x="4324350" y="3511550"/>
          <p14:tracePt t="18050" x="4445000" y="3511550"/>
          <p14:tracePt t="18052" x="4489450" y="3511550"/>
          <p14:tracePt t="18065" x="4572000" y="3511550"/>
          <p14:tracePt t="18084" x="4730750" y="3498850"/>
          <p14:tracePt t="18098" x="4756150" y="3498850"/>
          <p14:tracePt t="18116" x="4895850" y="3473450"/>
          <p14:tracePt t="18132" x="4991100" y="3441700"/>
          <p14:tracePt t="18149" x="5092700" y="3416300"/>
          <p14:tracePt t="18165" x="5137150" y="3409950"/>
          <p14:tracePt t="18181" x="5219700" y="3384550"/>
          <p14:tracePt t="18198" x="5251450" y="3371850"/>
          <p14:tracePt t="18215" x="5302250" y="3365500"/>
          <p14:tracePt t="18219" x="5308600" y="3365500"/>
          <p14:tracePt t="18232" x="5308600" y="3359150"/>
          <p14:tracePt t="18248" x="5327650" y="3359150"/>
          <p14:tracePt t="18253" x="5334000" y="3352800"/>
          <p14:tracePt t="18265" x="5346700" y="3346450"/>
          <p14:tracePt t="18282" x="5359400" y="3340100"/>
          <p14:tracePt t="18285" x="5359400" y="3333750"/>
          <p14:tracePt t="18299" x="5365750" y="3333750"/>
          <p14:tracePt t="18315" x="5365750" y="3321050"/>
          <p14:tracePt t="18318" x="5378450" y="3302000"/>
          <p14:tracePt t="18332" x="5378450" y="3295650"/>
          <p14:tracePt t="18348" x="5378450" y="3276600"/>
          <p14:tracePt t="18352" x="5378450" y="3263900"/>
          <p14:tracePt t="18365" x="5378450" y="3244850"/>
          <p14:tracePt t="18381" x="5372100" y="3219450"/>
          <p14:tracePt t="18398" x="5346700" y="3175000"/>
          <p14:tracePt t="18415" x="5308600" y="3124200"/>
          <p14:tracePt t="18432" x="5283200" y="3098800"/>
          <p14:tracePt t="18448" x="5232400" y="3035300"/>
          <p14:tracePt t="18465" x="5168900" y="2971800"/>
          <p14:tracePt t="18482" x="5130800" y="2940050"/>
          <p14:tracePt t="18498" x="5054600" y="2870200"/>
          <p14:tracePt t="18515" x="5003800" y="2832100"/>
          <p14:tracePt t="18518" x="4978400" y="2813050"/>
          <p14:tracePt t="18532" x="4895850" y="2762250"/>
          <p14:tracePt t="18549" x="4800600" y="2705100"/>
          <p14:tracePt t="18565" x="4756150" y="2679700"/>
          <p14:tracePt t="18582" x="4591050" y="2628900"/>
          <p14:tracePt t="18585" x="4533900" y="2616200"/>
          <p14:tracePt t="18599" x="4483100" y="2609850"/>
          <p14:tracePt t="18615" x="4184650" y="2590800"/>
          <p14:tracePt t="18632" x="4051300" y="2597150"/>
          <p14:tracePt t="18648" x="3930650" y="2622550"/>
          <p14:tracePt t="18665" x="3835400" y="2641600"/>
          <p14:tracePt t="18682" x="3746500" y="2660650"/>
          <p14:tracePt t="18698" x="3683000" y="2679700"/>
          <p14:tracePt t="18715" x="3638550" y="2686050"/>
          <p14:tracePt t="18732" x="3575050" y="2705100"/>
          <p14:tracePt t="18748" x="3524250" y="2724150"/>
          <p14:tracePt t="18753" x="3467100" y="2743200"/>
          <p14:tracePt t="18765" x="3429000" y="2762250"/>
          <p14:tracePt t="18782" x="3333750" y="2794000"/>
          <p14:tracePt t="18785" x="3232150" y="2838450"/>
          <p14:tracePt t="18798" x="3168650" y="2851150"/>
          <p14:tracePt t="18816" x="2971800" y="2921000"/>
          <p14:tracePt t="18831" x="2901950" y="2940050"/>
          <p14:tracePt t="18848" x="2825750" y="2971800"/>
          <p14:tracePt t="18853" x="2781300" y="2990850"/>
          <p14:tracePt t="18866" x="2711450" y="3035300"/>
          <p14:tracePt t="18882" x="2698750" y="3048000"/>
          <p14:tracePt t="18898" x="2692400" y="3067050"/>
          <p14:tracePt t="18915" x="2686050" y="3092450"/>
          <p14:tracePt t="18932" x="2679700" y="3111500"/>
          <p14:tracePt t="18949" x="2679700" y="3136900"/>
          <p14:tracePt t="18965" x="2679700" y="3168650"/>
          <p14:tracePt t="18982" x="2679700" y="3187700"/>
          <p14:tracePt t="18998" x="2686050" y="3219450"/>
          <p14:tracePt t="19015" x="2692400" y="3251200"/>
          <p14:tracePt t="19019" x="2698750" y="3263900"/>
          <p14:tracePt t="19032" x="2705100" y="3282950"/>
          <p14:tracePt t="19049" x="2724150" y="3321050"/>
          <p14:tracePt t="19066" x="2749550" y="3340100"/>
          <p14:tracePt t="19082" x="2774950" y="3365500"/>
          <p14:tracePt t="19098" x="2794000" y="3384550"/>
          <p14:tracePt t="19116" x="2876550" y="3422650"/>
          <p14:tracePt t="19131" x="2940050" y="3441700"/>
          <p14:tracePt t="19148" x="3041650" y="3460750"/>
          <p14:tracePt t="19165" x="3130550" y="3467100"/>
          <p14:tracePt t="19182" x="3219450" y="3473450"/>
          <p14:tracePt t="19198" x="3340100" y="3473450"/>
          <p14:tracePt t="19215" x="3416300" y="3460750"/>
          <p14:tracePt t="19232" x="3505200" y="3448050"/>
          <p14:tracePt t="19248" x="3594100" y="3429000"/>
          <p14:tracePt t="19252" x="3619500" y="3422650"/>
          <p14:tracePt t="19265" x="3689350" y="3416300"/>
          <p14:tracePt t="19282" x="3778250" y="3403600"/>
          <p14:tracePt t="19285" x="3797300" y="3403600"/>
          <p14:tracePt t="19299" x="3816350" y="3397250"/>
          <p14:tracePt t="19317" x="3892550" y="3384550"/>
          <p14:tracePt t="19331" x="3905250" y="3378200"/>
          <p14:tracePt t="19348" x="3911600" y="3378200"/>
          <p14:tracePt t="19399" x="0" y="0"/>
        </p14:tracePtLst>
        <p14:tracePtLst>
          <p14:tracePt t="22393" x="2120900" y="3022600"/>
          <p14:tracePt t="22398" x="2114550" y="3016250"/>
          <p14:tracePt t="22415" x="2082800" y="2984500"/>
          <p14:tracePt t="22432" x="2063750" y="2971800"/>
          <p14:tracePt t="22448" x="2051050" y="2959100"/>
          <p14:tracePt t="22465" x="2044700" y="2952750"/>
          <p14:tracePt t="22498" x="2038350" y="2952750"/>
          <p14:tracePt t="22515" x="2032000" y="2952750"/>
          <p14:tracePt t="22532" x="2019300" y="2952750"/>
          <p14:tracePt t="22548" x="1987550" y="2946400"/>
          <p14:tracePt t="22551" x="1968500" y="2946400"/>
          <p14:tracePt t="22565" x="1949450" y="2946400"/>
          <p14:tracePt t="22582" x="1892300" y="2940050"/>
          <p14:tracePt t="22585" x="1860550" y="2940050"/>
          <p14:tracePt t="22598" x="1835150" y="2940050"/>
          <p14:tracePt t="22616" x="1739900" y="2940050"/>
          <p14:tracePt t="22632" x="1689100" y="2940050"/>
          <p14:tracePt t="22649" x="1644650" y="2940050"/>
          <p14:tracePt t="22665" x="1625600" y="2940050"/>
          <p14:tracePt t="22682" x="1600200" y="2940050"/>
          <p14:tracePt t="22698" x="1581150" y="2940050"/>
          <p14:tracePt t="22715" x="1549400" y="2940050"/>
          <p14:tracePt t="22732" x="1517650" y="2946400"/>
          <p14:tracePt t="22748" x="1466850" y="2946400"/>
          <p14:tracePt t="22765" x="1416050" y="2946400"/>
          <p14:tracePt t="22782" x="1358900" y="2952750"/>
          <p14:tracePt t="22787" x="1314450" y="2952750"/>
          <p14:tracePt t="22799" x="1301750" y="2959100"/>
          <p14:tracePt t="22815" x="1244600" y="2965450"/>
          <p14:tracePt t="22818" x="1225550" y="2965450"/>
          <p14:tracePt t="22832" x="1219200" y="2971800"/>
          <p14:tracePt t="22848" x="1200150" y="2978150"/>
          <p14:tracePt t="22851" x="1200150" y="2984500"/>
          <p14:tracePt t="22869" x="1187450" y="3003550"/>
          <p14:tracePt t="22881" x="1174750" y="3022600"/>
          <p14:tracePt t="22899" x="1162050" y="3041650"/>
          <p14:tracePt t="22915" x="1149350" y="3067050"/>
          <p14:tracePt t="22932" x="1143000" y="3073400"/>
          <p14:tracePt t="22948" x="1136650" y="3098800"/>
          <p14:tracePt t="22966" x="1130300" y="3111500"/>
          <p14:tracePt t="22982" x="1123950" y="3130550"/>
          <p14:tracePt t="23001" x="1123950" y="3149600"/>
          <p14:tracePt t="23004" x="1123950" y="3162300"/>
          <p14:tracePt t="23015" x="1123950" y="3168650"/>
          <p14:tracePt t="23032" x="1136650" y="3200400"/>
          <p14:tracePt t="23036" x="1143000" y="3213100"/>
          <p14:tracePt t="23049" x="1155700" y="3225800"/>
          <p14:tracePt t="23066" x="1219200" y="3276600"/>
          <p14:tracePt t="23069" x="1238250" y="3282950"/>
          <p14:tracePt t="23082" x="1282700" y="3302000"/>
          <p14:tracePt t="23098" x="1377950" y="3346450"/>
          <p14:tracePt t="23101" x="1416050" y="3359150"/>
          <p14:tracePt t="23116" x="1517650" y="3390900"/>
          <p14:tracePt t="23132" x="1606550" y="3403600"/>
          <p14:tracePt t="23148" x="1695450" y="3403600"/>
          <p14:tracePt t="23166" x="1771650" y="3403600"/>
          <p14:tracePt t="23182" x="1835150" y="3403600"/>
          <p14:tracePt t="23198" x="1879600" y="3397250"/>
          <p14:tracePt t="23215" x="1905000" y="3390900"/>
          <p14:tracePt t="23232" x="1930400" y="3371850"/>
          <p14:tracePt t="23236" x="1943100" y="3365500"/>
          <p14:tracePt t="23248" x="1949450" y="3359150"/>
          <p14:tracePt t="23265" x="1968500" y="3346450"/>
          <p14:tracePt t="23282" x="1974850" y="3340100"/>
          <p14:tracePt t="23299" x="1981200" y="3340100"/>
          <p14:tracePt t="23305" x="1981200" y="3333750"/>
          <p14:tracePt t="23423" x="1981200" y="3327400"/>
          <p14:tracePt t="23424" x="0" y="0"/>
        </p14:tracePtLst>
        <p14:tracePtLst>
          <p14:tracePt t="24327" x="6502400" y="2889250"/>
          <p14:tracePt t="24332" x="6496050" y="2889250"/>
          <p14:tracePt t="24349" x="6489700" y="2889250"/>
          <p14:tracePt t="24391" x="6483350" y="2889250"/>
          <p14:tracePt t="24399" x="6483350" y="2895600"/>
          <p14:tracePt t="24415" x="6477000" y="2901950"/>
          <p14:tracePt t="24432" x="6464300" y="2901950"/>
          <p14:tracePt t="24448" x="6451600" y="2908300"/>
          <p14:tracePt t="24465" x="6445250" y="2921000"/>
          <p14:tracePt t="24482" x="6438900" y="2927350"/>
          <p14:tracePt t="24498" x="6432550" y="2940050"/>
          <p14:tracePt t="24503" x="6426200" y="2952750"/>
          <p14:tracePt t="24515" x="6426200" y="2965450"/>
          <p14:tracePt t="24532" x="6419850" y="2978150"/>
          <p14:tracePt t="24551" x="6419850" y="2990850"/>
          <p14:tracePt t="24567" x="6419850" y="2997200"/>
          <p14:tracePt t="24586" x="6413500" y="2997200"/>
          <p14:tracePt t="24599" x="6413500" y="3016250"/>
          <p14:tracePt t="24618" x="6413500" y="3028950"/>
          <p14:tracePt t="24632" x="6413500" y="3048000"/>
          <p14:tracePt t="24650" x="6413500" y="3067050"/>
          <p14:tracePt t="24665" x="6413500" y="3092450"/>
          <p14:tracePt t="24682" x="6413500" y="3130550"/>
          <p14:tracePt t="24698" x="6426200" y="3155950"/>
          <p14:tracePt t="24715" x="6426200" y="3187700"/>
          <p14:tracePt t="24732" x="6438900" y="3219450"/>
          <p14:tracePt t="24748" x="6445250" y="3244850"/>
          <p14:tracePt t="24752" x="6451600" y="3257550"/>
          <p14:tracePt t="24765" x="6457950" y="3270250"/>
          <p14:tracePt t="24782" x="6464300" y="3289300"/>
          <p14:tracePt t="24785" x="6470650" y="3302000"/>
          <p14:tracePt t="24798" x="6477000" y="3308350"/>
          <p14:tracePt t="24817" x="6489700" y="3333750"/>
          <p14:tracePt t="24832" x="6496050" y="3346450"/>
          <p14:tracePt t="24848" x="6502400" y="3359150"/>
          <p14:tracePt t="24865" x="6508750" y="3371850"/>
          <p14:tracePt t="24882" x="6521450" y="3384550"/>
          <p14:tracePt t="24898" x="6527800" y="3390900"/>
          <p14:tracePt t="24915" x="6540500" y="3390900"/>
          <p14:tracePt t="24932" x="6546850" y="3397250"/>
          <p14:tracePt t="24948" x="6559550" y="3397250"/>
          <p14:tracePt t="24965" x="6572250" y="3397250"/>
          <p14:tracePt t="24982" x="6591300" y="3384550"/>
          <p14:tracePt t="24998" x="6610350" y="3371850"/>
          <p14:tracePt t="25015" x="6629400" y="3352800"/>
          <p14:tracePt t="25019" x="6635750" y="3333750"/>
          <p14:tracePt t="25032" x="6648450" y="3321050"/>
          <p14:tracePt t="25049" x="6667500" y="3282950"/>
          <p14:tracePt t="25066" x="6673850" y="3257550"/>
          <p14:tracePt t="25082" x="6686550" y="3238500"/>
          <p14:tracePt t="25099" x="6686550" y="3219450"/>
          <p14:tracePt t="25115" x="6692900" y="3200400"/>
          <p14:tracePt t="25132" x="6699250" y="3181350"/>
          <p14:tracePt t="25148" x="6699250" y="3162300"/>
          <p14:tracePt t="25165" x="6699250" y="3143250"/>
          <p14:tracePt t="25182" x="6699250" y="3117850"/>
          <p14:tracePt t="25187" x="6699250" y="3105150"/>
          <p14:tracePt t="25198" x="6699250" y="3098800"/>
          <p14:tracePt t="25215" x="6699250" y="3073400"/>
          <p14:tracePt t="25232" x="6686550" y="3054350"/>
          <p14:tracePt t="25248" x="6673850" y="3022600"/>
          <p14:tracePt t="25265" x="6667500" y="3009900"/>
          <p14:tracePt t="25282" x="6654800" y="2990850"/>
          <p14:tracePt t="25286" x="6654800" y="2978150"/>
          <p14:tracePt t="25299" x="6642100" y="2965450"/>
          <p14:tracePt t="25316" x="6629400" y="2946400"/>
          <p14:tracePt t="25332" x="6623050" y="2927350"/>
          <p14:tracePt t="25348" x="6616700" y="2921000"/>
          <p14:tracePt t="25365" x="6597650" y="2908300"/>
          <p14:tracePt t="25382" x="6591300" y="2908300"/>
          <p14:tracePt t="25398" x="6584950" y="2908300"/>
          <p14:tracePt t="25415" x="6572250" y="2908300"/>
          <p14:tracePt t="25432" x="6540500" y="2908300"/>
          <p14:tracePt t="25449" x="6527800" y="2908300"/>
          <p14:tracePt t="25452" x="6521450" y="2908300"/>
          <p14:tracePt t="25465" x="6515100" y="2914650"/>
          <p14:tracePt t="25482" x="6508750" y="2914650"/>
          <p14:tracePt t="25502" x="6502400" y="2914650"/>
          <p14:tracePt t="25515" x="6502400" y="2921000"/>
          <p14:tracePt t="25531" x="6496050" y="2921000"/>
          <p14:tracePt t="25535" x="6489700" y="2927350"/>
          <p14:tracePt t="25559" x="6483350" y="2933700"/>
          <p14:tracePt t="25575" x="6483350" y="2940050"/>
          <p14:tracePt t="25694" x="6483350" y="2946400"/>
          <p14:tracePt t="25727" x="0" y="0"/>
        </p14:tracePtLst>
        <p14:tracePtLst>
          <p14:tracePt t="26690" x="3924300" y="3409950"/>
          <p14:tracePt t="26696" x="3917950" y="3409950"/>
          <p14:tracePt t="26702" x="3911600" y="3409950"/>
          <p14:tracePt t="26721" x="3898900" y="3409950"/>
          <p14:tracePt t="26732" x="3892550" y="3409950"/>
          <p14:tracePt t="26736" x="3879850" y="3409950"/>
          <p14:tracePt t="26749" x="3867150" y="3409950"/>
          <p14:tracePt t="26766" x="3822700" y="3409950"/>
          <p14:tracePt t="26782" x="3784600" y="3409950"/>
          <p14:tracePt t="26799" x="3727450" y="3416300"/>
          <p14:tracePt t="26815" x="3663950" y="3422650"/>
          <p14:tracePt t="26832" x="3600450" y="3422650"/>
          <p14:tracePt t="26849" x="3524250" y="3422650"/>
          <p14:tracePt t="26865" x="3435350" y="3422650"/>
          <p14:tracePt t="26882" x="3346450" y="3422650"/>
          <p14:tracePt t="26898" x="3232150" y="3422650"/>
          <p14:tracePt t="26915" x="3136900" y="3416300"/>
          <p14:tracePt t="26932" x="3009900" y="3409950"/>
          <p14:tracePt t="26936" x="2984500" y="3409950"/>
          <p14:tracePt t="26948" x="2908300" y="3403600"/>
          <p14:tracePt t="26965" x="2806700" y="3403600"/>
          <p14:tracePt t="26969" x="2736850" y="3403600"/>
          <p14:tracePt t="26982" x="2673350" y="3403600"/>
          <p14:tracePt t="26998" x="2578100" y="3403600"/>
          <p14:tracePt t="27001" x="2552700" y="3403600"/>
          <p14:tracePt t="27016" x="2457450" y="3403600"/>
          <p14:tracePt t="27032" x="2381250" y="3409950"/>
          <p14:tracePt t="27049" x="2298700" y="3429000"/>
          <p14:tracePt t="27065" x="2235200" y="3435350"/>
          <p14:tracePt t="27082" x="2184400" y="3460750"/>
          <p14:tracePt t="27098" x="2133600" y="3479800"/>
          <p14:tracePt t="27115" x="2120900" y="3492500"/>
          <p14:tracePt t="27132" x="2089150" y="3511550"/>
          <p14:tracePt t="27136" x="2076450" y="3511550"/>
          <p14:tracePt t="27148" x="2063750" y="3524250"/>
          <p14:tracePt t="27165" x="2057400" y="3536950"/>
          <p14:tracePt t="27182" x="2038350" y="3556000"/>
          <p14:tracePt t="27199" x="2032000" y="3562350"/>
          <p14:tracePt t="27202" x="2025650" y="3568700"/>
          <p14:tracePt t="27215" x="2019300" y="3587750"/>
          <p14:tracePt t="27232" x="2019300" y="3600450"/>
          <p14:tracePt t="27235" x="2019300" y="3606800"/>
          <p14:tracePt t="27251" x="2019300" y="3632200"/>
          <p14:tracePt t="27266" x="2019300" y="3657600"/>
          <p14:tracePt t="27282" x="2044700" y="3683000"/>
          <p14:tracePt t="27299" x="2089150" y="3721100"/>
          <p14:tracePt t="27315" x="2133600" y="3740150"/>
          <p14:tracePt t="27332" x="2235200" y="3771900"/>
          <p14:tracePt t="27348" x="2330450" y="3797300"/>
          <p14:tracePt t="27365" x="2438400" y="3822700"/>
          <p14:tracePt t="27370" x="2520950" y="3841750"/>
          <p14:tracePt t="27382" x="2559050" y="3848100"/>
          <p14:tracePt t="27399" x="2692400" y="3879850"/>
          <p14:tracePt t="27415" x="2851150" y="3905250"/>
          <p14:tracePt t="27431" x="3022600" y="3917950"/>
          <p14:tracePt t="27448" x="3194050" y="3930650"/>
          <p14:tracePt t="27465" x="3365500" y="3937000"/>
          <p14:tracePt t="27470" x="3409950" y="3937000"/>
          <p14:tracePt t="27482" x="3511550" y="3937000"/>
          <p14:tracePt t="27499" x="3613150" y="3937000"/>
          <p14:tracePt t="27501" x="3676650" y="3924300"/>
          <p14:tracePt t="27516" x="3746500" y="3905250"/>
          <p14:tracePt t="27532" x="3803650" y="3879850"/>
          <p14:tracePt t="27548" x="3848100" y="3867150"/>
          <p14:tracePt t="27565" x="3886200" y="3841750"/>
          <p14:tracePt t="27582" x="3956050" y="3810000"/>
          <p14:tracePt t="27598" x="4019550" y="3784600"/>
          <p14:tracePt t="27615" x="4127500" y="3752850"/>
          <p14:tracePt t="27632" x="4191000" y="3733800"/>
          <p14:tracePt t="27649" x="4254500" y="3714750"/>
          <p14:tracePt t="27665" x="4292600" y="3708400"/>
          <p14:tracePt t="27670" x="4305300" y="3702050"/>
          <p14:tracePt t="27682" x="4318000" y="3695700"/>
          <p14:tracePt t="27699" x="4330700" y="3689350"/>
          <p14:tracePt t="27702" x="4337050" y="3683000"/>
          <p14:tracePt t="27715" x="4343400" y="3683000"/>
          <p14:tracePt t="27732" x="4349750" y="3676650"/>
          <p14:tracePt t="27735" x="4349750" y="3670300"/>
          <p14:tracePt t="27749" x="4349750" y="3663950"/>
          <p14:tracePt t="27766" x="4349750" y="3638550"/>
          <p14:tracePt t="27782" x="4337050" y="3625850"/>
          <p14:tracePt t="27798" x="4324350" y="3613150"/>
          <p14:tracePt t="27815" x="4305300" y="3600450"/>
          <p14:tracePt t="27832" x="4267200" y="3575050"/>
          <p14:tracePt t="27848" x="4184650" y="3536950"/>
          <p14:tracePt t="27865" x="4140200" y="3517900"/>
          <p14:tracePt t="27884" x="4038600" y="3473450"/>
          <p14:tracePt t="27887" x="3962400" y="3441700"/>
          <p14:tracePt t="27899" x="3937000" y="3441700"/>
          <p14:tracePt t="27919" x="3784600" y="3390900"/>
          <p14:tracePt t="27932" x="3708400" y="3384550"/>
          <p14:tracePt t="27949" x="3663950" y="3378200"/>
          <p14:tracePt t="27951" x="3606800" y="3378200"/>
          <p14:tracePt t="27965" x="3594100" y="3378200"/>
          <p14:tracePt t="27982" x="3536950" y="3378200"/>
          <p14:tracePt t="27985" x="3517900" y="3378200"/>
          <p14:tracePt t="27998" x="3505200" y="3378200"/>
          <p14:tracePt t="28017" x="3448050" y="3397250"/>
          <p14:tracePt t="28032" x="3409950" y="3416300"/>
          <p14:tracePt t="28048" x="3390900" y="3422650"/>
          <p14:tracePt t="28065" x="3378200" y="3429000"/>
          <p14:tracePt t="28083" x="3359150" y="3441700"/>
          <p14:tracePt t="28098" x="3352800" y="3441700"/>
          <p14:tracePt t="28115" x="3346450" y="3448050"/>
          <p14:tracePt t="28249" x="0" y="0"/>
        </p14:tracePtLst>
        <p14:tracePtLst>
          <p14:tracePt t="33372" x="1847850" y="3905250"/>
          <p14:tracePt t="33378" x="1841500" y="3905250"/>
          <p14:tracePt t="33387" x="1841500" y="3898900"/>
          <p14:tracePt t="33403" x="1835150" y="3898900"/>
          <p14:tracePt t="33415" x="1828800" y="3892550"/>
          <p14:tracePt t="33449" x="1822450" y="3886200"/>
          <p14:tracePt t="33452" x="1809750" y="3879850"/>
          <p14:tracePt t="33466" x="1803400" y="3873500"/>
          <p14:tracePt t="33482" x="1784350" y="3867150"/>
          <p14:tracePt t="33499" x="1765300" y="3860800"/>
          <p14:tracePt t="33516" x="1739900" y="3854450"/>
          <p14:tracePt t="33532" x="1701800" y="3848100"/>
          <p14:tracePt t="33549" x="1612900" y="3841750"/>
          <p14:tracePt t="33565" x="1568450" y="3841750"/>
          <p14:tracePt t="33582" x="1485900" y="3841750"/>
          <p14:tracePt t="33599" x="1428750" y="3841750"/>
          <p14:tracePt t="33615" x="1352550" y="3841750"/>
          <p14:tracePt t="33632" x="1276350" y="3841750"/>
          <p14:tracePt t="33636" x="1250950" y="3841750"/>
          <p14:tracePt t="33648" x="1181100" y="3841750"/>
          <p14:tracePt t="33665" x="1085850" y="3841750"/>
          <p14:tracePt t="33669" x="1060450" y="3841750"/>
          <p14:tracePt t="33682" x="1003300" y="3841750"/>
          <p14:tracePt t="33699" x="965200" y="3841750"/>
          <p14:tracePt t="33702" x="958850" y="3841750"/>
          <p14:tracePt t="33716" x="952500" y="3841750"/>
          <p14:tracePt t="33758" x="946150" y="3841750"/>
          <p14:tracePt t="33772" x="939800" y="3841750"/>
          <p14:tracePt t="33790" x="927100" y="3854450"/>
          <p14:tracePt t="33799" x="914400" y="3860800"/>
          <p14:tracePt t="33815" x="889000" y="3886200"/>
          <p14:tracePt t="33832" x="850900" y="3917950"/>
          <p14:tracePt t="33849" x="831850" y="3943350"/>
          <p14:tracePt t="33865" x="812800" y="3956050"/>
          <p14:tracePt t="33882" x="806450" y="3968750"/>
          <p14:tracePt t="33898" x="793750" y="3987800"/>
          <p14:tracePt t="33903" x="793750" y="3994150"/>
          <p14:tracePt t="33915" x="793750" y="4006850"/>
          <p14:tracePt t="33932" x="787400" y="4025900"/>
          <p14:tracePt t="33934" x="787400" y="4038600"/>
          <p14:tracePt t="33948" x="787400" y="4057650"/>
          <p14:tracePt t="33966" x="806450" y="4108450"/>
          <p14:tracePt t="33982" x="825500" y="4146550"/>
          <p14:tracePt t="33999" x="882650" y="4216400"/>
          <p14:tracePt t="34015" x="939800" y="4279900"/>
          <p14:tracePt t="34033" x="996950" y="4324350"/>
          <p14:tracePt t="34049" x="1047750" y="4362450"/>
          <p14:tracePt t="34065" x="1104900" y="4381500"/>
          <p14:tracePt t="34082" x="1162050" y="4400550"/>
          <p14:tracePt t="34099" x="1244600" y="4419600"/>
          <p14:tracePt t="34115" x="1320800" y="4432300"/>
          <p14:tracePt t="34132" x="1447800" y="4445000"/>
          <p14:tracePt t="34136" x="1517650" y="4451350"/>
          <p14:tracePt t="34149" x="1543050" y="4451350"/>
          <p14:tracePt t="34165" x="1670050" y="4457700"/>
          <p14:tracePt t="34171" x="1701800" y="4457700"/>
          <p14:tracePt t="34182" x="1752600" y="4457700"/>
          <p14:tracePt t="34199" x="1828800" y="4451350"/>
          <p14:tracePt t="34203" x="1841500" y="4451350"/>
          <p14:tracePt t="34216" x="1860550" y="4438650"/>
          <p14:tracePt t="34232" x="1873250" y="4425950"/>
          <p14:tracePt t="34249" x="1885950" y="4413250"/>
          <p14:tracePt t="34265" x="1885950" y="4406900"/>
          <p14:tracePt t="34282" x="1898650" y="4387850"/>
          <p14:tracePt t="34299" x="1911350" y="4381500"/>
          <p14:tracePt t="34304" x="1917700" y="4375150"/>
          <p14:tracePt t="34315" x="1924050" y="4362450"/>
          <p14:tracePt t="34332" x="1936750" y="4343400"/>
          <p14:tracePt t="34338" x="1943100" y="4337050"/>
          <p14:tracePt t="34349" x="1955800" y="4324350"/>
          <p14:tracePt t="34365" x="1962150" y="4318000"/>
          <p14:tracePt t="34369" x="1981200" y="4305300"/>
          <p14:tracePt t="34387" x="1993900" y="4292600"/>
          <p14:tracePt t="34398" x="2000250" y="4292600"/>
          <p14:tracePt t="34420" x="2012950" y="4273550"/>
          <p14:tracePt t="34437" x="2019300" y="4267200"/>
          <p14:tracePt t="34449" x="2019300" y="4260850"/>
          <p14:tracePt t="34466" x="2025650" y="4229100"/>
          <p14:tracePt t="34485" x="2025650" y="4216400"/>
          <p14:tracePt t="34499" x="2019300" y="4191000"/>
          <p14:tracePt t="34518" x="2012950" y="4165600"/>
          <p14:tracePt t="34532" x="1987550" y="4133850"/>
          <p14:tracePt t="34549" x="1962150" y="4108450"/>
          <p14:tracePt t="34565" x="1930400" y="4083050"/>
          <p14:tracePt t="34583" x="1911350" y="4070350"/>
          <p14:tracePt t="34586" x="1898650" y="4064000"/>
          <p14:tracePt t="34599" x="1885950" y="4057650"/>
          <p14:tracePt t="34617" x="1847850" y="4038600"/>
          <p14:tracePt t="34620" x="1816100" y="4025900"/>
          <p14:tracePt t="34632" x="1790700" y="4019550"/>
          <p14:tracePt t="34649" x="1708150" y="4006850"/>
          <p14:tracePt t="34652" x="1644650" y="3994150"/>
          <p14:tracePt t="34665" x="1625600" y="3994150"/>
          <p14:tracePt t="34682" x="1524000" y="3981450"/>
          <p14:tracePt t="34685" x="1504950" y="3981450"/>
          <p14:tracePt t="34699" x="1466850" y="3981450"/>
          <p14:tracePt t="34716" x="1428750" y="3981450"/>
          <p14:tracePt t="34732" x="1409700" y="3981450"/>
          <p14:tracePt t="34749" x="1397000" y="3981450"/>
          <p14:tracePt t="34765" x="1390650" y="3981450"/>
          <p14:tracePt t="34782" x="1377950" y="3981450"/>
          <p14:tracePt t="34799" x="1365250" y="3981450"/>
          <p14:tracePt t="34815" x="1346200" y="3994150"/>
          <p14:tracePt t="34832" x="1333500" y="4000500"/>
          <p14:tracePt t="34849" x="1301750" y="4019550"/>
          <p14:tracePt t="34853" x="1301750" y="4032250"/>
          <p14:tracePt t="34865" x="1289050" y="4032250"/>
          <p14:tracePt t="34882" x="1276350" y="4044950"/>
          <p14:tracePt t="34886" x="1276350" y="4051300"/>
          <p14:tracePt t="34909" x="1276350" y="4057650"/>
          <p14:tracePt t="35008" x="0" y="0"/>
        </p14:tracePtLst>
        <p14:tracePtLst>
          <p14:tracePt t="49034" x="3219450" y="2946400"/>
          <p14:tracePt t="49087" x="3213100" y="2946400"/>
          <p14:tracePt t="49104" x="3206750" y="2946400"/>
          <p14:tracePt t="49127" x="3206750" y="2952750"/>
          <p14:tracePt t="49136" x="3200400" y="2952750"/>
          <p14:tracePt t="49143" x="3200400" y="2959100"/>
          <p14:tracePt t="49152" x="3200400" y="2965450"/>
          <p14:tracePt t="49167" x="3194050" y="2971800"/>
          <p14:tracePt t="49182" x="3194050" y="2978150"/>
          <p14:tracePt t="49199" x="3181350" y="2984500"/>
          <p14:tracePt t="49217" x="3181350" y="2997200"/>
          <p14:tracePt t="49235" x="3181350" y="3009900"/>
          <p14:tracePt t="49249" x="3175000" y="3016250"/>
          <p14:tracePt t="49268" x="3175000" y="3028950"/>
          <p14:tracePt t="49283" x="3175000" y="3041650"/>
          <p14:tracePt t="49302" x="3175000" y="3054350"/>
          <p14:tracePt t="49306" x="3175000" y="3060700"/>
          <p14:tracePt t="49316" x="3181350" y="3067050"/>
          <p14:tracePt t="49334" x="3187700" y="3073400"/>
          <p14:tracePt t="49337" x="3194050" y="3079750"/>
          <p14:tracePt t="49349" x="3200400" y="3086100"/>
          <p14:tracePt t="49369" x="3232150" y="3092450"/>
          <p14:tracePt t="49382" x="3251200" y="3098800"/>
          <p14:tracePt t="49400" x="3302000" y="3111500"/>
          <p14:tracePt t="49417" x="3397250" y="3130550"/>
          <p14:tracePt t="49434" x="3454400" y="3143250"/>
          <p14:tracePt t="49449" x="3536950" y="3162300"/>
          <p14:tracePt t="49466" x="3625850" y="3181350"/>
          <p14:tracePt t="49482" x="3708400" y="3200400"/>
          <p14:tracePt t="49499" x="3759200" y="3219450"/>
          <p14:tracePt t="49516" x="3829050" y="3225800"/>
          <p14:tracePt t="49533" x="3873500" y="3238500"/>
          <p14:tracePt t="49549" x="3930650" y="3244850"/>
          <p14:tracePt t="49566" x="4000500" y="3244850"/>
          <p14:tracePt t="49582" x="4064000" y="3244850"/>
          <p14:tracePt t="49599" x="4114800" y="3244850"/>
          <p14:tracePt t="49603" x="4152900" y="3244850"/>
          <p14:tracePt t="49616" x="4191000" y="3244850"/>
          <p14:tracePt t="49632" x="4241800" y="3244850"/>
          <p14:tracePt t="49635" x="4273550" y="3244850"/>
          <p14:tracePt t="49649" x="4311650" y="3244850"/>
          <p14:tracePt t="49667" x="4387850" y="3238500"/>
          <p14:tracePt t="49683" x="4438650" y="3232150"/>
          <p14:tracePt t="49699" x="4502150" y="3219450"/>
          <p14:tracePt t="49716" x="4565650" y="3213100"/>
          <p14:tracePt t="49732" x="4641850" y="3187700"/>
          <p14:tracePt t="49749" x="4705350" y="3168650"/>
          <p14:tracePt t="49766" x="4762500" y="3143250"/>
          <p14:tracePt t="49783" x="4787900" y="3124200"/>
          <p14:tracePt t="49799" x="4813300" y="3105150"/>
          <p14:tracePt t="49816" x="4826000" y="3092450"/>
          <p14:tracePt t="49832" x="4826000" y="3086100"/>
          <p14:tracePt t="49849" x="4826000" y="3073400"/>
          <p14:tracePt t="49866" x="4826000" y="3054350"/>
          <p14:tracePt t="49882" x="4826000" y="3048000"/>
          <p14:tracePt t="49886" x="4819650" y="3048000"/>
          <p14:tracePt t="49899" x="4813300" y="3035300"/>
          <p14:tracePt t="49903" x="4787900" y="3022600"/>
          <p14:tracePt t="49917" x="4756150" y="3003550"/>
          <p14:tracePt t="49932" x="4705350" y="2984500"/>
          <p14:tracePt t="49949" x="4648200" y="2971800"/>
          <p14:tracePt t="49966" x="4527550" y="2952750"/>
          <p14:tracePt t="49982" x="4394200" y="2952750"/>
          <p14:tracePt t="49999" x="4292600" y="2952750"/>
          <p14:tracePt t="50016" x="4127500" y="2978150"/>
          <p14:tracePt t="50032" x="3994150" y="3003550"/>
          <p14:tracePt t="50049" x="3911600" y="3022600"/>
          <p14:tracePt t="50066" x="3879850" y="3028950"/>
          <p14:tracePt t="50070" x="3867150" y="3035300"/>
          <p14:tracePt t="50099" x="3860800" y="3041650"/>
          <p14:tracePt t="50119" x="3860800" y="3048000"/>
          <p14:tracePt t="50132" x="3854450" y="3048000"/>
          <p14:tracePt t="50149" x="3854450" y="3054350"/>
          <p14:tracePt t="50166" x="3854450" y="3067050"/>
          <p14:tracePt t="50182" x="3854450" y="3073400"/>
          <p14:tracePt t="50199" x="3854450" y="3079750"/>
          <p14:tracePt t="50263" x="3860800" y="3079750"/>
          <p14:tracePt t="50297" x="3867150" y="3079750"/>
          <p14:tracePt t="50320" x="3873500" y="3079750"/>
          <p14:tracePt t="50322" x="0" y="0"/>
        </p14:tracePtLst>
        <p14:tracePtLst>
          <p14:tracePt t="56346" x="3625850" y="3968750"/>
          <p14:tracePt t="56609" x="3625850" y="3975100"/>
          <p14:tracePt t="56627" x="3625850" y="3981450"/>
          <p14:tracePt t="56634" x="3625850" y="3987800"/>
          <p14:tracePt t="56641" x="3625850" y="3994150"/>
          <p14:tracePt t="56650" x="3625850" y="4000500"/>
          <p14:tracePt t="56666" x="3625850" y="4019550"/>
          <p14:tracePt t="56683" x="3625850" y="4032250"/>
          <p14:tracePt t="56699" x="3625850" y="4044950"/>
          <p14:tracePt t="56716" x="3619500" y="4064000"/>
          <p14:tracePt t="56732" x="3619500" y="4089400"/>
          <p14:tracePt t="56749" x="3613150" y="4121150"/>
          <p14:tracePt t="56766" x="3606800" y="4146550"/>
          <p14:tracePt t="56783" x="3600450" y="4184650"/>
          <p14:tracePt t="56799" x="3600450" y="4210050"/>
          <p14:tracePt t="56802" x="3600450" y="4222750"/>
          <p14:tracePt t="56816" x="3600450" y="4229100"/>
          <p14:tracePt t="56833" x="3594100" y="4248150"/>
          <p14:tracePt t="56836" x="3594100" y="4254500"/>
          <p14:tracePt t="56851" x="3594100" y="4260850"/>
          <p14:tracePt t="56867" x="3594100" y="4273550"/>
          <p14:tracePt t="56883" x="3594100" y="4279900"/>
          <p14:tracePt t="56899" x="3594100" y="4286250"/>
          <p14:tracePt t="56916" x="3594100" y="4292600"/>
          <p14:tracePt t="56933" x="3594100" y="4298950"/>
          <p14:tracePt t="56939" x="3594100" y="4305300"/>
          <p14:tracePt t="56949" x="3594100" y="4318000"/>
          <p14:tracePt t="56967" x="3594100" y="4330700"/>
          <p14:tracePt t="56983" x="3587750" y="4356100"/>
          <p14:tracePt t="56999" x="3587750" y="4362450"/>
          <p14:tracePt t="57016" x="3587750" y="4387850"/>
          <p14:tracePt t="57033" x="3587750" y="4400550"/>
          <p14:tracePt t="57049" x="3587750" y="4419600"/>
          <p14:tracePt t="57066" x="3587750" y="4438650"/>
          <p14:tracePt t="57070" x="3587750" y="4445000"/>
          <p14:tracePt t="57083" x="3587750" y="4451350"/>
          <p14:tracePt t="57099" x="3587750" y="4470400"/>
          <p14:tracePt t="57117" x="3587750" y="4489450"/>
          <p14:tracePt t="57133" x="3587750" y="4508500"/>
          <p14:tracePt t="57149" x="3587750" y="4533900"/>
          <p14:tracePt t="57166" x="3587750" y="4546600"/>
          <p14:tracePt t="57183" x="3581400" y="4565650"/>
          <p14:tracePt t="57199" x="3581400" y="4572000"/>
          <p14:tracePt t="57216" x="3575050" y="4578350"/>
          <p14:tracePt t="57233" x="3575050" y="4591050"/>
          <p14:tracePt t="57249" x="3575050" y="4597400"/>
          <p14:tracePt t="57296" x="3575050" y="4603750"/>
          <p14:tracePt t="57328" x="3568700" y="4603750"/>
          <p14:tracePt t="57860" x="0" y="0"/>
        </p14:tracePtLst>
        <p14:tracePtLst>
          <p14:tracePt t="60207" x="3321050" y="3937000"/>
          <p14:tracePt t="60309" x="3314700" y="3937000"/>
          <p14:tracePt t="60326" x="3302000" y="3937000"/>
          <p14:tracePt t="60335" x="3289300" y="3937000"/>
          <p14:tracePt t="60342" x="3270250" y="3937000"/>
          <p14:tracePt t="60351" x="3244850" y="3943350"/>
          <p14:tracePt t="60366" x="3181350" y="3949700"/>
          <p14:tracePt t="60383" x="3117850" y="3956050"/>
          <p14:tracePt t="60399" x="3016250" y="3956050"/>
          <p14:tracePt t="60416" x="2914650" y="3956050"/>
          <p14:tracePt t="60433" x="2724150" y="3956050"/>
          <p14:tracePt t="60437" x="2679700" y="3949700"/>
          <p14:tracePt t="60449" x="2571750" y="3937000"/>
          <p14:tracePt t="60466" x="2393950" y="3924300"/>
          <p14:tracePt t="60469" x="2279650" y="3924300"/>
          <p14:tracePt t="60483" x="2228850" y="3917950"/>
          <p14:tracePt t="60500" x="2089150" y="3917950"/>
          <p14:tracePt t="60503" x="2012950" y="3917950"/>
          <p14:tracePt t="60517" x="1924050" y="3917950"/>
          <p14:tracePt t="60533" x="1860550" y="3930650"/>
          <p14:tracePt t="60550" x="1828800" y="3943350"/>
          <p14:tracePt t="60567" x="1771650" y="3968750"/>
          <p14:tracePt t="60583" x="1720850" y="3994150"/>
          <p14:tracePt t="60599" x="1682750" y="4006850"/>
          <p14:tracePt t="60616" x="1651000" y="4019550"/>
          <p14:tracePt t="60633" x="1619250" y="4025900"/>
          <p14:tracePt t="60649" x="1581150" y="4044950"/>
          <p14:tracePt t="60666" x="1524000" y="4057650"/>
          <p14:tracePt t="60683" x="1485900" y="4076700"/>
          <p14:tracePt t="60699" x="1441450" y="4102100"/>
          <p14:tracePt t="60705" x="1422400" y="4114800"/>
          <p14:tracePt t="60718" x="1416050" y="4121150"/>
          <p14:tracePt t="60721" x="1409700" y="4140200"/>
          <p14:tracePt t="60733" x="1397000" y="4159250"/>
          <p14:tracePt t="60753" x="1384300" y="4248150"/>
          <p14:tracePt t="60767" x="1377950" y="4318000"/>
          <p14:tracePt t="60783" x="1377950" y="4394200"/>
          <p14:tracePt t="60799" x="1377950" y="4451350"/>
          <p14:tracePt t="60819" x="1377950" y="4495800"/>
          <p14:tracePt t="60833" x="1377950" y="4533900"/>
          <p14:tracePt t="60851" x="1377950" y="4552950"/>
          <p14:tracePt t="60866" x="1377950" y="4572000"/>
          <p14:tracePt t="60883" x="1384300" y="4584700"/>
          <p14:tracePt t="60902" x="1397000" y="4591050"/>
          <p14:tracePt t="60916" x="1422400" y="4610100"/>
          <p14:tracePt t="60933" x="1454150" y="4629150"/>
          <p14:tracePt t="60949" x="1479550" y="4648200"/>
          <p14:tracePt t="60952" x="1492250" y="4654550"/>
          <p14:tracePt t="60966" x="1543050" y="4679950"/>
          <p14:tracePt t="60983" x="1600200" y="4711700"/>
          <p14:tracePt t="60986" x="1657350" y="4737100"/>
          <p14:tracePt t="60999" x="1676400" y="4749800"/>
          <p14:tracePt t="61017" x="1822450" y="4806950"/>
          <p14:tracePt t="61033" x="1905000" y="4845050"/>
          <p14:tracePt t="61049" x="1943100" y="4864100"/>
          <p14:tracePt t="61066" x="2044700" y="4895850"/>
          <p14:tracePt t="61083" x="2139950" y="4921250"/>
          <p14:tracePt t="61099" x="2235200" y="4953000"/>
          <p14:tracePt t="61116" x="2286000" y="4965700"/>
          <p14:tracePt t="61133" x="2374900" y="4997450"/>
          <p14:tracePt t="61149" x="2432050" y="5003800"/>
          <p14:tracePt t="61166" x="2508250" y="5010150"/>
          <p14:tracePt t="61183" x="2559050" y="5010150"/>
          <p14:tracePt t="61187" x="2609850" y="5010150"/>
          <p14:tracePt t="61200" x="2628900" y="5010150"/>
          <p14:tracePt t="61216" x="2667000" y="5010150"/>
          <p14:tracePt t="61220" x="2679700" y="5003800"/>
          <p14:tracePt t="61233" x="2711450" y="4984750"/>
          <p14:tracePt t="61250" x="2749550" y="4965700"/>
          <p14:tracePt t="61267" x="2768600" y="4946650"/>
          <p14:tracePt t="61283" x="2806700" y="4914900"/>
          <p14:tracePt t="61300" x="2819400" y="4889500"/>
          <p14:tracePt t="61316" x="2844800" y="4870450"/>
          <p14:tracePt t="61333" x="2870200" y="4832350"/>
          <p14:tracePt t="61350" x="2901950" y="4787900"/>
          <p14:tracePt t="61355" x="2952750" y="4730750"/>
          <p14:tracePt t="61366" x="2971800" y="4705350"/>
          <p14:tracePt t="61383" x="3009900" y="4660900"/>
          <p14:tracePt t="61400" x="3048000" y="4610100"/>
          <p14:tracePt t="61416" x="3073400" y="4578350"/>
          <p14:tracePt t="61433" x="3092450" y="4540250"/>
          <p14:tracePt t="61449" x="3111500" y="4514850"/>
          <p14:tracePt t="61454" x="3111500" y="4489450"/>
          <p14:tracePt t="61466" x="3117850" y="4476750"/>
          <p14:tracePt t="61483" x="3117850" y="4464050"/>
          <p14:tracePt t="61485" x="3117850" y="4457700"/>
          <p14:tracePt t="61499" x="3117850" y="4445000"/>
          <p14:tracePt t="61517" x="3117850" y="4419600"/>
          <p14:tracePt t="61533" x="3105150" y="4400550"/>
          <p14:tracePt t="61549" x="3092450" y="4368800"/>
          <p14:tracePt t="61566" x="3073400" y="4337050"/>
          <p14:tracePt t="61583" x="3048000" y="4305300"/>
          <p14:tracePt t="61599" x="3016250" y="4267200"/>
          <p14:tracePt t="61616" x="2984500" y="4235450"/>
          <p14:tracePt t="61633" x="2959100" y="4216400"/>
          <p14:tracePt t="61649" x="2921000" y="4191000"/>
          <p14:tracePt t="61666" x="2889250" y="4165600"/>
          <p14:tracePt t="61683" x="2838450" y="4146550"/>
          <p14:tracePt t="61687" x="2819400" y="4133850"/>
          <p14:tracePt t="61699" x="2787650" y="4127500"/>
          <p14:tracePt t="61716" x="2705100" y="4108450"/>
          <p14:tracePt t="61720" x="2660650" y="4095750"/>
          <p14:tracePt t="61733" x="2641600" y="4095750"/>
          <p14:tracePt t="61749" x="2559050" y="4083050"/>
          <p14:tracePt t="61752" x="2540000" y="4076700"/>
          <p14:tracePt t="61767" x="2444750" y="4070350"/>
          <p14:tracePt t="61783" x="2374900" y="4064000"/>
          <p14:tracePt t="61799" x="2298700" y="4064000"/>
          <p14:tracePt t="61816" x="2209800" y="4064000"/>
          <p14:tracePt t="61833" x="2133600" y="4070350"/>
          <p14:tracePt t="61849" x="2057400" y="4083050"/>
          <p14:tracePt t="61866" x="1974850" y="4089400"/>
          <p14:tracePt t="61883" x="1905000" y="4089400"/>
          <p14:tracePt t="61887" x="1885950" y="4089400"/>
          <p14:tracePt t="61899" x="1835150" y="4095750"/>
          <p14:tracePt t="61916" x="1797050" y="4095750"/>
          <p14:tracePt t="61919" x="1752600" y="4102100"/>
          <p14:tracePt t="61933" x="1733550" y="4102100"/>
          <p14:tracePt t="61949" x="1689100" y="4108450"/>
          <p14:tracePt t="61953" x="1676400" y="4108450"/>
          <p14:tracePt t="61966" x="1670050" y="4108450"/>
          <p14:tracePt t="61983" x="1651000" y="4121150"/>
          <p14:tracePt t="61985" x="1644650" y="4121150"/>
          <p14:tracePt t="61999" x="1644650" y="4127500"/>
          <p14:tracePt t="62017" x="1625600" y="4146550"/>
          <p14:tracePt t="62033" x="1619250" y="4165600"/>
          <p14:tracePt t="62049" x="1606550" y="4184650"/>
          <p14:tracePt t="62066" x="1600200" y="4203700"/>
          <p14:tracePt t="62083" x="1593850" y="4222750"/>
          <p14:tracePt t="62099" x="1593850" y="4286250"/>
          <p14:tracePt t="62116" x="1593850" y="4318000"/>
          <p14:tracePt t="62133" x="1593850" y="4356100"/>
          <p14:tracePt t="62149" x="1600200" y="4394200"/>
          <p14:tracePt t="62166" x="1631950" y="4445000"/>
          <p14:tracePt t="62183" x="1651000" y="4470400"/>
          <p14:tracePt t="62186" x="1663700" y="4483100"/>
          <p14:tracePt t="62200" x="1676400" y="4502150"/>
          <p14:tracePt t="62216" x="1695450" y="4521200"/>
          <p14:tracePt t="62233" x="1720850" y="4533900"/>
          <p14:tracePt t="62237" x="1727200" y="4533900"/>
          <p14:tracePt t="62249" x="1733550" y="4546600"/>
          <p14:tracePt t="62267" x="1758950" y="4559300"/>
          <p14:tracePt t="62283" x="1784350" y="4565650"/>
          <p14:tracePt t="62300" x="1803400" y="4572000"/>
          <p14:tracePt t="62316" x="1841500" y="4578350"/>
          <p14:tracePt t="62333" x="1885950" y="4591050"/>
          <p14:tracePt t="62349" x="1930400" y="4610100"/>
          <p14:tracePt t="62366" x="1981200" y="4622800"/>
          <p14:tracePt t="62383" x="2032000" y="4635500"/>
          <p14:tracePt t="62388" x="2063750" y="4641850"/>
          <p14:tracePt t="62402" x="2089150" y="4654550"/>
          <p14:tracePt t="62404" x="2120900" y="4654550"/>
          <p14:tracePt t="62416" x="2146300" y="4660900"/>
          <p14:tracePt t="62435" x="2228850" y="4686300"/>
          <p14:tracePt t="62449" x="2260600" y="4692650"/>
          <p14:tracePt t="62469" x="2368550" y="4711700"/>
          <p14:tracePt t="62483" x="2406650" y="4718050"/>
          <p14:tracePt t="62501" x="2533650" y="4737100"/>
          <p14:tracePt t="62517" x="2673350" y="4749800"/>
          <p14:tracePt t="62535" x="2800350" y="4775200"/>
          <p14:tracePt t="62549" x="2882900" y="4781550"/>
          <p14:tracePt t="62567" x="2908300" y="4781550"/>
          <p14:tracePt t="62583" x="2940050" y="4781550"/>
          <p14:tracePt t="62599" x="2946400" y="4781550"/>
          <p14:tracePt t="62616" x="2952750" y="4781550"/>
          <p14:tracePt t="62649" x="2952750" y="4775200"/>
          <p14:tracePt t="62702" x="2952750" y="4768850"/>
          <p14:tracePt t="62904" x="0" y="0"/>
        </p14:tracePtLst>
        <p14:tracePtLst>
          <p14:tracePt t="66086" x="3473450" y="3492500"/>
          <p14:tracePt t="66115" x="3467100" y="3492500"/>
          <p14:tracePt t="66132" x="3467100" y="3486150"/>
          <p14:tracePt t="66149" x="3460750" y="3486150"/>
          <p14:tracePt t="66166" x="3454400" y="3479800"/>
          <p14:tracePt t="66187" x="3448050" y="3473450"/>
          <p14:tracePt t="66204" x="3441700" y="3467100"/>
          <p14:tracePt t="66216" x="3435350" y="3467100"/>
          <p14:tracePt t="66233" x="3429000" y="3460750"/>
          <p14:tracePt t="66236" x="3422650" y="3454400"/>
          <p14:tracePt t="66250" x="3416300" y="3448050"/>
          <p14:tracePt t="66267" x="3390900" y="3435350"/>
          <p14:tracePt t="66284" x="3371850" y="3435350"/>
          <p14:tracePt t="66300" x="3346450" y="3435350"/>
          <p14:tracePt t="66316" x="3308350" y="3435350"/>
          <p14:tracePt t="66333" x="3263900" y="3435350"/>
          <p14:tracePt t="66350" x="3213100" y="3435350"/>
          <p14:tracePt t="66366" x="3155950" y="3441700"/>
          <p14:tracePt t="66383" x="3098800" y="3454400"/>
          <p14:tracePt t="66400" x="3060700" y="3460750"/>
          <p14:tracePt t="66416" x="3041650" y="3467100"/>
          <p14:tracePt t="66433" x="3028950" y="3473450"/>
          <p14:tracePt t="66449" x="3022600" y="3473450"/>
          <p14:tracePt t="66466" x="3009900" y="3479800"/>
          <p14:tracePt t="66486" x="3003550" y="3486150"/>
          <p14:tracePt t="66502" x="3003550" y="3492500"/>
          <p14:tracePt t="66517" x="2997200" y="3498850"/>
          <p14:tracePt t="66533" x="2990850" y="3505200"/>
          <p14:tracePt t="66550" x="2990850" y="3517900"/>
          <p14:tracePt t="66566" x="2984500" y="3530600"/>
          <p14:tracePt t="66583" x="2984500" y="3543300"/>
          <p14:tracePt t="66600" x="2984500" y="3562350"/>
          <p14:tracePt t="66616" x="2984500" y="3568700"/>
          <p14:tracePt t="66633" x="2984500" y="3594100"/>
          <p14:tracePt t="66649" x="2984500" y="3600450"/>
          <p14:tracePt t="66666" x="2990850" y="3613150"/>
          <p14:tracePt t="66683" x="2997200" y="3619500"/>
          <p14:tracePt t="66699" x="2997200" y="3632200"/>
          <p14:tracePt t="66703" x="3003550" y="3632200"/>
          <p14:tracePt t="66716" x="3009900" y="3638550"/>
          <p14:tracePt t="66733" x="3016250" y="3651250"/>
          <p14:tracePt t="66735" x="3022600" y="3651250"/>
          <p14:tracePt t="66752" x="3035300" y="3657600"/>
          <p14:tracePt t="66767" x="3048000" y="3670300"/>
          <p14:tracePt t="66783" x="3060700" y="3676650"/>
          <p14:tracePt t="66799" x="3079750" y="3683000"/>
          <p14:tracePt t="66816" x="3092450" y="3689350"/>
          <p14:tracePt t="66833" x="3098800" y="3689350"/>
          <p14:tracePt t="66850" x="3117850" y="3695700"/>
          <p14:tracePt t="66866" x="3136900" y="3702050"/>
          <p14:tracePt t="66883" x="3168650" y="3702050"/>
          <p14:tracePt t="66890" x="3181350" y="3702050"/>
          <p14:tracePt t="66899" x="3187700" y="3702050"/>
          <p14:tracePt t="66917" x="3219450" y="3702050"/>
          <p14:tracePt t="66933" x="3251200" y="3702050"/>
          <p14:tracePt t="66950" x="3289300" y="3702050"/>
          <p14:tracePt t="66966" x="3321050" y="3695700"/>
          <p14:tracePt t="66971" x="3333750" y="3689350"/>
          <p14:tracePt t="66983" x="3346450" y="3689350"/>
          <p14:tracePt t="67000" x="3371850" y="3676650"/>
          <p14:tracePt t="67002" x="3378200" y="3670300"/>
          <p14:tracePt t="67017" x="3403600" y="3657600"/>
          <p14:tracePt t="67033" x="3422650" y="3638550"/>
          <p14:tracePt t="67050" x="3448050" y="3619500"/>
          <p14:tracePt t="67066" x="3467100" y="3600450"/>
          <p14:tracePt t="67083" x="3486150" y="3587750"/>
          <p14:tracePt t="67100" x="3492500" y="3575050"/>
          <p14:tracePt t="67116" x="3498850" y="3562350"/>
          <p14:tracePt t="67150" x="3498850" y="3556000"/>
          <p14:tracePt t="67166" x="3498850" y="3549650"/>
          <p14:tracePt t="67183" x="3498850" y="3543300"/>
          <p14:tracePt t="67200" x="3498850" y="3536950"/>
          <p14:tracePt t="67216" x="3498850" y="3524250"/>
          <p14:tracePt t="67233" x="3486150" y="3517900"/>
          <p14:tracePt t="67237" x="3479800" y="3505200"/>
          <p14:tracePt t="67254" x="3467100" y="3498850"/>
          <p14:tracePt t="67267" x="3448050" y="3479800"/>
          <p14:tracePt t="67283" x="3422650" y="3454400"/>
          <p14:tracePt t="67300" x="3409950" y="3448050"/>
          <p14:tracePt t="67316" x="3384550" y="3435350"/>
          <p14:tracePt t="67333" x="3359150" y="3429000"/>
          <p14:tracePt t="67350" x="3340100" y="3422650"/>
          <p14:tracePt t="67367" x="3308350" y="3422650"/>
          <p14:tracePt t="67385" x="3270250" y="3422650"/>
          <p14:tracePt t="67387" x="3257550" y="3422650"/>
          <p14:tracePt t="67400" x="3238500" y="3422650"/>
          <p14:tracePt t="67418" x="3200400" y="3429000"/>
          <p14:tracePt t="67421" x="3187700" y="3435350"/>
          <p14:tracePt t="67433" x="3175000" y="3448050"/>
          <p14:tracePt t="67452" x="3130550" y="3467100"/>
          <p14:tracePt t="67466" x="3117850" y="3479800"/>
          <p14:tracePt t="67483" x="3098800" y="3498850"/>
          <p14:tracePt t="67486" x="3086100" y="3505200"/>
          <p14:tracePt t="67500" x="3086100" y="3511550"/>
          <p14:tracePt t="67518" x="3073400" y="3536950"/>
          <p14:tracePt t="67535" x="3067050" y="3543300"/>
          <p14:tracePt t="67550" x="3067050" y="3556000"/>
          <p14:tracePt t="67574" x="3067050" y="3562350"/>
          <p14:tracePt t="67583" x="3067050" y="3568700"/>
          <p14:tracePt t="67606" x="3067050" y="3581400"/>
          <p14:tracePt t="67621" x="3073400" y="3587750"/>
          <p14:tracePt t="67637" x="3086100" y="3600450"/>
          <p14:tracePt t="67653" x="3092450" y="3600450"/>
          <p14:tracePt t="67666" x="3105150" y="3613150"/>
          <p14:tracePt t="67683" x="3136900" y="3632200"/>
          <p14:tracePt t="67688" x="3149600" y="3638550"/>
          <p14:tracePt t="67699" x="3162300" y="3638550"/>
          <p14:tracePt t="67718" x="3187700" y="3644900"/>
          <p14:tracePt t="67733" x="3200400" y="3644900"/>
          <p14:tracePt t="67749" x="3206750" y="3644900"/>
          <p14:tracePt t="67753" x="3219450" y="3644900"/>
          <p14:tracePt t="67776" x="3225800" y="3644900"/>
          <p14:tracePt t="69676" x="0" y="0"/>
        </p14:tracePtLst>
      </p14:laserTraceLst>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F875F-7D3A-FCD5-4BD4-0B8AFE2F5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71D61-2ACF-3322-5437-C75E1049CFE2}"/>
              </a:ext>
            </a:extLst>
          </p:cNvPr>
          <p:cNvSpPr>
            <a:spLocks noGrp="1"/>
          </p:cNvSpPr>
          <p:nvPr>
            <p:ph type="title"/>
          </p:nvPr>
        </p:nvSpPr>
        <p:spPr/>
        <p:txBody>
          <a:bodyPr/>
          <a:lstStyle/>
          <a:p>
            <a:r>
              <a:rPr lang="en-US" dirty="0"/>
              <a:t>Match-Case</a:t>
            </a:r>
            <a:endParaRPr lang="nl-BE" dirty="0"/>
          </a:p>
        </p:txBody>
      </p:sp>
      <p:sp>
        <p:nvSpPr>
          <p:cNvPr id="3" name="Content Placeholder 2">
            <a:extLst>
              <a:ext uri="{FF2B5EF4-FFF2-40B4-BE49-F238E27FC236}">
                <a16:creationId xmlns:a16="http://schemas.microsoft.com/office/drawing/2014/main" id="{62605730-9EF9-1986-6BB8-51488E280662}"/>
              </a:ext>
            </a:extLst>
          </p:cNvPr>
          <p:cNvSpPr>
            <a:spLocks noGrp="1"/>
          </p:cNvSpPr>
          <p:nvPr>
            <p:ph idx="1"/>
          </p:nvPr>
        </p:nvSpPr>
        <p:spPr/>
        <p:txBody>
          <a:bodyPr>
            <a:normAutofit/>
          </a:bodyPr>
          <a:lstStyle/>
          <a:p>
            <a:pPr marL="0" indent="0">
              <a:buNone/>
            </a:pPr>
            <a:r>
              <a:rPr lang="en-US" sz="2400" dirty="0">
                <a:latin typeface="Courier New" panose="02070309020205020404" pitchFamily="49" charset="0"/>
                <a:cs typeface="Courier New" panose="02070309020205020404" pitchFamily="49" charset="0"/>
              </a:rPr>
              <a:t>match today:</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case ‘Monday’ | ‘Wednesday’:</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print(‘Go to gym’)</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case ‘Tuesday’ | ‘Thursday’:</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print(‘Wake up early’)</a:t>
            </a:r>
          </a:p>
          <a:p>
            <a:pPr marL="0" indent="0">
              <a:buNone/>
            </a:pPr>
            <a:r>
              <a:rPr lang="en-US" sz="2400" dirty="0">
                <a:latin typeface="Courier New" panose="02070309020205020404" pitchFamily="49" charset="0"/>
                <a:cs typeface="Courier New" panose="02070309020205020404" pitchFamily="49" charset="0"/>
              </a:rPr>
              <a:t>    case ‘Friday’:</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print(‘Watch movies’)</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case _:    # for weekend</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print(‘We up late!’)</a:t>
            </a:r>
          </a:p>
        </p:txBody>
      </p:sp>
    </p:spTree>
    <p:extLst>
      <p:ext uri="{BB962C8B-B14F-4D97-AF65-F5344CB8AC3E}">
        <p14:creationId xmlns:p14="http://schemas.microsoft.com/office/powerpoint/2010/main" val="3462690386"/>
      </p:ext>
    </p:extLst>
  </p:cSld>
  <p:clrMapOvr>
    <a:masterClrMapping/>
  </p:clrMapOvr>
  <mc:AlternateContent xmlns:mc="http://schemas.openxmlformats.org/markup-compatibility/2006">
    <mc:Choice xmlns:p14="http://schemas.microsoft.com/office/powerpoint/2010/main" Requires="p14">
      <p:transition spd="slow" p14:dur="2000" advTm="75870"/>
    </mc:Choice>
    <mc:Fallback>
      <p:transition spd="slow" advTm="75870"/>
    </mc:Fallback>
  </mc:AlternateContent>
  <p:extLst>
    <p:ext uri="{3A86A75C-4F4B-4683-9AE1-C65F6400EC91}">
      <p14:laserTraceLst xmlns:p14="http://schemas.microsoft.com/office/powerpoint/2010/main">
        <p14:tracePtLst>
          <p14:tracePt t="17352" x="3060700" y="2895600"/>
          <p14:tracePt t="17357" x="3048000" y="2882900"/>
          <p14:tracePt t="17366" x="3035300" y="2876550"/>
          <p14:tracePt t="17381" x="2971800" y="2844800"/>
          <p14:tracePt t="17398" x="2927350" y="2825750"/>
          <p14:tracePt t="17415" x="2870200" y="2806700"/>
          <p14:tracePt t="17431" x="2819400" y="2806700"/>
          <p14:tracePt t="17448" x="2762250" y="2806700"/>
          <p14:tracePt t="17465" x="2641600" y="2819400"/>
          <p14:tracePt t="17482" x="2565400" y="2832100"/>
          <p14:tracePt t="17498" x="2476500" y="2838450"/>
          <p14:tracePt t="17515" x="2336800" y="2863850"/>
          <p14:tracePt t="17532" x="2266950" y="2876550"/>
          <p14:tracePt t="17536" x="2241550" y="2882900"/>
          <p14:tracePt t="17549" x="2197100" y="2895600"/>
          <p14:tracePt t="17565" x="2159000" y="2914650"/>
          <p14:tracePt t="17568" x="2152650" y="2921000"/>
          <p14:tracePt t="17582" x="2146300" y="2933700"/>
          <p14:tracePt t="17598" x="2139950" y="2952750"/>
          <p14:tracePt t="17601" x="2139950" y="2971800"/>
          <p14:tracePt t="17616" x="2133600" y="3022600"/>
          <p14:tracePt t="17631" x="2139950" y="3105150"/>
          <p14:tracePt t="17648" x="2171700" y="3187700"/>
          <p14:tracePt t="17665" x="2209800" y="3263900"/>
          <p14:tracePt t="17682" x="2266950" y="3340100"/>
          <p14:tracePt t="17699" x="2317750" y="3384550"/>
          <p14:tracePt t="17715" x="2393950" y="3435350"/>
          <p14:tracePt t="17732" x="2476500" y="3473450"/>
          <p14:tracePt t="17748" x="2578100" y="3505200"/>
          <p14:tracePt t="17765" x="2673350" y="3524250"/>
          <p14:tracePt t="17782" x="2825750" y="3549650"/>
          <p14:tracePt t="17798" x="2927350" y="3562350"/>
          <p14:tracePt t="17803" x="3016250" y="3568700"/>
          <p14:tracePt t="17815" x="3067050" y="3568700"/>
          <p14:tracePt t="17832" x="3168650" y="3568700"/>
          <p14:tracePt t="17836" x="3206750" y="3568700"/>
          <p14:tracePt t="17848" x="3257550" y="3568700"/>
          <p14:tracePt t="17865" x="3390900" y="3568700"/>
          <p14:tracePt t="17882" x="3473450" y="3568700"/>
          <p14:tracePt t="17898" x="3536950" y="3556000"/>
          <p14:tracePt t="17915" x="3632200" y="3543300"/>
          <p14:tracePt t="17932" x="3708400" y="3530600"/>
          <p14:tracePt t="17948" x="3816350" y="3517900"/>
          <p14:tracePt t="17965" x="3905250" y="3517900"/>
          <p14:tracePt t="17982" x="4000500" y="3511550"/>
          <p14:tracePt t="17998" x="4095750" y="3511550"/>
          <p14:tracePt t="18001" x="4178300" y="3511550"/>
          <p14:tracePt t="18016" x="4203700" y="3511550"/>
          <p14:tracePt t="18032" x="4324350" y="3511550"/>
          <p14:tracePt t="18050" x="4445000" y="3511550"/>
          <p14:tracePt t="18052" x="4489450" y="3511550"/>
          <p14:tracePt t="18065" x="4572000" y="3511550"/>
          <p14:tracePt t="18084" x="4730750" y="3498850"/>
          <p14:tracePt t="18098" x="4756150" y="3498850"/>
          <p14:tracePt t="18116" x="4895850" y="3473450"/>
          <p14:tracePt t="18132" x="4991100" y="3441700"/>
          <p14:tracePt t="18149" x="5092700" y="3416300"/>
          <p14:tracePt t="18165" x="5137150" y="3409950"/>
          <p14:tracePt t="18181" x="5219700" y="3384550"/>
          <p14:tracePt t="18198" x="5251450" y="3371850"/>
          <p14:tracePt t="18215" x="5302250" y="3365500"/>
          <p14:tracePt t="18219" x="5308600" y="3365500"/>
          <p14:tracePt t="18232" x="5308600" y="3359150"/>
          <p14:tracePt t="18248" x="5327650" y="3359150"/>
          <p14:tracePt t="18253" x="5334000" y="3352800"/>
          <p14:tracePt t="18265" x="5346700" y="3346450"/>
          <p14:tracePt t="18282" x="5359400" y="3340100"/>
          <p14:tracePt t="18285" x="5359400" y="3333750"/>
          <p14:tracePt t="18299" x="5365750" y="3333750"/>
          <p14:tracePt t="18315" x="5365750" y="3321050"/>
          <p14:tracePt t="18318" x="5378450" y="3302000"/>
          <p14:tracePt t="18332" x="5378450" y="3295650"/>
          <p14:tracePt t="18348" x="5378450" y="3276600"/>
          <p14:tracePt t="18352" x="5378450" y="3263900"/>
          <p14:tracePt t="18365" x="5378450" y="3244850"/>
          <p14:tracePt t="18381" x="5372100" y="3219450"/>
          <p14:tracePt t="18398" x="5346700" y="3175000"/>
          <p14:tracePt t="18415" x="5308600" y="3124200"/>
          <p14:tracePt t="18432" x="5283200" y="3098800"/>
          <p14:tracePt t="18448" x="5232400" y="3035300"/>
          <p14:tracePt t="18465" x="5168900" y="2971800"/>
          <p14:tracePt t="18482" x="5130800" y="2940050"/>
          <p14:tracePt t="18498" x="5054600" y="2870200"/>
          <p14:tracePt t="18515" x="5003800" y="2832100"/>
          <p14:tracePt t="18518" x="4978400" y="2813050"/>
          <p14:tracePt t="18532" x="4895850" y="2762250"/>
          <p14:tracePt t="18549" x="4800600" y="2705100"/>
          <p14:tracePt t="18565" x="4756150" y="2679700"/>
          <p14:tracePt t="18582" x="4591050" y="2628900"/>
          <p14:tracePt t="18585" x="4533900" y="2616200"/>
          <p14:tracePt t="18599" x="4483100" y="2609850"/>
          <p14:tracePt t="18615" x="4184650" y="2590800"/>
          <p14:tracePt t="18632" x="4051300" y="2597150"/>
          <p14:tracePt t="18648" x="3930650" y="2622550"/>
          <p14:tracePt t="18665" x="3835400" y="2641600"/>
          <p14:tracePt t="18682" x="3746500" y="2660650"/>
          <p14:tracePt t="18698" x="3683000" y="2679700"/>
          <p14:tracePt t="18715" x="3638550" y="2686050"/>
          <p14:tracePt t="18732" x="3575050" y="2705100"/>
          <p14:tracePt t="18748" x="3524250" y="2724150"/>
          <p14:tracePt t="18753" x="3467100" y="2743200"/>
          <p14:tracePt t="18765" x="3429000" y="2762250"/>
          <p14:tracePt t="18782" x="3333750" y="2794000"/>
          <p14:tracePt t="18785" x="3232150" y="2838450"/>
          <p14:tracePt t="18798" x="3168650" y="2851150"/>
          <p14:tracePt t="18816" x="2971800" y="2921000"/>
          <p14:tracePt t="18831" x="2901950" y="2940050"/>
          <p14:tracePt t="18848" x="2825750" y="2971800"/>
          <p14:tracePt t="18853" x="2781300" y="2990850"/>
          <p14:tracePt t="18866" x="2711450" y="3035300"/>
          <p14:tracePt t="18882" x="2698750" y="3048000"/>
          <p14:tracePt t="18898" x="2692400" y="3067050"/>
          <p14:tracePt t="18915" x="2686050" y="3092450"/>
          <p14:tracePt t="18932" x="2679700" y="3111500"/>
          <p14:tracePt t="18949" x="2679700" y="3136900"/>
          <p14:tracePt t="18965" x="2679700" y="3168650"/>
          <p14:tracePt t="18982" x="2679700" y="3187700"/>
          <p14:tracePt t="18998" x="2686050" y="3219450"/>
          <p14:tracePt t="19015" x="2692400" y="3251200"/>
          <p14:tracePt t="19019" x="2698750" y="3263900"/>
          <p14:tracePt t="19032" x="2705100" y="3282950"/>
          <p14:tracePt t="19049" x="2724150" y="3321050"/>
          <p14:tracePt t="19066" x="2749550" y="3340100"/>
          <p14:tracePt t="19082" x="2774950" y="3365500"/>
          <p14:tracePt t="19098" x="2794000" y="3384550"/>
          <p14:tracePt t="19116" x="2876550" y="3422650"/>
          <p14:tracePt t="19131" x="2940050" y="3441700"/>
          <p14:tracePt t="19148" x="3041650" y="3460750"/>
          <p14:tracePt t="19165" x="3130550" y="3467100"/>
          <p14:tracePt t="19182" x="3219450" y="3473450"/>
          <p14:tracePt t="19198" x="3340100" y="3473450"/>
          <p14:tracePt t="19215" x="3416300" y="3460750"/>
          <p14:tracePt t="19232" x="3505200" y="3448050"/>
          <p14:tracePt t="19248" x="3594100" y="3429000"/>
          <p14:tracePt t="19252" x="3619500" y="3422650"/>
          <p14:tracePt t="19265" x="3689350" y="3416300"/>
          <p14:tracePt t="19282" x="3778250" y="3403600"/>
          <p14:tracePt t="19285" x="3797300" y="3403600"/>
          <p14:tracePt t="19299" x="3816350" y="3397250"/>
          <p14:tracePt t="19317" x="3892550" y="3384550"/>
          <p14:tracePt t="19331" x="3905250" y="3378200"/>
          <p14:tracePt t="19348" x="3911600" y="3378200"/>
          <p14:tracePt t="19399" x="0" y="0"/>
        </p14:tracePtLst>
        <p14:tracePtLst>
          <p14:tracePt t="22393" x="2120900" y="3022600"/>
          <p14:tracePt t="22398" x="2114550" y="3016250"/>
          <p14:tracePt t="22415" x="2082800" y="2984500"/>
          <p14:tracePt t="22432" x="2063750" y="2971800"/>
          <p14:tracePt t="22448" x="2051050" y="2959100"/>
          <p14:tracePt t="22465" x="2044700" y="2952750"/>
          <p14:tracePt t="22498" x="2038350" y="2952750"/>
          <p14:tracePt t="22515" x="2032000" y="2952750"/>
          <p14:tracePt t="22532" x="2019300" y="2952750"/>
          <p14:tracePt t="22548" x="1987550" y="2946400"/>
          <p14:tracePt t="22551" x="1968500" y="2946400"/>
          <p14:tracePt t="22565" x="1949450" y="2946400"/>
          <p14:tracePt t="22582" x="1892300" y="2940050"/>
          <p14:tracePt t="22585" x="1860550" y="2940050"/>
          <p14:tracePt t="22598" x="1835150" y="2940050"/>
          <p14:tracePt t="22616" x="1739900" y="2940050"/>
          <p14:tracePt t="22632" x="1689100" y="2940050"/>
          <p14:tracePt t="22649" x="1644650" y="2940050"/>
          <p14:tracePt t="22665" x="1625600" y="2940050"/>
          <p14:tracePt t="22682" x="1600200" y="2940050"/>
          <p14:tracePt t="22698" x="1581150" y="2940050"/>
          <p14:tracePt t="22715" x="1549400" y="2940050"/>
          <p14:tracePt t="22732" x="1517650" y="2946400"/>
          <p14:tracePt t="22748" x="1466850" y="2946400"/>
          <p14:tracePt t="22765" x="1416050" y="2946400"/>
          <p14:tracePt t="22782" x="1358900" y="2952750"/>
          <p14:tracePt t="22787" x="1314450" y="2952750"/>
          <p14:tracePt t="22799" x="1301750" y="2959100"/>
          <p14:tracePt t="22815" x="1244600" y="2965450"/>
          <p14:tracePt t="22818" x="1225550" y="2965450"/>
          <p14:tracePt t="22832" x="1219200" y="2971800"/>
          <p14:tracePt t="22848" x="1200150" y="2978150"/>
          <p14:tracePt t="22851" x="1200150" y="2984500"/>
          <p14:tracePt t="22869" x="1187450" y="3003550"/>
          <p14:tracePt t="22881" x="1174750" y="3022600"/>
          <p14:tracePt t="22899" x="1162050" y="3041650"/>
          <p14:tracePt t="22915" x="1149350" y="3067050"/>
          <p14:tracePt t="22932" x="1143000" y="3073400"/>
          <p14:tracePt t="22948" x="1136650" y="3098800"/>
          <p14:tracePt t="22966" x="1130300" y="3111500"/>
          <p14:tracePt t="22982" x="1123950" y="3130550"/>
          <p14:tracePt t="23001" x="1123950" y="3149600"/>
          <p14:tracePt t="23004" x="1123950" y="3162300"/>
          <p14:tracePt t="23015" x="1123950" y="3168650"/>
          <p14:tracePt t="23032" x="1136650" y="3200400"/>
          <p14:tracePt t="23036" x="1143000" y="3213100"/>
          <p14:tracePt t="23049" x="1155700" y="3225800"/>
          <p14:tracePt t="23066" x="1219200" y="3276600"/>
          <p14:tracePt t="23069" x="1238250" y="3282950"/>
          <p14:tracePt t="23082" x="1282700" y="3302000"/>
          <p14:tracePt t="23098" x="1377950" y="3346450"/>
          <p14:tracePt t="23101" x="1416050" y="3359150"/>
          <p14:tracePt t="23116" x="1517650" y="3390900"/>
          <p14:tracePt t="23132" x="1606550" y="3403600"/>
          <p14:tracePt t="23148" x="1695450" y="3403600"/>
          <p14:tracePt t="23166" x="1771650" y="3403600"/>
          <p14:tracePt t="23182" x="1835150" y="3403600"/>
          <p14:tracePt t="23198" x="1879600" y="3397250"/>
          <p14:tracePt t="23215" x="1905000" y="3390900"/>
          <p14:tracePt t="23232" x="1930400" y="3371850"/>
          <p14:tracePt t="23236" x="1943100" y="3365500"/>
          <p14:tracePt t="23248" x="1949450" y="3359150"/>
          <p14:tracePt t="23265" x="1968500" y="3346450"/>
          <p14:tracePt t="23282" x="1974850" y="3340100"/>
          <p14:tracePt t="23299" x="1981200" y="3340100"/>
          <p14:tracePt t="23305" x="1981200" y="3333750"/>
          <p14:tracePt t="23423" x="1981200" y="3327400"/>
          <p14:tracePt t="23424" x="0" y="0"/>
        </p14:tracePtLst>
        <p14:tracePtLst>
          <p14:tracePt t="24327" x="6502400" y="2889250"/>
          <p14:tracePt t="24332" x="6496050" y="2889250"/>
          <p14:tracePt t="24349" x="6489700" y="2889250"/>
          <p14:tracePt t="24391" x="6483350" y="2889250"/>
          <p14:tracePt t="24399" x="6483350" y="2895600"/>
          <p14:tracePt t="24415" x="6477000" y="2901950"/>
          <p14:tracePt t="24432" x="6464300" y="2901950"/>
          <p14:tracePt t="24448" x="6451600" y="2908300"/>
          <p14:tracePt t="24465" x="6445250" y="2921000"/>
          <p14:tracePt t="24482" x="6438900" y="2927350"/>
          <p14:tracePt t="24498" x="6432550" y="2940050"/>
          <p14:tracePt t="24503" x="6426200" y="2952750"/>
          <p14:tracePt t="24515" x="6426200" y="2965450"/>
          <p14:tracePt t="24532" x="6419850" y="2978150"/>
          <p14:tracePt t="24551" x="6419850" y="2990850"/>
          <p14:tracePt t="24567" x="6419850" y="2997200"/>
          <p14:tracePt t="24586" x="6413500" y="2997200"/>
          <p14:tracePt t="24599" x="6413500" y="3016250"/>
          <p14:tracePt t="24618" x="6413500" y="3028950"/>
          <p14:tracePt t="24632" x="6413500" y="3048000"/>
          <p14:tracePt t="24650" x="6413500" y="3067050"/>
          <p14:tracePt t="24665" x="6413500" y="3092450"/>
          <p14:tracePt t="24682" x="6413500" y="3130550"/>
          <p14:tracePt t="24698" x="6426200" y="3155950"/>
          <p14:tracePt t="24715" x="6426200" y="3187700"/>
          <p14:tracePt t="24732" x="6438900" y="3219450"/>
          <p14:tracePt t="24748" x="6445250" y="3244850"/>
          <p14:tracePt t="24752" x="6451600" y="3257550"/>
          <p14:tracePt t="24765" x="6457950" y="3270250"/>
          <p14:tracePt t="24782" x="6464300" y="3289300"/>
          <p14:tracePt t="24785" x="6470650" y="3302000"/>
          <p14:tracePt t="24798" x="6477000" y="3308350"/>
          <p14:tracePt t="24817" x="6489700" y="3333750"/>
          <p14:tracePt t="24832" x="6496050" y="3346450"/>
          <p14:tracePt t="24848" x="6502400" y="3359150"/>
          <p14:tracePt t="24865" x="6508750" y="3371850"/>
          <p14:tracePt t="24882" x="6521450" y="3384550"/>
          <p14:tracePt t="24898" x="6527800" y="3390900"/>
          <p14:tracePt t="24915" x="6540500" y="3390900"/>
          <p14:tracePt t="24932" x="6546850" y="3397250"/>
          <p14:tracePt t="24948" x="6559550" y="3397250"/>
          <p14:tracePt t="24965" x="6572250" y="3397250"/>
          <p14:tracePt t="24982" x="6591300" y="3384550"/>
          <p14:tracePt t="24998" x="6610350" y="3371850"/>
          <p14:tracePt t="25015" x="6629400" y="3352800"/>
          <p14:tracePt t="25019" x="6635750" y="3333750"/>
          <p14:tracePt t="25032" x="6648450" y="3321050"/>
          <p14:tracePt t="25049" x="6667500" y="3282950"/>
          <p14:tracePt t="25066" x="6673850" y="3257550"/>
          <p14:tracePt t="25082" x="6686550" y="3238500"/>
          <p14:tracePt t="25099" x="6686550" y="3219450"/>
          <p14:tracePt t="25115" x="6692900" y="3200400"/>
          <p14:tracePt t="25132" x="6699250" y="3181350"/>
          <p14:tracePt t="25148" x="6699250" y="3162300"/>
          <p14:tracePt t="25165" x="6699250" y="3143250"/>
          <p14:tracePt t="25182" x="6699250" y="3117850"/>
          <p14:tracePt t="25187" x="6699250" y="3105150"/>
          <p14:tracePt t="25198" x="6699250" y="3098800"/>
          <p14:tracePt t="25215" x="6699250" y="3073400"/>
          <p14:tracePt t="25232" x="6686550" y="3054350"/>
          <p14:tracePt t="25248" x="6673850" y="3022600"/>
          <p14:tracePt t="25265" x="6667500" y="3009900"/>
          <p14:tracePt t="25282" x="6654800" y="2990850"/>
          <p14:tracePt t="25286" x="6654800" y="2978150"/>
          <p14:tracePt t="25299" x="6642100" y="2965450"/>
          <p14:tracePt t="25316" x="6629400" y="2946400"/>
          <p14:tracePt t="25332" x="6623050" y="2927350"/>
          <p14:tracePt t="25348" x="6616700" y="2921000"/>
          <p14:tracePt t="25365" x="6597650" y="2908300"/>
          <p14:tracePt t="25382" x="6591300" y="2908300"/>
          <p14:tracePt t="25398" x="6584950" y="2908300"/>
          <p14:tracePt t="25415" x="6572250" y="2908300"/>
          <p14:tracePt t="25432" x="6540500" y="2908300"/>
          <p14:tracePt t="25449" x="6527800" y="2908300"/>
          <p14:tracePt t="25452" x="6521450" y="2908300"/>
          <p14:tracePt t="25465" x="6515100" y="2914650"/>
          <p14:tracePt t="25482" x="6508750" y="2914650"/>
          <p14:tracePt t="25502" x="6502400" y="2914650"/>
          <p14:tracePt t="25515" x="6502400" y="2921000"/>
          <p14:tracePt t="25531" x="6496050" y="2921000"/>
          <p14:tracePt t="25535" x="6489700" y="2927350"/>
          <p14:tracePt t="25559" x="6483350" y="2933700"/>
          <p14:tracePt t="25575" x="6483350" y="2940050"/>
          <p14:tracePt t="25694" x="6483350" y="2946400"/>
          <p14:tracePt t="25727" x="0" y="0"/>
        </p14:tracePtLst>
        <p14:tracePtLst>
          <p14:tracePt t="26690" x="3924300" y="3409950"/>
          <p14:tracePt t="26696" x="3917950" y="3409950"/>
          <p14:tracePt t="26702" x="3911600" y="3409950"/>
          <p14:tracePt t="26721" x="3898900" y="3409950"/>
          <p14:tracePt t="26732" x="3892550" y="3409950"/>
          <p14:tracePt t="26736" x="3879850" y="3409950"/>
          <p14:tracePt t="26749" x="3867150" y="3409950"/>
          <p14:tracePt t="26766" x="3822700" y="3409950"/>
          <p14:tracePt t="26782" x="3784600" y="3409950"/>
          <p14:tracePt t="26799" x="3727450" y="3416300"/>
          <p14:tracePt t="26815" x="3663950" y="3422650"/>
          <p14:tracePt t="26832" x="3600450" y="3422650"/>
          <p14:tracePt t="26849" x="3524250" y="3422650"/>
          <p14:tracePt t="26865" x="3435350" y="3422650"/>
          <p14:tracePt t="26882" x="3346450" y="3422650"/>
          <p14:tracePt t="26898" x="3232150" y="3422650"/>
          <p14:tracePt t="26915" x="3136900" y="3416300"/>
          <p14:tracePt t="26932" x="3009900" y="3409950"/>
          <p14:tracePt t="26936" x="2984500" y="3409950"/>
          <p14:tracePt t="26948" x="2908300" y="3403600"/>
          <p14:tracePt t="26965" x="2806700" y="3403600"/>
          <p14:tracePt t="26969" x="2736850" y="3403600"/>
          <p14:tracePt t="26982" x="2673350" y="3403600"/>
          <p14:tracePt t="26998" x="2578100" y="3403600"/>
          <p14:tracePt t="27001" x="2552700" y="3403600"/>
          <p14:tracePt t="27016" x="2457450" y="3403600"/>
          <p14:tracePt t="27032" x="2381250" y="3409950"/>
          <p14:tracePt t="27049" x="2298700" y="3429000"/>
          <p14:tracePt t="27065" x="2235200" y="3435350"/>
          <p14:tracePt t="27082" x="2184400" y="3460750"/>
          <p14:tracePt t="27098" x="2133600" y="3479800"/>
          <p14:tracePt t="27115" x="2120900" y="3492500"/>
          <p14:tracePt t="27132" x="2089150" y="3511550"/>
          <p14:tracePt t="27136" x="2076450" y="3511550"/>
          <p14:tracePt t="27148" x="2063750" y="3524250"/>
          <p14:tracePt t="27165" x="2057400" y="3536950"/>
          <p14:tracePt t="27182" x="2038350" y="3556000"/>
          <p14:tracePt t="27199" x="2032000" y="3562350"/>
          <p14:tracePt t="27202" x="2025650" y="3568700"/>
          <p14:tracePt t="27215" x="2019300" y="3587750"/>
          <p14:tracePt t="27232" x="2019300" y="3600450"/>
          <p14:tracePt t="27235" x="2019300" y="3606800"/>
          <p14:tracePt t="27251" x="2019300" y="3632200"/>
          <p14:tracePt t="27266" x="2019300" y="3657600"/>
          <p14:tracePt t="27282" x="2044700" y="3683000"/>
          <p14:tracePt t="27299" x="2089150" y="3721100"/>
          <p14:tracePt t="27315" x="2133600" y="3740150"/>
          <p14:tracePt t="27332" x="2235200" y="3771900"/>
          <p14:tracePt t="27348" x="2330450" y="3797300"/>
          <p14:tracePt t="27365" x="2438400" y="3822700"/>
          <p14:tracePt t="27370" x="2520950" y="3841750"/>
          <p14:tracePt t="27382" x="2559050" y="3848100"/>
          <p14:tracePt t="27399" x="2692400" y="3879850"/>
          <p14:tracePt t="27415" x="2851150" y="3905250"/>
          <p14:tracePt t="27431" x="3022600" y="3917950"/>
          <p14:tracePt t="27448" x="3194050" y="3930650"/>
          <p14:tracePt t="27465" x="3365500" y="3937000"/>
          <p14:tracePt t="27470" x="3409950" y="3937000"/>
          <p14:tracePt t="27482" x="3511550" y="3937000"/>
          <p14:tracePt t="27499" x="3613150" y="3937000"/>
          <p14:tracePt t="27501" x="3676650" y="3924300"/>
          <p14:tracePt t="27516" x="3746500" y="3905250"/>
          <p14:tracePt t="27532" x="3803650" y="3879850"/>
          <p14:tracePt t="27548" x="3848100" y="3867150"/>
          <p14:tracePt t="27565" x="3886200" y="3841750"/>
          <p14:tracePt t="27582" x="3956050" y="3810000"/>
          <p14:tracePt t="27598" x="4019550" y="3784600"/>
          <p14:tracePt t="27615" x="4127500" y="3752850"/>
          <p14:tracePt t="27632" x="4191000" y="3733800"/>
          <p14:tracePt t="27649" x="4254500" y="3714750"/>
          <p14:tracePt t="27665" x="4292600" y="3708400"/>
          <p14:tracePt t="27670" x="4305300" y="3702050"/>
          <p14:tracePt t="27682" x="4318000" y="3695700"/>
          <p14:tracePt t="27699" x="4330700" y="3689350"/>
          <p14:tracePt t="27702" x="4337050" y="3683000"/>
          <p14:tracePt t="27715" x="4343400" y="3683000"/>
          <p14:tracePt t="27732" x="4349750" y="3676650"/>
          <p14:tracePt t="27735" x="4349750" y="3670300"/>
          <p14:tracePt t="27749" x="4349750" y="3663950"/>
          <p14:tracePt t="27766" x="4349750" y="3638550"/>
          <p14:tracePt t="27782" x="4337050" y="3625850"/>
          <p14:tracePt t="27798" x="4324350" y="3613150"/>
          <p14:tracePt t="27815" x="4305300" y="3600450"/>
          <p14:tracePt t="27832" x="4267200" y="3575050"/>
          <p14:tracePt t="27848" x="4184650" y="3536950"/>
          <p14:tracePt t="27865" x="4140200" y="3517900"/>
          <p14:tracePt t="27884" x="4038600" y="3473450"/>
          <p14:tracePt t="27887" x="3962400" y="3441700"/>
          <p14:tracePt t="27899" x="3937000" y="3441700"/>
          <p14:tracePt t="27919" x="3784600" y="3390900"/>
          <p14:tracePt t="27932" x="3708400" y="3384550"/>
          <p14:tracePt t="27949" x="3663950" y="3378200"/>
          <p14:tracePt t="27951" x="3606800" y="3378200"/>
          <p14:tracePt t="27965" x="3594100" y="3378200"/>
          <p14:tracePt t="27982" x="3536950" y="3378200"/>
          <p14:tracePt t="27985" x="3517900" y="3378200"/>
          <p14:tracePt t="27998" x="3505200" y="3378200"/>
          <p14:tracePt t="28017" x="3448050" y="3397250"/>
          <p14:tracePt t="28032" x="3409950" y="3416300"/>
          <p14:tracePt t="28048" x="3390900" y="3422650"/>
          <p14:tracePt t="28065" x="3378200" y="3429000"/>
          <p14:tracePt t="28083" x="3359150" y="3441700"/>
          <p14:tracePt t="28098" x="3352800" y="3441700"/>
          <p14:tracePt t="28115" x="3346450" y="3448050"/>
          <p14:tracePt t="28249" x="0" y="0"/>
        </p14:tracePtLst>
        <p14:tracePtLst>
          <p14:tracePt t="33372" x="1847850" y="3905250"/>
          <p14:tracePt t="33378" x="1841500" y="3905250"/>
          <p14:tracePt t="33387" x="1841500" y="3898900"/>
          <p14:tracePt t="33403" x="1835150" y="3898900"/>
          <p14:tracePt t="33415" x="1828800" y="3892550"/>
          <p14:tracePt t="33449" x="1822450" y="3886200"/>
          <p14:tracePt t="33452" x="1809750" y="3879850"/>
          <p14:tracePt t="33466" x="1803400" y="3873500"/>
          <p14:tracePt t="33482" x="1784350" y="3867150"/>
          <p14:tracePt t="33499" x="1765300" y="3860800"/>
          <p14:tracePt t="33516" x="1739900" y="3854450"/>
          <p14:tracePt t="33532" x="1701800" y="3848100"/>
          <p14:tracePt t="33549" x="1612900" y="3841750"/>
          <p14:tracePt t="33565" x="1568450" y="3841750"/>
          <p14:tracePt t="33582" x="1485900" y="3841750"/>
          <p14:tracePt t="33599" x="1428750" y="3841750"/>
          <p14:tracePt t="33615" x="1352550" y="3841750"/>
          <p14:tracePt t="33632" x="1276350" y="3841750"/>
          <p14:tracePt t="33636" x="1250950" y="3841750"/>
          <p14:tracePt t="33648" x="1181100" y="3841750"/>
          <p14:tracePt t="33665" x="1085850" y="3841750"/>
          <p14:tracePt t="33669" x="1060450" y="3841750"/>
          <p14:tracePt t="33682" x="1003300" y="3841750"/>
          <p14:tracePt t="33699" x="965200" y="3841750"/>
          <p14:tracePt t="33702" x="958850" y="3841750"/>
          <p14:tracePt t="33716" x="952500" y="3841750"/>
          <p14:tracePt t="33758" x="946150" y="3841750"/>
          <p14:tracePt t="33772" x="939800" y="3841750"/>
          <p14:tracePt t="33790" x="927100" y="3854450"/>
          <p14:tracePt t="33799" x="914400" y="3860800"/>
          <p14:tracePt t="33815" x="889000" y="3886200"/>
          <p14:tracePt t="33832" x="850900" y="3917950"/>
          <p14:tracePt t="33849" x="831850" y="3943350"/>
          <p14:tracePt t="33865" x="812800" y="3956050"/>
          <p14:tracePt t="33882" x="806450" y="3968750"/>
          <p14:tracePt t="33898" x="793750" y="3987800"/>
          <p14:tracePt t="33903" x="793750" y="3994150"/>
          <p14:tracePt t="33915" x="793750" y="4006850"/>
          <p14:tracePt t="33932" x="787400" y="4025900"/>
          <p14:tracePt t="33934" x="787400" y="4038600"/>
          <p14:tracePt t="33948" x="787400" y="4057650"/>
          <p14:tracePt t="33966" x="806450" y="4108450"/>
          <p14:tracePt t="33982" x="825500" y="4146550"/>
          <p14:tracePt t="33999" x="882650" y="4216400"/>
          <p14:tracePt t="34015" x="939800" y="4279900"/>
          <p14:tracePt t="34033" x="996950" y="4324350"/>
          <p14:tracePt t="34049" x="1047750" y="4362450"/>
          <p14:tracePt t="34065" x="1104900" y="4381500"/>
          <p14:tracePt t="34082" x="1162050" y="4400550"/>
          <p14:tracePt t="34099" x="1244600" y="4419600"/>
          <p14:tracePt t="34115" x="1320800" y="4432300"/>
          <p14:tracePt t="34132" x="1447800" y="4445000"/>
          <p14:tracePt t="34136" x="1517650" y="4451350"/>
          <p14:tracePt t="34149" x="1543050" y="4451350"/>
          <p14:tracePt t="34165" x="1670050" y="4457700"/>
          <p14:tracePt t="34171" x="1701800" y="4457700"/>
          <p14:tracePt t="34182" x="1752600" y="4457700"/>
          <p14:tracePt t="34199" x="1828800" y="4451350"/>
          <p14:tracePt t="34203" x="1841500" y="4451350"/>
          <p14:tracePt t="34216" x="1860550" y="4438650"/>
          <p14:tracePt t="34232" x="1873250" y="4425950"/>
          <p14:tracePt t="34249" x="1885950" y="4413250"/>
          <p14:tracePt t="34265" x="1885950" y="4406900"/>
          <p14:tracePt t="34282" x="1898650" y="4387850"/>
          <p14:tracePt t="34299" x="1911350" y="4381500"/>
          <p14:tracePt t="34304" x="1917700" y="4375150"/>
          <p14:tracePt t="34315" x="1924050" y="4362450"/>
          <p14:tracePt t="34332" x="1936750" y="4343400"/>
          <p14:tracePt t="34338" x="1943100" y="4337050"/>
          <p14:tracePt t="34349" x="1955800" y="4324350"/>
          <p14:tracePt t="34365" x="1962150" y="4318000"/>
          <p14:tracePt t="34369" x="1981200" y="4305300"/>
          <p14:tracePt t="34387" x="1993900" y="4292600"/>
          <p14:tracePt t="34398" x="2000250" y="4292600"/>
          <p14:tracePt t="34420" x="2012950" y="4273550"/>
          <p14:tracePt t="34437" x="2019300" y="4267200"/>
          <p14:tracePt t="34449" x="2019300" y="4260850"/>
          <p14:tracePt t="34466" x="2025650" y="4229100"/>
          <p14:tracePt t="34485" x="2025650" y="4216400"/>
          <p14:tracePt t="34499" x="2019300" y="4191000"/>
          <p14:tracePt t="34518" x="2012950" y="4165600"/>
          <p14:tracePt t="34532" x="1987550" y="4133850"/>
          <p14:tracePt t="34549" x="1962150" y="4108450"/>
          <p14:tracePt t="34565" x="1930400" y="4083050"/>
          <p14:tracePt t="34583" x="1911350" y="4070350"/>
          <p14:tracePt t="34586" x="1898650" y="4064000"/>
          <p14:tracePt t="34599" x="1885950" y="4057650"/>
          <p14:tracePt t="34617" x="1847850" y="4038600"/>
          <p14:tracePt t="34620" x="1816100" y="4025900"/>
          <p14:tracePt t="34632" x="1790700" y="4019550"/>
          <p14:tracePt t="34649" x="1708150" y="4006850"/>
          <p14:tracePt t="34652" x="1644650" y="3994150"/>
          <p14:tracePt t="34665" x="1625600" y="3994150"/>
          <p14:tracePt t="34682" x="1524000" y="3981450"/>
          <p14:tracePt t="34685" x="1504950" y="3981450"/>
          <p14:tracePt t="34699" x="1466850" y="3981450"/>
          <p14:tracePt t="34716" x="1428750" y="3981450"/>
          <p14:tracePt t="34732" x="1409700" y="3981450"/>
          <p14:tracePt t="34749" x="1397000" y="3981450"/>
          <p14:tracePt t="34765" x="1390650" y="3981450"/>
          <p14:tracePt t="34782" x="1377950" y="3981450"/>
          <p14:tracePt t="34799" x="1365250" y="3981450"/>
          <p14:tracePt t="34815" x="1346200" y="3994150"/>
          <p14:tracePt t="34832" x="1333500" y="4000500"/>
          <p14:tracePt t="34849" x="1301750" y="4019550"/>
          <p14:tracePt t="34853" x="1301750" y="4032250"/>
          <p14:tracePt t="34865" x="1289050" y="4032250"/>
          <p14:tracePt t="34882" x="1276350" y="4044950"/>
          <p14:tracePt t="34886" x="1276350" y="4051300"/>
          <p14:tracePt t="34909" x="1276350" y="4057650"/>
          <p14:tracePt t="35008" x="0" y="0"/>
        </p14:tracePtLst>
        <p14:tracePtLst>
          <p14:tracePt t="49034" x="3219450" y="2946400"/>
          <p14:tracePt t="49087" x="3213100" y="2946400"/>
          <p14:tracePt t="49104" x="3206750" y="2946400"/>
          <p14:tracePt t="49127" x="3206750" y="2952750"/>
          <p14:tracePt t="49136" x="3200400" y="2952750"/>
          <p14:tracePt t="49143" x="3200400" y="2959100"/>
          <p14:tracePt t="49152" x="3200400" y="2965450"/>
          <p14:tracePt t="49167" x="3194050" y="2971800"/>
          <p14:tracePt t="49182" x="3194050" y="2978150"/>
          <p14:tracePt t="49199" x="3181350" y="2984500"/>
          <p14:tracePt t="49217" x="3181350" y="2997200"/>
          <p14:tracePt t="49235" x="3181350" y="3009900"/>
          <p14:tracePt t="49249" x="3175000" y="3016250"/>
          <p14:tracePt t="49268" x="3175000" y="3028950"/>
          <p14:tracePt t="49283" x="3175000" y="3041650"/>
          <p14:tracePt t="49302" x="3175000" y="3054350"/>
          <p14:tracePt t="49306" x="3175000" y="3060700"/>
          <p14:tracePt t="49316" x="3181350" y="3067050"/>
          <p14:tracePt t="49334" x="3187700" y="3073400"/>
          <p14:tracePt t="49337" x="3194050" y="3079750"/>
          <p14:tracePt t="49349" x="3200400" y="3086100"/>
          <p14:tracePt t="49369" x="3232150" y="3092450"/>
          <p14:tracePt t="49382" x="3251200" y="3098800"/>
          <p14:tracePt t="49400" x="3302000" y="3111500"/>
          <p14:tracePt t="49417" x="3397250" y="3130550"/>
          <p14:tracePt t="49434" x="3454400" y="3143250"/>
          <p14:tracePt t="49449" x="3536950" y="3162300"/>
          <p14:tracePt t="49466" x="3625850" y="3181350"/>
          <p14:tracePt t="49482" x="3708400" y="3200400"/>
          <p14:tracePt t="49499" x="3759200" y="3219450"/>
          <p14:tracePt t="49516" x="3829050" y="3225800"/>
          <p14:tracePt t="49533" x="3873500" y="3238500"/>
          <p14:tracePt t="49549" x="3930650" y="3244850"/>
          <p14:tracePt t="49566" x="4000500" y="3244850"/>
          <p14:tracePt t="49582" x="4064000" y="3244850"/>
          <p14:tracePt t="49599" x="4114800" y="3244850"/>
          <p14:tracePt t="49603" x="4152900" y="3244850"/>
          <p14:tracePt t="49616" x="4191000" y="3244850"/>
          <p14:tracePt t="49632" x="4241800" y="3244850"/>
          <p14:tracePt t="49635" x="4273550" y="3244850"/>
          <p14:tracePt t="49649" x="4311650" y="3244850"/>
          <p14:tracePt t="49667" x="4387850" y="3238500"/>
          <p14:tracePt t="49683" x="4438650" y="3232150"/>
          <p14:tracePt t="49699" x="4502150" y="3219450"/>
          <p14:tracePt t="49716" x="4565650" y="3213100"/>
          <p14:tracePt t="49732" x="4641850" y="3187700"/>
          <p14:tracePt t="49749" x="4705350" y="3168650"/>
          <p14:tracePt t="49766" x="4762500" y="3143250"/>
          <p14:tracePt t="49783" x="4787900" y="3124200"/>
          <p14:tracePt t="49799" x="4813300" y="3105150"/>
          <p14:tracePt t="49816" x="4826000" y="3092450"/>
          <p14:tracePt t="49832" x="4826000" y="3086100"/>
          <p14:tracePt t="49849" x="4826000" y="3073400"/>
          <p14:tracePt t="49866" x="4826000" y="3054350"/>
          <p14:tracePt t="49882" x="4826000" y="3048000"/>
          <p14:tracePt t="49886" x="4819650" y="3048000"/>
          <p14:tracePt t="49899" x="4813300" y="3035300"/>
          <p14:tracePt t="49903" x="4787900" y="3022600"/>
          <p14:tracePt t="49917" x="4756150" y="3003550"/>
          <p14:tracePt t="49932" x="4705350" y="2984500"/>
          <p14:tracePt t="49949" x="4648200" y="2971800"/>
          <p14:tracePt t="49966" x="4527550" y="2952750"/>
          <p14:tracePt t="49982" x="4394200" y="2952750"/>
          <p14:tracePt t="49999" x="4292600" y="2952750"/>
          <p14:tracePt t="50016" x="4127500" y="2978150"/>
          <p14:tracePt t="50032" x="3994150" y="3003550"/>
          <p14:tracePt t="50049" x="3911600" y="3022600"/>
          <p14:tracePt t="50066" x="3879850" y="3028950"/>
          <p14:tracePt t="50070" x="3867150" y="3035300"/>
          <p14:tracePt t="50099" x="3860800" y="3041650"/>
          <p14:tracePt t="50119" x="3860800" y="3048000"/>
          <p14:tracePt t="50132" x="3854450" y="3048000"/>
          <p14:tracePt t="50149" x="3854450" y="3054350"/>
          <p14:tracePt t="50166" x="3854450" y="3067050"/>
          <p14:tracePt t="50182" x="3854450" y="3073400"/>
          <p14:tracePt t="50199" x="3854450" y="3079750"/>
          <p14:tracePt t="50263" x="3860800" y="3079750"/>
          <p14:tracePt t="50297" x="3867150" y="3079750"/>
          <p14:tracePt t="50320" x="3873500" y="3079750"/>
          <p14:tracePt t="50322" x="0" y="0"/>
        </p14:tracePtLst>
        <p14:tracePtLst>
          <p14:tracePt t="56346" x="3625850" y="3968750"/>
          <p14:tracePt t="56609" x="3625850" y="3975100"/>
          <p14:tracePt t="56627" x="3625850" y="3981450"/>
          <p14:tracePt t="56634" x="3625850" y="3987800"/>
          <p14:tracePt t="56641" x="3625850" y="3994150"/>
          <p14:tracePt t="56650" x="3625850" y="4000500"/>
          <p14:tracePt t="56666" x="3625850" y="4019550"/>
          <p14:tracePt t="56683" x="3625850" y="4032250"/>
          <p14:tracePt t="56699" x="3625850" y="4044950"/>
          <p14:tracePt t="56716" x="3619500" y="4064000"/>
          <p14:tracePt t="56732" x="3619500" y="4089400"/>
          <p14:tracePt t="56749" x="3613150" y="4121150"/>
          <p14:tracePt t="56766" x="3606800" y="4146550"/>
          <p14:tracePt t="56783" x="3600450" y="4184650"/>
          <p14:tracePt t="56799" x="3600450" y="4210050"/>
          <p14:tracePt t="56802" x="3600450" y="4222750"/>
          <p14:tracePt t="56816" x="3600450" y="4229100"/>
          <p14:tracePt t="56833" x="3594100" y="4248150"/>
          <p14:tracePt t="56836" x="3594100" y="4254500"/>
          <p14:tracePt t="56851" x="3594100" y="4260850"/>
          <p14:tracePt t="56867" x="3594100" y="4273550"/>
          <p14:tracePt t="56883" x="3594100" y="4279900"/>
          <p14:tracePt t="56899" x="3594100" y="4286250"/>
          <p14:tracePt t="56916" x="3594100" y="4292600"/>
          <p14:tracePt t="56933" x="3594100" y="4298950"/>
          <p14:tracePt t="56939" x="3594100" y="4305300"/>
          <p14:tracePt t="56949" x="3594100" y="4318000"/>
          <p14:tracePt t="56967" x="3594100" y="4330700"/>
          <p14:tracePt t="56983" x="3587750" y="4356100"/>
          <p14:tracePt t="56999" x="3587750" y="4362450"/>
          <p14:tracePt t="57016" x="3587750" y="4387850"/>
          <p14:tracePt t="57033" x="3587750" y="4400550"/>
          <p14:tracePt t="57049" x="3587750" y="4419600"/>
          <p14:tracePt t="57066" x="3587750" y="4438650"/>
          <p14:tracePt t="57070" x="3587750" y="4445000"/>
          <p14:tracePt t="57083" x="3587750" y="4451350"/>
          <p14:tracePt t="57099" x="3587750" y="4470400"/>
          <p14:tracePt t="57117" x="3587750" y="4489450"/>
          <p14:tracePt t="57133" x="3587750" y="4508500"/>
          <p14:tracePt t="57149" x="3587750" y="4533900"/>
          <p14:tracePt t="57166" x="3587750" y="4546600"/>
          <p14:tracePt t="57183" x="3581400" y="4565650"/>
          <p14:tracePt t="57199" x="3581400" y="4572000"/>
          <p14:tracePt t="57216" x="3575050" y="4578350"/>
          <p14:tracePt t="57233" x="3575050" y="4591050"/>
          <p14:tracePt t="57249" x="3575050" y="4597400"/>
          <p14:tracePt t="57296" x="3575050" y="4603750"/>
          <p14:tracePt t="57328" x="3568700" y="4603750"/>
          <p14:tracePt t="57860" x="0" y="0"/>
        </p14:tracePtLst>
        <p14:tracePtLst>
          <p14:tracePt t="60207" x="3321050" y="3937000"/>
          <p14:tracePt t="60309" x="3314700" y="3937000"/>
          <p14:tracePt t="60326" x="3302000" y="3937000"/>
          <p14:tracePt t="60335" x="3289300" y="3937000"/>
          <p14:tracePt t="60342" x="3270250" y="3937000"/>
          <p14:tracePt t="60351" x="3244850" y="3943350"/>
          <p14:tracePt t="60366" x="3181350" y="3949700"/>
          <p14:tracePt t="60383" x="3117850" y="3956050"/>
          <p14:tracePt t="60399" x="3016250" y="3956050"/>
          <p14:tracePt t="60416" x="2914650" y="3956050"/>
          <p14:tracePt t="60433" x="2724150" y="3956050"/>
          <p14:tracePt t="60437" x="2679700" y="3949700"/>
          <p14:tracePt t="60449" x="2571750" y="3937000"/>
          <p14:tracePt t="60466" x="2393950" y="3924300"/>
          <p14:tracePt t="60469" x="2279650" y="3924300"/>
          <p14:tracePt t="60483" x="2228850" y="3917950"/>
          <p14:tracePt t="60500" x="2089150" y="3917950"/>
          <p14:tracePt t="60503" x="2012950" y="3917950"/>
          <p14:tracePt t="60517" x="1924050" y="3917950"/>
          <p14:tracePt t="60533" x="1860550" y="3930650"/>
          <p14:tracePt t="60550" x="1828800" y="3943350"/>
          <p14:tracePt t="60567" x="1771650" y="3968750"/>
          <p14:tracePt t="60583" x="1720850" y="3994150"/>
          <p14:tracePt t="60599" x="1682750" y="4006850"/>
          <p14:tracePt t="60616" x="1651000" y="4019550"/>
          <p14:tracePt t="60633" x="1619250" y="4025900"/>
          <p14:tracePt t="60649" x="1581150" y="4044950"/>
          <p14:tracePt t="60666" x="1524000" y="4057650"/>
          <p14:tracePt t="60683" x="1485900" y="4076700"/>
          <p14:tracePt t="60699" x="1441450" y="4102100"/>
          <p14:tracePt t="60705" x="1422400" y="4114800"/>
          <p14:tracePt t="60718" x="1416050" y="4121150"/>
          <p14:tracePt t="60721" x="1409700" y="4140200"/>
          <p14:tracePt t="60733" x="1397000" y="4159250"/>
          <p14:tracePt t="60753" x="1384300" y="4248150"/>
          <p14:tracePt t="60767" x="1377950" y="4318000"/>
          <p14:tracePt t="60783" x="1377950" y="4394200"/>
          <p14:tracePt t="60799" x="1377950" y="4451350"/>
          <p14:tracePt t="60819" x="1377950" y="4495800"/>
          <p14:tracePt t="60833" x="1377950" y="4533900"/>
          <p14:tracePt t="60851" x="1377950" y="4552950"/>
          <p14:tracePt t="60866" x="1377950" y="4572000"/>
          <p14:tracePt t="60883" x="1384300" y="4584700"/>
          <p14:tracePt t="60902" x="1397000" y="4591050"/>
          <p14:tracePt t="60916" x="1422400" y="4610100"/>
          <p14:tracePt t="60933" x="1454150" y="4629150"/>
          <p14:tracePt t="60949" x="1479550" y="4648200"/>
          <p14:tracePt t="60952" x="1492250" y="4654550"/>
          <p14:tracePt t="60966" x="1543050" y="4679950"/>
          <p14:tracePt t="60983" x="1600200" y="4711700"/>
          <p14:tracePt t="60986" x="1657350" y="4737100"/>
          <p14:tracePt t="60999" x="1676400" y="4749800"/>
          <p14:tracePt t="61017" x="1822450" y="4806950"/>
          <p14:tracePt t="61033" x="1905000" y="4845050"/>
          <p14:tracePt t="61049" x="1943100" y="4864100"/>
          <p14:tracePt t="61066" x="2044700" y="4895850"/>
          <p14:tracePt t="61083" x="2139950" y="4921250"/>
          <p14:tracePt t="61099" x="2235200" y="4953000"/>
          <p14:tracePt t="61116" x="2286000" y="4965700"/>
          <p14:tracePt t="61133" x="2374900" y="4997450"/>
          <p14:tracePt t="61149" x="2432050" y="5003800"/>
          <p14:tracePt t="61166" x="2508250" y="5010150"/>
          <p14:tracePt t="61183" x="2559050" y="5010150"/>
          <p14:tracePt t="61187" x="2609850" y="5010150"/>
          <p14:tracePt t="61200" x="2628900" y="5010150"/>
          <p14:tracePt t="61216" x="2667000" y="5010150"/>
          <p14:tracePt t="61220" x="2679700" y="5003800"/>
          <p14:tracePt t="61233" x="2711450" y="4984750"/>
          <p14:tracePt t="61250" x="2749550" y="4965700"/>
          <p14:tracePt t="61267" x="2768600" y="4946650"/>
          <p14:tracePt t="61283" x="2806700" y="4914900"/>
          <p14:tracePt t="61300" x="2819400" y="4889500"/>
          <p14:tracePt t="61316" x="2844800" y="4870450"/>
          <p14:tracePt t="61333" x="2870200" y="4832350"/>
          <p14:tracePt t="61350" x="2901950" y="4787900"/>
          <p14:tracePt t="61355" x="2952750" y="4730750"/>
          <p14:tracePt t="61366" x="2971800" y="4705350"/>
          <p14:tracePt t="61383" x="3009900" y="4660900"/>
          <p14:tracePt t="61400" x="3048000" y="4610100"/>
          <p14:tracePt t="61416" x="3073400" y="4578350"/>
          <p14:tracePt t="61433" x="3092450" y="4540250"/>
          <p14:tracePt t="61449" x="3111500" y="4514850"/>
          <p14:tracePt t="61454" x="3111500" y="4489450"/>
          <p14:tracePt t="61466" x="3117850" y="4476750"/>
          <p14:tracePt t="61483" x="3117850" y="4464050"/>
          <p14:tracePt t="61485" x="3117850" y="4457700"/>
          <p14:tracePt t="61499" x="3117850" y="4445000"/>
          <p14:tracePt t="61517" x="3117850" y="4419600"/>
          <p14:tracePt t="61533" x="3105150" y="4400550"/>
          <p14:tracePt t="61549" x="3092450" y="4368800"/>
          <p14:tracePt t="61566" x="3073400" y="4337050"/>
          <p14:tracePt t="61583" x="3048000" y="4305300"/>
          <p14:tracePt t="61599" x="3016250" y="4267200"/>
          <p14:tracePt t="61616" x="2984500" y="4235450"/>
          <p14:tracePt t="61633" x="2959100" y="4216400"/>
          <p14:tracePt t="61649" x="2921000" y="4191000"/>
          <p14:tracePt t="61666" x="2889250" y="4165600"/>
          <p14:tracePt t="61683" x="2838450" y="4146550"/>
          <p14:tracePt t="61687" x="2819400" y="4133850"/>
          <p14:tracePt t="61699" x="2787650" y="4127500"/>
          <p14:tracePt t="61716" x="2705100" y="4108450"/>
          <p14:tracePt t="61720" x="2660650" y="4095750"/>
          <p14:tracePt t="61733" x="2641600" y="4095750"/>
          <p14:tracePt t="61749" x="2559050" y="4083050"/>
          <p14:tracePt t="61752" x="2540000" y="4076700"/>
          <p14:tracePt t="61767" x="2444750" y="4070350"/>
          <p14:tracePt t="61783" x="2374900" y="4064000"/>
          <p14:tracePt t="61799" x="2298700" y="4064000"/>
          <p14:tracePt t="61816" x="2209800" y="4064000"/>
          <p14:tracePt t="61833" x="2133600" y="4070350"/>
          <p14:tracePt t="61849" x="2057400" y="4083050"/>
          <p14:tracePt t="61866" x="1974850" y="4089400"/>
          <p14:tracePt t="61883" x="1905000" y="4089400"/>
          <p14:tracePt t="61887" x="1885950" y="4089400"/>
          <p14:tracePt t="61899" x="1835150" y="4095750"/>
          <p14:tracePt t="61916" x="1797050" y="4095750"/>
          <p14:tracePt t="61919" x="1752600" y="4102100"/>
          <p14:tracePt t="61933" x="1733550" y="4102100"/>
          <p14:tracePt t="61949" x="1689100" y="4108450"/>
          <p14:tracePt t="61953" x="1676400" y="4108450"/>
          <p14:tracePt t="61966" x="1670050" y="4108450"/>
          <p14:tracePt t="61983" x="1651000" y="4121150"/>
          <p14:tracePt t="61985" x="1644650" y="4121150"/>
          <p14:tracePt t="61999" x="1644650" y="4127500"/>
          <p14:tracePt t="62017" x="1625600" y="4146550"/>
          <p14:tracePt t="62033" x="1619250" y="4165600"/>
          <p14:tracePt t="62049" x="1606550" y="4184650"/>
          <p14:tracePt t="62066" x="1600200" y="4203700"/>
          <p14:tracePt t="62083" x="1593850" y="4222750"/>
          <p14:tracePt t="62099" x="1593850" y="4286250"/>
          <p14:tracePt t="62116" x="1593850" y="4318000"/>
          <p14:tracePt t="62133" x="1593850" y="4356100"/>
          <p14:tracePt t="62149" x="1600200" y="4394200"/>
          <p14:tracePt t="62166" x="1631950" y="4445000"/>
          <p14:tracePt t="62183" x="1651000" y="4470400"/>
          <p14:tracePt t="62186" x="1663700" y="4483100"/>
          <p14:tracePt t="62200" x="1676400" y="4502150"/>
          <p14:tracePt t="62216" x="1695450" y="4521200"/>
          <p14:tracePt t="62233" x="1720850" y="4533900"/>
          <p14:tracePt t="62237" x="1727200" y="4533900"/>
          <p14:tracePt t="62249" x="1733550" y="4546600"/>
          <p14:tracePt t="62267" x="1758950" y="4559300"/>
          <p14:tracePt t="62283" x="1784350" y="4565650"/>
          <p14:tracePt t="62300" x="1803400" y="4572000"/>
          <p14:tracePt t="62316" x="1841500" y="4578350"/>
          <p14:tracePt t="62333" x="1885950" y="4591050"/>
          <p14:tracePt t="62349" x="1930400" y="4610100"/>
          <p14:tracePt t="62366" x="1981200" y="4622800"/>
          <p14:tracePt t="62383" x="2032000" y="4635500"/>
          <p14:tracePt t="62388" x="2063750" y="4641850"/>
          <p14:tracePt t="62402" x="2089150" y="4654550"/>
          <p14:tracePt t="62404" x="2120900" y="4654550"/>
          <p14:tracePt t="62416" x="2146300" y="4660900"/>
          <p14:tracePt t="62435" x="2228850" y="4686300"/>
          <p14:tracePt t="62449" x="2260600" y="4692650"/>
          <p14:tracePt t="62469" x="2368550" y="4711700"/>
          <p14:tracePt t="62483" x="2406650" y="4718050"/>
          <p14:tracePt t="62501" x="2533650" y="4737100"/>
          <p14:tracePt t="62517" x="2673350" y="4749800"/>
          <p14:tracePt t="62535" x="2800350" y="4775200"/>
          <p14:tracePt t="62549" x="2882900" y="4781550"/>
          <p14:tracePt t="62567" x="2908300" y="4781550"/>
          <p14:tracePt t="62583" x="2940050" y="4781550"/>
          <p14:tracePt t="62599" x="2946400" y="4781550"/>
          <p14:tracePt t="62616" x="2952750" y="4781550"/>
          <p14:tracePt t="62649" x="2952750" y="4775200"/>
          <p14:tracePt t="62702" x="2952750" y="4768850"/>
          <p14:tracePt t="62904" x="0" y="0"/>
        </p14:tracePtLst>
        <p14:tracePtLst>
          <p14:tracePt t="66086" x="3473450" y="3492500"/>
          <p14:tracePt t="66115" x="3467100" y="3492500"/>
          <p14:tracePt t="66132" x="3467100" y="3486150"/>
          <p14:tracePt t="66149" x="3460750" y="3486150"/>
          <p14:tracePt t="66166" x="3454400" y="3479800"/>
          <p14:tracePt t="66187" x="3448050" y="3473450"/>
          <p14:tracePt t="66204" x="3441700" y="3467100"/>
          <p14:tracePt t="66216" x="3435350" y="3467100"/>
          <p14:tracePt t="66233" x="3429000" y="3460750"/>
          <p14:tracePt t="66236" x="3422650" y="3454400"/>
          <p14:tracePt t="66250" x="3416300" y="3448050"/>
          <p14:tracePt t="66267" x="3390900" y="3435350"/>
          <p14:tracePt t="66284" x="3371850" y="3435350"/>
          <p14:tracePt t="66300" x="3346450" y="3435350"/>
          <p14:tracePt t="66316" x="3308350" y="3435350"/>
          <p14:tracePt t="66333" x="3263900" y="3435350"/>
          <p14:tracePt t="66350" x="3213100" y="3435350"/>
          <p14:tracePt t="66366" x="3155950" y="3441700"/>
          <p14:tracePt t="66383" x="3098800" y="3454400"/>
          <p14:tracePt t="66400" x="3060700" y="3460750"/>
          <p14:tracePt t="66416" x="3041650" y="3467100"/>
          <p14:tracePt t="66433" x="3028950" y="3473450"/>
          <p14:tracePt t="66449" x="3022600" y="3473450"/>
          <p14:tracePt t="66466" x="3009900" y="3479800"/>
          <p14:tracePt t="66486" x="3003550" y="3486150"/>
          <p14:tracePt t="66502" x="3003550" y="3492500"/>
          <p14:tracePt t="66517" x="2997200" y="3498850"/>
          <p14:tracePt t="66533" x="2990850" y="3505200"/>
          <p14:tracePt t="66550" x="2990850" y="3517900"/>
          <p14:tracePt t="66566" x="2984500" y="3530600"/>
          <p14:tracePt t="66583" x="2984500" y="3543300"/>
          <p14:tracePt t="66600" x="2984500" y="3562350"/>
          <p14:tracePt t="66616" x="2984500" y="3568700"/>
          <p14:tracePt t="66633" x="2984500" y="3594100"/>
          <p14:tracePt t="66649" x="2984500" y="3600450"/>
          <p14:tracePt t="66666" x="2990850" y="3613150"/>
          <p14:tracePt t="66683" x="2997200" y="3619500"/>
          <p14:tracePt t="66699" x="2997200" y="3632200"/>
          <p14:tracePt t="66703" x="3003550" y="3632200"/>
          <p14:tracePt t="66716" x="3009900" y="3638550"/>
          <p14:tracePt t="66733" x="3016250" y="3651250"/>
          <p14:tracePt t="66735" x="3022600" y="3651250"/>
          <p14:tracePt t="66752" x="3035300" y="3657600"/>
          <p14:tracePt t="66767" x="3048000" y="3670300"/>
          <p14:tracePt t="66783" x="3060700" y="3676650"/>
          <p14:tracePt t="66799" x="3079750" y="3683000"/>
          <p14:tracePt t="66816" x="3092450" y="3689350"/>
          <p14:tracePt t="66833" x="3098800" y="3689350"/>
          <p14:tracePt t="66850" x="3117850" y="3695700"/>
          <p14:tracePt t="66866" x="3136900" y="3702050"/>
          <p14:tracePt t="66883" x="3168650" y="3702050"/>
          <p14:tracePt t="66890" x="3181350" y="3702050"/>
          <p14:tracePt t="66899" x="3187700" y="3702050"/>
          <p14:tracePt t="66917" x="3219450" y="3702050"/>
          <p14:tracePt t="66933" x="3251200" y="3702050"/>
          <p14:tracePt t="66950" x="3289300" y="3702050"/>
          <p14:tracePt t="66966" x="3321050" y="3695700"/>
          <p14:tracePt t="66971" x="3333750" y="3689350"/>
          <p14:tracePt t="66983" x="3346450" y="3689350"/>
          <p14:tracePt t="67000" x="3371850" y="3676650"/>
          <p14:tracePt t="67002" x="3378200" y="3670300"/>
          <p14:tracePt t="67017" x="3403600" y="3657600"/>
          <p14:tracePt t="67033" x="3422650" y="3638550"/>
          <p14:tracePt t="67050" x="3448050" y="3619500"/>
          <p14:tracePt t="67066" x="3467100" y="3600450"/>
          <p14:tracePt t="67083" x="3486150" y="3587750"/>
          <p14:tracePt t="67100" x="3492500" y="3575050"/>
          <p14:tracePt t="67116" x="3498850" y="3562350"/>
          <p14:tracePt t="67150" x="3498850" y="3556000"/>
          <p14:tracePt t="67166" x="3498850" y="3549650"/>
          <p14:tracePt t="67183" x="3498850" y="3543300"/>
          <p14:tracePt t="67200" x="3498850" y="3536950"/>
          <p14:tracePt t="67216" x="3498850" y="3524250"/>
          <p14:tracePt t="67233" x="3486150" y="3517900"/>
          <p14:tracePt t="67237" x="3479800" y="3505200"/>
          <p14:tracePt t="67254" x="3467100" y="3498850"/>
          <p14:tracePt t="67267" x="3448050" y="3479800"/>
          <p14:tracePt t="67283" x="3422650" y="3454400"/>
          <p14:tracePt t="67300" x="3409950" y="3448050"/>
          <p14:tracePt t="67316" x="3384550" y="3435350"/>
          <p14:tracePt t="67333" x="3359150" y="3429000"/>
          <p14:tracePt t="67350" x="3340100" y="3422650"/>
          <p14:tracePt t="67367" x="3308350" y="3422650"/>
          <p14:tracePt t="67385" x="3270250" y="3422650"/>
          <p14:tracePt t="67387" x="3257550" y="3422650"/>
          <p14:tracePt t="67400" x="3238500" y="3422650"/>
          <p14:tracePt t="67418" x="3200400" y="3429000"/>
          <p14:tracePt t="67421" x="3187700" y="3435350"/>
          <p14:tracePt t="67433" x="3175000" y="3448050"/>
          <p14:tracePt t="67452" x="3130550" y="3467100"/>
          <p14:tracePt t="67466" x="3117850" y="3479800"/>
          <p14:tracePt t="67483" x="3098800" y="3498850"/>
          <p14:tracePt t="67486" x="3086100" y="3505200"/>
          <p14:tracePt t="67500" x="3086100" y="3511550"/>
          <p14:tracePt t="67518" x="3073400" y="3536950"/>
          <p14:tracePt t="67535" x="3067050" y="3543300"/>
          <p14:tracePt t="67550" x="3067050" y="3556000"/>
          <p14:tracePt t="67574" x="3067050" y="3562350"/>
          <p14:tracePt t="67583" x="3067050" y="3568700"/>
          <p14:tracePt t="67606" x="3067050" y="3581400"/>
          <p14:tracePt t="67621" x="3073400" y="3587750"/>
          <p14:tracePt t="67637" x="3086100" y="3600450"/>
          <p14:tracePt t="67653" x="3092450" y="3600450"/>
          <p14:tracePt t="67666" x="3105150" y="3613150"/>
          <p14:tracePt t="67683" x="3136900" y="3632200"/>
          <p14:tracePt t="67688" x="3149600" y="3638550"/>
          <p14:tracePt t="67699" x="3162300" y="3638550"/>
          <p14:tracePt t="67718" x="3187700" y="3644900"/>
          <p14:tracePt t="67733" x="3200400" y="3644900"/>
          <p14:tracePt t="67749" x="3206750" y="3644900"/>
          <p14:tracePt t="67753" x="3219450" y="3644900"/>
          <p14:tracePt t="67776" x="3225800" y="3644900"/>
          <p14:tracePt t="69676" x="0" y="0"/>
        </p14:tracePtLst>
      </p14:laserTraceLst>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2834</Words>
  <Application>Microsoft Office PowerPoint</Application>
  <PresentationFormat>Widescreen</PresentationFormat>
  <Paragraphs>309</Paragraphs>
  <Slides>41</Slides>
  <Notes>0</Notes>
  <HiddenSlides>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Courier New</vt:lpstr>
      <vt:lpstr>Office Theme</vt:lpstr>
      <vt:lpstr>Python</vt:lpstr>
      <vt:lpstr>Thank You</vt:lpstr>
      <vt:lpstr>See also</vt:lpstr>
      <vt:lpstr>Control flow</vt:lpstr>
      <vt:lpstr>Control flow</vt:lpstr>
      <vt:lpstr>PowerPoint Presentation</vt:lpstr>
      <vt:lpstr>conditionals</vt:lpstr>
      <vt:lpstr>Conditional Statements: if</vt:lpstr>
      <vt:lpstr>Conditional Statements: if else</vt:lpstr>
      <vt:lpstr>Conditional Statements: chaining if’s</vt:lpstr>
      <vt:lpstr>Conditional Statements: chaining if’s</vt:lpstr>
      <vt:lpstr>Exceptions in Python</vt:lpstr>
      <vt:lpstr>Catching (deterministic!) exceptions</vt:lpstr>
      <vt:lpstr>Catching Exceptions</vt:lpstr>
      <vt:lpstr>Catching Exceptions</vt:lpstr>
      <vt:lpstr>loops</vt:lpstr>
      <vt:lpstr>Loops </vt:lpstr>
      <vt:lpstr>for loop (basic)</vt:lpstr>
      <vt:lpstr>for loop (basic)</vt:lpstr>
      <vt:lpstr>for loop</vt:lpstr>
      <vt:lpstr>iterator</vt:lpstr>
      <vt:lpstr>iterator</vt:lpstr>
      <vt:lpstr>range</vt:lpstr>
      <vt:lpstr>range</vt:lpstr>
      <vt:lpstr>enumerate</vt:lpstr>
      <vt:lpstr>zip</vt:lpstr>
      <vt:lpstr>reversed</vt:lpstr>
      <vt:lpstr>iter</vt:lpstr>
      <vt:lpstr>Comprehension</vt:lpstr>
      <vt:lpstr>for loop: summary</vt:lpstr>
      <vt:lpstr>for loop in other languages: C</vt:lpstr>
      <vt:lpstr>for loop in other languages: Matlab</vt:lpstr>
      <vt:lpstr>Hands-on </vt:lpstr>
      <vt:lpstr>Accumulator pattern</vt:lpstr>
      <vt:lpstr>Accumulator pattern</vt:lpstr>
      <vt:lpstr>Accumulator pattern</vt:lpstr>
      <vt:lpstr>while loop</vt:lpstr>
      <vt:lpstr>Fine-Tuning Your Loops: break, continue, else</vt:lpstr>
      <vt:lpstr>for loop: else part</vt:lpstr>
      <vt:lpstr>Match-Case</vt:lpstr>
      <vt:lpstr>Match-Case</vt:lpstr>
    </vt:vector>
  </TitlesOfParts>
  <Company>KU 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Van Puyvelde</dc:creator>
  <cp:lastModifiedBy>Ehsan Moravveji</cp:lastModifiedBy>
  <cp:revision>620</cp:revision>
  <dcterms:created xsi:type="dcterms:W3CDTF">2017-04-04T14:55:01Z</dcterms:created>
  <dcterms:modified xsi:type="dcterms:W3CDTF">2025-10-14T12:31:32Z</dcterms:modified>
</cp:coreProperties>
</file>