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7" r:id="rId2"/>
    <p:sldId id="422" r:id="rId3"/>
    <p:sldId id="537" r:id="rId4"/>
    <p:sldId id="258" r:id="rId5"/>
    <p:sldId id="423" r:id="rId6"/>
    <p:sldId id="426" r:id="rId7"/>
    <p:sldId id="424" r:id="rId8"/>
    <p:sldId id="425" r:id="rId9"/>
    <p:sldId id="427" r:id="rId10"/>
    <p:sldId id="520" r:id="rId11"/>
    <p:sldId id="519" r:id="rId12"/>
    <p:sldId id="444" r:id="rId13"/>
    <p:sldId id="443" r:id="rId14"/>
    <p:sldId id="260" r:id="rId15"/>
    <p:sldId id="521" r:id="rId16"/>
    <p:sldId id="476" r:id="rId17"/>
    <p:sldId id="467" r:id="rId18"/>
    <p:sldId id="464" r:id="rId19"/>
    <p:sldId id="268" r:id="rId20"/>
    <p:sldId id="269" r:id="rId21"/>
    <p:sldId id="451" r:id="rId22"/>
    <p:sldId id="468" r:id="rId23"/>
    <p:sldId id="500" r:id="rId24"/>
    <p:sldId id="270" r:id="rId25"/>
    <p:sldId id="454" r:id="rId26"/>
    <p:sldId id="455" r:id="rId27"/>
    <p:sldId id="477" r:id="rId28"/>
    <p:sldId id="531" r:id="rId29"/>
    <p:sldId id="533" r:id="rId30"/>
    <p:sldId id="534" r:id="rId31"/>
    <p:sldId id="523" r:id="rId32"/>
    <p:sldId id="524" r:id="rId33"/>
    <p:sldId id="525" r:id="rId34"/>
    <p:sldId id="526" r:id="rId35"/>
    <p:sldId id="527" r:id="rId36"/>
    <p:sldId id="528" r:id="rId37"/>
    <p:sldId id="529" r:id="rId38"/>
    <p:sldId id="530" r:id="rId39"/>
    <p:sldId id="428" r:id="rId40"/>
    <p:sldId id="459" r:id="rId41"/>
    <p:sldId id="271" r:id="rId42"/>
    <p:sldId id="447" r:id="rId43"/>
    <p:sldId id="480" r:id="rId44"/>
    <p:sldId id="496" r:id="rId45"/>
    <p:sldId id="502" r:id="rId46"/>
    <p:sldId id="518" r:id="rId47"/>
    <p:sldId id="505" r:id="rId48"/>
    <p:sldId id="506" r:id="rId49"/>
    <p:sldId id="507" r:id="rId50"/>
    <p:sldId id="497" r:id="rId51"/>
    <p:sldId id="517" r:id="rId52"/>
    <p:sldId id="353" r:id="rId53"/>
    <p:sldId id="355" r:id="rId54"/>
    <p:sldId id="354" r:id="rId55"/>
    <p:sldId id="536" r:id="rId56"/>
    <p:sldId id="449" r:id="rId57"/>
    <p:sldId id="429" r:id="rId58"/>
    <p:sldId id="509" r:id="rId59"/>
    <p:sldId id="445" r:id="rId60"/>
    <p:sldId id="356" r:id="rId61"/>
    <p:sldId id="450" r:id="rId62"/>
    <p:sldId id="495" r:id="rId63"/>
    <p:sldId id="483" r:id="rId64"/>
    <p:sldId id="485" r:id="rId65"/>
    <p:sldId id="486" r:id="rId66"/>
    <p:sldId id="487" r:id="rId67"/>
    <p:sldId id="508" r:id="rId68"/>
    <p:sldId id="488" r:id="rId69"/>
    <p:sldId id="490" r:id="rId70"/>
    <p:sldId id="491" r:id="rId71"/>
    <p:sldId id="448" r:id="rId72"/>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alling Python" id="{8F941CF2-A666-4D5F-B0C1-5D6AAC55B65A}">
          <p14:sldIdLst>
            <p14:sldId id="257"/>
            <p14:sldId id="422"/>
            <p14:sldId id="537"/>
            <p14:sldId id="258"/>
            <p14:sldId id="423"/>
            <p14:sldId id="426"/>
            <p14:sldId id="424"/>
            <p14:sldId id="425"/>
            <p14:sldId id="427"/>
            <p14:sldId id="520"/>
            <p14:sldId id="519"/>
          </p14:sldIdLst>
        </p14:section>
        <p14:section name="Running code" id="{6A059879-81D7-4F22-A310-42129BE842FC}">
          <p14:sldIdLst>
            <p14:sldId id="444"/>
            <p14:sldId id="443"/>
            <p14:sldId id="260"/>
            <p14:sldId id="521"/>
            <p14:sldId id="476"/>
          </p14:sldIdLst>
        </p14:section>
        <p14:section name="run command line python" id="{0E3C4955-DD6A-4F6F-B4A5-CF477B6196AB}">
          <p14:sldIdLst>
            <p14:sldId id="467"/>
            <p14:sldId id="464"/>
            <p14:sldId id="268"/>
            <p14:sldId id="269"/>
            <p14:sldId id="451"/>
            <p14:sldId id="468"/>
            <p14:sldId id="500"/>
            <p14:sldId id="270"/>
            <p14:sldId id="454"/>
            <p14:sldId id="455"/>
            <p14:sldId id="477"/>
          </p14:sldIdLst>
        </p14:section>
        <p14:section name="IDE_VSCode" id="{F3AC8C12-E8F1-4264-A3A7-D3B02CDEA456}">
          <p14:sldIdLst>
            <p14:sldId id="531"/>
            <p14:sldId id="533"/>
            <p14:sldId id="534"/>
          </p14:sldIdLst>
        </p14:section>
        <p14:section name="IDE_spyder" id="{61313309-1E7D-407B-A0AB-DF39741D5951}">
          <p14:sldIdLst>
            <p14:sldId id="523"/>
            <p14:sldId id="524"/>
            <p14:sldId id="525"/>
            <p14:sldId id="526"/>
            <p14:sldId id="527"/>
            <p14:sldId id="528"/>
            <p14:sldId id="529"/>
            <p14:sldId id="530"/>
          </p14:sldIdLst>
        </p14:section>
        <p14:section name="JupyterLite" id="{8BFEF6CA-866A-499D-B0F1-B6C95E6DD35F}">
          <p14:sldIdLst>
            <p14:sldId id="428"/>
          </p14:sldIdLst>
        </p14:section>
        <p14:section name="Jupyter" id="{BA71C6C3-86E6-4C11-AC4E-305FD55B7350}">
          <p14:sldIdLst>
            <p14:sldId id="459"/>
            <p14:sldId id="271"/>
            <p14:sldId id="447"/>
            <p14:sldId id="480"/>
            <p14:sldId id="496"/>
            <p14:sldId id="502"/>
            <p14:sldId id="518"/>
            <p14:sldId id="505"/>
            <p14:sldId id="506"/>
            <p14:sldId id="507"/>
            <p14:sldId id="497"/>
            <p14:sldId id="517"/>
            <p14:sldId id="353"/>
            <p14:sldId id="355"/>
            <p14:sldId id="354"/>
            <p14:sldId id="536"/>
            <p14:sldId id="449"/>
            <p14:sldId id="429"/>
            <p14:sldId id="509"/>
            <p14:sldId id="445"/>
            <p14:sldId id="356"/>
            <p14:sldId id="450"/>
          </p14:sldIdLst>
        </p14:section>
        <p14:section name="Scripts vs Notebooks" id="{1D538B5C-2189-4440-9A7F-52EFA1C08A0F}">
          <p14:sldIdLst>
            <p14:sldId id="495"/>
            <p14:sldId id="483"/>
            <p14:sldId id="485"/>
            <p14:sldId id="486"/>
            <p14:sldId id="487"/>
          </p14:sldIdLst>
        </p14:section>
        <p14:section name="getting help" id="{A14279CF-1725-4B8C-B930-4C3950B59AC8}">
          <p14:sldIdLst>
            <p14:sldId id="508"/>
            <p14:sldId id="488"/>
            <p14:sldId id="490"/>
            <p14:sldId id="491"/>
            <p14:sldId id="4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71370-29BD-4C50-8AE2-77722BEB5C78}" v="198" dt="2025-10-09T14:37:34.5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hsan Moravveji" userId="21e7e8ea3c9f37f0" providerId="LiveId" clId="{71771370-29BD-4C50-8AE2-77722BEB5C78}"/>
    <pc:docChg chg="undo custSel addSld delSld modSld sldOrd addSection delSection modSection">
      <pc:chgData name="Ehsan Moravveji" userId="21e7e8ea3c9f37f0" providerId="LiveId" clId="{71771370-29BD-4C50-8AE2-77722BEB5C78}" dt="2025-10-09T14:37:36.876" v="3560" actId="47"/>
      <pc:docMkLst>
        <pc:docMk/>
      </pc:docMkLst>
      <pc:sldChg chg="modSp mod">
        <pc:chgData name="Ehsan Moravveji" userId="21e7e8ea3c9f37f0" providerId="LiveId" clId="{71771370-29BD-4C50-8AE2-77722BEB5C78}" dt="2025-10-08T13:53:37.355" v="472" actId="14100"/>
        <pc:sldMkLst>
          <pc:docMk/>
          <pc:sldMk cId="893322809" sldId="258"/>
        </pc:sldMkLst>
        <pc:spChg chg="mod">
          <ac:chgData name="Ehsan Moravveji" userId="21e7e8ea3c9f37f0" providerId="LiveId" clId="{71771370-29BD-4C50-8AE2-77722BEB5C78}" dt="2025-10-08T12:59:10.045" v="380" actId="20577"/>
          <ac:spMkLst>
            <pc:docMk/>
            <pc:sldMk cId="893322809" sldId="258"/>
            <ac:spMk id="2" creationId="{3D6CEFCA-0031-BDC1-DB21-7C3AA37A1954}"/>
          </ac:spMkLst>
        </pc:spChg>
        <pc:spChg chg="mod">
          <ac:chgData name="Ehsan Moravveji" userId="21e7e8ea3c9f37f0" providerId="LiveId" clId="{71771370-29BD-4C50-8AE2-77722BEB5C78}" dt="2025-10-08T13:53:37.355" v="472" actId="14100"/>
          <ac:spMkLst>
            <pc:docMk/>
            <pc:sldMk cId="893322809" sldId="258"/>
            <ac:spMk id="3" creationId="{5AD3BF43-6314-E06D-83A8-B7E875F95BB2}"/>
          </ac:spMkLst>
        </pc:spChg>
      </pc:sldChg>
      <pc:sldChg chg="modSp add mod">
        <pc:chgData name="Ehsan Moravveji" userId="21e7e8ea3c9f37f0" providerId="LiveId" clId="{71771370-29BD-4C50-8AE2-77722BEB5C78}" dt="2025-10-09T12:29:48.247" v="2508" actId="2711"/>
        <pc:sldMkLst>
          <pc:docMk/>
          <pc:sldMk cId="3638085710" sldId="260"/>
        </pc:sldMkLst>
        <pc:spChg chg="mod">
          <ac:chgData name="Ehsan Moravveji" userId="21e7e8ea3c9f37f0" providerId="LiveId" clId="{71771370-29BD-4C50-8AE2-77722BEB5C78}" dt="2025-10-09T12:29:48.247" v="2508" actId="2711"/>
          <ac:spMkLst>
            <pc:docMk/>
            <pc:sldMk cId="3638085710" sldId="260"/>
            <ac:spMk id="3" creationId="{23757C31-CDC0-41F8-AEF0-068E54DCB452}"/>
          </ac:spMkLst>
        </pc:spChg>
      </pc:sldChg>
      <pc:sldChg chg="add">
        <pc:chgData name="Ehsan Moravveji" userId="21e7e8ea3c9f37f0" providerId="LiveId" clId="{71771370-29BD-4C50-8AE2-77722BEB5C78}" dt="2025-10-09T12:26:52.026" v="2324"/>
        <pc:sldMkLst>
          <pc:docMk/>
          <pc:sldMk cId="2274467016" sldId="268"/>
        </pc:sldMkLst>
      </pc:sldChg>
      <pc:sldChg chg="modSp add mod">
        <pc:chgData name="Ehsan Moravveji" userId="21e7e8ea3c9f37f0" providerId="LiveId" clId="{71771370-29BD-4C50-8AE2-77722BEB5C78}" dt="2025-10-09T12:32:56.845" v="2568" actId="14100"/>
        <pc:sldMkLst>
          <pc:docMk/>
          <pc:sldMk cId="3827685232" sldId="269"/>
        </pc:sldMkLst>
        <pc:spChg chg="mod">
          <ac:chgData name="Ehsan Moravveji" userId="21e7e8ea3c9f37f0" providerId="LiveId" clId="{71771370-29BD-4C50-8AE2-77722BEB5C78}" dt="2025-10-09T12:32:56.845" v="2568" actId="14100"/>
          <ac:spMkLst>
            <pc:docMk/>
            <pc:sldMk cId="3827685232" sldId="269"/>
            <ac:spMk id="3" creationId="{00000000-0000-0000-0000-000000000000}"/>
          </ac:spMkLst>
        </pc:spChg>
      </pc:sldChg>
      <pc:sldChg chg="modSp add mod">
        <pc:chgData name="Ehsan Moravveji" userId="21e7e8ea3c9f37f0" providerId="LiveId" clId="{71771370-29BD-4C50-8AE2-77722BEB5C78}" dt="2025-10-09T12:40:55.050" v="2572" actId="14100"/>
        <pc:sldMkLst>
          <pc:docMk/>
          <pc:sldMk cId="2813883378" sldId="270"/>
        </pc:sldMkLst>
        <pc:picChg chg="mod">
          <ac:chgData name="Ehsan Moravveji" userId="21e7e8ea3c9f37f0" providerId="LiveId" clId="{71771370-29BD-4C50-8AE2-77722BEB5C78}" dt="2025-10-09T12:40:55.050" v="2572" actId="14100"/>
          <ac:picMkLst>
            <pc:docMk/>
            <pc:sldMk cId="2813883378" sldId="270"/>
            <ac:picMk id="5" creationId="{BD985401-5468-AF2C-D69A-3D6B52B5D701}"/>
          </ac:picMkLst>
        </pc:picChg>
        <pc:picChg chg="mod">
          <ac:chgData name="Ehsan Moravveji" userId="21e7e8ea3c9f37f0" providerId="LiveId" clId="{71771370-29BD-4C50-8AE2-77722BEB5C78}" dt="2025-10-09T12:40:46.264" v="2570" actId="1076"/>
          <ac:picMkLst>
            <pc:docMk/>
            <pc:sldMk cId="2813883378" sldId="270"/>
            <ac:picMk id="6" creationId="{51ED9452-A916-B8EA-EF0B-C36CB66D9417}"/>
          </ac:picMkLst>
        </pc:picChg>
      </pc:sldChg>
      <pc:sldChg chg="add">
        <pc:chgData name="Ehsan Moravveji" userId="21e7e8ea3c9f37f0" providerId="LiveId" clId="{71771370-29BD-4C50-8AE2-77722BEB5C78}" dt="2025-10-09T13:33:34.474" v="3173"/>
        <pc:sldMkLst>
          <pc:docMk/>
          <pc:sldMk cId="3633205979" sldId="271"/>
        </pc:sldMkLst>
      </pc:sldChg>
      <pc:sldChg chg="add">
        <pc:chgData name="Ehsan Moravveji" userId="21e7e8ea3c9f37f0" providerId="LiveId" clId="{71771370-29BD-4C50-8AE2-77722BEB5C78}" dt="2025-10-09T12:45:00.951" v="2632"/>
        <pc:sldMkLst>
          <pc:docMk/>
          <pc:sldMk cId="2012301811" sldId="301"/>
        </pc:sldMkLst>
      </pc:sldChg>
      <pc:sldChg chg="modSp add mod">
        <pc:chgData name="Ehsan Moravveji" userId="21e7e8ea3c9f37f0" providerId="LiveId" clId="{71771370-29BD-4C50-8AE2-77722BEB5C78}" dt="2025-10-09T12:45:01.030" v="2634" actId="27636"/>
        <pc:sldMkLst>
          <pc:docMk/>
          <pc:sldMk cId="1423250953" sldId="310"/>
        </pc:sldMkLst>
        <pc:spChg chg="mod">
          <ac:chgData name="Ehsan Moravveji" userId="21e7e8ea3c9f37f0" providerId="LiveId" clId="{71771370-29BD-4C50-8AE2-77722BEB5C78}" dt="2025-10-09T12:45:01.030" v="2634" actId="27636"/>
          <ac:spMkLst>
            <pc:docMk/>
            <pc:sldMk cId="1423250953" sldId="310"/>
            <ac:spMk id="3" creationId="{00000000-0000-0000-0000-000000000000}"/>
          </ac:spMkLst>
        </pc:spChg>
      </pc:sldChg>
      <pc:sldChg chg="add">
        <pc:chgData name="Ehsan Moravveji" userId="21e7e8ea3c9f37f0" providerId="LiveId" clId="{71771370-29BD-4C50-8AE2-77722BEB5C78}" dt="2025-10-09T12:45:00.951" v="2632"/>
        <pc:sldMkLst>
          <pc:docMk/>
          <pc:sldMk cId="2688631706" sldId="312"/>
        </pc:sldMkLst>
      </pc:sldChg>
      <pc:sldChg chg="modSp add mod">
        <pc:chgData name="Ehsan Moravveji" userId="21e7e8ea3c9f37f0" providerId="LiveId" clId="{71771370-29BD-4C50-8AE2-77722BEB5C78}" dt="2025-10-09T14:15:37.849" v="3515" actId="14100"/>
        <pc:sldMkLst>
          <pc:docMk/>
          <pc:sldMk cId="3741845997" sldId="353"/>
        </pc:sldMkLst>
        <pc:picChg chg="mod">
          <ac:chgData name="Ehsan Moravveji" userId="21e7e8ea3c9f37f0" providerId="LiveId" clId="{71771370-29BD-4C50-8AE2-77722BEB5C78}" dt="2025-10-09T14:15:37.849" v="3515" actId="14100"/>
          <ac:picMkLst>
            <pc:docMk/>
            <pc:sldMk cId="3741845997" sldId="353"/>
            <ac:picMk id="4" creationId="{00000000-0000-0000-0000-000000000000}"/>
          </ac:picMkLst>
        </pc:picChg>
      </pc:sldChg>
      <pc:sldChg chg="addSp delSp modSp add mod setBg">
        <pc:chgData name="Ehsan Moravveji" userId="21e7e8ea3c9f37f0" providerId="LiveId" clId="{71771370-29BD-4C50-8AE2-77722BEB5C78}" dt="2025-10-09T14:23:54.261" v="3529" actId="1076"/>
        <pc:sldMkLst>
          <pc:docMk/>
          <pc:sldMk cId="3579729842" sldId="354"/>
        </pc:sldMkLst>
        <pc:spChg chg="mod">
          <ac:chgData name="Ehsan Moravveji" userId="21e7e8ea3c9f37f0" providerId="LiveId" clId="{71771370-29BD-4C50-8AE2-77722BEB5C78}" dt="2025-10-09T14:22:28.458" v="3522" actId="26606"/>
          <ac:spMkLst>
            <pc:docMk/>
            <pc:sldMk cId="3579729842" sldId="354"/>
            <ac:spMk id="2" creationId="{00000000-0000-0000-0000-000000000000}"/>
          </ac:spMkLst>
        </pc:spChg>
        <pc:spChg chg="mod">
          <ac:chgData name="Ehsan Moravveji" userId="21e7e8ea3c9f37f0" providerId="LiveId" clId="{71771370-29BD-4C50-8AE2-77722BEB5C78}" dt="2025-10-09T14:22:53.184" v="3526" actId="20577"/>
          <ac:spMkLst>
            <pc:docMk/>
            <pc:sldMk cId="3579729842" sldId="354"/>
            <ac:spMk id="3" creationId="{00000000-0000-0000-0000-000000000000}"/>
          </ac:spMkLst>
        </pc:spChg>
        <pc:spChg chg="add mod">
          <ac:chgData name="Ehsan Moravveji" userId="21e7e8ea3c9f37f0" providerId="LiveId" clId="{71771370-29BD-4C50-8AE2-77722BEB5C78}" dt="2025-10-09T14:23:54.261" v="3529" actId="1076"/>
          <ac:spMkLst>
            <pc:docMk/>
            <pc:sldMk cId="3579729842" sldId="354"/>
            <ac:spMk id="7" creationId="{D6011244-7652-6077-DD13-0322B5F6E62D}"/>
          </ac:spMkLst>
        </pc:spChg>
        <pc:spChg chg="add">
          <ac:chgData name="Ehsan Moravveji" userId="21e7e8ea3c9f37f0" providerId="LiveId" clId="{71771370-29BD-4C50-8AE2-77722BEB5C78}" dt="2025-10-09T14:22:28.458" v="3522" actId="26606"/>
          <ac:spMkLst>
            <pc:docMk/>
            <pc:sldMk cId="3579729842" sldId="354"/>
            <ac:spMk id="8" creationId="{2B97F24A-32CE-4C1C-A50D-3016B394DCFB}"/>
          </ac:spMkLst>
        </pc:spChg>
        <pc:spChg chg="add">
          <ac:chgData name="Ehsan Moravveji" userId="21e7e8ea3c9f37f0" providerId="LiveId" clId="{71771370-29BD-4C50-8AE2-77722BEB5C78}" dt="2025-10-09T14:22:28.458" v="3522" actId="26606"/>
          <ac:spMkLst>
            <pc:docMk/>
            <pc:sldMk cId="3579729842" sldId="354"/>
            <ac:spMk id="9" creationId="{6357EC4F-235E-4222-A36F-C7878ACE37F2}"/>
          </ac:spMkLst>
        </pc:spChg>
        <pc:spChg chg="add del">
          <ac:chgData name="Ehsan Moravveji" userId="21e7e8ea3c9f37f0" providerId="LiveId" clId="{71771370-29BD-4C50-8AE2-77722BEB5C78}" dt="2025-10-09T14:22:02.183" v="3520" actId="26606"/>
          <ac:spMkLst>
            <pc:docMk/>
            <pc:sldMk cId="3579729842" sldId="354"/>
            <ac:spMk id="11" creationId="{2B97F24A-32CE-4C1C-A50D-3016B394DCFB}"/>
          </ac:spMkLst>
        </pc:spChg>
        <pc:spChg chg="add del">
          <ac:chgData name="Ehsan Moravveji" userId="21e7e8ea3c9f37f0" providerId="LiveId" clId="{71771370-29BD-4C50-8AE2-77722BEB5C78}" dt="2025-10-09T14:22:02.183" v="3520" actId="26606"/>
          <ac:spMkLst>
            <pc:docMk/>
            <pc:sldMk cId="3579729842" sldId="354"/>
            <ac:spMk id="13" creationId="{CD8B4F24-440B-49E9-B85D-733523DC064B}"/>
          </ac:spMkLst>
        </pc:spChg>
        <pc:picChg chg="del">
          <ac:chgData name="Ehsan Moravveji" userId="21e7e8ea3c9f37f0" providerId="LiveId" clId="{71771370-29BD-4C50-8AE2-77722BEB5C78}" dt="2025-10-09T14:21:40.962" v="3516" actId="478"/>
          <ac:picMkLst>
            <pc:docMk/>
            <pc:sldMk cId="3579729842" sldId="354"/>
            <ac:picMk id="5" creationId="{00000000-0000-0000-0000-000000000000}"/>
          </ac:picMkLst>
        </pc:picChg>
        <pc:picChg chg="add mod">
          <ac:chgData name="Ehsan Moravveji" userId="21e7e8ea3c9f37f0" providerId="LiveId" clId="{71771370-29BD-4C50-8AE2-77722BEB5C78}" dt="2025-10-09T14:22:34.681" v="3523" actId="27614"/>
          <ac:picMkLst>
            <pc:docMk/>
            <pc:sldMk cId="3579729842" sldId="354"/>
            <ac:picMk id="6" creationId="{632F3552-D235-8B7C-B46C-EFE7E4F44140}"/>
          </ac:picMkLst>
        </pc:picChg>
      </pc:sldChg>
      <pc:sldChg chg="add">
        <pc:chgData name="Ehsan Moravveji" userId="21e7e8ea3c9f37f0" providerId="LiveId" clId="{71771370-29BD-4C50-8AE2-77722BEB5C78}" dt="2025-10-09T13:33:34.474" v="3173"/>
        <pc:sldMkLst>
          <pc:docMk/>
          <pc:sldMk cId="2888494572" sldId="355"/>
        </pc:sldMkLst>
      </pc:sldChg>
      <pc:sldChg chg="add">
        <pc:chgData name="Ehsan Moravveji" userId="21e7e8ea3c9f37f0" providerId="LiveId" clId="{71771370-29BD-4C50-8AE2-77722BEB5C78}" dt="2025-10-09T13:33:34.474" v="3173"/>
        <pc:sldMkLst>
          <pc:docMk/>
          <pc:sldMk cId="912510927" sldId="356"/>
        </pc:sldMkLst>
      </pc:sldChg>
      <pc:sldChg chg="modSp mod modShow">
        <pc:chgData name="Ehsan Moravveji" userId="21e7e8ea3c9f37f0" providerId="LiveId" clId="{71771370-29BD-4C50-8AE2-77722BEB5C78}" dt="2025-10-09T12:18:19.434" v="2187" actId="113"/>
        <pc:sldMkLst>
          <pc:docMk/>
          <pc:sldMk cId="4024688066" sldId="422"/>
        </pc:sldMkLst>
        <pc:spChg chg="mod">
          <ac:chgData name="Ehsan Moravveji" userId="21e7e8ea3c9f37f0" providerId="LiveId" clId="{71771370-29BD-4C50-8AE2-77722BEB5C78}" dt="2025-10-09T12:18:19.434" v="2187" actId="113"/>
          <ac:spMkLst>
            <pc:docMk/>
            <pc:sldMk cId="4024688066" sldId="422"/>
            <ac:spMk id="3" creationId="{00000000-0000-0000-0000-000000000000}"/>
          </ac:spMkLst>
        </pc:spChg>
      </pc:sldChg>
      <pc:sldChg chg="modSp add mod">
        <pc:chgData name="Ehsan Moravveji" userId="21e7e8ea3c9f37f0" providerId="LiveId" clId="{71771370-29BD-4C50-8AE2-77722BEB5C78}" dt="2025-10-09T08:19:37.922" v="1116" actId="113"/>
        <pc:sldMkLst>
          <pc:docMk/>
          <pc:sldMk cId="2076233404" sldId="423"/>
        </pc:sldMkLst>
        <pc:spChg chg="mod">
          <ac:chgData name="Ehsan Moravveji" userId="21e7e8ea3c9f37f0" providerId="LiveId" clId="{71771370-29BD-4C50-8AE2-77722BEB5C78}" dt="2025-10-09T08:19:37.922" v="1116" actId="113"/>
          <ac:spMkLst>
            <pc:docMk/>
            <pc:sldMk cId="2076233404" sldId="423"/>
            <ac:spMk id="3" creationId="{B1637030-1950-64DB-73BE-2A27D34A064B}"/>
          </ac:spMkLst>
        </pc:spChg>
      </pc:sldChg>
      <pc:sldChg chg="modSp add mod">
        <pc:chgData name="Ehsan Moravveji" userId="21e7e8ea3c9f37f0" providerId="LiveId" clId="{71771370-29BD-4C50-8AE2-77722BEB5C78}" dt="2025-10-08T14:02:41.270" v="957"/>
        <pc:sldMkLst>
          <pc:docMk/>
          <pc:sldMk cId="2874474018" sldId="424"/>
        </pc:sldMkLst>
        <pc:spChg chg="mod">
          <ac:chgData name="Ehsan Moravveji" userId="21e7e8ea3c9f37f0" providerId="LiveId" clId="{71771370-29BD-4C50-8AE2-77722BEB5C78}" dt="2025-10-08T13:54:11.068" v="499" actId="20577"/>
          <ac:spMkLst>
            <pc:docMk/>
            <pc:sldMk cId="2874474018" sldId="424"/>
            <ac:spMk id="2" creationId="{84AF8A51-B787-690F-8C97-E84EE84A56DC}"/>
          </ac:spMkLst>
        </pc:spChg>
        <pc:spChg chg="mod">
          <ac:chgData name="Ehsan Moravveji" userId="21e7e8ea3c9f37f0" providerId="LiveId" clId="{71771370-29BD-4C50-8AE2-77722BEB5C78}" dt="2025-10-08T14:02:41.270" v="957"/>
          <ac:spMkLst>
            <pc:docMk/>
            <pc:sldMk cId="2874474018" sldId="424"/>
            <ac:spMk id="3" creationId="{4E03274E-4440-688C-8925-3D73ADF4E7ED}"/>
          </ac:spMkLst>
        </pc:spChg>
      </pc:sldChg>
      <pc:sldChg chg="modSp add mod">
        <pc:chgData name="Ehsan Moravveji" userId="21e7e8ea3c9f37f0" providerId="LiveId" clId="{71771370-29BD-4C50-8AE2-77722BEB5C78}" dt="2025-10-09T12:19:41.422" v="2190" actId="20577"/>
        <pc:sldMkLst>
          <pc:docMk/>
          <pc:sldMk cId="2473416980" sldId="425"/>
        </pc:sldMkLst>
        <pc:spChg chg="mod">
          <ac:chgData name="Ehsan Moravveji" userId="21e7e8ea3c9f37f0" providerId="LiveId" clId="{71771370-29BD-4C50-8AE2-77722BEB5C78}" dt="2025-10-08T14:03:05.562" v="966" actId="20577"/>
          <ac:spMkLst>
            <pc:docMk/>
            <pc:sldMk cId="2473416980" sldId="425"/>
            <ac:spMk id="2" creationId="{6DA50B2C-8A82-D67E-5143-66F8E9DA94A5}"/>
          </ac:spMkLst>
        </pc:spChg>
        <pc:spChg chg="mod">
          <ac:chgData name="Ehsan Moravveji" userId="21e7e8ea3c9f37f0" providerId="LiveId" clId="{71771370-29BD-4C50-8AE2-77722BEB5C78}" dt="2025-10-09T12:19:41.422" v="2190" actId="20577"/>
          <ac:spMkLst>
            <pc:docMk/>
            <pc:sldMk cId="2473416980" sldId="425"/>
            <ac:spMk id="3" creationId="{5594E4AB-3A26-D8E7-6483-E61D17D28F72}"/>
          </ac:spMkLst>
        </pc:spChg>
      </pc:sldChg>
      <pc:sldChg chg="modSp add mod">
        <pc:chgData name="Ehsan Moravveji" userId="21e7e8ea3c9f37f0" providerId="LiveId" clId="{71771370-29BD-4C50-8AE2-77722BEB5C78}" dt="2025-10-09T08:23:39.370" v="1341" actId="27636"/>
        <pc:sldMkLst>
          <pc:docMk/>
          <pc:sldMk cId="846928129" sldId="426"/>
        </pc:sldMkLst>
        <pc:spChg chg="mod">
          <ac:chgData name="Ehsan Moravveji" userId="21e7e8ea3c9f37f0" providerId="LiveId" clId="{71771370-29BD-4C50-8AE2-77722BEB5C78}" dt="2025-10-09T08:23:39.370" v="1341" actId="27636"/>
          <ac:spMkLst>
            <pc:docMk/>
            <pc:sldMk cId="846928129" sldId="426"/>
            <ac:spMk id="3" creationId="{C6295F0A-D3B7-8247-816F-F2098013AF84}"/>
          </ac:spMkLst>
        </pc:spChg>
      </pc:sldChg>
      <pc:sldChg chg="addSp modSp add mod modAnim">
        <pc:chgData name="Ehsan Moravveji" userId="21e7e8ea3c9f37f0" providerId="LiveId" clId="{71771370-29BD-4C50-8AE2-77722BEB5C78}" dt="2025-10-09T09:01:17.243" v="1919"/>
        <pc:sldMkLst>
          <pc:docMk/>
          <pc:sldMk cId="3386611036" sldId="427"/>
        </pc:sldMkLst>
        <pc:spChg chg="mod">
          <ac:chgData name="Ehsan Moravveji" userId="21e7e8ea3c9f37f0" providerId="LiveId" clId="{71771370-29BD-4C50-8AE2-77722BEB5C78}" dt="2025-10-09T08:56:44.327" v="1699" actId="20577"/>
          <ac:spMkLst>
            <pc:docMk/>
            <pc:sldMk cId="3386611036" sldId="427"/>
            <ac:spMk id="2" creationId="{52990247-EFB1-C858-3387-98D8ED593511}"/>
          </ac:spMkLst>
        </pc:spChg>
        <pc:spChg chg="mod">
          <ac:chgData name="Ehsan Moravveji" userId="21e7e8ea3c9f37f0" providerId="LiveId" clId="{71771370-29BD-4C50-8AE2-77722BEB5C78}" dt="2025-10-09T09:00:36.370" v="1914" actId="14100"/>
          <ac:spMkLst>
            <pc:docMk/>
            <pc:sldMk cId="3386611036" sldId="427"/>
            <ac:spMk id="3" creationId="{9A59083F-0CBC-1951-E2F7-7F0568C55E38}"/>
          </ac:spMkLst>
        </pc:spChg>
        <pc:spChg chg="add mod">
          <ac:chgData name="Ehsan Moravveji" userId="21e7e8ea3c9f37f0" providerId="LiveId" clId="{71771370-29BD-4C50-8AE2-77722BEB5C78}" dt="2025-10-09T09:00:59.127" v="1918" actId="122"/>
          <ac:spMkLst>
            <pc:docMk/>
            <pc:sldMk cId="3386611036" sldId="427"/>
            <ac:spMk id="4" creationId="{9DEF9110-1FBA-29CC-15E2-1F4A0DDEEC40}"/>
          </ac:spMkLst>
        </pc:spChg>
      </pc:sldChg>
      <pc:sldChg chg="addSp delSp modSp add del mod setBg delAnim">
        <pc:chgData name="Ehsan Moravveji" userId="21e7e8ea3c9f37f0" providerId="LiveId" clId="{71771370-29BD-4C50-8AE2-77722BEB5C78}" dt="2025-10-09T13:58:30.392" v="3269" actId="2696"/>
        <pc:sldMkLst>
          <pc:docMk/>
          <pc:sldMk cId="2327699656" sldId="428"/>
        </pc:sldMkLst>
        <pc:spChg chg="mod">
          <ac:chgData name="Ehsan Moravveji" userId="21e7e8ea3c9f37f0" providerId="LiveId" clId="{71771370-29BD-4C50-8AE2-77722BEB5C78}" dt="2025-10-09T13:57:11.847" v="3266" actId="26606"/>
          <ac:spMkLst>
            <pc:docMk/>
            <pc:sldMk cId="2327699656" sldId="428"/>
            <ac:spMk id="2" creationId="{B966EA21-D128-6387-B479-07E8D2939DD7}"/>
          </ac:spMkLst>
        </pc:spChg>
        <pc:spChg chg="mod">
          <ac:chgData name="Ehsan Moravveji" userId="21e7e8ea3c9f37f0" providerId="LiveId" clId="{71771370-29BD-4C50-8AE2-77722BEB5C78}" dt="2025-10-09T13:57:11.847" v="3266" actId="26606"/>
          <ac:spMkLst>
            <pc:docMk/>
            <pc:sldMk cId="2327699656" sldId="428"/>
            <ac:spMk id="3" creationId="{B8E7F046-5DB1-6DF4-1246-6A85D6F7713D}"/>
          </ac:spMkLst>
        </pc:spChg>
        <pc:spChg chg="del">
          <ac:chgData name="Ehsan Moravveji" userId="21e7e8ea3c9f37f0" providerId="LiveId" clId="{71771370-29BD-4C50-8AE2-77722BEB5C78}" dt="2025-10-09T10:06:47.445" v="1992" actId="478"/>
          <ac:spMkLst>
            <pc:docMk/>
            <pc:sldMk cId="2327699656" sldId="428"/>
            <ac:spMk id="4" creationId="{B14736DE-8688-1E2D-8CA3-A57E5D9E6D3A}"/>
          </ac:spMkLst>
        </pc:spChg>
        <pc:spChg chg="add">
          <ac:chgData name="Ehsan Moravveji" userId="21e7e8ea3c9f37f0" providerId="LiveId" clId="{71771370-29BD-4C50-8AE2-77722BEB5C78}" dt="2025-10-09T13:57:11.847" v="3266" actId="26606"/>
          <ac:spMkLst>
            <pc:docMk/>
            <pc:sldMk cId="2327699656" sldId="428"/>
            <ac:spMk id="9" creationId="{2B97F24A-32CE-4C1C-A50D-3016B394DCFB}"/>
          </ac:spMkLst>
        </pc:spChg>
        <pc:spChg chg="add del">
          <ac:chgData name="Ehsan Moravveji" userId="21e7e8ea3c9f37f0" providerId="LiveId" clId="{71771370-29BD-4C50-8AE2-77722BEB5C78}" dt="2025-10-09T13:56:43.483" v="3262" actId="26606"/>
          <ac:spMkLst>
            <pc:docMk/>
            <pc:sldMk cId="2327699656" sldId="428"/>
            <ac:spMk id="10" creationId="{2B97F24A-32CE-4C1C-A50D-3016B394DCFB}"/>
          </ac:spMkLst>
        </pc:spChg>
        <pc:spChg chg="add del">
          <ac:chgData name="Ehsan Moravveji" userId="21e7e8ea3c9f37f0" providerId="LiveId" clId="{71771370-29BD-4C50-8AE2-77722BEB5C78}" dt="2025-10-09T13:56:43.483" v="3262" actId="26606"/>
          <ac:spMkLst>
            <pc:docMk/>
            <pc:sldMk cId="2327699656" sldId="428"/>
            <ac:spMk id="12" creationId="{6357EC4F-235E-4222-A36F-C7878ACE37F2}"/>
          </ac:spMkLst>
        </pc:spChg>
        <pc:spChg chg="add">
          <ac:chgData name="Ehsan Moravveji" userId="21e7e8ea3c9f37f0" providerId="LiveId" clId="{71771370-29BD-4C50-8AE2-77722BEB5C78}" dt="2025-10-09T13:57:11.847" v="3266" actId="26606"/>
          <ac:spMkLst>
            <pc:docMk/>
            <pc:sldMk cId="2327699656" sldId="428"/>
            <ac:spMk id="14" creationId="{6357EC4F-235E-4222-A36F-C7878ACE37F2}"/>
          </ac:spMkLst>
        </pc:spChg>
        <pc:picChg chg="add del mod">
          <ac:chgData name="Ehsan Moravveji" userId="21e7e8ea3c9f37f0" providerId="LiveId" clId="{71771370-29BD-4C50-8AE2-77722BEB5C78}" dt="2025-10-09T13:56:47.328" v="3264" actId="22"/>
          <ac:picMkLst>
            <pc:docMk/>
            <pc:sldMk cId="2327699656" sldId="428"/>
            <ac:picMk id="5" creationId="{9F389600-E370-70C3-1FEC-57574FB80762}"/>
          </ac:picMkLst>
        </pc:picChg>
        <pc:picChg chg="add mod">
          <ac:chgData name="Ehsan Moravveji" userId="21e7e8ea3c9f37f0" providerId="LiveId" clId="{71771370-29BD-4C50-8AE2-77722BEB5C78}" dt="2025-10-09T13:57:14.281" v="3268" actId="962"/>
          <ac:picMkLst>
            <pc:docMk/>
            <pc:sldMk cId="2327699656" sldId="428"/>
            <ac:picMk id="7" creationId="{A3B2958E-BE96-37D7-8F42-59671244FD36}"/>
          </ac:picMkLst>
        </pc:picChg>
      </pc:sldChg>
      <pc:sldChg chg="delSp add setBg delDesignElem">
        <pc:chgData name="Ehsan Moravveji" userId="21e7e8ea3c9f37f0" providerId="LiveId" clId="{71771370-29BD-4C50-8AE2-77722BEB5C78}" dt="2025-10-09T13:58:54.005" v="3271"/>
        <pc:sldMkLst>
          <pc:docMk/>
          <pc:sldMk cId="3992318152" sldId="428"/>
        </pc:sldMkLst>
        <pc:spChg chg="del">
          <ac:chgData name="Ehsan Moravveji" userId="21e7e8ea3c9f37f0" providerId="LiveId" clId="{71771370-29BD-4C50-8AE2-77722BEB5C78}" dt="2025-10-09T13:58:54.005" v="3271"/>
          <ac:spMkLst>
            <pc:docMk/>
            <pc:sldMk cId="3992318152" sldId="428"/>
            <ac:spMk id="9" creationId="{2B97F24A-32CE-4C1C-A50D-3016B394DCFB}"/>
          </ac:spMkLst>
        </pc:spChg>
        <pc:spChg chg="del">
          <ac:chgData name="Ehsan Moravveji" userId="21e7e8ea3c9f37f0" providerId="LiveId" clId="{71771370-29BD-4C50-8AE2-77722BEB5C78}" dt="2025-10-09T13:58:54.005" v="3271"/>
          <ac:spMkLst>
            <pc:docMk/>
            <pc:sldMk cId="3992318152" sldId="428"/>
            <ac:spMk id="14" creationId="{6357EC4F-235E-4222-A36F-C7878ACE37F2}"/>
          </ac:spMkLst>
        </pc:spChg>
      </pc:sldChg>
      <pc:sldChg chg="add">
        <pc:chgData name="Ehsan Moravveji" userId="21e7e8ea3c9f37f0" providerId="LiveId" clId="{71771370-29BD-4C50-8AE2-77722BEB5C78}" dt="2025-10-09T13:33:34.474" v="3173"/>
        <pc:sldMkLst>
          <pc:docMk/>
          <pc:sldMk cId="4154477212" sldId="429"/>
        </pc:sldMkLst>
      </pc:sldChg>
      <pc:sldChg chg="add">
        <pc:chgData name="Ehsan Moravveji" userId="21e7e8ea3c9f37f0" providerId="LiveId" clId="{71771370-29BD-4C50-8AE2-77722BEB5C78}" dt="2025-10-09T12:26:35.126" v="2320"/>
        <pc:sldMkLst>
          <pc:docMk/>
          <pc:sldMk cId="1941524211" sldId="443"/>
        </pc:sldMkLst>
      </pc:sldChg>
      <pc:sldChg chg="add">
        <pc:chgData name="Ehsan Moravveji" userId="21e7e8ea3c9f37f0" providerId="LiveId" clId="{71771370-29BD-4C50-8AE2-77722BEB5C78}" dt="2025-10-09T12:26:35.126" v="2320"/>
        <pc:sldMkLst>
          <pc:docMk/>
          <pc:sldMk cId="1270461292" sldId="444"/>
        </pc:sldMkLst>
      </pc:sldChg>
      <pc:sldChg chg="modSp add mod">
        <pc:chgData name="Ehsan Moravveji" userId="21e7e8ea3c9f37f0" providerId="LiveId" clId="{71771370-29BD-4C50-8AE2-77722BEB5C78}" dt="2025-10-09T13:33:34.604" v="3175" actId="27636"/>
        <pc:sldMkLst>
          <pc:docMk/>
          <pc:sldMk cId="2187512091" sldId="445"/>
        </pc:sldMkLst>
        <pc:spChg chg="mod">
          <ac:chgData name="Ehsan Moravveji" userId="21e7e8ea3c9f37f0" providerId="LiveId" clId="{71771370-29BD-4C50-8AE2-77722BEB5C78}" dt="2025-10-09T13:33:34.604" v="3175" actId="27636"/>
          <ac:spMkLst>
            <pc:docMk/>
            <pc:sldMk cId="2187512091" sldId="445"/>
            <ac:spMk id="6" creationId="{00000000-0000-0000-0000-000000000000}"/>
          </ac:spMkLst>
        </pc:spChg>
      </pc:sldChg>
      <pc:sldChg chg="modSp add mod">
        <pc:chgData name="Ehsan Moravveji" userId="21e7e8ea3c9f37f0" providerId="LiveId" clId="{71771370-29BD-4C50-8AE2-77722BEB5C78}" dt="2025-10-09T13:43:22.750" v="3229" actId="20577"/>
        <pc:sldMkLst>
          <pc:docMk/>
          <pc:sldMk cId="2949469719" sldId="447"/>
        </pc:sldMkLst>
        <pc:spChg chg="mod">
          <ac:chgData name="Ehsan Moravveji" userId="21e7e8ea3c9f37f0" providerId="LiveId" clId="{71771370-29BD-4C50-8AE2-77722BEB5C78}" dt="2025-10-09T13:43:22.750" v="3229" actId="20577"/>
          <ac:spMkLst>
            <pc:docMk/>
            <pc:sldMk cId="2949469719" sldId="447"/>
            <ac:spMk id="3" creationId="{00000000-0000-0000-0000-000000000000}"/>
          </ac:spMkLst>
        </pc:spChg>
      </pc:sldChg>
      <pc:sldChg chg="add">
        <pc:chgData name="Ehsan Moravveji" userId="21e7e8ea3c9f37f0" providerId="LiveId" clId="{71771370-29BD-4C50-8AE2-77722BEB5C78}" dt="2025-10-09T14:37:34.532" v="3559"/>
        <pc:sldMkLst>
          <pc:docMk/>
          <pc:sldMk cId="1681264935" sldId="448"/>
        </pc:sldMkLst>
      </pc:sldChg>
      <pc:sldChg chg="add">
        <pc:chgData name="Ehsan Moravveji" userId="21e7e8ea3c9f37f0" providerId="LiveId" clId="{71771370-29BD-4C50-8AE2-77722BEB5C78}" dt="2025-10-09T13:33:34.474" v="3173"/>
        <pc:sldMkLst>
          <pc:docMk/>
          <pc:sldMk cId="536283628" sldId="449"/>
        </pc:sldMkLst>
      </pc:sldChg>
      <pc:sldChg chg="add">
        <pc:chgData name="Ehsan Moravveji" userId="21e7e8ea3c9f37f0" providerId="LiveId" clId="{71771370-29BD-4C50-8AE2-77722BEB5C78}" dt="2025-10-09T13:33:34.474" v="3173"/>
        <pc:sldMkLst>
          <pc:docMk/>
          <pc:sldMk cId="1530603336" sldId="450"/>
        </pc:sldMkLst>
      </pc:sldChg>
      <pc:sldChg chg="add">
        <pc:chgData name="Ehsan Moravveji" userId="21e7e8ea3c9f37f0" providerId="LiveId" clId="{71771370-29BD-4C50-8AE2-77722BEB5C78}" dt="2025-10-09T12:26:52.026" v="2324"/>
        <pc:sldMkLst>
          <pc:docMk/>
          <pc:sldMk cId="3946683664" sldId="451"/>
        </pc:sldMkLst>
      </pc:sldChg>
      <pc:sldChg chg="modSp add mod">
        <pc:chgData name="Ehsan Moravveji" userId="21e7e8ea3c9f37f0" providerId="LiveId" clId="{71771370-29BD-4C50-8AE2-77722BEB5C78}" dt="2025-10-09T12:42:56.991" v="2629" actId="2711"/>
        <pc:sldMkLst>
          <pc:docMk/>
          <pc:sldMk cId="4286772517" sldId="454"/>
        </pc:sldMkLst>
        <pc:spChg chg="mod">
          <ac:chgData name="Ehsan Moravveji" userId="21e7e8ea3c9f37f0" providerId="LiveId" clId="{71771370-29BD-4C50-8AE2-77722BEB5C78}" dt="2025-10-09T12:42:56.991" v="2629" actId="2711"/>
          <ac:spMkLst>
            <pc:docMk/>
            <pc:sldMk cId="4286772517" sldId="454"/>
            <ac:spMk id="5" creationId="{00000000-0000-0000-0000-000000000000}"/>
          </ac:spMkLst>
        </pc:spChg>
        <pc:spChg chg="mod">
          <ac:chgData name="Ehsan Moravveji" userId="21e7e8ea3c9f37f0" providerId="LiveId" clId="{71771370-29BD-4C50-8AE2-77722BEB5C78}" dt="2025-10-09T12:42:40.966" v="2605" actId="27636"/>
          <ac:spMkLst>
            <pc:docMk/>
            <pc:sldMk cId="4286772517" sldId="454"/>
            <ac:spMk id="6" creationId="{00000000-0000-0000-0000-000000000000}"/>
          </ac:spMkLst>
        </pc:spChg>
      </pc:sldChg>
      <pc:sldChg chg="add">
        <pc:chgData name="Ehsan Moravveji" userId="21e7e8ea3c9f37f0" providerId="LiveId" clId="{71771370-29BD-4C50-8AE2-77722BEB5C78}" dt="2025-10-09T12:26:52.026" v="2324"/>
        <pc:sldMkLst>
          <pc:docMk/>
          <pc:sldMk cId="2735848939" sldId="455"/>
        </pc:sldMkLst>
      </pc:sldChg>
      <pc:sldChg chg="add">
        <pc:chgData name="Ehsan Moravveji" userId="21e7e8ea3c9f37f0" providerId="LiveId" clId="{71771370-29BD-4C50-8AE2-77722BEB5C78}" dt="2025-10-09T12:45:00.951" v="2632"/>
        <pc:sldMkLst>
          <pc:docMk/>
          <pc:sldMk cId="4139070120" sldId="456"/>
        </pc:sldMkLst>
      </pc:sldChg>
      <pc:sldChg chg="add">
        <pc:chgData name="Ehsan Moravveji" userId="21e7e8ea3c9f37f0" providerId="LiveId" clId="{71771370-29BD-4C50-8AE2-77722BEB5C78}" dt="2025-10-09T13:33:34.474" v="3173"/>
        <pc:sldMkLst>
          <pc:docMk/>
          <pc:sldMk cId="3432493701" sldId="459"/>
        </pc:sldMkLst>
      </pc:sldChg>
      <pc:sldChg chg="add">
        <pc:chgData name="Ehsan Moravveji" userId="21e7e8ea3c9f37f0" providerId="LiveId" clId="{71771370-29BD-4C50-8AE2-77722BEB5C78}" dt="2025-10-09T12:45:00.951" v="2632"/>
        <pc:sldMkLst>
          <pc:docMk/>
          <pc:sldMk cId="1240070332" sldId="462"/>
        </pc:sldMkLst>
      </pc:sldChg>
      <pc:sldChg chg="add">
        <pc:chgData name="Ehsan Moravveji" userId="21e7e8ea3c9f37f0" providerId="LiveId" clId="{71771370-29BD-4C50-8AE2-77722BEB5C78}" dt="2025-10-09T12:45:00.951" v="2632"/>
        <pc:sldMkLst>
          <pc:docMk/>
          <pc:sldMk cId="3973357450" sldId="463"/>
        </pc:sldMkLst>
      </pc:sldChg>
      <pc:sldChg chg="add">
        <pc:chgData name="Ehsan Moravveji" userId="21e7e8ea3c9f37f0" providerId="LiveId" clId="{71771370-29BD-4C50-8AE2-77722BEB5C78}" dt="2025-10-09T12:26:52.026" v="2324"/>
        <pc:sldMkLst>
          <pc:docMk/>
          <pc:sldMk cId="4015422363" sldId="464"/>
        </pc:sldMkLst>
      </pc:sldChg>
      <pc:sldChg chg="add">
        <pc:chgData name="Ehsan Moravveji" userId="21e7e8ea3c9f37f0" providerId="LiveId" clId="{71771370-29BD-4C50-8AE2-77722BEB5C78}" dt="2025-10-09T12:26:52.026" v="2324"/>
        <pc:sldMkLst>
          <pc:docMk/>
          <pc:sldMk cId="1568565616" sldId="467"/>
        </pc:sldMkLst>
      </pc:sldChg>
      <pc:sldChg chg="add">
        <pc:chgData name="Ehsan Moravveji" userId="21e7e8ea3c9f37f0" providerId="LiveId" clId="{71771370-29BD-4C50-8AE2-77722BEB5C78}" dt="2025-10-09T12:26:52.026" v="2324"/>
        <pc:sldMkLst>
          <pc:docMk/>
          <pc:sldMk cId="1670271362" sldId="468"/>
        </pc:sldMkLst>
      </pc:sldChg>
      <pc:sldChg chg="modSp add mod">
        <pc:chgData name="Ehsan Moravveji" userId="21e7e8ea3c9f37f0" providerId="LiveId" clId="{71771370-29BD-4C50-8AE2-77722BEB5C78}" dt="2025-10-09T12:31:06.921" v="2566" actId="20577"/>
        <pc:sldMkLst>
          <pc:docMk/>
          <pc:sldMk cId="352655315" sldId="476"/>
        </pc:sldMkLst>
        <pc:spChg chg="mod">
          <ac:chgData name="Ehsan Moravveji" userId="21e7e8ea3c9f37f0" providerId="LiveId" clId="{71771370-29BD-4C50-8AE2-77722BEB5C78}" dt="2025-10-09T12:31:06.921" v="2566" actId="20577"/>
          <ac:spMkLst>
            <pc:docMk/>
            <pc:sldMk cId="352655315" sldId="476"/>
            <ac:spMk id="3" creationId="{08041A55-D870-4B33-9833-A25C45B5344A}"/>
          </ac:spMkLst>
        </pc:spChg>
      </pc:sldChg>
      <pc:sldChg chg="modSp add mod">
        <pc:chgData name="Ehsan Moravveji" userId="21e7e8ea3c9f37f0" providerId="LiveId" clId="{71771370-29BD-4C50-8AE2-77722BEB5C78}" dt="2025-10-09T12:26:52.142" v="2325" actId="27636"/>
        <pc:sldMkLst>
          <pc:docMk/>
          <pc:sldMk cId="1010224485" sldId="477"/>
        </pc:sldMkLst>
        <pc:spChg chg="mod">
          <ac:chgData name="Ehsan Moravveji" userId="21e7e8ea3c9f37f0" providerId="LiveId" clId="{71771370-29BD-4C50-8AE2-77722BEB5C78}" dt="2025-10-09T12:26:52.142" v="2325" actId="27636"/>
          <ac:spMkLst>
            <pc:docMk/>
            <pc:sldMk cId="1010224485" sldId="477"/>
            <ac:spMk id="3" creationId="{CB4BE8BF-5E0C-46FA-93CB-08BFC3C1275C}"/>
          </ac:spMkLst>
        </pc:spChg>
      </pc:sldChg>
      <pc:sldChg chg="add">
        <pc:chgData name="Ehsan Moravveji" userId="21e7e8ea3c9f37f0" providerId="LiveId" clId="{71771370-29BD-4C50-8AE2-77722BEB5C78}" dt="2025-10-09T13:33:34.474" v="3173"/>
        <pc:sldMkLst>
          <pc:docMk/>
          <pc:sldMk cId="1098648682" sldId="480"/>
        </pc:sldMkLst>
      </pc:sldChg>
      <pc:sldChg chg="add">
        <pc:chgData name="Ehsan Moravveji" userId="21e7e8ea3c9f37f0" providerId="LiveId" clId="{71771370-29BD-4C50-8AE2-77722BEB5C78}" dt="2025-10-09T14:31:28.669" v="3532"/>
        <pc:sldMkLst>
          <pc:docMk/>
          <pc:sldMk cId="673088249" sldId="483"/>
        </pc:sldMkLst>
      </pc:sldChg>
      <pc:sldChg chg="add">
        <pc:chgData name="Ehsan Moravveji" userId="21e7e8ea3c9f37f0" providerId="LiveId" clId="{71771370-29BD-4C50-8AE2-77722BEB5C78}" dt="2025-10-09T14:31:28.669" v="3532"/>
        <pc:sldMkLst>
          <pc:docMk/>
          <pc:sldMk cId="182029321" sldId="485"/>
        </pc:sldMkLst>
      </pc:sldChg>
      <pc:sldChg chg="add">
        <pc:chgData name="Ehsan Moravveji" userId="21e7e8ea3c9f37f0" providerId="LiveId" clId="{71771370-29BD-4C50-8AE2-77722BEB5C78}" dt="2025-10-09T14:31:28.669" v="3532"/>
        <pc:sldMkLst>
          <pc:docMk/>
          <pc:sldMk cId="3794483059" sldId="486"/>
        </pc:sldMkLst>
      </pc:sldChg>
      <pc:sldChg chg="add">
        <pc:chgData name="Ehsan Moravveji" userId="21e7e8ea3c9f37f0" providerId="LiveId" clId="{71771370-29BD-4C50-8AE2-77722BEB5C78}" dt="2025-10-09T14:31:28.669" v="3532"/>
        <pc:sldMkLst>
          <pc:docMk/>
          <pc:sldMk cId="2155889546" sldId="487"/>
        </pc:sldMkLst>
      </pc:sldChg>
      <pc:sldChg chg="add">
        <pc:chgData name="Ehsan Moravveji" userId="21e7e8ea3c9f37f0" providerId="LiveId" clId="{71771370-29BD-4C50-8AE2-77722BEB5C78}" dt="2025-10-09T14:37:34.532" v="3559"/>
        <pc:sldMkLst>
          <pc:docMk/>
          <pc:sldMk cId="1284068770" sldId="488"/>
        </pc:sldMkLst>
      </pc:sldChg>
      <pc:sldChg chg="add">
        <pc:chgData name="Ehsan Moravveji" userId="21e7e8ea3c9f37f0" providerId="LiveId" clId="{71771370-29BD-4C50-8AE2-77722BEB5C78}" dt="2025-10-09T14:37:34.532" v="3559"/>
        <pc:sldMkLst>
          <pc:docMk/>
          <pc:sldMk cId="2792392948" sldId="490"/>
        </pc:sldMkLst>
      </pc:sldChg>
      <pc:sldChg chg="add">
        <pc:chgData name="Ehsan Moravveji" userId="21e7e8ea3c9f37f0" providerId="LiveId" clId="{71771370-29BD-4C50-8AE2-77722BEB5C78}" dt="2025-10-09T14:37:34.532" v="3559"/>
        <pc:sldMkLst>
          <pc:docMk/>
          <pc:sldMk cId="407523518" sldId="491"/>
        </pc:sldMkLst>
      </pc:sldChg>
      <pc:sldChg chg="modSp add mod">
        <pc:chgData name="Ehsan Moravveji" userId="21e7e8ea3c9f37f0" providerId="LiveId" clId="{71771370-29BD-4C50-8AE2-77722BEB5C78}" dt="2025-10-09T14:32:00.248" v="3556" actId="20577"/>
        <pc:sldMkLst>
          <pc:docMk/>
          <pc:sldMk cId="2171493955" sldId="495"/>
        </pc:sldMkLst>
        <pc:spChg chg="mod">
          <ac:chgData name="Ehsan Moravveji" userId="21e7e8ea3c9f37f0" providerId="LiveId" clId="{71771370-29BD-4C50-8AE2-77722BEB5C78}" dt="2025-10-09T14:32:00.248" v="3556" actId="20577"/>
          <ac:spMkLst>
            <pc:docMk/>
            <pc:sldMk cId="2171493955" sldId="495"/>
            <ac:spMk id="2" creationId="{3A22E220-472D-132F-1F05-5F8711DA1A99}"/>
          </ac:spMkLst>
        </pc:spChg>
      </pc:sldChg>
      <pc:sldChg chg="add">
        <pc:chgData name="Ehsan Moravveji" userId="21e7e8ea3c9f37f0" providerId="LiveId" clId="{71771370-29BD-4C50-8AE2-77722BEB5C78}" dt="2025-10-09T13:33:34.474" v="3173"/>
        <pc:sldMkLst>
          <pc:docMk/>
          <pc:sldMk cId="1382974822" sldId="496"/>
        </pc:sldMkLst>
      </pc:sldChg>
      <pc:sldChg chg="modSp add mod">
        <pc:chgData name="Ehsan Moravveji" userId="21e7e8ea3c9f37f0" providerId="LiveId" clId="{71771370-29BD-4C50-8AE2-77722BEB5C78}" dt="2025-10-09T13:33:34.567" v="3174" actId="27636"/>
        <pc:sldMkLst>
          <pc:docMk/>
          <pc:sldMk cId="3225983045" sldId="497"/>
        </pc:sldMkLst>
        <pc:spChg chg="mod">
          <ac:chgData name="Ehsan Moravveji" userId="21e7e8ea3c9f37f0" providerId="LiveId" clId="{71771370-29BD-4C50-8AE2-77722BEB5C78}" dt="2025-10-09T13:33:34.567" v="3174" actId="27636"/>
          <ac:spMkLst>
            <pc:docMk/>
            <pc:sldMk cId="3225983045" sldId="497"/>
            <ac:spMk id="3" creationId="{0EF222B0-C1D4-1A20-2718-D22FCF8878D7}"/>
          </ac:spMkLst>
        </pc:spChg>
      </pc:sldChg>
      <pc:sldChg chg="add">
        <pc:chgData name="Ehsan Moravveji" userId="21e7e8ea3c9f37f0" providerId="LiveId" clId="{71771370-29BD-4C50-8AE2-77722BEB5C78}" dt="2025-10-09T12:26:52.026" v="2324"/>
        <pc:sldMkLst>
          <pc:docMk/>
          <pc:sldMk cId="2814822117" sldId="500"/>
        </pc:sldMkLst>
      </pc:sldChg>
      <pc:sldChg chg="add">
        <pc:chgData name="Ehsan Moravveji" userId="21e7e8ea3c9f37f0" providerId="LiveId" clId="{71771370-29BD-4C50-8AE2-77722BEB5C78}" dt="2025-10-09T12:45:00.951" v="2632"/>
        <pc:sldMkLst>
          <pc:docMk/>
          <pc:sldMk cId="1375992056" sldId="501"/>
        </pc:sldMkLst>
      </pc:sldChg>
      <pc:sldChg chg="modSp add mod">
        <pc:chgData name="Ehsan Moravveji" userId="21e7e8ea3c9f37f0" providerId="LiveId" clId="{71771370-29BD-4C50-8AE2-77722BEB5C78}" dt="2025-10-09T14:03:14.405" v="3473" actId="20577"/>
        <pc:sldMkLst>
          <pc:docMk/>
          <pc:sldMk cId="260834316" sldId="502"/>
        </pc:sldMkLst>
        <pc:spChg chg="mod">
          <ac:chgData name="Ehsan Moravveji" userId="21e7e8ea3c9f37f0" providerId="LiveId" clId="{71771370-29BD-4C50-8AE2-77722BEB5C78}" dt="2025-10-09T14:03:14.405" v="3473" actId="20577"/>
          <ac:spMkLst>
            <pc:docMk/>
            <pc:sldMk cId="260834316" sldId="502"/>
            <ac:spMk id="3" creationId="{00000000-0000-0000-0000-000000000000}"/>
          </ac:spMkLst>
        </pc:spChg>
        <pc:picChg chg="mod">
          <ac:chgData name="Ehsan Moravveji" userId="21e7e8ea3c9f37f0" providerId="LiveId" clId="{71771370-29BD-4C50-8AE2-77722BEB5C78}" dt="2025-10-09T13:59:00.163" v="3272" actId="1076"/>
          <ac:picMkLst>
            <pc:docMk/>
            <pc:sldMk cId="260834316" sldId="502"/>
            <ac:picMk id="5" creationId="{82CDE640-6EA7-42FA-A84D-B2D8F368EDF7}"/>
          </ac:picMkLst>
        </pc:picChg>
      </pc:sldChg>
      <pc:sldChg chg="modSp add mod">
        <pc:chgData name="Ehsan Moravveji" userId="21e7e8ea3c9f37f0" providerId="LiveId" clId="{71771370-29BD-4C50-8AE2-77722BEB5C78}" dt="2025-10-09T14:13:04.430" v="3476" actId="1076"/>
        <pc:sldMkLst>
          <pc:docMk/>
          <pc:sldMk cId="1489866677" sldId="505"/>
        </pc:sldMkLst>
        <pc:picChg chg="mod">
          <ac:chgData name="Ehsan Moravveji" userId="21e7e8ea3c9f37f0" providerId="LiveId" clId="{71771370-29BD-4C50-8AE2-77722BEB5C78}" dt="2025-10-09T14:13:04.430" v="3476" actId="1076"/>
          <ac:picMkLst>
            <pc:docMk/>
            <pc:sldMk cId="1489866677" sldId="505"/>
            <ac:picMk id="7" creationId="{A6AC1734-7B6F-F8EC-750C-D97763C493D6}"/>
          </ac:picMkLst>
        </pc:picChg>
      </pc:sldChg>
      <pc:sldChg chg="add">
        <pc:chgData name="Ehsan Moravveji" userId="21e7e8ea3c9f37f0" providerId="LiveId" clId="{71771370-29BD-4C50-8AE2-77722BEB5C78}" dt="2025-10-09T13:33:34.474" v="3173"/>
        <pc:sldMkLst>
          <pc:docMk/>
          <pc:sldMk cId="1262070832" sldId="506"/>
        </pc:sldMkLst>
      </pc:sldChg>
      <pc:sldChg chg="add">
        <pc:chgData name="Ehsan Moravveji" userId="21e7e8ea3c9f37f0" providerId="LiveId" clId="{71771370-29BD-4C50-8AE2-77722BEB5C78}" dt="2025-10-09T13:33:34.474" v="3173"/>
        <pc:sldMkLst>
          <pc:docMk/>
          <pc:sldMk cId="1525689312" sldId="507"/>
        </pc:sldMkLst>
      </pc:sldChg>
      <pc:sldChg chg="add">
        <pc:chgData name="Ehsan Moravveji" userId="21e7e8ea3c9f37f0" providerId="LiveId" clId="{71771370-29BD-4C50-8AE2-77722BEB5C78}" dt="2025-10-09T14:37:34.532" v="3559"/>
        <pc:sldMkLst>
          <pc:docMk/>
          <pc:sldMk cId="1223598406" sldId="508"/>
        </pc:sldMkLst>
      </pc:sldChg>
      <pc:sldChg chg="add">
        <pc:chgData name="Ehsan Moravveji" userId="21e7e8ea3c9f37f0" providerId="LiveId" clId="{71771370-29BD-4C50-8AE2-77722BEB5C78}" dt="2025-10-09T13:33:34.474" v="3173"/>
        <pc:sldMkLst>
          <pc:docMk/>
          <pc:sldMk cId="3251054057" sldId="509"/>
        </pc:sldMkLst>
      </pc:sldChg>
      <pc:sldChg chg="modSp add mod">
        <pc:chgData name="Ehsan Moravveji" userId="21e7e8ea3c9f37f0" providerId="LiveId" clId="{71771370-29BD-4C50-8AE2-77722BEB5C78}" dt="2025-10-09T14:14:25.394" v="3512" actId="20577"/>
        <pc:sldMkLst>
          <pc:docMk/>
          <pc:sldMk cId="864917903" sldId="517"/>
        </pc:sldMkLst>
        <pc:spChg chg="mod">
          <ac:chgData name="Ehsan Moravveji" userId="21e7e8ea3c9f37f0" providerId="LiveId" clId="{71771370-29BD-4C50-8AE2-77722BEB5C78}" dt="2025-10-09T14:14:25.394" v="3512" actId="20577"/>
          <ac:spMkLst>
            <pc:docMk/>
            <pc:sldMk cId="864917903" sldId="517"/>
            <ac:spMk id="3" creationId="{46369D21-BDEC-6AC1-DBFE-C54E5216CF3B}"/>
          </ac:spMkLst>
        </pc:spChg>
      </pc:sldChg>
      <pc:sldChg chg="add">
        <pc:chgData name="Ehsan Moravveji" userId="21e7e8ea3c9f37f0" providerId="LiveId" clId="{71771370-29BD-4C50-8AE2-77722BEB5C78}" dt="2025-10-09T13:33:34.474" v="3173"/>
        <pc:sldMkLst>
          <pc:docMk/>
          <pc:sldMk cId="3811761828" sldId="518"/>
        </pc:sldMkLst>
      </pc:sldChg>
      <pc:sldChg chg="modSp add mod">
        <pc:chgData name="Ehsan Moravveji" userId="21e7e8ea3c9f37f0" providerId="LiveId" clId="{71771370-29BD-4C50-8AE2-77722BEB5C78}" dt="2025-10-09T12:25:16.500" v="2315" actId="20577"/>
        <pc:sldMkLst>
          <pc:docMk/>
          <pc:sldMk cId="1301593636" sldId="519"/>
        </pc:sldMkLst>
        <pc:spChg chg="mod">
          <ac:chgData name="Ehsan Moravveji" userId="21e7e8ea3c9f37f0" providerId="LiveId" clId="{71771370-29BD-4C50-8AE2-77722BEB5C78}" dt="2025-10-09T12:25:16.500" v="2315" actId="20577"/>
          <ac:spMkLst>
            <pc:docMk/>
            <pc:sldMk cId="1301593636" sldId="519"/>
            <ac:spMk id="3" creationId="{AC160327-EC53-C000-4511-BD5F06FE7282}"/>
          </ac:spMkLst>
        </pc:spChg>
      </pc:sldChg>
      <pc:sldChg chg="modSp add mod">
        <pc:chgData name="Ehsan Moravveji" userId="21e7e8ea3c9f37f0" providerId="LiveId" clId="{71771370-29BD-4C50-8AE2-77722BEB5C78}" dt="2025-10-09T12:23:30.006" v="2266" actId="255"/>
        <pc:sldMkLst>
          <pc:docMk/>
          <pc:sldMk cId="2699471414" sldId="520"/>
        </pc:sldMkLst>
        <pc:spChg chg="mod">
          <ac:chgData name="Ehsan Moravveji" userId="21e7e8ea3c9f37f0" providerId="LiveId" clId="{71771370-29BD-4C50-8AE2-77722BEB5C78}" dt="2025-10-09T12:23:30.006" v="2266" actId="255"/>
          <ac:spMkLst>
            <pc:docMk/>
            <pc:sldMk cId="2699471414" sldId="520"/>
            <ac:spMk id="3" creationId="{FCBCF463-BFFE-F688-7269-A6D3A24823EB}"/>
          </ac:spMkLst>
        </pc:spChg>
      </pc:sldChg>
      <pc:sldChg chg="modSp add mod">
        <pc:chgData name="Ehsan Moravveji" userId="21e7e8ea3c9f37f0" providerId="LiveId" clId="{71771370-29BD-4C50-8AE2-77722BEB5C78}" dt="2025-10-09T12:30:34.903" v="2565" actId="20577"/>
        <pc:sldMkLst>
          <pc:docMk/>
          <pc:sldMk cId="3474362046" sldId="521"/>
        </pc:sldMkLst>
        <pc:spChg chg="mod">
          <ac:chgData name="Ehsan Moravveji" userId="21e7e8ea3c9f37f0" providerId="LiveId" clId="{71771370-29BD-4C50-8AE2-77722BEB5C78}" dt="2025-10-09T12:30:34.903" v="2565" actId="20577"/>
          <ac:spMkLst>
            <pc:docMk/>
            <pc:sldMk cId="3474362046" sldId="521"/>
            <ac:spMk id="3" creationId="{00000000-0000-0000-0000-000000000000}"/>
          </ac:spMkLst>
        </pc:spChg>
      </pc:sldChg>
      <pc:sldChg chg="modSp add mod">
        <pc:chgData name="Ehsan Moravveji" userId="21e7e8ea3c9f37f0" providerId="LiveId" clId="{71771370-29BD-4C50-8AE2-77722BEB5C78}" dt="2025-10-09T12:45:01.010" v="2633" actId="27636"/>
        <pc:sldMkLst>
          <pc:docMk/>
          <pc:sldMk cId="3168806542" sldId="522"/>
        </pc:sldMkLst>
        <pc:spChg chg="mod">
          <ac:chgData name="Ehsan Moravveji" userId="21e7e8ea3c9f37f0" providerId="LiveId" clId="{71771370-29BD-4C50-8AE2-77722BEB5C78}" dt="2025-10-09T12:45:01.010" v="2633" actId="27636"/>
          <ac:spMkLst>
            <pc:docMk/>
            <pc:sldMk cId="3168806542" sldId="522"/>
            <ac:spMk id="3" creationId="{00000000-0000-0000-0000-000000000000}"/>
          </ac:spMkLst>
        </pc:spChg>
      </pc:sldChg>
      <pc:sldChg chg="modSp add mod">
        <pc:chgData name="Ehsan Moravveji" userId="21e7e8ea3c9f37f0" providerId="LiveId" clId="{71771370-29BD-4C50-8AE2-77722BEB5C78}" dt="2025-10-09T12:47:07.260" v="2659" actId="20577"/>
        <pc:sldMkLst>
          <pc:docMk/>
          <pc:sldMk cId="4243163866" sldId="523"/>
        </pc:sldMkLst>
        <pc:spChg chg="mod">
          <ac:chgData name="Ehsan Moravveji" userId="21e7e8ea3c9f37f0" providerId="LiveId" clId="{71771370-29BD-4C50-8AE2-77722BEB5C78}" dt="2025-10-09T12:47:07.260" v="2659" actId="20577"/>
          <ac:spMkLst>
            <pc:docMk/>
            <pc:sldMk cId="4243163866" sldId="523"/>
            <ac:spMk id="6" creationId="{00000000-0000-0000-0000-000000000000}"/>
          </ac:spMkLst>
        </pc:spChg>
      </pc:sldChg>
      <pc:sldChg chg="modSp add mod">
        <pc:chgData name="Ehsan Moravveji" userId="21e7e8ea3c9f37f0" providerId="LiveId" clId="{71771370-29BD-4C50-8AE2-77722BEB5C78}" dt="2025-10-09T12:46:50.537" v="2639" actId="27636"/>
        <pc:sldMkLst>
          <pc:docMk/>
          <pc:sldMk cId="4252905756" sldId="524"/>
        </pc:sldMkLst>
        <pc:spChg chg="mod">
          <ac:chgData name="Ehsan Moravveji" userId="21e7e8ea3c9f37f0" providerId="LiveId" clId="{71771370-29BD-4C50-8AE2-77722BEB5C78}" dt="2025-10-09T12:46:50.537" v="2639" actId="27636"/>
          <ac:spMkLst>
            <pc:docMk/>
            <pc:sldMk cId="4252905756" sldId="524"/>
            <ac:spMk id="3" creationId="{00000000-0000-0000-0000-000000000000}"/>
          </ac:spMkLst>
        </pc:spChg>
      </pc:sldChg>
      <pc:sldChg chg="add">
        <pc:chgData name="Ehsan Moravveji" userId="21e7e8ea3c9f37f0" providerId="LiveId" clId="{71771370-29BD-4C50-8AE2-77722BEB5C78}" dt="2025-10-09T12:46:50.475" v="2638"/>
        <pc:sldMkLst>
          <pc:docMk/>
          <pc:sldMk cId="3295182958" sldId="525"/>
        </pc:sldMkLst>
      </pc:sldChg>
      <pc:sldChg chg="add">
        <pc:chgData name="Ehsan Moravveji" userId="21e7e8ea3c9f37f0" providerId="LiveId" clId="{71771370-29BD-4C50-8AE2-77722BEB5C78}" dt="2025-10-09T12:46:50.475" v="2638"/>
        <pc:sldMkLst>
          <pc:docMk/>
          <pc:sldMk cId="741411546" sldId="526"/>
        </pc:sldMkLst>
      </pc:sldChg>
      <pc:sldChg chg="add">
        <pc:chgData name="Ehsan Moravveji" userId="21e7e8ea3c9f37f0" providerId="LiveId" clId="{71771370-29BD-4C50-8AE2-77722BEB5C78}" dt="2025-10-09T12:46:50.475" v="2638"/>
        <pc:sldMkLst>
          <pc:docMk/>
          <pc:sldMk cId="1928241768" sldId="527"/>
        </pc:sldMkLst>
      </pc:sldChg>
      <pc:sldChg chg="modSp add mod">
        <pc:chgData name="Ehsan Moravveji" userId="21e7e8ea3c9f37f0" providerId="LiveId" clId="{71771370-29BD-4C50-8AE2-77722BEB5C78}" dt="2025-10-09T12:46:50.554" v="2640" actId="27636"/>
        <pc:sldMkLst>
          <pc:docMk/>
          <pc:sldMk cId="209787718" sldId="528"/>
        </pc:sldMkLst>
        <pc:spChg chg="mod">
          <ac:chgData name="Ehsan Moravveji" userId="21e7e8ea3c9f37f0" providerId="LiveId" clId="{71771370-29BD-4C50-8AE2-77722BEB5C78}" dt="2025-10-09T12:46:50.554" v="2640" actId="27636"/>
          <ac:spMkLst>
            <pc:docMk/>
            <pc:sldMk cId="209787718" sldId="528"/>
            <ac:spMk id="3" creationId="{00000000-0000-0000-0000-000000000000}"/>
          </ac:spMkLst>
        </pc:spChg>
      </pc:sldChg>
      <pc:sldChg chg="add">
        <pc:chgData name="Ehsan Moravveji" userId="21e7e8ea3c9f37f0" providerId="LiveId" clId="{71771370-29BD-4C50-8AE2-77722BEB5C78}" dt="2025-10-09T12:46:50.475" v="2638"/>
        <pc:sldMkLst>
          <pc:docMk/>
          <pc:sldMk cId="1932924501" sldId="529"/>
        </pc:sldMkLst>
      </pc:sldChg>
      <pc:sldChg chg="add">
        <pc:chgData name="Ehsan Moravveji" userId="21e7e8ea3c9f37f0" providerId="LiveId" clId="{71771370-29BD-4C50-8AE2-77722BEB5C78}" dt="2025-10-09T12:46:50.475" v="2638"/>
        <pc:sldMkLst>
          <pc:docMk/>
          <pc:sldMk cId="1197334234" sldId="530"/>
        </pc:sldMkLst>
      </pc:sldChg>
      <pc:sldChg chg="modSp add mod">
        <pc:chgData name="Ehsan Moravveji" userId="21e7e8ea3c9f37f0" providerId="LiveId" clId="{71771370-29BD-4C50-8AE2-77722BEB5C78}" dt="2025-10-09T12:47:16.978" v="2678" actId="20577"/>
        <pc:sldMkLst>
          <pc:docMk/>
          <pc:sldMk cId="4077257128" sldId="531"/>
        </pc:sldMkLst>
        <pc:spChg chg="mod">
          <ac:chgData name="Ehsan Moravveji" userId="21e7e8ea3c9f37f0" providerId="LiveId" clId="{71771370-29BD-4C50-8AE2-77722BEB5C78}" dt="2025-10-09T12:47:16.978" v="2678" actId="20577"/>
          <ac:spMkLst>
            <pc:docMk/>
            <pc:sldMk cId="4077257128" sldId="531"/>
            <ac:spMk id="6" creationId="{F7BEC3A3-96E4-CB90-FA30-CA6A803E4F74}"/>
          </ac:spMkLst>
        </pc:spChg>
      </pc:sldChg>
      <pc:sldChg chg="delSp new del mod modClrScheme chgLayout">
        <pc:chgData name="Ehsan Moravveji" userId="21e7e8ea3c9f37f0" providerId="LiveId" clId="{71771370-29BD-4C50-8AE2-77722BEB5C78}" dt="2025-10-09T13:32:59.555" v="3170" actId="47"/>
        <pc:sldMkLst>
          <pc:docMk/>
          <pc:sldMk cId="3259797554" sldId="532"/>
        </pc:sldMkLst>
        <pc:spChg chg="del">
          <ac:chgData name="Ehsan Moravveji" userId="21e7e8ea3c9f37f0" providerId="LiveId" clId="{71771370-29BD-4C50-8AE2-77722BEB5C78}" dt="2025-10-09T12:50:18.586" v="2680" actId="700"/>
          <ac:spMkLst>
            <pc:docMk/>
            <pc:sldMk cId="3259797554" sldId="532"/>
            <ac:spMk id="2" creationId="{9D33A030-07AA-A452-C0F3-761390D4F83A}"/>
          </ac:spMkLst>
        </pc:spChg>
        <pc:spChg chg="del">
          <ac:chgData name="Ehsan Moravveji" userId="21e7e8ea3c9f37f0" providerId="LiveId" clId="{71771370-29BD-4C50-8AE2-77722BEB5C78}" dt="2025-10-09T12:50:18.586" v="2680" actId="700"/>
          <ac:spMkLst>
            <pc:docMk/>
            <pc:sldMk cId="3259797554" sldId="532"/>
            <ac:spMk id="3" creationId="{FAD62635-FB66-F389-5223-805145B5AB30}"/>
          </ac:spMkLst>
        </pc:spChg>
      </pc:sldChg>
      <pc:sldChg chg="addSp delSp modSp add mod ord">
        <pc:chgData name="Ehsan Moravveji" userId="21e7e8ea3c9f37f0" providerId="LiveId" clId="{71771370-29BD-4C50-8AE2-77722BEB5C78}" dt="2025-10-09T13:09:12.572" v="2913"/>
        <pc:sldMkLst>
          <pc:docMk/>
          <pc:sldMk cId="829248953" sldId="533"/>
        </pc:sldMkLst>
        <pc:spChg chg="mod">
          <ac:chgData name="Ehsan Moravveji" userId="21e7e8ea3c9f37f0" providerId="LiveId" clId="{71771370-29BD-4C50-8AE2-77722BEB5C78}" dt="2025-10-09T12:50:37.044" v="2710" actId="20577"/>
          <ac:spMkLst>
            <pc:docMk/>
            <pc:sldMk cId="829248953" sldId="533"/>
            <ac:spMk id="2" creationId="{124673D8-9833-74C7-2361-252000F20A10}"/>
          </ac:spMkLst>
        </pc:spChg>
        <pc:spChg chg="mod">
          <ac:chgData name="Ehsan Moravveji" userId="21e7e8ea3c9f37f0" providerId="LiveId" clId="{71771370-29BD-4C50-8AE2-77722BEB5C78}" dt="2025-10-09T12:53:46.477" v="2907" actId="20577"/>
          <ac:spMkLst>
            <pc:docMk/>
            <pc:sldMk cId="829248953" sldId="533"/>
            <ac:spMk id="3" creationId="{1450FE33-06E4-BAFF-51BC-ADDE74C5F439}"/>
          </ac:spMkLst>
        </pc:spChg>
        <pc:picChg chg="del">
          <ac:chgData name="Ehsan Moravveji" userId="21e7e8ea3c9f37f0" providerId="LiveId" clId="{71771370-29BD-4C50-8AE2-77722BEB5C78}" dt="2025-10-09T12:55:43.577" v="2909" actId="478"/>
          <ac:picMkLst>
            <pc:docMk/>
            <pc:sldMk cId="829248953" sldId="533"/>
            <ac:picMk id="5" creationId="{9AF7A9B4-4092-2B90-CDAE-93E91237369D}"/>
          </ac:picMkLst>
        </pc:picChg>
        <pc:picChg chg="add mod">
          <ac:chgData name="Ehsan Moravveji" userId="21e7e8ea3c9f37f0" providerId="LiveId" clId="{71771370-29BD-4C50-8AE2-77722BEB5C78}" dt="2025-10-09T12:55:51.036" v="2911" actId="14100"/>
          <ac:picMkLst>
            <pc:docMk/>
            <pc:sldMk cId="829248953" sldId="533"/>
            <ac:picMk id="6" creationId="{641B7805-5E45-9892-5308-31586C986FBC}"/>
          </ac:picMkLst>
        </pc:picChg>
      </pc:sldChg>
      <pc:sldChg chg="addSp delSp modSp add mod">
        <pc:chgData name="Ehsan Moravveji" userId="21e7e8ea3c9f37f0" providerId="LiveId" clId="{71771370-29BD-4C50-8AE2-77722BEB5C78}" dt="2025-10-09T13:17:50.024" v="3169" actId="20577"/>
        <pc:sldMkLst>
          <pc:docMk/>
          <pc:sldMk cId="408987018" sldId="534"/>
        </pc:sldMkLst>
        <pc:spChg chg="mod">
          <ac:chgData name="Ehsan Moravveji" userId="21e7e8ea3c9f37f0" providerId="LiveId" clId="{71771370-29BD-4C50-8AE2-77722BEB5C78}" dt="2025-10-09T13:09:27.301" v="2919" actId="20577"/>
          <ac:spMkLst>
            <pc:docMk/>
            <pc:sldMk cId="408987018" sldId="534"/>
            <ac:spMk id="2" creationId="{D66D86F6-AF28-4663-3430-0EE8D629EE67}"/>
          </ac:spMkLst>
        </pc:spChg>
        <pc:spChg chg="mod">
          <ac:chgData name="Ehsan Moravveji" userId="21e7e8ea3c9f37f0" providerId="LiveId" clId="{71771370-29BD-4C50-8AE2-77722BEB5C78}" dt="2025-10-09T13:17:50.024" v="3169" actId="20577"/>
          <ac:spMkLst>
            <pc:docMk/>
            <pc:sldMk cId="408987018" sldId="534"/>
            <ac:spMk id="3" creationId="{D40A7BDA-24B3-F260-5953-671A588FA152}"/>
          </ac:spMkLst>
        </pc:spChg>
        <pc:spChg chg="add mod">
          <ac:chgData name="Ehsan Moravveji" userId="21e7e8ea3c9f37f0" providerId="LiveId" clId="{71771370-29BD-4C50-8AE2-77722BEB5C78}" dt="2025-10-09T13:14:47.651" v="3106" actId="1076"/>
          <ac:spMkLst>
            <pc:docMk/>
            <pc:sldMk cId="408987018" sldId="534"/>
            <ac:spMk id="9" creationId="{E32DA065-512A-5A50-2302-D988F55A99A2}"/>
          </ac:spMkLst>
        </pc:spChg>
        <pc:spChg chg="add mod">
          <ac:chgData name="Ehsan Moravveji" userId="21e7e8ea3c9f37f0" providerId="LiveId" clId="{71771370-29BD-4C50-8AE2-77722BEB5C78}" dt="2025-10-09T13:15:10.459" v="3110" actId="1076"/>
          <ac:spMkLst>
            <pc:docMk/>
            <pc:sldMk cId="408987018" sldId="534"/>
            <ac:spMk id="10" creationId="{B1BCA962-DE9A-91CA-F304-21742FEF1DB2}"/>
          </ac:spMkLst>
        </pc:spChg>
        <pc:spChg chg="add mod">
          <ac:chgData name="Ehsan Moravveji" userId="21e7e8ea3c9f37f0" providerId="LiveId" clId="{71771370-29BD-4C50-8AE2-77722BEB5C78}" dt="2025-10-09T13:15:26.058" v="3114" actId="1076"/>
          <ac:spMkLst>
            <pc:docMk/>
            <pc:sldMk cId="408987018" sldId="534"/>
            <ac:spMk id="11" creationId="{E09914FC-7F3F-AE76-B71D-985D17E36A5E}"/>
          </ac:spMkLst>
        </pc:spChg>
        <pc:spChg chg="add mod">
          <ac:chgData name="Ehsan Moravveji" userId="21e7e8ea3c9f37f0" providerId="LiveId" clId="{71771370-29BD-4C50-8AE2-77722BEB5C78}" dt="2025-10-09T13:16:01.951" v="3118" actId="1076"/>
          <ac:spMkLst>
            <pc:docMk/>
            <pc:sldMk cId="408987018" sldId="534"/>
            <ac:spMk id="12" creationId="{D23502BF-0D3D-62C2-D0B6-26FABD93EE52}"/>
          </ac:spMkLst>
        </pc:spChg>
        <pc:picChg chg="add del">
          <ac:chgData name="Ehsan Moravveji" userId="21e7e8ea3c9f37f0" providerId="LiveId" clId="{71771370-29BD-4C50-8AE2-77722BEB5C78}" dt="2025-10-09T13:12:48.179" v="3098" actId="478"/>
          <ac:picMkLst>
            <pc:docMk/>
            <pc:sldMk cId="408987018" sldId="534"/>
            <ac:picMk id="5" creationId="{84D72C62-72D0-4CA3-8266-0999AF4B321F}"/>
          </ac:picMkLst>
        </pc:picChg>
        <pc:picChg chg="del">
          <ac:chgData name="Ehsan Moravveji" userId="21e7e8ea3c9f37f0" providerId="LiveId" clId="{71771370-29BD-4C50-8AE2-77722BEB5C78}" dt="2025-10-09T13:12:57.807" v="3100" actId="478"/>
          <ac:picMkLst>
            <pc:docMk/>
            <pc:sldMk cId="408987018" sldId="534"/>
            <ac:picMk id="6" creationId="{46384BBF-866A-D321-2656-FC90A6A912A8}"/>
          </ac:picMkLst>
        </pc:picChg>
        <pc:picChg chg="add mod">
          <ac:chgData name="Ehsan Moravveji" userId="21e7e8ea3c9f37f0" providerId="LiveId" clId="{71771370-29BD-4C50-8AE2-77722BEB5C78}" dt="2025-10-09T13:13:06.706" v="3102" actId="1076"/>
          <ac:picMkLst>
            <pc:docMk/>
            <pc:sldMk cId="408987018" sldId="534"/>
            <ac:picMk id="8" creationId="{95A80916-8F06-2CAD-EF19-BB65E8677ED9}"/>
          </ac:picMkLst>
        </pc:picChg>
      </pc:sldChg>
      <pc:sldChg chg="add del">
        <pc:chgData name="Ehsan Moravveji" userId="21e7e8ea3c9f37f0" providerId="LiveId" clId="{71771370-29BD-4C50-8AE2-77722BEB5C78}" dt="2025-10-09T14:14:46.400" v="3513" actId="47"/>
        <pc:sldMkLst>
          <pc:docMk/>
          <pc:sldMk cId="1461721027" sldId="535"/>
        </pc:sldMkLst>
      </pc:sldChg>
      <pc:sldChg chg="add">
        <pc:chgData name="Ehsan Moravveji" userId="21e7e8ea3c9f37f0" providerId="LiveId" clId="{71771370-29BD-4C50-8AE2-77722BEB5C78}" dt="2025-10-09T13:33:34.474" v="3173"/>
        <pc:sldMkLst>
          <pc:docMk/>
          <pc:sldMk cId="3457703416" sldId="53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8A2CF0-B3BB-4B5C-8C90-1EB89B42F463}" type="datetimeFigureOut">
              <a:rPr lang="nl-BE" smtClean="0"/>
              <a:t>2/10/2026</a:t>
            </a:fld>
            <a:endParaRPr lang="nl-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4680FC-9882-4828-AF46-1143D5282D9E}" type="slidenum">
              <a:rPr lang="nl-BE" smtClean="0"/>
              <a:t>‹#›</a:t>
            </a:fld>
            <a:endParaRPr lang="nl-BE"/>
          </a:p>
        </p:txBody>
      </p:sp>
    </p:spTree>
    <p:extLst>
      <p:ext uri="{BB962C8B-B14F-4D97-AF65-F5344CB8AC3E}">
        <p14:creationId xmlns:p14="http://schemas.microsoft.com/office/powerpoint/2010/main" val="214380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jakevdp.github.io/WhirlwindTourOfPython/16-further-resources.html"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s://jupyter.or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datacamp.com/community/blog/ipython-jupyter#gs.7GI56O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13</a:t>
            </a:fld>
            <a:endParaRPr lang="nl-BE"/>
          </a:p>
        </p:txBody>
      </p:sp>
    </p:spTree>
    <p:extLst>
      <p:ext uri="{BB962C8B-B14F-4D97-AF65-F5344CB8AC3E}">
        <p14:creationId xmlns:p14="http://schemas.microsoft.com/office/powerpoint/2010/main" val="2784337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Python is a flexible language, and there are several ways to use it depending on your particular task. One thing that distinguishes Python from other programming languages is that it is </a:t>
            </a:r>
            <a:r>
              <a:rPr lang="en-US" sz="1200" b="0" i="1" kern="1200" dirty="0">
                <a:solidFill>
                  <a:schemeClr val="tx1"/>
                </a:solidFill>
                <a:effectLst/>
                <a:latin typeface="+mn-lt"/>
                <a:ea typeface="+mn-ea"/>
                <a:cs typeface="+mn-cs"/>
              </a:rPr>
              <a:t>interpreted</a:t>
            </a:r>
            <a:r>
              <a:rPr lang="en-US" sz="1200" b="0" i="0" kern="1200" dirty="0">
                <a:solidFill>
                  <a:schemeClr val="tx1"/>
                </a:solidFill>
                <a:effectLst/>
                <a:latin typeface="+mn-lt"/>
                <a:ea typeface="+mn-ea"/>
                <a:cs typeface="+mn-cs"/>
              </a:rPr>
              <a:t> rather than </a:t>
            </a:r>
            <a:r>
              <a:rPr lang="en-US" sz="1200" b="0" i="1" kern="1200" dirty="0">
                <a:solidFill>
                  <a:schemeClr val="tx1"/>
                </a:solidFill>
                <a:effectLst/>
                <a:latin typeface="+mn-lt"/>
                <a:ea typeface="+mn-ea"/>
                <a:cs typeface="+mn-cs"/>
              </a:rPr>
              <a:t>compiled</a:t>
            </a:r>
            <a:r>
              <a:rPr lang="en-US" sz="1200" b="0" i="0" kern="1200" dirty="0">
                <a:solidFill>
                  <a:schemeClr val="tx1"/>
                </a:solidFill>
                <a:effectLst/>
                <a:latin typeface="+mn-lt"/>
                <a:ea typeface="+mn-ea"/>
                <a:cs typeface="+mn-cs"/>
              </a:rPr>
              <a:t>. This means that it is executed line by line, which allows programming to be interactive in a way that is not directly possible with compiled languages like Fortran, C, or Java. This section will describe four primary ways you can run Python code: the </a:t>
            </a:r>
            <a:r>
              <a:rPr lang="en-US" sz="1200" b="0" i="1" kern="1200" dirty="0">
                <a:solidFill>
                  <a:schemeClr val="tx1"/>
                </a:solidFill>
                <a:effectLst/>
                <a:latin typeface="+mn-lt"/>
                <a:ea typeface="+mn-ea"/>
                <a:cs typeface="+mn-cs"/>
              </a:rPr>
              <a:t>Python interpreter</a:t>
            </a:r>
            <a:r>
              <a:rPr lang="en-US" sz="1200" b="0" i="0" kern="1200" dirty="0">
                <a:solidFill>
                  <a:schemeClr val="tx1"/>
                </a:solidFill>
                <a:effectLst/>
                <a:latin typeface="+mn-lt"/>
                <a:ea typeface="+mn-ea"/>
                <a:cs typeface="+mn-cs"/>
              </a:rPr>
              <a:t>, the </a:t>
            </a:r>
            <a:r>
              <a:rPr lang="en-US" sz="1200" b="0" i="1" kern="1200" dirty="0" err="1">
                <a:solidFill>
                  <a:schemeClr val="tx1"/>
                </a:solidFill>
                <a:effectLst/>
                <a:latin typeface="+mn-lt"/>
                <a:ea typeface="+mn-ea"/>
                <a:cs typeface="+mn-cs"/>
              </a:rPr>
              <a:t>IPython</a:t>
            </a:r>
            <a:r>
              <a:rPr lang="en-US" sz="1200" b="0" i="1" kern="1200" dirty="0">
                <a:solidFill>
                  <a:schemeClr val="tx1"/>
                </a:solidFill>
                <a:effectLst/>
                <a:latin typeface="+mn-lt"/>
                <a:ea typeface="+mn-ea"/>
                <a:cs typeface="+mn-cs"/>
              </a:rPr>
              <a:t> interpreter</a:t>
            </a:r>
            <a:r>
              <a:rPr lang="en-US" sz="1200" b="0" i="0" kern="1200" dirty="0">
                <a:solidFill>
                  <a:schemeClr val="tx1"/>
                </a:solidFill>
                <a:effectLst/>
                <a:latin typeface="+mn-lt"/>
                <a:ea typeface="+mn-ea"/>
                <a:cs typeface="+mn-cs"/>
              </a:rPr>
              <a:t>, via </a:t>
            </a:r>
            <a:r>
              <a:rPr lang="en-US" sz="1200" b="0" i="1" kern="1200" dirty="0">
                <a:solidFill>
                  <a:schemeClr val="tx1"/>
                </a:solidFill>
                <a:effectLst/>
                <a:latin typeface="+mn-lt"/>
                <a:ea typeface="+mn-ea"/>
                <a:cs typeface="+mn-cs"/>
              </a:rPr>
              <a:t>Self-contained Scripts</a:t>
            </a:r>
            <a:r>
              <a:rPr lang="en-US" sz="1200" b="0" i="0" kern="1200" dirty="0">
                <a:solidFill>
                  <a:schemeClr val="tx1"/>
                </a:solidFill>
                <a:effectLst/>
                <a:latin typeface="+mn-lt"/>
                <a:ea typeface="+mn-ea"/>
                <a:cs typeface="+mn-cs"/>
              </a:rPr>
              <a:t>, or in the </a:t>
            </a:r>
            <a:r>
              <a:rPr lang="en-US" sz="1200" b="0" i="1" kern="1200" dirty="0" err="1">
                <a:solidFill>
                  <a:schemeClr val="tx1"/>
                </a:solidFill>
                <a:effectLst/>
                <a:latin typeface="+mn-lt"/>
                <a:ea typeface="+mn-ea"/>
                <a:cs typeface="+mn-cs"/>
              </a:rPr>
              <a:t>Jupyter</a:t>
            </a:r>
            <a:r>
              <a:rPr lang="en-US" sz="1200" b="0" i="1" kern="1200" dirty="0">
                <a:solidFill>
                  <a:schemeClr val="tx1"/>
                </a:solidFill>
                <a:effectLst/>
                <a:latin typeface="+mn-lt"/>
                <a:ea typeface="+mn-ea"/>
                <a:cs typeface="+mn-cs"/>
              </a:rPr>
              <a:t> notebook</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Python Interpreter</a:t>
            </a:r>
          </a:p>
          <a:p>
            <a:r>
              <a:rPr lang="en-US" sz="1200" b="0" i="0" kern="1200" dirty="0">
                <a:solidFill>
                  <a:schemeClr val="tx1"/>
                </a:solidFill>
                <a:effectLst/>
                <a:latin typeface="+mn-lt"/>
                <a:ea typeface="+mn-ea"/>
                <a:cs typeface="+mn-cs"/>
              </a:rPr>
              <a:t>The most basic way to execute Python code is line by line within the </a:t>
            </a:r>
            <a:r>
              <a:rPr lang="en-US" sz="1200" b="0" i="1" kern="1200" dirty="0">
                <a:solidFill>
                  <a:schemeClr val="tx1"/>
                </a:solidFill>
                <a:effectLst/>
                <a:latin typeface="+mn-lt"/>
                <a:ea typeface="+mn-ea"/>
                <a:cs typeface="+mn-cs"/>
              </a:rPr>
              <a:t>Python interpreter</a:t>
            </a:r>
            <a:r>
              <a:rPr lang="en-US" sz="1200" b="0" i="0" kern="1200" dirty="0">
                <a:solidFill>
                  <a:schemeClr val="tx1"/>
                </a:solidFill>
                <a:effectLst/>
                <a:latin typeface="+mn-lt"/>
                <a:ea typeface="+mn-ea"/>
                <a:cs typeface="+mn-cs"/>
              </a:rPr>
              <a:t>. The Python interpreter can be started by installing the Python language (see the previous section) and typing python at the command prompt (look for the Terminal on Mac OS X and Unix/Linux systems, or the Command Prompt application in Windows):</a:t>
            </a:r>
          </a:p>
          <a:p>
            <a:r>
              <a:rPr lang="en-US" sz="1200" b="0" i="0" kern="1200" dirty="0">
                <a:solidFill>
                  <a:schemeClr val="tx1"/>
                </a:solidFill>
                <a:effectLst/>
                <a:latin typeface="+mn-lt"/>
                <a:ea typeface="+mn-ea"/>
                <a:cs typeface="+mn-cs"/>
              </a:rPr>
              <a:t>$ python </a:t>
            </a:r>
            <a:r>
              <a:rPr lang="en-US" sz="1200" b="0" i="0" kern="1200" dirty="0" err="1">
                <a:solidFill>
                  <a:schemeClr val="tx1"/>
                </a:solidFill>
                <a:effectLst/>
                <a:latin typeface="+mn-lt"/>
                <a:ea typeface="+mn-ea"/>
                <a:cs typeface="+mn-cs"/>
              </a:rPr>
              <a:t>Python</a:t>
            </a:r>
            <a:r>
              <a:rPr lang="en-US" sz="1200" b="0" i="0" kern="1200" dirty="0">
                <a:solidFill>
                  <a:schemeClr val="tx1"/>
                </a:solidFill>
                <a:effectLst/>
                <a:latin typeface="+mn-lt"/>
                <a:ea typeface="+mn-ea"/>
                <a:cs typeface="+mn-cs"/>
              </a:rPr>
              <a:t> 3.5.1 |Continuum Analytics, Inc.| (default, Dec 7 2015, 11:24:55) Type "help", "copyright", "credits" or "license" for more information. &gt;&gt;&gt;With the interpreter running, you can begin to type and execute code snippets. Here we'll use the interpreter as a simple calculator, performing calculations and assigning values to variables:</a:t>
            </a:r>
          </a:p>
          <a:p>
            <a:r>
              <a:rPr lang="en-US" sz="1200" b="0" i="0" kern="1200" dirty="0">
                <a:solidFill>
                  <a:schemeClr val="tx1"/>
                </a:solidFill>
                <a:effectLst/>
                <a:latin typeface="+mn-lt"/>
                <a:ea typeface="+mn-ea"/>
                <a:cs typeface="+mn-cs"/>
              </a:rPr>
              <a:t>&gt;&gt;&gt; 1 + 1 2 &gt;&gt;&gt; x = 5 &gt;&gt;&gt; x * 3 15 </a:t>
            </a:r>
          </a:p>
          <a:p>
            <a:r>
              <a:rPr lang="en-US" sz="1200" b="0" i="0" kern="1200" dirty="0">
                <a:solidFill>
                  <a:schemeClr val="tx1"/>
                </a:solidFill>
                <a:effectLst/>
                <a:latin typeface="+mn-lt"/>
                <a:ea typeface="+mn-ea"/>
                <a:cs typeface="+mn-cs"/>
              </a:rPr>
              <a:t>The interpreter makes it very convenient to try out small snippets of Python code and to experiment with short sequences of operations.</a:t>
            </a:r>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interpreter</a:t>
            </a:r>
          </a:p>
          <a:p>
            <a:r>
              <a:rPr lang="en-US" sz="1200" b="0" i="0" kern="1200" dirty="0">
                <a:solidFill>
                  <a:schemeClr val="tx1"/>
                </a:solidFill>
                <a:effectLst/>
                <a:latin typeface="+mn-lt"/>
                <a:ea typeface="+mn-ea"/>
                <a:cs typeface="+mn-cs"/>
              </a:rPr>
              <a:t>If you spend much time with the basic Python interpreter, you'll find that it lacks many of the features of a full-fledged interactive development environment. An alternative interpreter called </a:t>
            </a:r>
            <a:r>
              <a:rPr lang="en-US" sz="1200" b="0" i="1"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(for Interactive Python) is bundled with the Anaconda distribution, and includes a host of convenient enhancements to the basic Python interpreter. It can be started by typing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at the command prompt:</a:t>
            </a:r>
          </a:p>
          <a:p>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Python 3.5.1 |Continuum Analytics, Inc.| (default, Dec 7 2015, 11:24:55) Type "copyright", "credits" or "license" for more information.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4.0.0 -- An enhanced Interactive Python. ? -&gt; Introduction and overview of </a:t>
            </a:r>
            <a:r>
              <a:rPr lang="en-US" sz="1200" b="0" i="0" kern="1200" dirty="0" err="1">
                <a:solidFill>
                  <a:schemeClr val="tx1"/>
                </a:solidFill>
                <a:effectLst/>
                <a:latin typeface="+mn-lt"/>
                <a:ea typeface="+mn-ea"/>
                <a:cs typeface="+mn-cs"/>
              </a:rPr>
              <a:t>IPython's</a:t>
            </a:r>
            <a:r>
              <a:rPr lang="en-US" sz="1200" b="0" i="0" kern="1200" dirty="0">
                <a:solidFill>
                  <a:schemeClr val="tx1"/>
                </a:solidFill>
                <a:effectLst/>
                <a:latin typeface="+mn-lt"/>
                <a:ea typeface="+mn-ea"/>
                <a:cs typeface="+mn-cs"/>
              </a:rPr>
              <a:t> features. %</a:t>
            </a:r>
            <a:r>
              <a:rPr lang="en-US" sz="1200" b="0" i="0" kern="1200" dirty="0" err="1">
                <a:solidFill>
                  <a:schemeClr val="tx1"/>
                </a:solidFill>
                <a:effectLst/>
                <a:latin typeface="+mn-lt"/>
                <a:ea typeface="+mn-ea"/>
                <a:cs typeface="+mn-cs"/>
              </a:rPr>
              <a:t>quickref</a:t>
            </a:r>
            <a:r>
              <a:rPr lang="en-US" sz="1200" b="0" i="0" kern="1200" dirty="0">
                <a:solidFill>
                  <a:schemeClr val="tx1"/>
                </a:solidFill>
                <a:effectLst/>
                <a:latin typeface="+mn-lt"/>
                <a:ea typeface="+mn-ea"/>
                <a:cs typeface="+mn-cs"/>
              </a:rPr>
              <a:t> -&gt; Quick reference. help -&gt; Python's own help system. object? -&gt; Details about 'object', use 'object??' for extra details. In [1]:The main aesthetic difference between the Python interpreter and the enhanced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interpreter lies in the command prompt: Python uses &gt;&gt;&gt; by default, while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uses numbered commands (e.g. In [1]:). Regardless, we can execute code line by line just as we did before:</a:t>
            </a:r>
          </a:p>
          <a:p>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In [1]: 1 + 1 Out[1]: 2 In [2]: x = 5 In [3]: x * 3 Out[3]: 15Note that just as the input is numbered, the output of each command is numbered as well. </a:t>
            </a:r>
            <a:r>
              <a:rPr lang="en-US" sz="1200" b="0" i="0" kern="1200" dirty="0" err="1">
                <a:solidFill>
                  <a:schemeClr val="tx1"/>
                </a:solidFill>
                <a:effectLst/>
                <a:latin typeface="+mn-lt"/>
                <a:ea typeface="+mn-ea"/>
                <a:cs typeface="+mn-cs"/>
              </a:rPr>
              <a:t>IPython</a:t>
            </a:r>
            <a:r>
              <a:rPr lang="en-US" sz="1200" b="0" i="0" kern="1200" dirty="0">
                <a:solidFill>
                  <a:schemeClr val="tx1"/>
                </a:solidFill>
                <a:effectLst/>
                <a:latin typeface="+mn-lt"/>
                <a:ea typeface="+mn-ea"/>
                <a:cs typeface="+mn-cs"/>
              </a:rPr>
              <a:t> makes available a wide array of useful features; for some suggestions on where to read more, see </a:t>
            </a:r>
            <a:r>
              <a:rPr lang="en-US" sz="1200" b="0" i="0" u="sng" kern="1200" dirty="0">
                <a:solidFill>
                  <a:schemeClr val="tx1"/>
                </a:solidFill>
                <a:effectLst/>
                <a:latin typeface="+mn-lt"/>
                <a:ea typeface="+mn-ea"/>
                <a:cs typeface="+mn-cs"/>
                <a:hlinkClick r:id="rId3"/>
              </a:rPr>
              <a:t>Resources for Further Learning</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Self-contained Python scripts</a:t>
            </a:r>
          </a:p>
          <a:p>
            <a:r>
              <a:rPr lang="en-US" sz="1200" b="0" i="0" kern="1200" dirty="0">
                <a:solidFill>
                  <a:schemeClr val="tx1"/>
                </a:solidFill>
                <a:effectLst/>
                <a:latin typeface="+mn-lt"/>
                <a:ea typeface="+mn-ea"/>
                <a:cs typeface="+mn-cs"/>
              </a:rPr>
              <a:t>Running Python snippets line by line is useful in some cases, but for more complicated programs it is more convenient to save code to file, and execute it all at once. By convention, Python scripts are saved in files with a </a:t>
            </a:r>
            <a:r>
              <a:rPr lang="en-US" sz="1200" b="0" i="1"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py</a:t>
            </a:r>
            <a:r>
              <a:rPr lang="en-US" sz="1200" b="0" i="0" kern="1200" dirty="0">
                <a:solidFill>
                  <a:schemeClr val="tx1"/>
                </a:solidFill>
                <a:effectLst/>
                <a:latin typeface="+mn-lt"/>
                <a:ea typeface="+mn-ea"/>
                <a:cs typeface="+mn-cs"/>
              </a:rPr>
              <a:t> extension. For example, let's create a script called </a:t>
            </a:r>
            <a:r>
              <a:rPr lang="en-US" sz="1200" b="0" i="1" kern="1200" dirty="0">
                <a:solidFill>
                  <a:schemeClr val="tx1"/>
                </a:solidFill>
                <a:effectLst/>
                <a:latin typeface="+mn-lt"/>
                <a:ea typeface="+mn-ea"/>
                <a:cs typeface="+mn-cs"/>
              </a:rPr>
              <a:t>test.py</a:t>
            </a:r>
            <a:r>
              <a:rPr lang="en-US" sz="1200" b="0" i="0" kern="1200" dirty="0">
                <a:solidFill>
                  <a:schemeClr val="tx1"/>
                </a:solidFill>
                <a:effectLst/>
                <a:latin typeface="+mn-lt"/>
                <a:ea typeface="+mn-ea"/>
                <a:cs typeface="+mn-cs"/>
              </a:rPr>
              <a:t> which contains the following:</a:t>
            </a:r>
          </a:p>
          <a:p>
            <a:r>
              <a:rPr lang="en-US" sz="1200" b="0" i="1" kern="1200" dirty="0">
                <a:solidFill>
                  <a:schemeClr val="tx1"/>
                </a:solidFill>
                <a:effectLst/>
                <a:latin typeface="+mn-lt"/>
                <a:ea typeface="+mn-ea"/>
                <a:cs typeface="+mn-cs"/>
              </a:rPr>
              <a:t># file: test.py</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print</a:t>
            </a:r>
            <a:r>
              <a:rPr lang="en-US" sz="1200" b="0" i="0" kern="1200" dirty="0">
                <a:solidFill>
                  <a:schemeClr val="tx1"/>
                </a:solidFill>
                <a:effectLst/>
                <a:latin typeface="+mn-lt"/>
                <a:ea typeface="+mn-ea"/>
                <a:cs typeface="+mn-cs"/>
              </a:rPr>
              <a:t>("Running test.py") x = 5 </a:t>
            </a:r>
            <a:r>
              <a:rPr lang="en-US" sz="1200" b="1" i="0" kern="1200" dirty="0">
                <a:solidFill>
                  <a:schemeClr val="tx1"/>
                </a:solidFill>
                <a:effectLst/>
                <a:latin typeface="+mn-lt"/>
                <a:ea typeface="+mn-ea"/>
                <a:cs typeface="+mn-cs"/>
              </a:rPr>
              <a:t>print</a:t>
            </a:r>
            <a:r>
              <a:rPr lang="en-US" sz="1200" b="0" i="0" kern="1200" dirty="0">
                <a:solidFill>
                  <a:schemeClr val="tx1"/>
                </a:solidFill>
                <a:effectLst/>
                <a:latin typeface="+mn-lt"/>
                <a:ea typeface="+mn-ea"/>
                <a:cs typeface="+mn-cs"/>
              </a:rPr>
              <a:t>("Result is", 3 * x) </a:t>
            </a:r>
          </a:p>
          <a:p>
            <a:r>
              <a:rPr lang="en-US" sz="1200" b="0" i="0" kern="1200" dirty="0">
                <a:solidFill>
                  <a:schemeClr val="tx1"/>
                </a:solidFill>
                <a:effectLst/>
                <a:latin typeface="+mn-lt"/>
                <a:ea typeface="+mn-ea"/>
                <a:cs typeface="+mn-cs"/>
              </a:rPr>
              <a:t>To run this file, we make sure it is in the current directory and type </a:t>
            </a:r>
            <a:r>
              <a:rPr lang="en-US" sz="1200" b="0" i="0" kern="1200" dirty="0" err="1">
                <a:solidFill>
                  <a:schemeClr val="tx1"/>
                </a:solidFill>
                <a:effectLst/>
                <a:latin typeface="+mn-lt"/>
                <a:ea typeface="+mn-ea"/>
                <a:cs typeface="+mn-cs"/>
              </a:rPr>
              <a:t>python</a:t>
            </a:r>
            <a:r>
              <a:rPr lang="en-US" sz="1200" b="0" i="1" kern="1200" dirty="0" err="1">
                <a:solidFill>
                  <a:schemeClr val="tx1"/>
                </a:solidFill>
                <a:effectLst/>
                <a:latin typeface="+mn-lt"/>
                <a:ea typeface="+mn-ea"/>
                <a:cs typeface="+mn-cs"/>
              </a:rPr>
              <a:t>filename</a:t>
            </a:r>
            <a:r>
              <a:rPr lang="en-US" sz="1200" b="0" i="0" kern="1200" dirty="0">
                <a:solidFill>
                  <a:schemeClr val="tx1"/>
                </a:solidFill>
                <a:effectLst/>
                <a:latin typeface="+mn-lt"/>
                <a:ea typeface="+mn-ea"/>
                <a:cs typeface="+mn-cs"/>
              </a:rPr>
              <a:t> at the command prompt:</a:t>
            </a:r>
          </a:p>
          <a:p>
            <a:r>
              <a:rPr lang="en-US" sz="1200" b="0" i="0" kern="1200" dirty="0">
                <a:solidFill>
                  <a:schemeClr val="tx1"/>
                </a:solidFill>
                <a:effectLst/>
                <a:latin typeface="+mn-lt"/>
                <a:ea typeface="+mn-ea"/>
                <a:cs typeface="+mn-cs"/>
              </a:rPr>
              <a:t>$ python test.py Running test.py Result is 15For more complicated programs, creating self-contained scripts like this one is a must.</a:t>
            </a:r>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Jupyter</a:t>
            </a:r>
            <a:r>
              <a:rPr lang="en-US" sz="1200" b="0" i="0" kern="1200" dirty="0">
                <a:solidFill>
                  <a:schemeClr val="tx1"/>
                </a:solidFill>
                <a:effectLst/>
                <a:latin typeface="+mn-lt"/>
                <a:ea typeface="+mn-ea"/>
                <a:cs typeface="+mn-cs"/>
              </a:rPr>
              <a:t> notebook</a:t>
            </a:r>
          </a:p>
          <a:p>
            <a:r>
              <a:rPr lang="en-US" sz="1200" b="0" i="0" kern="1200" dirty="0">
                <a:solidFill>
                  <a:schemeClr val="tx1"/>
                </a:solidFill>
                <a:effectLst/>
                <a:latin typeface="+mn-lt"/>
                <a:ea typeface="+mn-ea"/>
                <a:cs typeface="+mn-cs"/>
              </a:rPr>
              <a:t>A useful hybrid of the interactive terminal and the self-contained script is the </a:t>
            </a:r>
            <a:r>
              <a:rPr lang="en-US" sz="1200" b="0" i="1" kern="1200" dirty="0" err="1">
                <a:solidFill>
                  <a:schemeClr val="tx1"/>
                </a:solidFill>
                <a:effectLst/>
                <a:latin typeface="+mn-lt"/>
                <a:ea typeface="+mn-ea"/>
                <a:cs typeface="+mn-cs"/>
              </a:rPr>
              <a:t>Jupyter</a:t>
            </a:r>
            <a:r>
              <a:rPr lang="en-US" sz="1200" b="0" i="1" kern="1200" dirty="0">
                <a:solidFill>
                  <a:schemeClr val="tx1"/>
                </a:solidFill>
                <a:effectLst/>
                <a:latin typeface="+mn-lt"/>
                <a:ea typeface="+mn-ea"/>
                <a:cs typeface="+mn-cs"/>
              </a:rPr>
              <a:t> notebook</a:t>
            </a:r>
            <a:r>
              <a:rPr lang="en-US" sz="1200" b="0" i="0" kern="1200" dirty="0">
                <a:solidFill>
                  <a:schemeClr val="tx1"/>
                </a:solidFill>
                <a:effectLst/>
                <a:latin typeface="+mn-lt"/>
                <a:ea typeface="+mn-ea"/>
                <a:cs typeface="+mn-cs"/>
              </a:rPr>
              <a:t>, a document format that allows executable code, formatted text, graphics, and even interactive features to be combined into a single document. Though the notebook began as a Python-only format, it has since been made compatible with a large number of programming languages, and is now an essential part of the </a:t>
            </a:r>
            <a:r>
              <a:rPr lang="en-US" sz="1200" b="0" i="1" u="sng" kern="1200" dirty="0" err="1">
                <a:solidFill>
                  <a:schemeClr val="tx1"/>
                </a:solidFill>
                <a:effectLst/>
                <a:latin typeface="+mn-lt"/>
                <a:ea typeface="+mn-ea"/>
                <a:cs typeface="+mn-cs"/>
                <a:hlinkClick r:id="rId4"/>
              </a:rPr>
              <a:t>Jupyter</a:t>
            </a:r>
            <a:r>
              <a:rPr lang="en-US" sz="1200" b="0" i="1" u="sng" kern="1200" dirty="0">
                <a:solidFill>
                  <a:schemeClr val="tx1"/>
                </a:solidFill>
                <a:effectLst/>
                <a:latin typeface="+mn-lt"/>
                <a:ea typeface="+mn-ea"/>
                <a:cs typeface="+mn-cs"/>
                <a:hlinkClick r:id="rId4"/>
              </a:rPr>
              <a:t> Project</a:t>
            </a:r>
            <a:r>
              <a:rPr lang="en-US" sz="1200" b="0" i="0" kern="1200" dirty="0">
                <a:solidFill>
                  <a:schemeClr val="tx1"/>
                </a:solidFill>
                <a:effectLst/>
                <a:latin typeface="+mn-lt"/>
                <a:ea typeface="+mn-ea"/>
                <a:cs typeface="+mn-cs"/>
              </a:rPr>
              <a:t>. The notebook is useful both as a development environment, and as a means of sharing work via rich computational and data-driven narratives that mix together code, figures, data, and text.</a:t>
            </a:r>
          </a:p>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15</a:t>
            </a:fld>
            <a:endParaRPr lang="nl-BE"/>
          </a:p>
        </p:txBody>
      </p:sp>
    </p:spTree>
    <p:extLst>
      <p:ext uri="{BB962C8B-B14F-4D97-AF65-F5344CB8AC3E}">
        <p14:creationId xmlns:p14="http://schemas.microsoft.com/office/powerpoint/2010/main" val="20766961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Taken from http://www.oreilly.com/programming/free/files/a-whirlwind-tour-of-python.pdf</a:t>
            </a:r>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19</a:t>
            </a:fld>
            <a:endParaRPr lang="nl-BE"/>
          </a:p>
        </p:txBody>
      </p:sp>
    </p:spTree>
    <p:extLst>
      <p:ext uri="{BB962C8B-B14F-4D97-AF65-F5344CB8AC3E}">
        <p14:creationId xmlns:p14="http://schemas.microsoft.com/office/powerpoint/2010/main" val="15972049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20</a:t>
            </a:fld>
            <a:endParaRPr lang="nl-BE"/>
          </a:p>
        </p:txBody>
      </p:sp>
    </p:spTree>
    <p:extLst>
      <p:ext uri="{BB962C8B-B14F-4D97-AF65-F5344CB8AC3E}">
        <p14:creationId xmlns:p14="http://schemas.microsoft.com/office/powerpoint/2010/main" val="3899072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21</a:t>
            </a:fld>
            <a:endParaRPr lang="nl-BE"/>
          </a:p>
        </p:txBody>
      </p:sp>
    </p:spTree>
    <p:extLst>
      <p:ext uri="{BB962C8B-B14F-4D97-AF65-F5344CB8AC3E}">
        <p14:creationId xmlns:p14="http://schemas.microsoft.com/office/powerpoint/2010/main" val="2826902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24</a:t>
            </a:fld>
            <a:endParaRPr lang="nl-BE"/>
          </a:p>
        </p:txBody>
      </p:sp>
    </p:spTree>
    <p:extLst>
      <p:ext uri="{BB962C8B-B14F-4D97-AF65-F5344CB8AC3E}">
        <p14:creationId xmlns:p14="http://schemas.microsoft.com/office/powerpoint/2010/main" val="659846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computing, a shebang (also called a </a:t>
            </a:r>
            <a:r>
              <a:rPr lang="en-US" sz="1200" b="0" i="0" kern="1200" dirty="0" err="1">
                <a:solidFill>
                  <a:schemeClr val="tx1"/>
                </a:solidFill>
                <a:effectLst/>
                <a:latin typeface="+mn-lt"/>
                <a:ea typeface="+mn-ea"/>
                <a:cs typeface="+mn-cs"/>
              </a:rPr>
              <a:t>hashbang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hashpling</a:t>
            </a:r>
            <a:r>
              <a:rPr lang="en-US" sz="1200" b="0" i="0" kern="1200" dirty="0">
                <a:solidFill>
                  <a:schemeClr val="tx1"/>
                </a:solidFill>
                <a:effectLst/>
                <a:latin typeface="+mn-lt"/>
                <a:ea typeface="+mn-ea"/>
                <a:cs typeface="+mn-cs"/>
              </a:rPr>
              <a:t>, pound bang, or </a:t>
            </a:r>
            <a:r>
              <a:rPr lang="en-US" sz="1200" b="0" i="0" kern="1200" dirty="0" err="1">
                <a:solidFill>
                  <a:schemeClr val="tx1"/>
                </a:solidFill>
                <a:effectLst/>
                <a:latin typeface="+mn-lt"/>
                <a:ea typeface="+mn-ea"/>
                <a:cs typeface="+mn-cs"/>
              </a:rPr>
              <a:t>crunchbang</a:t>
            </a:r>
            <a:r>
              <a:rPr lang="en-US" sz="1200" b="0" i="0" kern="1200" dirty="0">
                <a:solidFill>
                  <a:schemeClr val="tx1"/>
                </a:solidFill>
                <a:effectLst/>
                <a:latin typeface="+mn-lt"/>
                <a:ea typeface="+mn-ea"/>
                <a:cs typeface="+mn-cs"/>
              </a:rPr>
              <a:t>) refers to the characters "#!" when they are the first two characters in an interpreter directive as the first line of a text file. In a Unix-like operating system, the program loader takes the presence of these two characters as an indication that the file is a script, and tries to execute that script using the interpreter specified by the rest of the first line in the file.</a:t>
            </a:r>
            <a:endParaRPr lang="en-US" dirty="0"/>
          </a:p>
        </p:txBody>
      </p:sp>
      <p:sp>
        <p:nvSpPr>
          <p:cNvPr id="4" name="Slide Number Placeholder 3"/>
          <p:cNvSpPr>
            <a:spLocks noGrp="1"/>
          </p:cNvSpPr>
          <p:nvPr>
            <p:ph type="sldNum" sz="quarter" idx="5"/>
          </p:nvPr>
        </p:nvSpPr>
        <p:spPr/>
        <p:txBody>
          <a:bodyPr/>
          <a:lstStyle/>
          <a:p>
            <a:fld id="{4D40F272-7F92-4FF0-959A-28E623229BE1}" type="slidenum">
              <a:rPr lang="nl-BE" smtClean="0"/>
              <a:t>26</a:t>
            </a:fld>
            <a:endParaRPr lang="nl-BE"/>
          </a:p>
        </p:txBody>
      </p:sp>
    </p:spTree>
    <p:extLst>
      <p:ext uri="{BB962C8B-B14F-4D97-AF65-F5344CB8AC3E}">
        <p14:creationId xmlns:p14="http://schemas.microsoft.com/office/powerpoint/2010/main" val="209160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F7E75-3CF6-E5FC-7067-4D02E19F4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C0034C-2A4A-60D9-2E7A-1B7AAD8C7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D47925-DC5C-A1C9-50E3-40132FAD36BB}"/>
              </a:ext>
            </a:extLst>
          </p:cNvPr>
          <p:cNvSpPr>
            <a:spLocks noGrp="1"/>
          </p:cNvSpPr>
          <p:nvPr>
            <p:ph type="body" idx="1"/>
          </p:nvPr>
        </p:nvSpPr>
        <p:spPr/>
        <p:txBody>
          <a:bodyPr/>
          <a:lstStyle/>
          <a:p>
            <a:r>
              <a:rPr lang="en-US" dirty="0"/>
              <a:t>Update </a:t>
            </a:r>
            <a:r>
              <a:rPr lang="en-US" dirty="0" err="1"/>
              <a:t>spyder</a:t>
            </a:r>
            <a:r>
              <a:rPr lang="en-US" dirty="0"/>
              <a:t> within anaconda </a:t>
            </a:r>
          </a:p>
          <a:p>
            <a:endParaRPr lang="en-US" dirty="0"/>
          </a:p>
          <a:p>
            <a:r>
              <a:rPr lang="en-US" dirty="0"/>
              <a:t>Execute it in command window (run</a:t>
            </a:r>
            <a:r>
              <a:rPr lang="en-US" baseline="0" dirty="0"/>
              <a:t> it as administrator)</a:t>
            </a:r>
            <a:endParaRPr lang="en-US" dirty="0"/>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anaconda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spyder</a:t>
            </a:r>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can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easily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install</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this</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version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if</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use</a:t>
            </a:r>
            <a:r>
              <a:rPr lang="nl-BE" sz="1200" b="0" i="0" kern="1200" dirty="0">
                <a:solidFill>
                  <a:schemeClr val="tx1"/>
                </a:solidFill>
                <a:effectLst/>
                <a:latin typeface="+mn-lt"/>
                <a:ea typeface="+mn-ea"/>
                <a:cs typeface="+mn-cs"/>
              </a:rPr>
              <a:t> Anaconda </a:t>
            </a:r>
            <a:r>
              <a:rPr lang="nl-BE" sz="1200" b="0" i="0" kern="1200" dirty="0" err="1">
                <a:solidFill>
                  <a:schemeClr val="tx1"/>
                </a:solidFill>
                <a:effectLst/>
                <a:latin typeface="+mn-lt"/>
                <a:ea typeface="+mn-ea"/>
                <a:cs typeface="+mn-cs"/>
              </a:rPr>
              <a:t>by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closing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Spyder</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and</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then</a:t>
            </a:r>
            <a:r>
              <a:rPr lang="nl-BE" sz="1200" b="0" i="0" kern="1200" dirty="0">
                <a:solidFill>
                  <a:schemeClr val="tx1"/>
                </a:solidFill>
                <a:effectLst/>
                <a:latin typeface="+mn-lt"/>
                <a:ea typeface="+mn-ea"/>
                <a:cs typeface="+mn-cs"/>
              </a:rPr>
              <a:t> running </a:t>
            </a:r>
            <a:r>
              <a:rPr lang="nl-BE" sz="1200" b="0" i="0" kern="1200" dirty="0" err="1">
                <a:solidFill>
                  <a:schemeClr val="tx1"/>
                </a:solidFill>
                <a:effectLst/>
                <a:latin typeface="+mn-lt"/>
                <a:ea typeface="+mn-ea"/>
                <a:cs typeface="+mn-cs"/>
              </a:rPr>
              <a:t>the</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following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commands</a:t>
            </a:r>
            <a:r>
              <a:rPr lang="nl-BE" sz="1200" b="0" i="0" kern="1200" dirty="0">
                <a:solidFill>
                  <a:schemeClr val="tx1"/>
                </a:solidFill>
                <a:effectLst/>
                <a:latin typeface="+mn-lt"/>
                <a:ea typeface="+mn-ea"/>
                <a:cs typeface="+mn-cs"/>
              </a:rPr>
              <a:t> in a system terminal (cmd.exe on Windows, </a:t>
            </a:r>
            <a:r>
              <a:rPr lang="nl-BE" sz="1200" b="0" i="0" kern="1200" dirty="0" err="1">
                <a:solidFill>
                  <a:schemeClr val="tx1"/>
                </a:solidFill>
                <a:effectLst/>
                <a:latin typeface="+mn-lt"/>
                <a:ea typeface="+mn-ea"/>
                <a:cs typeface="+mn-cs"/>
              </a:rPr>
              <a:t>xterm</a:t>
            </a:r>
            <a:r>
              <a:rPr lang="nl-BE" sz="1200" b="0" i="0" kern="1200" dirty="0">
                <a:solidFill>
                  <a:schemeClr val="tx1"/>
                </a:solidFill>
                <a:effectLst/>
                <a:latin typeface="+mn-lt"/>
                <a:ea typeface="+mn-ea"/>
                <a:cs typeface="+mn-cs"/>
              </a:rPr>
              <a:t> on Linux or </a:t>
            </a:r>
            <a:r>
              <a:rPr lang="nl-BE" sz="1200" b="0" i="0" kern="1200" dirty="0" err="1">
                <a:solidFill>
                  <a:schemeClr val="tx1"/>
                </a:solidFill>
                <a:effectLst/>
                <a:latin typeface="+mn-lt"/>
                <a:ea typeface="+mn-ea"/>
                <a:cs typeface="+mn-cs"/>
              </a:rPr>
              <a:t>Terminal.appon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macOS</a:t>
            </a:r>
            <a:r>
              <a:rPr lang="nl-BE" sz="1200" b="0" i="0" kern="1200" dirty="0">
                <a:solidFill>
                  <a:schemeClr val="tx1"/>
                </a:solidFill>
                <a:effectLst/>
                <a:latin typeface="+mn-lt"/>
                <a:ea typeface="+mn-ea"/>
                <a:cs typeface="+mn-cs"/>
              </a:rPr>
              <a:t>):</a:t>
            </a:r>
          </a:p>
          <a:p>
            <a:r>
              <a:rPr lang="nl-BE" dirty="0" err="1"/>
              <a:t>conda</a:t>
            </a:r>
            <a:r>
              <a:rPr lang="nl-BE" dirty="0"/>
              <a:t> update </a:t>
            </a:r>
            <a:r>
              <a:rPr lang="nl-BE" dirty="0" err="1"/>
              <a:t>qt</a:t>
            </a:r>
            <a:r>
              <a:rPr lang="nl-BE" dirty="0"/>
              <a:t> </a:t>
            </a:r>
            <a:r>
              <a:rPr lang="nl-BE" dirty="0" err="1"/>
              <a:t>pyqt</a:t>
            </a:r>
            <a:r>
              <a:rPr lang="nl-BE" dirty="0"/>
              <a:t> </a:t>
            </a:r>
          </a:p>
          <a:p>
            <a:r>
              <a:rPr lang="nl-BE" dirty="0" err="1"/>
              <a:t>conda</a:t>
            </a:r>
            <a:r>
              <a:rPr lang="nl-BE" dirty="0"/>
              <a:t> update </a:t>
            </a:r>
            <a:r>
              <a:rPr lang="nl-BE" dirty="0" err="1"/>
              <a:t>spyder</a:t>
            </a:r>
            <a:endParaRPr lang="nl-BE" dirty="0"/>
          </a:p>
        </p:txBody>
      </p:sp>
      <p:sp>
        <p:nvSpPr>
          <p:cNvPr id="4" name="Slide Number Placeholder 3">
            <a:extLst>
              <a:ext uri="{FF2B5EF4-FFF2-40B4-BE49-F238E27FC236}">
                <a16:creationId xmlns:a16="http://schemas.microsoft.com/office/drawing/2014/main" id="{1FB45F62-0B5B-8A09-9E67-555807CE4C22}"/>
              </a:ext>
            </a:extLst>
          </p:cNvPr>
          <p:cNvSpPr>
            <a:spLocks noGrp="1"/>
          </p:cNvSpPr>
          <p:nvPr>
            <p:ph type="sldNum" sz="quarter" idx="10"/>
          </p:nvPr>
        </p:nvSpPr>
        <p:spPr/>
        <p:txBody>
          <a:bodyPr/>
          <a:lstStyle/>
          <a:p>
            <a:fld id="{4D40F272-7F92-4FF0-959A-28E623229BE1}" type="slidenum">
              <a:rPr lang="nl-BE" smtClean="0"/>
              <a:t>29</a:t>
            </a:fld>
            <a:endParaRPr lang="nl-BE"/>
          </a:p>
        </p:txBody>
      </p:sp>
    </p:spTree>
    <p:extLst>
      <p:ext uri="{BB962C8B-B14F-4D97-AF65-F5344CB8AC3E}">
        <p14:creationId xmlns:p14="http://schemas.microsoft.com/office/powerpoint/2010/main" val="680016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DE66A-4C59-D702-B862-05052F43F0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3E950-C0B2-4CC0-37E8-564AEC216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72C22-8B4F-E00B-FFB7-4CB9C0415B9E}"/>
              </a:ext>
            </a:extLst>
          </p:cNvPr>
          <p:cNvSpPr>
            <a:spLocks noGrp="1"/>
          </p:cNvSpPr>
          <p:nvPr>
            <p:ph type="body" idx="1"/>
          </p:nvPr>
        </p:nvSpPr>
        <p:spPr/>
        <p:txBody>
          <a:bodyPr/>
          <a:lstStyle/>
          <a:p>
            <a:r>
              <a:rPr lang="en-US" dirty="0"/>
              <a:t>Update </a:t>
            </a:r>
            <a:r>
              <a:rPr lang="en-US" dirty="0" err="1"/>
              <a:t>spyder</a:t>
            </a:r>
            <a:r>
              <a:rPr lang="en-US" dirty="0"/>
              <a:t> within anaconda </a:t>
            </a:r>
          </a:p>
          <a:p>
            <a:endParaRPr lang="en-US" dirty="0"/>
          </a:p>
          <a:p>
            <a:r>
              <a:rPr lang="en-US" dirty="0"/>
              <a:t>Execute it in command window (run</a:t>
            </a:r>
            <a:r>
              <a:rPr lang="en-US" baseline="0" dirty="0"/>
              <a:t> it as administrator)</a:t>
            </a:r>
            <a:endParaRPr lang="en-US" dirty="0"/>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anaconda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spyder</a:t>
            </a:r>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can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easily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install</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this</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version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if</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use</a:t>
            </a:r>
            <a:r>
              <a:rPr lang="nl-BE" sz="1200" b="0" i="0" kern="1200" dirty="0">
                <a:solidFill>
                  <a:schemeClr val="tx1"/>
                </a:solidFill>
                <a:effectLst/>
                <a:latin typeface="+mn-lt"/>
                <a:ea typeface="+mn-ea"/>
                <a:cs typeface="+mn-cs"/>
              </a:rPr>
              <a:t> Anaconda </a:t>
            </a:r>
            <a:r>
              <a:rPr lang="nl-BE" sz="1200" b="0" i="0" kern="1200" dirty="0" err="1">
                <a:solidFill>
                  <a:schemeClr val="tx1"/>
                </a:solidFill>
                <a:effectLst/>
                <a:latin typeface="+mn-lt"/>
                <a:ea typeface="+mn-ea"/>
                <a:cs typeface="+mn-cs"/>
              </a:rPr>
              <a:t>by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closing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Spyder</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and</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then</a:t>
            </a:r>
            <a:r>
              <a:rPr lang="nl-BE" sz="1200" b="0" i="0" kern="1200" dirty="0">
                <a:solidFill>
                  <a:schemeClr val="tx1"/>
                </a:solidFill>
                <a:effectLst/>
                <a:latin typeface="+mn-lt"/>
                <a:ea typeface="+mn-ea"/>
                <a:cs typeface="+mn-cs"/>
              </a:rPr>
              <a:t> running </a:t>
            </a:r>
            <a:r>
              <a:rPr lang="nl-BE" sz="1200" b="0" i="0" kern="1200" dirty="0" err="1">
                <a:solidFill>
                  <a:schemeClr val="tx1"/>
                </a:solidFill>
                <a:effectLst/>
                <a:latin typeface="+mn-lt"/>
                <a:ea typeface="+mn-ea"/>
                <a:cs typeface="+mn-cs"/>
              </a:rPr>
              <a:t>the</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following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commands</a:t>
            </a:r>
            <a:r>
              <a:rPr lang="nl-BE" sz="1200" b="0" i="0" kern="1200" dirty="0">
                <a:solidFill>
                  <a:schemeClr val="tx1"/>
                </a:solidFill>
                <a:effectLst/>
                <a:latin typeface="+mn-lt"/>
                <a:ea typeface="+mn-ea"/>
                <a:cs typeface="+mn-cs"/>
              </a:rPr>
              <a:t> in a system terminal (cmd.exe on Windows, </a:t>
            </a:r>
            <a:r>
              <a:rPr lang="nl-BE" sz="1200" b="0" i="0" kern="1200" dirty="0" err="1">
                <a:solidFill>
                  <a:schemeClr val="tx1"/>
                </a:solidFill>
                <a:effectLst/>
                <a:latin typeface="+mn-lt"/>
                <a:ea typeface="+mn-ea"/>
                <a:cs typeface="+mn-cs"/>
              </a:rPr>
              <a:t>xterm</a:t>
            </a:r>
            <a:r>
              <a:rPr lang="nl-BE" sz="1200" b="0" i="0" kern="1200" dirty="0">
                <a:solidFill>
                  <a:schemeClr val="tx1"/>
                </a:solidFill>
                <a:effectLst/>
                <a:latin typeface="+mn-lt"/>
                <a:ea typeface="+mn-ea"/>
                <a:cs typeface="+mn-cs"/>
              </a:rPr>
              <a:t> on Linux or </a:t>
            </a:r>
            <a:r>
              <a:rPr lang="nl-BE" sz="1200" b="0" i="0" kern="1200" dirty="0" err="1">
                <a:solidFill>
                  <a:schemeClr val="tx1"/>
                </a:solidFill>
                <a:effectLst/>
                <a:latin typeface="+mn-lt"/>
                <a:ea typeface="+mn-ea"/>
                <a:cs typeface="+mn-cs"/>
              </a:rPr>
              <a:t>Terminal.appon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macOS</a:t>
            </a:r>
            <a:r>
              <a:rPr lang="nl-BE" sz="1200" b="0" i="0" kern="1200" dirty="0">
                <a:solidFill>
                  <a:schemeClr val="tx1"/>
                </a:solidFill>
                <a:effectLst/>
                <a:latin typeface="+mn-lt"/>
                <a:ea typeface="+mn-ea"/>
                <a:cs typeface="+mn-cs"/>
              </a:rPr>
              <a:t>):</a:t>
            </a:r>
          </a:p>
          <a:p>
            <a:r>
              <a:rPr lang="nl-BE" dirty="0" err="1"/>
              <a:t>conda</a:t>
            </a:r>
            <a:r>
              <a:rPr lang="nl-BE" dirty="0"/>
              <a:t> update </a:t>
            </a:r>
            <a:r>
              <a:rPr lang="nl-BE" dirty="0" err="1"/>
              <a:t>qt</a:t>
            </a:r>
            <a:r>
              <a:rPr lang="nl-BE" dirty="0"/>
              <a:t> </a:t>
            </a:r>
            <a:r>
              <a:rPr lang="nl-BE" dirty="0" err="1"/>
              <a:t>pyqt</a:t>
            </a:r>
            <a:r>
              <a:rPr lang="nl-BE" dirty="0"/>
              <a:t> </a:t>
            </a:r>
          </a:p>
          <a:p>
            <a:r>
              <a:rPr lang="nl-BE" dirty="0" err="1"/>
              <a:t>conda</a:t>
            </a:r>
            <a:r>
              <a:rPr lang="nl-BE" dirty="0"/>
              <a:t> update </a:t>
            </a:r>
            <a:r>
              <a:rPr lang="nl-BE" dirty="0" err="1"/>
              <a:t>spyder</a:t>
            </a:r>
            <a:endParaRPr lang="nl-BE" dirty="0"/>
          </a:p>
        </p:txBody>
      </p:sp>
      <p:sp>
        <p:nvSpPr>
          <p:cNvPr id="4" name="Slide Number Placeholder 3">
            <a:extLst>
              <a:ext uri="{FF2B5EF4-FFF2-40B4-BE49-F238E27FC236}">
                <a16:creationId xmlns:a16="http://schemas.microsoft.com/office/drawing/2014/main" id="{D1E9E5E8-05B9-83B5-4027-9AB719B76A39}"/>
              </a:ext>
            </a:extLst>
          </p:cNvPr>
          <p:cNvSpPr>
            <a:spLocks noGrp="1"/>
          </p:cNvSpPr>
          <p:nvPr>
            <p:ph type="sldNum" sz="quarter" idx="10"/>
          </p:nvPr>
        </p:nvSpPr>
        <p:spPr/>
        <p:txBody>
          <a:bodyPr/>
          <a:lstStyle/>
          <a:p>
            <a:fld id="{4D40F272-7F92-4FF0-959A-28E623229BE1}" type="slidenum">
              <a:rPr lang="nl-BE" smtClean="0"/>
              <a:t>30</a:t>
            </a:fld>
            <a:endParaRPr lang="nl-BE"/>
          </a:p>
        </p:txBody>
      </p:sp>
    </p:spTree>
    <p:extLst>
      <p:ext uri="{BB962C8B-B14F-4D97-AF65-F5344CB8AC3E}">
        <p14:creationId xmlns:p14="http://schemas.microsoft.com/office/powerpoint/2010/main" val="2188982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a:t>
            </a:r>
            <a:r>
              <a:rPr lang="en-US" dirty="0" err="1"/>
              <a:t>spyder</a:t>
            </a:r>
            <a:r>
              <a:rPr lang="en-US" dirty="0"/>
              <a:t> within anaconda </a:t>
            </a:r>
          </a:p>
          <a:p>
            <a:endParaRPr lang="en-US" dirty="0"/>
          </a:p>
          <a:p>
            <a:r>
              <a:rPr lang="en-US" dirty="0"/>
              <a:t>Execute it in command window (run</a:t>
            </a:r>
            <a:r>
              <a:rPr lang="en-US" baseline="0" dirty="0"/>
              <a:t> it as administrator)</a:t>
            </a:r>
            <a:endParaRPr lang="en-US" dirty="0"/>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anaconda </a:t>
            </a:r>
          </a:p>
          <a:p>
            <a:r>
              <a:rPr lang="it-IT" sz="1200" kern="1200" dirty="0" err="1">
                <a:solidFill>
                  <a:schemeClr val="tx1"/>
                </a:solidFill>
                <a:effectLst/>
                <a:latin typeface="+mn-lt"/>
                <a:ea typeface="+mn-ea"/>
                <a:cs typeface="+mn-cs"/>
              </a:rPr>
              <a:t>conda</a:t>
            </a:r>
            <a:r>
              <a:rPr lang="it-IT" sz="1200" kern="1200" dirty="0">
                <a:solidFill>
                  <a:schemeClr val="tx1"/>
                </a:solidFill>
                <a:effectLst/>
                <a:latin typeface="+mn-lt"/>
                <a:ea typeface="+mn-ea"/>
                <a:cs typeface="+mn-cs"/>
              </a:rPr>
              <a:t> update </a:t>
            </a:r>
            <a:r>
              <a:rPr lang="it-IT" sz="1200" kern="1200" dirty="0" err="1">
                <a:solidFill>
                  <a:schemeClr val="tx1"/>
                </a:solidFill>
                <a:effectLst/>
                <a:latin typeface="+mn-lt"/>
                <a:ea typeface="+mn-ea"/>
                <a:cs typeface="+mn-cs"/>
              </a:rPr>
              <a:t>spyder</a:t>
            </a:r>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endParaRPr lang="it-IT" sz="1200" kern="1200" dirty="0">
              <a:solidFill>
                <a:schemeClr val="tx1"/>
              </a:solidFill>
              <a:effectLst/>
              <a:latin typeface="+mn-lt"/>
              <a:ea typeface="+mn-ea"/>
              <a:cs typeface="+mn-cs"/>
            </a:endParaRPr>
          </a:p>
          <a:p>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can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easily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install</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this</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version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if</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you</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use</a:t>
            </a:r>
            <a:r>
              <a:rPr lang="nl-BE" sz="1200" b="0" i="0" kern="1200" dirty="0">
                <a:solidFill>
                  <a:schemeClr val="tx1"/>
                </a:solidFill>
                <a:effectLst/>
                <a:latin typeface="+mn-lt"/>
                <a:ea typeface="+mn-ea"/>
                <a:cs typeface="+mn-cs"/>
              </a:rPr>
              <a:t> Anaconda </a:t>
            </a:r>
            <a:r>
              <a:rPr lang="nl-BE" sz="1200" b="0" i="0" kern="1200" dirty="0" err="1">
                <a:solidFill>
                  <a:schemeClr val="tx1"/>
                </a:solidFill>
                <a:effectLst/>
                <a:latin typeface="+mn-lt"/>
                <a:ea typeface="+mn-ea"/>
                <a:cs typeface="+mn-cs"/>
              </a:rPr>
              <a:t>by</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closing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Spyder</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and</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then</a:t>
            </a:r>
            <a:r>
              <a:rPr lang="nl-BE" sz="1200" b="0" i="0" kern="1200" dirty="0">
                <a:solidFill>
                  <a:schemeClr val="tx1"/>
                </a:solidFill>
                <a:effectLst/>
                <a:latin typeface="+mn-lt"/>
                <a:ea typeface="+mn-ea"/>
                <a:cs typeface="+mn-cs"/>
              </a:rPr>
              <a:t> running </a:t>
            </a:r>
            <a:r>
              <a:rPr lang="nl-BE" sz="1200" b="0" i="0" kern="1200" dirty="0" err="1">
                <a:solidFill>
                  <a:schemeClr val="tx1"/>
                </a:solidFill>
                <a:effectLst/>
                <a:latin typeface="+mn-lt"/>
                <a:ea typeface="+mn-ea"/>
                <a:cs typeface="+mn-cs"/>
              </a:rPr>
              <a:t>the</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following</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commands</a:t>
            </a:r>
            <a:r>
              <a:rPr lang="nl-BE" sz="1200" b="0" i="0" kern="1200" dirty="0">
                <a:solidFill>
                  <a:schemeClr val="tx1"/>
                </a:solidFill>
                <a:effectLst/>
                <a:latin typeface="+mn-lt"/>
                <a:ea typeface="+mn-ea"/>
                <a:cs typeface="+mn-cs"/>
              </a:rPr>
              <a:t> in a system terminal (cmd.exe on Windows, </a:t>
            </a:r>
            <a:r>
              <a:rPr lang="nl-BE" sz="1200" b="0" i="0" kern="1200" dirty="0" err="1">
                <a:solidFill>
                  <a:schemeClr val="tx1"/>
                </a:solidFill>
                <a:effectLst/>
                <a:latin typeface="+mn-lt"/>
                <a:ea typeface="+mn-ea"/>
                <a:cs typeface="+mn-cs"/>
              </a:rPr>
              <a:t>xterm</a:t>
            </a:r>
            <a:r>
              <a:rPr lang="nl-BE" sz="1200" b="0" i="0" kern="1200" dirty="0">
                <a:solidFill>
                  <a:schemeClr val="tx1"/>
                </a:solidFill>
                <a:effectLst/>
                <a:latin typeface="+mn-lt"/>
                <a:ea typeface="+mn-ea"/>
                <a:cs typeface="+mn-cs"/>
              </a:rPr>
              <a:t> on Linux or </a:t>
            </a:r>
            <a:r>
              <a:rPr lang="nl-BE" sz="1200" b="0" i="0" kern="1200" dirty="0" err="1">
                <a:solidFill>
                  <a:schemeClr val="tx1"/>
                </a:solidFill>
                <a:effectLst/>
                <a:latin typeface="+mn-lt"/>
                <a:ea typeface="+mn-ea"/>
                <a:cs typeface="+mn-cs"/>
              </a:rPr>
              <a:t>Terminal.appon</a:t>
            </a:r>
            <a:r>
              <a:rPr lang="nl-BE" sz="1200" b="0" i="0" kern="1200" dirty="0">
                <a:solidFill>
                  <a:schemeClr val="tx1"/>
                </a:solidFill>
                <a:effectLst/>
                <a:latin typeface="+mn-lt"/>
                <a:ea typeface="+mn-ea"/>
                <a:cs typeface="+mn-cs"/>
              </a:rPr>
              <a:t> </a:t>
            </a:r>
            <a:r>
              <a:rPr lang="nl-BE" sz="1200" b="0" i="0" kern="1200" dirty="0" err="1">
                <a:solidFill>
                  <a:schemeClr val="tx1"/>
                </a:solidFill>
                <a:effectLst/>
                <a:latin typeface="+mn-lt"/>
                <a:ea typeface="+mn-ea"/>
                <a:cs typeface="+mn-cs"/>
              </a:rPr>
              <a:t>macOS</a:t>
            </a:r>
            <a:r>
              <a:rPr lang="nl-BE" sz="1200" b="0" i="0" kern="1200" dirty="0">
                <a:solidFill>
                  <a:schemeClr val="tx1"/>
                </a:solidFill>
                <a:effectLst/>
                <a:latin typeface="+mn-lt"/>
                <a:ea typeface="+mn-ea"/>
                <a:cs typeface="+mn-cs"/>
              </a:rPr>
              <a:t>):</a:t>
            </a:r>
          </a:p>
          <a:p>
            <a:r>
              <a:rPr lang="nl-BE" dirty="0" err="1"/>
              <a:t>conda</a:t>
            </a:r>
            <a:r>
              <a:rPr lang="nl-BE" dirty="0"/>
              <a:t> update </a:t>
            </a:r>
            <a:r>
              <a:rPr lang="nl-BE" dirty="0" err="1"/>
              <a:t>qt</a:t>
            </a:r>
            <a:r>
              <a:rPr lang="nl-BE" dirty="0"/>
              <a:t> </a:t>
            </a:r>
            <a:r>
              <a:rPr lang="nl-BE" dirty="0" err="1"/>
              <a:t>pyqt</a:t>
            </a:r>
            <a:r>
              <a:rPr lang="nl-BE" dirty="0"/>
              <a:t> </a:t>
            </a:r>
          </a:p>
          <a:p>
            <a:r>
              <a:rPr lang="nl-BE" dirty="0" err="1"/>
              <a:t>conda</a:t>
            </a:r>
            <a:r>
              <a:rPr lang="nl-BE" dirty="0"/>
              <a:t> update </a:t>
            </a:r>
            <a:r>
              <a:rPr lang="nl-BE" dirty="0" err="1"/>
              <a:t>spyder</a:t>
            </a:r>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32</a:t>
            </a:fld>
            <a:endParaRPr lang="nl-BE"/>
          </a:p>
        </p:txBody>
      </p:sp>
    </p:spTree>
    <p:extLst>
      <p:ext uri="{BB962C8B-B14F-4D97-AF65-F5344CB8AC3E}">
        <p14:creationId xmlns:p14="http://schemas.microsoft.com/office/powerpoint/2010/main" val="673497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0F272-7F92-4FF0-959A-28E623229BE1}" type="slidenum">
              <a:rPr lang="nl-BE" smtClean="0"/>
              <a:t>38</a:t>
            </a:fld>
            <a:endParaRPr lang="nl-BE"/>
          </a:p>
        </p:txBody>
      </p:sp>
    </p:spTree>
    <p:extLst>
      <p:ext uri="{BB962C8B-B14F-4D97-AF65-F5344CB8AC3E}">
        <p14:creationId xmlns:p14="http://schemas.microsoft.com/office/powerpoint/2010/main" val="33272055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dirty="0">
                <a:hlinkClick r:id="rId3"/>
              </a:rPr>
              <a:t>https://www.datacamp.com/community/blog/ipython-jupyter#gs.7GI56Os</a:t>
            </a: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nl-BE" dirty="0"/>
              <a:t>https://jupyter4edu.github.io/jupyter-edu-book/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Dam Toomey,</a:t>
            </a:r>
            <a:r>
              <a:rPr lang="en-US" baseline="0" dirty="0"/>
              <a:t> Learning </a:t>
            </a:r>
            <a:r>
              <a:rPr lang="en-US" baseline="0" dirty="0" err="1"/>
              <a:t>Jupyter</a:t>
            </a:r>
            <a:r>
              <a:rPr lang="en-US" baseline="0" dirty="0"/>
              <a:t>, </a:t>
            </a:r>
            <a:r>
              <a:rPr lang="en-US" baseline="0" dirty="0" err="1"/>
              <a:t>Packt</a:t>
            </a:r>
            <a:r>
              <a:rPr lang="en-US" baseline="0" dirty="0"/>
              <a:t> Publishing, 2016</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BE" dirty="0"/>
          </a:p>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41</a:t>
            </a:fld>
            <a:endParaRPr lang="nl-BE"/>
          </a:p>
        </p:txBody>
      </p:sp>
    </p:spTree>
    <p:extLst>
      <p:ext uri="{BB962C8B-B14F-4D97-AF65-F5344CB8AC3E}">
        <p14:creationId xmlns:p14="http://schemas.microsoft.com/office/powerpoint/2010/main" val="27688140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ToDo</a:t>
            </a:r>
            <a:r>
              <a:rPr lang="en-US" dirty="0"/>
              <a:t>:</a:t>
            </a:r>
            <a:r>
              <a:rPr lang="en-US" baseline="0" dirty="0"/>
              <a:t> hoe </a:t>
            </a:r>
            <a:r>
              <a:rPr lang="en-US" baseline="0" dirty="0" err="1"/>
              <a:t>oproepen</a:t>
            </a:r>
            <a:r>
              <a:rPr lang="en-US" baseline="0" dirty="0"/>
              <a:t> in </a:t>
            </a:r>
            <a:r>
              <a:rPr lang="en-US" baseline="0" dirty="0" err="1"/>
              <a:t>een</a:t>
            </a:r>
            <a:r>
              <a:rPr lang="en-US" baseline="0" dirty="0"/>
              <a:t> </a:t>
            </a:r>
            <a:r>
              <a:rPr lang="en-US" baseline="0" dirty="0" err="1"/>
              <a:t>specifieke</a:t>
            </a:r>
            <a:r>
              <a:rPr lang="en-US" baseline="0" dirty="0"/>
              <a:t> browser</a:t>
            </a:r>
          </a:p>
          <a:p>
            <a:endParaRPr lang="en-US" baseline="0" dirty="0"/>
          </a:p>
          <a:p>
            <a:r>
              <a:rPr lang="nl-BE" dirty="0"/>
              <a:t>https://www.dataquest.io/blog/jupyter-notebook-tutorial/</a:t>
            </a:r>
          </a:p>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52</a:t>
            </a:fld>
            <a:endParaRPr lang="nl-BE"/>
          </a:p>
        </p:txBody>
      </p:sp>
    </p:spTree>
    <p:extLst>
      <p:ext uri="{BB962C8B-B14F-4D97-AF65-F5344CB8AC3E}">
        <p14:creationId xmlns:p14="http://schemas.microsoft.com/office/powerpoint/2010/main" val="2296200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https://www.e-education.psu.edu/geog489/node/2204</a:t>
            </a:r>
          </a:p>
        </p:txBody>
      </p:sp>
      <p:sp>
        <p:nvSpPr>
          <p:cNvPr id="4" name="Slide Number Placeholder 3"/>
          <p:cNvSpPr>
            <a:spLocks noGrp="1"/>
          </p:cNvSpPr>
          <p:nvPr>
            <p:ph type="sldNum" sz="quarter" idx="10"/>
          </p:nvPr>
        </p:nvSpPr>
        <p:spPr/>
        <p:txBody>
          <a:bodyPr/>
          <a:lstStyle/>
          <a:p>
            <a:fld id="{4D40F272-7F92-4FF0-959A-28E623229BE1}" type="slidenum">
              <a:rPr lang="nl-BE" smtClean="0"/>
              <a:t>55</a:t>
            </a:fld>
            <a:endParaRPr lang="nl-BE"/>
          </a:p>
        </p:txBody>
      </p:sp>
    </p:spTree>
    <p:extLst>
      <p:ext uri="{BB962C8B-B14F-4D97-AF65-F5344CB8AC3E}">
        <p14:creationId xmlns:p14="http://schemas.microsoft.com/office/powerpoint/2010/main" val="948394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dirty="0"/>
          </a:p>
        </p:txBody>
      </p:sp>
      <p:sp>
        <p:nvSpPr>
          <p:cNvPr id="4" name="Slide Number Placeholder 3"/>
          <p:cNvSpPr>
            <a:spLocks noGrp="1"/>
          </p:cNvSpPr>
          <p:nvPr>
            <p:ph type="sldNum" sz="quarter" idx="10"/>
          </p:nvPr>
        </p:nvSpPr>
        <p:spPr/>
        <p:txBody>
          <a:bodyPr/>
          <a:lstStyle/>
          <a:p>
            <a:fld id="{4D40F272-7F92-4FF0-959A-28E623229BE1}" type="slidenum">
              <a:rPr lang="nl-BE" smtClean="0"/>
              <a:t>56</a:t>
            </a:fld>
            <a:endParaRPr lang="nl-BE"/>
          </a:p>
        </p:txBody>
      </p:sp>
    </p:spTree>
    <p:extLst>
      <p:ext uri="{BB962C8B-B14F-4D97-AF65-F5344CB8AC3E}">
        <p14:creationId xmlns:p14="http://schemas.microsoft.com/office/powerpoint/2010/main" val="1624075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dirty="0"/>
              <a:t>https://stackoverflow.com/questions/47852733/what-are-raw-cells-in-jupyter-notebook</a:t>
            </a:r>
          </a:p>
        </p:txBody>
      </p:sp>
      <p:sp>
        <p:nvSpPr>
          <p:cNvPr id="4" name="Slide Number Placeholder 3"/>
          <p:cNvSpPr>
            <a:spLocks noGrp="1"/>
          </p:cNvSpPr>
          <p:nvPr>
            <p:ph type="sldNum" sz="quarter" idx="10"/>
          </p:nvPr>
        </p:nvSpPr>
        <p:spPr/>
        <p:txBody>
          <a:bodyPr/>
          <a:lstStyle/>
          <a:p>
            <a:fld id="{4D40F272-7F92-4FF0-959A-28E623229BE1}" type="slidenum">
              <a:rPr lang="nl-BE" smtClean="0"/>
              <a:t>57</a:t>
            </a:fld>
            <a:endParaRPr lang="nl-BE"/>
          </a:p>
        </p:txBody>
      </p:sp>
    </p:spTree>
    <p:extLst>
      <p:ext uri="{BB962C8B-B14F-4D97-AF65-F5344CB8AC3E}">
        <p14:creationId xmlns:p14="http://schemas.microsoft.com/office/powerpoint/2010/main" val="3468336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D40F272-7F92-4FF0-959A-28E623229BE1}" type="slidenum">
              <a:rPr lang="nl-BE" smtClean="0"/>
              <a:t>59</a:t>
            </a:fld>
            <a:endParaRPr lang="nl-BE"/>
          </a:p>
        </p:txBody>
      </p:sp>
    </p:spTree>
    <p:extLst>
      <p:ext uri="{BB962C8B-B14F-4D97-AF65-F5344CB8AC3E}">
        <p14:creationId xmlns:p14="http://schemas.microsoft.com/office/powerpoint/2010/main" val="2253263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10"/>
          </p:nvPr>
        </p:nvSpPr>
        <p:spPr/>
        <p:txBody>
          <a:bodyPr/>
          <a:lstStyle/>
          <a:p>
            <a:fld id="{4D40F272-7F92-4FF0-959A-28E623229BE1}" type="slidenum">
              <a:rPr lang="nl-BE" smtClean="0"/>
              <a:t>71</a:t>
            </a:fld>
            <a:endParaRPr lang="nl-BE"/>
          </a:p>
        </p:txBody>
      </p:sp>
    </p:spTree>
    <p:extLst>
      <p:ext uri="{BB962C8B-B14F-4D97-AF65-F5344CB8AC3E}">
        <p14:creationId xmlns:p14="http://schemas.microsoft.com/office/powerpoint/2010/main" val="3548288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9433-B2CE-78BF-9E28-7DCDA4CE65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BE"/>
          </a:p>
        </p:txBody>
      </p:sp>
      <p:sp>
        <p:nvSpPr>
          <p:cNvPr id="3" name="Subtitle 2">
            <a:extLst>
              <a:ext uri="{FF2B5EF4-FFF2-40B4-BE49-F238E27FC236}">
                <a16:creationId xmlns:a16="http://schemas.microsoft.com/office/drawing/2014/main" id="{B731C744-3AD0-BCCC-CE8E-3203C8669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BE"/>
          </a:p>
        </p:txBody>
      </p:sp>
      <p:sp>
        <p:nvSpPr>
          <p:cNvPr id="4" name="Date Placeholder 3">
            <a:extLst>
              <a:ext uri="{FF2B5EF4-FFF2-40B4-BE49-F238E27FC236}">
                <a16:creationId xmlns:a16="http://schemas.microsoft.com/office/drawing/2014/main" id="{1A8FC21C-BEC6-C109-1F10-07B6EFB297D7}"/>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79AF4E7C-5E35-3758-0CC2-902F6A33BA03}"/>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47866CAD-77BC-375C-2248-70DB8998B673}"/>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83465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F1B26-2F74-C545-AE9E-941419D6BC63}"/>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56CC5814-9856-827E-4BA3-1CA4398109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66857ACA-7B27-35E3-412B-5E58DC9EBB74}"/>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BF6E24A3-4D4E-231C-675E-DF1A6629D567}"/>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A9E56EE1-7CD4-FBC2-7DFD-7E70003439A9}"/>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3155993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A4D2B-9567-F75B-A07F-1680D550AA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ext Placeholder 2">
            <a:extLst>
              <a:ext uri="{FF2B5EF4-FFF2-40B4-BE49-F238E27FC236}">
                <a16:creationId xmlns:a16="http://schemas.microsoft.com/office/drawing/2014/main" id="{1115BC86-0F21-42EA-7E2B-BB63FAB432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FCBB81-3F07-A3C2-C6D2-542CF32EC200}"/>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60C515BF-2CBB-6FEB-B563-A1F96AECC21F}"/>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B4F91FB1-68EB-0480-BE99-A2CDED25F152}"/>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240048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4D16FC-ADC5-91AC-4214-00BEAC2CA9F9}"/>
              </a:ext>
            </a:extLst>
          </p:cNvPr>
          <p:cNvSpPr>
            <a:spLocks noGrp="1"/>
          </p:cNvSpPr>
          <p:nvPr>
            <p:ph type="title"/>
          </p:nvPr>
        </p:nvSpPr>
        <p:spPr/>
        <p:txBody>
          <a:bodyPr/>
          <a:lstStyle/>
          <a:p>
            <a:r>
              <a:rPr lang="en-US"/>
              <a:t>Click to edit Master title style</a:t>
            </a:r>
            <a:endParaRPr lang="nl-BE"/>
          </a:p>
        </p:txBody>
      </p:sp>
      <p:sp>
        <p:nvSpPr>
          <p:cNvPr id="3" name="Content Placeholder 2">
            <a:extLst>
              <a:ext uri="{FF2B5EF4-FFF2-40B4-BE49-F238E27FC236}">
                <a16:creationId xmlns:a16="http://schemas.microsoft.com/office/drawing/2014/main" id="{69E0E351-5BE1-50E7-1ED8-2B7C94FBB0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a:extLst>
              <a:ext uri="{FF2B5EF4-FFF2-40B4-BE49-F238E27FC236}">
                <a16:creationId xmlns:a16="http://schemas.microsoft.com/office/drawing/2014/main" id="{200D9549-2F6E-543C-B5DC-43DD196A4F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Date Placeholder 4">
            <a:extLst>
              <a:ext uri="{FF2B5EF4-FFF2-40B4-BE49-F238E27FC236}">
                <a16:creationId xmlns:a16="http://schemas.microsoft.com/office/drawing/2014/main" id="{184A44C5-B286-A3F3-E9D0-593D7A068AEC}"/>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6" name="Footer Placeholder 5">
            <a:extLst>
              <a:ext uri="{FF2B5EF4-FFF2-40B4-BE49-F238E27FC236}">
                <a16:creationId xmlns:a16="http://schemas.microsoft.com/office/drawing/2014/main" id="{EC5E0D8D-383A-89C4-7F2C-3EC9038BB4D4}"/>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388E5078-D808-ACDC-581C-1C39F5D5463A}"/>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765044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6A48-A77D-C469-F3B3-C85528078F07}"/>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ext Placeholder 2">
            <a:extLst>
              <a:ext uri="{FF2B5EF4-FFF2-40B4-BE49-F238E27FC236}">
                <a16:creationId xmlns:a16="http://schemas.microsoft.com/office/drawing/2014/main" id="{C754C25D-9925-B770-EC16-F7F3ABE103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4EDA3D-E206-8381-7236-F4EDB5226D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a:extLst>
              <a:ext uri="{FF2B5EF4-FFF2-40B4-BE49-F238E27FC236}">
                <a16:creationId xmlns:a16="http://schemas.microsoft.com/office/drawing/2014/main" id="{3691F14B-CA97-1D5A-1774-1C769E6464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0AA880-A17B-44A3-37ED-A155DBD204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Date Placeholder 6">
            <a:extLst>
              <a:ext uri="{FF2B5EF4-FFF2-40B4-BE49-F238E27FC236}">
                <a16:creationId xmlns:a16="http://schemas.microsoft.com/office/drawing/2014/main" id="{0A576795-C4B3-992B-C17E-E2F06BC9D246}"/>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8" name="Footer Placeholder 7">
            <a:extLst>
              <a:ext uri="{FF2B5EF4-FFF2-40B4-BE49-F238E27FC236}">
                <a16:creationId xmlns:a16="http://schemas.microsoft.com/office/drawing/2014/main" id="{E743EBB1-956A-44BD-2139-14C8CC5E7727}"/>
              </a:ext>
            </a:extLst>
          </p:cNvPr>
          <p:cNvSpPr>
            <a:spLocks noGrp="1"/>
          </p:cNvSpPr>
          <p:nvPr>
            <p:ph type="ftr" sz="quarter" idx="11"/>
          </p:nvPr>
        </p:nvSpPr>
        <p:spPr/>
        <p:txBody>
          <a:bodyPr/>
          <a:lstStyle/>
          <a:p>
            <a:endParaRPr lang="nl-BE"/>
          </a:p>
        </p:txBody>
      </p:sp>
      <p:sp>
        <p:nvSpPr>
          <p:cNvPr id="9" name="Slide Number Placeholder 8">
            <a:extLst>
              <a:ext uri="{FF2B5EF4-FFF2-40B4-BE49-F238E27FC236}">
                <a16:creationId xmlns:a16="http://schemas.microsoft.com/office/drawing/2014/main" id="{C6E30C54-CE8F-E7D9-0AEC-465F8DDF714F}"/>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485431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E529-723E-641B-16C4-1DE82F55C797}"/>
              </a:ext>
            </a:extLst>
          </p:cNvPr>
          <p:cNvSpPr>
            <a:spLocks noGrp="1"/>
          </p:cNvSpPr>
          <p:nvPr>
            <p:ph type="title"/>
          </p:nvPr>
        </p:nvSpPr>
        <p:spPr/>
        <p:txBody>
          <a:bodyPr/>
          <a:lstStyle/>
          <a:p>
            <a:r>
              <a:rPr lang="en-US"/>
              <a:t>Click to edit Master title style</a:t>
            </a:r>
            <a:endParaRPr lang="nl-BE"/>
          </a:p>
        </p:txBody>
      </p:sp>
      <p:sp>
        <p:nvSpPr>
          <p:cNvPr id="3" name="Date Placeholder 2">
            <a:extLst>
              <a:ext uri="{FF2B5EF4-FFF2-40B4-BE49-F238E27FC236}">
                <a16:creationId xmlns:a16="http://schemas.microsoft.com/office/drawing/2014/main" id="{37D2E009-4819-C956-7A0A-7D02F50B9492}"/>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4" name="Footer Placeholder 3">
            <a:extLst>
              <a:ext uri="{FF2B5EF4-FFF2-40B4-BE49-F238E27FC236}">
                <a16:creationId xmlns:a16="http://schemas.microsoft.com/office/drawing/2014/main" id="{5C659B45-81F6-6A11-313D-E80BB4C4FCBC}"/>
              </a:ext>
            </a:extLst>
          </p:cNvPr>
          <p:cNvSpPr>
            <a:spLocks noGrp="1"/>
          </p:cNvSpPr>
          <p:nvPr>
            <p:ph type="ftr" sz="quarter" idx="11"/>
          </p:nvPr>
        </p:nvSpPr>
        <p:spPr/>
        <p:txBody>
          <a:bodyPr/>
          <a:lstStyle/>
          <a:p>
            <a:endParaRPr lang="nl-BE"/>
          </a:p>
        </p:txBody>
      </p:sp>
      <p:sp>
        <p:nvSpPr>
          <p:cNvPr id="5" name="Slide Number Placeholder 4">
            <a:extLst>
              <a:ext uri="{FF2B5EF4-FFF2-40B4-BE49-F238E27FC236}">
                <a16:creationId xmlns:a16="http://schemas.microsoft.com/office/drawing/2014/main" id="{4DF54F96-6F06-ACAC-E206-6C668A38BC30}"/>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715644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3147DA-EB5A-3EBC-6288-9DE5EE0E3F41}"/>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3" name="Footer Placeholder 2">
            <a:extLst>
              <a:ext uri="{FF2B5EF4-FFF2-40B4-BE49-F238E27FC236}">
                <a16:creationId xmlns:a16="http://schemas.microsoft.com/office/drawing/2014/main" id="{DA4E72A6-45CC-238E-17D9-61C413E5F0B9}"/>
              </a:ext>
            </a:extLst>
          </p:cNvPr>
          <p:cNvSpPr>
            <a:spLocks noGrp="1"/>
          </p:cNvSpPr>
          <p:nvPr>
            <p:ph type="ftr" sz="quarter" idx="11"/>
          </p:nvPr>
        </p:nvSpPr>
        <p:spPr/>
        <p:txBody>
          <a:bodyPr/>
          <a:lstStyle/>
          <a:p>
            <a:endParaRPr lang="nl-BE"/>
          </a:p>
        </p:txBody>
      </p:sp>
      <p:sp>
        <p:nvSpPr>
          <p:cNvPr id="4" name="Slide Number Placeholder 3">
            <a:extLst>
              <a:ext uri="{FF2B5EF4-FFF2-40B4-BE49-F238E27FC236}">
                <a16:creationId xmlns:a16="http://schemas.microsoft.com/office/drawing/2014/main" id="{13F7AC1E-419D-9192-DA73-157C3117C091}"/>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2298782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21C4-2528-C86C-186F-4DD6FCD372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Content Placeholder 2">
            <a:extLst>
              <a:ext uri="{FF2B5EF4-FFF2-40B4-BE49-F238E27FC236}">
                <a16:creationId xmlns:a16="http://schemas.microsoft.com/office/drawing/2014/main" id="{3B2E2D89-2934-9CC7-751C-0E1F17AD02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a:extLst>
              <a:ext uri="{FF2B5EF4-FFF2-40B4-BE49-F238E27FC236}">
                <a16:creationId xmlns:a16="http://schemas.microsoft.com/office/drawing/2014/main" id="{DDBD60C6-794F-409D-8BC3-20D026D3EB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C3D52A-1C93-C5A5-A31E-44553E6CE673}"/>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6" name="Footer Placeholder 5">
            <a:extLst>
              <a:ext uri="{FF2B5EF4-FFF2-40B4-BE49-F238E27FC236}">
                <a16:creationId xmlns:a16="http://schemas.microsoft.com/office/drawing/2014/main" id="{181F32E1-C6FD-B70B-8BF0-F3FC8C572997}"/>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223518E7-7161-10ED-34C6-BCCFA1BCD88E}"/>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845254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A0BE7-A05E-04E6-2EE5-FFE31129EC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Picture Placeholder 2">
            <a:extLst>
              <a:ext uri="{FF2B5EF4-FFF2-40B4-BE49-F238E27FC236}">
                <a16:creationId xmlns:a16="http://schemas.microsoft.com/office/drawing/2014/main" id="{3FD92EF3-1425-DA69-53EB-DA534CF312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ext Placeholder 3">
            <a:extLst>
              <a:ext uri="{FF2B5EF4-FFF2-40B4-BE49-F238E27FC236}">
                <a16:creationId xmlns:a16="http://schemas.microsoft.com/office/drawing/2014/main" id="{BBE92497-6B38-B87F-905F-B61ABBD0C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BEB6AF-1B1A-CC62-2AF1-48E164B55450}"/>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6" name="Footer Placeholder 5">
            <a:extLst>
              <a:ext uri="{FF2B5EF4-FFF2-40B4-BE49-F238E27FC236}">
                <a16:creationId xmlns:a16="http://schemas.microsoft.com/office/drawing/2014/main" id="{73B93D14-273B-B48A-D969-A3DCE22CB8BC}"/>
              </a:ext>
            </a:extLst>
          </p:cNvPr>
          <p:cNvSpPr>
            <a:spLocks noGrp="1"/>
          </p:cNvSpPr>
          <p:nvPr>
            <p:ph type="ftr" sz="quarter" idx="11"/>
          </p:nvPr>
        </p:nvSpPr>
        <p:spPr/>
        <p:txBody>
          <a:bodyPr/>
          <a:lstStyle/>
          <a:p>
            <a:endParaRPr lang="nl-BE"/>
          </a:p>
        </p:txBody>
      </p:sp>
      <p:sp>
        <p:nvSpPr>
          <p:cNvPr id="7" name="Slide Number Placeholder 6">
            <a:extLst>
              <a:ext uri="{FF2B5EF4-FFF2-40B4-BE49-F238E27FC236}">
                <a16:creationId xmlns:a16="http://schemas.microsoft.com/office/drawing/2014/main" id="{04C91019-A6B9-3D6E-9AF8-648B2FFDEF1A}"/>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9720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16137-D752-6CE0-3197-E53424F04619}"/>
              </a:ext>
            </a:extLst>
          </p:cNvPr>
          <p:cNvSpPr>
            <a:spLocks noGrp="1"/>
          </p:cNvSpPr>
          <p:nvPr>
            <p:ph type="title"/>
          </p:nvPr>
        </p:nvSpPr>
        <p:spPr/>
        <p:txBody>
          <a:bodyPr/>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587B91AC-1FCA-51BD-F5D8-3919D9A852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8CCFC0ED-8458-D46B-3B10-9640CDE2A071}"/>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A8390431-3C75-7E0A-B995-BB4DD022978D}"/>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74AA7911-2FC8-5AF1-C2EC-724E4198C22F}"/>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121699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6DCD31-7F38-4443-EB2E-337A718524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Vertical Text Placeholder 2">
            <a:extLst>
              <a:ext uri="{FF2B5EF4-FFF2-40B4-BE49-F238E27FC236}">
                <a16:creationId xmlns:a16="http://schemas.microsoft.com/office/drawing/2014/main" id="{5081CF12-2DB8-7979-E95F-34F5BBC46A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CB4F60F3-86FD-F356-23EA-505B6174E87B}"/>
              </a:ext>
            </a:extLst>
          </p:cNvPr>
          <p:cNvSpPr>
            <a:spLocks noGrp="1"/>
          </p:cNvSpPr>
          <p:nvPr>
            <p:ph type="dt" sz="half" idx="10"/>
          </p:nvPr>
        </p:nvSpPr>
        <p:spPr/>
        <p:txBody>
          <a:body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5CCB89F6-1465-10DB-B006-888C94D1C7AF}"/>
              </a:ext>
            </a:extLst>
          </p:cNvPr>
          <p:cNvSpPr>
            <a:spLocks noGrp="1"/>
          </p:cNvSpPr>
          <p:nvPr>
            <p:ph type="ftr" sz="quarter" idx="11"/>
          </p:nvPr>
        </p:nvSpPr>
        <p:spPr/>
        <p:txBody>
          <a:bodyPr/>
          <a:lstStyle/>
          <a:p>
            <a:endParaRPr lang="nl-BE"/>
          </a:p>
        </p:txBody>
      </p:sp>
      <p:sp>
        <p:nvSpPr>
          <p:cNvPr id="6" name="Slide Number Placeholder 5">
            <a:extLst>
              <a:ext uri="{FF2B5EF4-FFF2-40B4-BE49-F238E27FC236}">
                <a16:creationId xmlns:a16="http://schemas.microsoft.com/office/drawing/2014/main" id="{07EB028F-2E73-ABB3-C58D-F6F71085DB2A}"/>
              </a:ext>
            </a:extLst>
          </p:cNvPr>
          <p:cNvSpPr>
            <a:spLocks noGrp="1"/>
          </p:cNvSpPr>
          <p:nvPr>
            <p:ph type="sldNum" sz="quarter" idx="12"/>
          </p:nvPr>
        </p:nvSpPr>
        <p:spPr/>
        <p:txBody>
          <a:bodyPr/>
          <a:lstStyle/>
          <a:p>
            <a:fld id="{31072808-0B58-4753-BAA9-50F14065ED33}" type="slidenum">
              <a:rPr lang="nl-BE" smtClean="0"/>
              <a:t>‹#›</a:t>
            </a:fld>
            <a:endParaRPr lang="nl-BE"/>
          </a:p>
        </p:txBody>
      </p:sp>
    </p:spTree>
    <p:extLst>
      <p:ext uri="{BB962C8B-B14F-4D97-AF65-F5344CB8AC3E}">
        <p14:creationId xmlns:p14="http://schemas.microsoft.com/office/powerpoint/2010/main" val="3908641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58E26F-A98C-6AEE-9CE8-ED61D6EE80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BE"/>
          </a:p>
        </p:txBody>
      </p:sp>
      <p:sp>
        <p:nvSpPr>
          <p:cNvPr id="3" name="Text Placeholder 2">
            <a:extLst>
              <a:ext uri="{FF2B5EF4-FFF2-40B4-BE49-F238E27FC236}">
                <a16:creationId xmlns:a16="http://schemas.microsoft.com/office/drawing/2014/main" id="{308C90D2-414A-6E32-4E67-3E5E6700E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Date Placeholder 3">
            <a:extLst>
              <a:ext uri="{FF2B5EF4-FFF2-40B4-BE49-F238E27FC236}">
                <a16:creationId xmlns:a16="http://schemas.microsoft.com/office/drawing/2014/main" id="{8F7FA46B-28F2-867D-FD58-368A308607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C8EEEE-FFA2-436B-B16D-3E9165489B42}" type="datetimeFigureOut">
              <a:rPr lang="nl-BE" smtClean="0"/>
              <a:t>2/10/2026</a:t>
            </a:fld>
            <a:endParaRPr lang="nl-BE"/>
          </a:p>
        </p:txBody>
      </p:sp>
      <p:sp>
        <p:nvSpPr>
          <p:cNvPr id="5" name="Footer Placeholder 4">
            <a:extLst>
              <a:ext uri="{FF2B5EF4-FFF2-40B4-BE49-F238E27FC236}">
                <a16:creationId xmlns:a16="http://schemas.microsoft.com/office/drawing/2014/main" id="{587D34FC-DB39-A0E1-0556-23186A6AAA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BE"/>
          </a:p>
        </p:txBody>
      </p:sp>
      <p:sp>
        <p:nvSpPr>
          <p:cNvPr id="6" name="Slide Number Placeholder 5">
            <a:extLst>
              <a:ext uri="{FF2B5EF4-FFF2-40B4-BE49-F238E27FC236}">
                <a16:creationId xmlns:a16="http://schemas.microsoft.com/office/drawing/2014/main" id="{0C264937-8C28-D60B-219C-63AC6B761E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072808-0B58-4753-BAA9-50F14065ED33}" type="slidenum">
              <a:rPr lang="nl-BE" smtClean="0"/>
              <a:t>‹#›</a:t>
            </a:fld>
            <a:endParaRPr lang="nl-BE"/>
          </a:p>
        </p:txBody>
      </p:sp>
    </p:spTree>
    <p:extLst>
      <p:ext uri="{BB962C8B-B14F-4D97-AF65-F5344CB8AC3E}">
        <p14:creationId xmlns:p14="http://schemas.microsoft.com/office/powerpoint/2010/main" val="3673764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code.visualstudio.com/download?_exp_download=d53503e735"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ww.anaconda.com/docs/getting-started/miniconda/main" TargetMode="Externa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hyperlink" Target="https://www.python.org/downloads/" TargetMode="External"/><Relationship Id="rId5" Type="http://schemas.openxmlformats.org/officeDocument/2006/relationships/hyperlink" Target="https://pixi.sh/latest/" TargetMode="External"/><Relationship Id="rId4" Type="http://schemas.openxmlformats.org/officeDocument/2006/relationships/hyperlink" Target="https://mamba.readthedocs.io/en/latest/installation/micromamba-installation.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repo.anaconda.com/miniconda/Miniconda3-latest-Windows-x86_64.exe%20-o%20./miniconda.ex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hyperlink" Target="https://fangohr.github.io/blog/installation-of-python-spyder-numpy-sympy-scipy-pytest-matplotlib-via-anaconda.html" TargetMode="External"/><Relationship Id="rId3" Type="http://schemas.openxmlformats.org/officeDocument/2006/relationships/hyperlink" Target="https://docs.anaconda.com/anaconda/getting-started/" TargetMode="External"/><Relationship Id="rId7" Type="http://schemas.openxmlformats.org/officeDocument/2006/relationships/hyperlink" Target="https://www.theatlantic.com/science/archive/2018/04/the-scientific-paper-is-obsolete/556676/"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yihui.name/en/2018/09/notebook-war/" TargetMode="External"/><Relationship Id="rId5" Type="http://schemas.openxmlformats.org/officeDocument/2006/relationships/hyperlink" Target="https://plot.ly/python/ipython-vs-python/" TargetMode="External"/><Relationship Id="rId4" Type="http://schemas.openxmlformats.org/officeDocument/2006/relationships/hyperlink" Target="https://realpython.com/run-python-script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realpython.com/run-python-scripts/" TargetMode="Externa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stackoverflow.com/questions/12370457/what-is-the-difference-between-python-and-ipython"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hyperlink" Target="https://www.quora.com/What-is-the-difference-between-IPython-and-Python-Why-would-I-use-IPython-instead-of-just-writing-and-running-scripts"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ipython.readthedocs.io/en/stable/interactive/magics.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docs.python.org/faq/windows.html#is-a-pyd-file-the-same-as-a-dll" TargetMode="External"/><Relationship Id="rId2" Type="http://schemas.openxmlformats.org/officeDocument/2006/relationships/hyperlink" Target="https://stackoverflow.com/questions/8822335/what-do-the-python-file-extensions-pyc-pyd-pyo-stand-for" TargetMode="Externa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code.visualstudio.com/downloa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code.visualstudio.com/docs/copilot/overview" TargetMode="External"/><Relationship Id="rId4" Type="http://schemas.openxmlformats.org/officeDocument/2006/relationships/hyperlink" Target="https://marketplace.visualstudio.com/vscode"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www.spyder-ide.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docs.spyder-ide.org/current/index.html"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jupyter.org/try-jupyter/lab/"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realpython.com/jupyter-notebook-introduction/"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ocs.anaconda.com/ae-notebooks/4.2.2/user-guide/basic-tasks/apps/jupyter/"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s://github.com/gjbex/training-material/blob/master/Python/python_intro.pptx"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youtube.com/watch?v=yjjE-MJD5TI" TargetMode="External"/><Relationship Id="rId2" Type="http://schemas.openxmlformats.org/officeDocument/2006/relationships/hyperlink" Target="https://saturncloud.io/glossary/jupyter-notebook-vs-jupyterlab/"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jupyterlab.readthedocs.io/en/stable/user/interface.html" TargetMode="Externa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7.xml.rels><?xml version="1.0" encoding="UTF-8" standalone="yes"?>
<Relationships xmlns="http://schemas.openxmlformats.org/package/2006/relationships"><Relationship Id="rId3" Type="http://schemas.openxmlformats.org/officeDocument/2006/relationships/hyperlink" Target="https://www.codecademy.com/articles/getting-started-with-jupyter"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hyperlink" Target="https://support.anaconda.com/customer/en/portal/articles/2925919-change-default-browser-in-jupyter-notebook" TargetMode="External"/><Relationship Id="rId3" Type="http://schemas.openxmlformats.org/officeDocument/2006/relationships/hyperlink" Target="https://www.dataquest.io/blog/jupyter-notebook-tips-tricks-shortcuts/" TargetMode="External"/><Relationship Id="rId7" Type="http://schemas.openxmlformats.org/officeDocument/2006/relationships/hyperlink" Target="https://stackoverflow.com/questions/35254852/how-to-change-the-jupyter-start-up-folder"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reproducible-science-curriculum.github.io/workshop-RR-Jupyter/" TargetMode="External"/><Relationship Id="rId5" Type="http://schemas.openxmlformats.org/officeDocument/2006/relationships/hyperlink" Target="https://jupyter4edu.github.io/jupyter-edu-book/" TargetMode="External"/><Relationship Id="rId4" Type="http://schemas.openxmlformats.org/officeDocument/2006/relationships/hyperlink" Target="https://www.dataquest.io/blog/jupyter-notebook-tutorial/" TargetMode="External"/><Relationship Id="rId9" Type="http://schemas.openxmlformats.org/officeDocument/2006/relationships/image" Target="../media/image4.jpg"/></Relationships>
</file>

<file path=ppt/slides/_rels/slide60.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hyperlink" Target="https://medium.com/@mjspeck/presenting-code-using-jupyter-notebook-slides-a8a3c3b59d67" TargetMode="External"/><Relationship Id="rId7" Type="http://schemas.openxmlformats.org/officeDocument/2006/relationships/image" Target="../media/image36.png"/><Relationship Id="rId2" Type="http://schemas.openxmlformats.org/officeDocument/2006/relationships/hyperlink" Target="https://dzone.com/articles/creating-presentations-with-jupyter-notebook" TargetMode="External"/><Relationship Id="rId1" Type="http://schemas.openxmlformats.org/officeDocument/2006/relationships/slideLayout" Target="../slideLayouts/slideLayout2.xml"/><Relationship Id="rId6" Type="http://schemas.openxmlformats.org/officeDocument/2006/relationships/hyperlink" Target="https://www.blog.pythonlibrary.org/2018/09/25/creating-presentations-with-jupyter-notebook/" TargetMode="External"/><Relationship Id="rId5" Type="http://schemas.openxmlformats.org/officeDocument/2006/relationships/hyperlink" Target="https://medium.com/learning-machine-learning/present-your-data-science-projects-with-jupyter-slides-75f20735eb0f" TargetMode="External"/><Relationship Id="rId4" Type="http://schemas.openxmlformats.org/officeDocument/2006/relationships/hyperlink" Target="https://janakiev.com/til/creating-slides-with-jupyter-notebook/"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towardsdatascience.com/getting-started-with-google-colab-f2fff97f594c" TargetMode="External"/><Relationship Id="rId2" Type="http://schemas.openxmlformats.org/officeDocument/2006/relationships/hyperlink" Target="https://www.geeksforgeeks.org/how-to-use-google-colab/" TargetMode="Externa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docs.python.org/3/tutorial/index.html" TargetMode="External"/><Relationship Id="rId2" Type="http://schemas.openxmlformats.org/officeDocument/2006/relationships/hyperlink" Target="https://docs.python.org/3/index.html"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docs.python.org/3/"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a:t>
            </a:r>
            <a:endParaRPr lang="nl-BE" dirty="0"/>
          </a:p>
        </p:txBody>
      </p:sp>
      <p:sp>
        <p:nvSpPr>
          <p:cNvPr id="3" name="Subtitle 2"/>
          <p:cNvSpPr>
            <a:spLocks noGrp="1"/>
          </p:cNvSpPr>
          <p:nvPr>
            <p:ph type="subTitle" idx="1"/>
          </p:nvPr>
        </p:nvSpPr>
        <p:spPr/>
        <p:txBody>
          <a:bodyPr/>
          <a:lstStyle/>
          <a:p>
            <a:r>
              <a:rPr lang="en-US" dirty="0"/>
              <a:t>Installation, environment and IDE setup</a:t>
            </a:r>
            <a:endParaRPr lang="nl-BE" dirty="0"/>
          </a:p>
        </p:txBody>
      </p:sp>
    </p:spTree>
    <p:extLst>
      <p:ext uri="{BB962C8B-B14F-4D97-AF65-F5344CB8AC3E}">
        <p14:creationId xmlns:p14="http://schemas.microsoft.com/office/powerpoint/2010/main" val="3619848797"/>
      </p:ext>
    </p:extLst>
  </p:cSld>
  <p:clrMapOvr>
    <a:masterClrMapping/>
  </p:clrMapOvr>
  <mc:AlternateContent xmlns:mc="http://schemas.openxmlformats.org/markup-compatibility/2006" xmlns:p14="http://schemas.microsoft.com/office/powerpoint/2010/main">
    <mc:Choice Requires="p14">
      <p:transition spd="slow" p14:dur="2000" advTm="16121"/>
    </mc:Choice>
    <mc:Fallback xmlns="">
      <p:transition spd="slow" advTm="1612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Environment</a:t>
            </a:r>
          </a:p>
        </p:txBody>
      </p:sp>
      <p:sp>
        <p:nvSpPr>
          <p:cNvPr id="3" name="Content Placeholder 2"/>
          <p:cNvSpPr>
            <a:spLocks noGrp="1"/>
          </p:cNvSpPr>
          <p:nvPr>
            <p:ph idx="1"/>
          </p:nvPr>
        </p:nvSpPr>
        <p:spPr>
          <a:xfrm>
            <a:off x="838200" y="1825625"/>
            <a:ext cx="5670755" cy="4351338"/>
          </a:xfrm>
          <a:solidFill>
            <a:schemeClr val="bg1"/>
          </a:solidFill>
        </p:spPr>
        <p:txBody>
          <a:bodyPr>
            <a:normAutofit fontScale="92500" lnSpcReduction="10000"/>
          </a:bodyPr>
          <a:lstStyle/>
          <a:p>
            <a:r>
              <a:rPr lang="en-US" sz="2400" dirty="0"/>
              <a:t>So many ways to setup Python</a:t>
            </a:r>
          </a:p>
          <a:p>
            <a:r>
              <a:rPr lang="en-US" sz="2400" dirty="0"/>
              <a:t>For this training, we suggest:</a:t>
            </a:r>
            <a:br>
              <a:rPr lang="en-US" sz="2400" dirty="0"/>
            </a:br>
            <a:r>
              <a:rPr lang="en-US" sz="2400" dirty="0"/>
              <a:t>- Installing </a:t>
            </a:r>
            <a:r>
              <a:rPr lang="en-US" sz="2400" dirty="0">
                <a:hlinkClick r:id="rId2"/>
              </a:rPr>
              <a:t>Microsoft Visual Studio Code</a:t>
            </a:r>
            <a:br>
              <a:rPr lang="en-US" sz="2400" dirty="0"/>
            </a:br>
            <a:r>
              <a:rPr lang="en-US" sz="2400" dirty="0"/>
              <a:t>- Installing the Jupyter extension (from Microsoft)</a:t>
            </a:r>
            <a:br>
              <a:rPr lang="en-US" sz="2400" dirty="0"/>
            </a:br>
            <a:r>
              <a:rPr lang="en-US" sz="2400" dirty="0"/>
              <a:t>- Open the View → terminal</a:t>
            </a:r>
            <a:br>
              <a:rPr lang="en-US" sz="2400" dirty="0"/>
            </a:br>
            <a:r>
              <a:rPr lang="en-US" sz="2400" dirty="0"/>
              <a:t>- Check your Python version</a:t>
            </a:r>
            <a:br>
              <a:rPr lang="en-US" sz="2400" dirty="0"/>
            </a:br>
            <a:r>
              <a:rPr lang="en-US" sz="2400" dirty="0"/>
              <a:t>   </a:t>
            </a:r>
            <a:r>
              <a:rPr lang="en-US" sz="2400" dirty="0">
                <a:latin typeface="Courier New" panose="02070309020205020404" pitchFamily="49" charset="0"/>
                <a:cs typeface="Courier New" panose="02070309020205020404" pitchFamily="49" charset="0"/>
              </a:rPr>
              <a:t>$ python --version</a:t>
            </a:r>
            <a:br>
              <a:rPr lang="en-US" sz="2400" dirty="0"/>
            </a:br>
            <a:r>
              <a:rPr lang="en-US" sz="2400" dirty="0"/>
              <a:t>- Install notebook</a:t>
            </a:r>
            <a:br>
              <a:rPr lang="en-US" sz="2400" dirty="0"/>
            </a:br>
            <a:r>
              <a:rPr lang="en-US" sz="2400" dirty="0"/>
              <a:t>   </a:t>
            </a:r>
            <a:r>
              <a:rPr lang="en-US" sz="2400" dirty="0">
                <a:latin typeface="Courier New" panose="02070309020205020404" pitchFamily="49" charset="0"/>
                <a:cs typeface="Courier New" panose="02070309020205020404" pitchFamily="49" charset="0"/>
              </a:rPr>
              <a:t>$ pip install notebook</a:t>
            </a:r>
          </a:p>
          <a:p>
            <a:r>
              <a:rPr lang="en-US" sz="2400" dirty="0">
                <a:cs typeface="Courier New" panose="02070309020205020404" pitchFamily="49" charset="0"/>
              </a:rPr>
              <a:t>Set</a:t>
            </a:r>
            <a:r>
              <a:rPr lang="en-US" sz="2400" dirty="0">
                <a:latin typeface="Courier New" panose="02070309020205020404" pitchFamily="49" charset="0"/>
                <a:cs typeface="Courier New" panose="02070309020205020404" pitchFamily="49" charset="0"/>
              </a:rPr>
              <a:t> PYTHONPATH </a:t>
            </a:r>
            <a:r>
              <a:rPr lang="en-US" sz="2400" dirty="0">
                <a:cs typeface="Courier New" panose="02070309020205020404" pitchFamily="49" charset="0"/>
              </a:rPr>
              <a:t>if needed, e.g.</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&gt;PYTHONPATH=c:\users\&lt;user&gt;\</a:t>
            </a:r>
            <a:r>
              <a:rPr lang="en-US" sz="2400" dirty="0" err="1">
                <a:latin typeface="Courier New" panose="02070309020205020404" pitchFamily="49" charset="0"/>
                <a:cs typeface="Courier New" panose="02070309020205020404" pitchFamily="49" charset="0"/>
              </a:rPr>
              <a:t>appdata</a:t>
            </a:r>
            <a:r>
              <a:rPr lang="en-US" sz="2400" dirty="0">
                <a:latin typeface="Courier New" panose="02070309020205020404" pitchFamily="49" charset="0"/>
                <a:cs typeface="Courier New" panose="02070309020205020404" pitchFamily="49" charset="0"/>
              </a:rPr>
              <a:t>\roaming\python\python312\site-packages</a:t>
            </a:r>
          </a:p>
        </p:txBody>
      </p:sp>
      <p:grpSp>
        <p:nvGrpSpPr>
          <p:cNvPr id="16" name="Group 15">
            <a:extLst>
              <a:ext uri="{FF2B5EF4-FFF2-40B4-BE49-F238E27FC236}">
                <a16:creationId xmlns:a16="http://schemas.microsoft.com/office/drawing/2014/main" id="{8B79D4B3-AD81-B490-DED4-FB5E7BCF8ABC}"/>
              </a:ext>
            </a:extLst>
          </p:cNvPr>
          <p:cNvGrpSpPr>
            <a:grpSpLocks noChangeAspect="1"/>
          </p:cNvGrpSpPr>
          <p:nvPr/>
        </p:nvGrpSpPr>
        <p:grpSpPr>
          <a:xfrm>
            <a:off x="7291037" y="171101"/>
            <a:ext cx="4604827" cy="2857500"/>
            <a:chOff x="5202936" y="1178634"/>
            <a:chExt cx="6692928" cy="4153260"/>
          </a:xfrm>
        </p:grpSpPr>
        <p:pic>
          <p:nvPicPr>
            <p:cNvPr id="8" name="Picture 7">
              <a:extLst>
                <a:ext uri="{FF2B5EF4-FFF2-40B4-BE49-F238E27FC236}">
                  <a16:creationId xmlns:a16="http://schemas.microsoft.com/office/drawing/2014/main" id="{C6306644-14D3-6BD7-9A3C-1FFA4388523D}"/>
                </a:ext>
              </a:extLst>
            </p:cNvPr>
            <p:cNvPicPr>
              <a:picLocks noChangeAspect="1"/>
            </p:cNvPicPr>
            <p:nvPr/>
          </p:nvPicPr>
          <p:blipFill>
            <a:blip r:embed="rId3"/>
            <a:stretch>
              <a:fillRect/>
            </a:stretch>
          </p:blipFill>
          <p:spPr>
            <a:xfrm>
              <a:off x="5380199" y="1178634"/>
              <a:ext cx="6515665" cy="4153260"/>
            </a:xfrm>
            <a:prstGeom prst="rect">
              <a:avLst/>
            </a:prstGeom>
          </p:spPr>
        </p:pic>
        <p:sp>
          <p:nvSpPr>
            <p:cNvPr id="9" name="Oval 8">
              <a:extLst>
                <a:ext uri="{FF2B5EF4-FFF2-40B4-BE49-F238E27FC236}">
                  <a16:creationId xmlns:a16="http://schemas.microsoft.com/office/drawing/2014/main" id="{B4CB926F-88B9-70A3-D187-1073BD2ED857}"/>
                </a:ext>
              </a:extLst>
            </p:cNvPr>
            <p:cNvSpPr/>
            <p:nvPr/>
          </p:nvSpPr>
          <p:spPr>
            <a:xfrm>
              <a:off x="5202936" y="3054096"/>
              <a:ext cx="685800" cy="457200"/>
            </a:xfrm>
            <a:prstGeom prst="ellipse">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nl-BE" dirty="0">
                <a:ln w="76200">
                  <a:solidFill>
                    <a:schemeClr val="tx1"/>
                  </a:solidFill>
                </a:ln>
              </a:endParaRPr>
            </a:p>
          </p:txBody>
        </p:sp>
        <p:sp>
          <p:nvSpPr>
            <p:cNvPr id="11" name="Oval 10">
              <a:extLst>
                <a:ext uri="{FF2B5EF4-FFF2-40B4-BE49-F238E27FC236}">
                  <a16:creationId xmlns:a16="http://schemas.microsoft.com/office/drawing/2014/main" id="{EB8D549A-7F6D-D62F-9F28-351281DA63D8}"/>
                </a:ext>
              </a:extLst>
            </p:cNvPr>
            <p:cNvSpPr/>
            <p:nvPr/>
          </p:nvSpPr>
          <p:spPr>
            <a:xfrm>
              <a:off x="5643372" y="1590104"/>
              <a:ext cx="685800" cy="457200"/>
            </a:xfrm>
            <a:prstGeom prst="ellipse">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nl-BE" dirty="0">
                <a:ln w="76200">
                  <a:solidFill>
                    <a:schemeClr val="tx1"/>
                  </a:solidFill>
                </a:ln>
              </a:endParaRPr>
            </a:p>
          </p:txBody>
        </p:sp>
        <p:sp>
          <p:nvSpPr>
            <p:cNvPr id="13" name="Oval 12">
              <a:extLst>
                <a:ext uri="{FF2B5EF4-FFF2-40B4-BE49-F238E27FC236}">
                  <a16:creationId xmlns:a16="http://schemas.microsoft.com/office/drawing/2014/main" id="{CC414254-7B9E-CA08-B4B0-1366E7218975}"/>
                </a:ext>
              </a:extLst>
            </p:cNvPr>
            <p:cNvSpPr/>
            <p:nvPr/>
          </p:nvSpPr>
          <p:spPr>
            <a:xfrm>
              <a:off x="9386054" y="1609712"/>
              <a:ext cx="1614177" cy="885341"/>
            </a:xfrm>
            <a:prstGeom prst="ellipse">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nl-BE" dirty="0">
                <a:ln w="76200">
                  <a:solidFill>
                    <a:schemeClr val="tx1"/>
                  </a:solidFill>
                </a:ln>
              </a:endParaRPr>
            </a:p>
          </p:txBody>
        </p:sp>
        <p:sp>
          <p:nvSpPr>
            <p:cNvPr id="15" name="Oval 14">
              <a:extLst>
                <a:ext uri="{FF2B5EF4-FFF2-40B4-BE49-F238E27FC236}">
                  <a16:creationId xmlns:a16="http://schemas.microsoft.com/office/drawing/2014/main" id="{FC7276F1-E308-B22C-A703-EBECB9335D5F}"/>
                </a:ext>
              </a:extLst>
            </p:cNvPr>
            <p:cNvSpPr/>
            <p:nvPr/>
          </p:nvSpPr>
          <p:spPr>
            <a:xfrm>
              <a:off x="9431774" y="2569464"/>
              <a:ext cx="685800" cy="457200"/>
            </a:xfrm>
            <a:prstGeom prst="ellipse">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nl-BE" dirty="0">
                <a:ln w="76200">
                  <a:solidFill>
                    <a:schemeClr val="tx1"/>
                  </a:solidFill>
                </a:ln>
              </a:endParaRPr>
            </a:p>
          </p:txBody>
        </p:sp>
      </p:grpSp>
      <p:pic>
        <p:nvPicPr>
          <p:cNvPr id="18" name="Picture 17">
            <a:extLst>
              <a:ext uri="{FF2B5EF4-FFF2-40B4-BE49-F238E27FC236}">
                <a16:creationId xmlns:a16="http://schemas.microsoft.com/office/drawing/2014/main" id="{63C8DC5B-5861-1875-BE9E-2BE81C031DD3}"/>
              </a:ext>
            </a:extLst>
          </p:cNvPr>
          <p:cNvPicPr>
            <a:picLocks noChangeAspect="1"/>
          </p:cNvPicPr>
          <p:nvPr/>
        </p:nvPicPr>
        <p:blipFill>
          <a:blip r:embed="rId4"/>
          <a:stretch>
            <a:fillRect/>
          </a:stretch>
        </p:blipFill>
        <p:spPr>
          <a:xfrm>
            <a:off x="7412996" y="3131165"/>
            <a:ext cx="4482868" cy="2253088"/>
          </a:xfrm>
          <a:prstGeom prst="rect">
            <a:avLst/>
          </a:prstGeom>
        </p:spPr>
      </p:pic>
      <p:pic>
        <p:nvPicPr>
          <p:cNvPr id="7" name="Picture 6">
            <a:extLst>
              <a:ext uri="{FF2B5EF4-FFF2-40B4-BE49-F238E27FC236}">
                <a16:creationId xmlns:a16="http://schemas.microsoft.com/office/drawing/2014/main" id="{0DF31994-9664-2991-FDA5-DF15B46D224A}"/>
              </a:ext>
            </a:extLst>
          </p:cNvPr>
          <p:cNvPicPr>
            <a:picLocks noChangeAspect="1"/>
          </p:cNvPicPr>
          <p:nvPr/>
        </p:nvPicPr>
        <p:blipFill>
          <a:blip r:embed="rId5"/>
          <a:stretch>
            <a:fillRect/>
          </a:stretch>
        </p:blipFill>
        <p:spPr>
          <a:xfrm>
            <a:off x="7412997" y="5489323"/>
            <a:ext cx="4482868" cy="1003552"/>
          </a:xfrm>
          <a:prstGeom prst="rect">
            <a:avLst/>
          </a:prstGeom>
        </p:spPr>
      </p:pic>
    </p:spTree>
    <p:extLst>
      <p:ext uri="{BB962C8B-B14F-4D97-AF65-F5344CB8AC3E}">
        <p14:creationId xmlns:p14="http://schemas.microsoft.com/office/powerpoint/2010/main" val="4024688066"/>
      </p:ext>
    </p:extLst>
  </p:cSld>
  <p:clrMapOvr>
    <a:masterClrMapping/>
  </p:clrMapOvr>
  <mc:AlternateContent xmlns:mc="http://schemas.openxmlformats.org/markup-compatibility/2006" xmlns:p14="http://schemas.microsoft.com/office/powerpoint/2010/main">
    <mc:Choice Requires="p14">
      <p:transition p14:dur="0" advTm="24374"/>
    </mc:Choice>
    <mc:Fallback xmlns="">
      <p:transition advTm="243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16221" x="2197100" y="1708150"/>
          <p14:tracePt t="16252" x="2051050" y="1739900"/>
          <p14:tracePt t="16262" x="2025650" y="1739900"/>
          <p14:tracePt t="16299" x="1879600" y="1758950"/>
          <p14:tracePt t="16329" x="1822450" y="1765300"/>
          <p14:tracePt t="16332" x="1790700" y="1771650"/>
          <p14:tracePt t="16339" x="1778000" y="1778000"/>
          <p14:tracePt t="16356" x="1752600" y="1790700"/>
          <p14:tracePt t="16373" x="1746250" y="1797050"/>
          <p14:tracePt t="16390" x="1733550" y="1803400"/>
          <p14:tracePt t="16407" x="1727200" y="1816100"/>
          <p14:tracePt t="16423" x="1714500" y="1828800"/>
          <p14:tracePt t="16440" x="1695450" y="1841500"/>
          <p14:tracePt t="16456" x="1676400" y="1866900"/>
          <p14:tracePt t="16462" x="1670050" y="1866900"/>
          <p14:tracePt t="16473" x="1657350" y="1885950"/>
          <p14:tracePt t="16490" x="1644650" y="1898650"/>
          <p14:tracePt t="16506" x="1638300" y="1917700"/>
          <p14:tracePt t="16510" x="1631950" y="1924050"/>
          <p14:tracePt t="16523" x="1631950" y="1930400"/>
          <p14:tracePt t="16527" x="1619250" y="1949450"/>
          <p14:tracePt t="16540" x="1619250" y="1962150"/>
          <p14:tracePt t="16556" x="1619250" y="1987550"/>
          <p14:tracePt t="16559" x="1612900" y="1993900"/>
          <p14:tracePt t="16574" x="1612900" y="2012950"/>
          <p14:tracePt t="16589" x="1612900" y="2019300"/>
          <p14:tracePt t="16606" x="1612900" y="2032000"/>
          <p14:tracePt t="16623" x="1612900" y="2051050"/>
          <p14:tracePt t="16640" x="1619250" y="2082800"/>
          <p14:tracePt t="16656" x="1631950" y="2108200"/>
          <p14:tracePt t="16673" x="1638300" y="2120900"/>
          <p14:tracePt t="16690" x="1657350" y="2139950"/>
          <p14:tracePt t="16706" x="1676400" y="2152650"/>
          <p14:tracePt t="16723" x="1695450" y="2171700"/>
          <p14:tracePt t="16740" x="1727200" y="2190750"/>
          <p14:tracePt t="16756" x="1758950" y="2216150"/>
          <p14:tracePt t="16761" x="1771650" y="2228850"/>
          <p14:tracePt t="16773" x="1784350" y="2241550"/>
          <p14:tracePt t="16790" x="1822450" y="2260600"/>
          <p14:tracePt t="16794" x="1835150" y="2279650"/>
          <p14:tracePt t="16806" x="1854200" y="2286000"/>
          <p14:tracePt t="16823" x="1905000" y="2317750"/>
          <p14:tracePt t="16840" x="1930400" y="2330450"/>
          <p14:tracePt t="16856" x="1968500" y="2349500"/>
          <p14:tracePt t="16876" x="2012950" y="2362200"/>
          <p14:tracePt t="16880" x="2032000" y="2368550"/>
          <p14:tracePt t="16890" x="2051050" y="2374900"/>
          <p14:tracePt t="16909" x="2101850" y="2393950"/>
          <p14:tracePt t="16926" x="2152650" y="2406650"/>
          <p14:tracePt t="16942" x="2209800" y="2419350"/>
          <p14:tracePt t="16956" x="2279650" y="2425700"/>
          <p14:tracePt t="16975" x="2317750" y="2425700"/>
          <p14:tracePt t="16978" x="2355850" y="2425700"/>
          <p14:tracePt t="16989" x="2362200" y="2425700"/>
          <p14:tracePt t="17007" x="2413000" y="2425700"/>
          <p14:tracePt t="17010" x="2425700" y="2425700"/>
          <p14:tracePt t="17023" x="2451100" y="2425700"/>
          <p14:tracePt t="17040" x="2501900" y="2425700"/>
          <p14:tracePt t="17043" x="2533650" y="2425700"/>
          <p14:tracePt t="17056" x="2546350" y="2425700"/>
          <p14:tracePt t="17062" x="2578100" y="2425700"/>
          <p14:tracePt t="17074" x="2616200" y="2425700"/>
          <p14:tracePt t="17089" x="2660650" y="2425700"/>
          <p14:tracePt t="17108" x="2692400" y="2425700"/>
          <p14:tracePt t="17123" x="2736850" y="2425700"/>
          <p14:tracePt t="17140" x="2781300" y="2419350"/>
          <p14:tracePt t="17156" x="2832100" y="2406650"/>
          <p14:tracePt t="17174" x="2851150" y="2400300"/>
          <p14:tracePt t="17190" x="2901950" y="2381250"/>
          <p14:tracePt t="17206" x="2921000" y="2368550"/>
          <p14:tracePt t="17223" x="2959100" y="2355850"/>
          <p14:tracePt t="17240" x="2997200" y="2330450"/>
          <p14:tracePt t="17245" x="3003550" y="2324100"/>
          <p14:tracePt t="17256" x="3009900" y="2317750"/>
          <p14:tracePt t="17273" x="3028950" y="2305050"/>
          <p14:tracePt t="17276" x="3048000" y="2286000"/>
          <p14:tracePt t="17290" x="3060700" y="2279650"/>
          <p14:tracePt t="17310" x="3079750" y="2247900"/>
          <p14:tracePt t="17324" x="3111500" y="2209800"/>
          <p14:tracePt t="17339" x="3130550" y="2184400"/>
          <p14:tracePt t="17356" x="3136900" y="2165350"/>
          <p14:tracePt t="17373" x="3143250" y="2133600"/>
          <p14:tracePt t="17389" x="3149600" y="2095500"/>
          <p14:tracePt t="17406" x="3149600" y="2082800"/>
          <p14:tracePt t="17423" x="3149600" y="2057400"/>
          <p14:tracePt t="17440" x="3155950" y="2038350"/>
          <p14:tracePt t="17456" x="3155950" y="2012950"/>
          <p14:tracePt t="17473" x="3155950" y="2000250"/>
          <p14:tracePt t="17480" x="3155950" y="1987550"/>
          <p14:tracePt t="17490" x="3155950" y="1974850"/>
          <p14:tracePt t="17506" x="3143250" y="1955800"/>
          <p14:tracePt t="17511" x="3136900" y="1943100"/>
          <p14:tracePt t="17523" x="3130550" y="1936750"/>
          <p14:tracePt t="17540" x="3117850" y="1911350"/>
          <p14:tracePt t="17543" x="3105150" y="1905000"/>
          <p14:tracePt t="17556" x="3092450" y="1892300"/>
          <p14:tracePt t="17574" x="3048000" y="1854200"/>
          <p14:tracePt t="17590" x="3016250" y="1828800"/>
          <p14:tracePt t="17606" x="2971800" y="1809750"/>
          <p14:tracePt t="17623" x="2933700" y="1790700"/>
          <p14:tracePt t="17640" x="2889250" y="1765300"/>
          <p14:tracePt t="17656" x="2838450" y="1752600"/>
          <p14:tracePt t="17673" x="2787650" y="1727200"/>
          <p14:tracePt t="17690" x="2749550" y="1720850"/>
          <p14:tracePt t="17706" x="2705100" y="1708150"/>
          <p14:tracePt t="17723" x="2647950" y="1701800"/>
          <p14:tracePt t="17739" x="2622550" y="1695450"/>
          <p14:tracePt t="17756" x="2552700" y="1695450"/>
          <p14:tracePt t="17773" x="2476500" y="1695450"/>
          <p14:tracePt t="17778" x="2444750" y="1695450"/>
          <p14:tracePt t="17790" x="2406650" y="1695450"/>
          <p14:tracePt t="17806" x="2374900" y="1695450"/>
          <p14:tracePt t="17810" x="2336800" y="1695450"/>
          <p14:tracePt t="17824" x="2266950" y="1695450"/>
          <p14:tracePt t="17839" x="2197100" y="1708150"/>
          <p14:tracePt t="17856" x="2120900" y="1714500"/>
          <p14:tracePt t="17873" x="2076450" y="1720850"/>
          <p14:tracePt t="17892" x="1993900" y="1739900"/>
          <p14:tracePt t="17906" x="1930400" y="1752600"/>
          <p14:tracePt t="17923" x="1905000" y="1758950"/>
          <p14:tracePt t="17940" x="1879600" y="1758950"/>
          <p14:tracePt t="17945" x="1873250" y="1765300"/>
          <p14:tracePt t="17957" x="1866900" y="1765300"/>
          <p14:tracePt t="17973" x="1847850" y="1771650"/>
          <p14:tracePt t="17976" x="1841500" y="1778000"/>
          <p14:tracePt t="17990" x="1835150" y="1778000"/>
          <p14:tracePt t="18007" x="1828800" y="1790700"/>
          <p14:tracePt t="18009" x="1822450" y="1790700"/>
          <p14:tracePt t="18027" x="1816100" y="1797050"/>
          <p14:tracePt t="18043" x="1816100" y="1803400"/>
          <p14:tracePt t="18056" x="1809750" y="1809750"/>
          <p14:tracePt t="18074" x="1797050" y="1828800"/>
          <p14:tracePt t="18090" x="1797050" y="1847850"/>
          <p14:tracePt t="18106" x="1790700" y="1860550"/>
          <p14:tracePt t="18123" x="1784350" y="1873250"/>
          <p14:tracePt t="18140" x="1784350" y="1879600"/>
          <p14:tracePt t="18156" x="1784350" y="1885950"/>
          <p14:tracePt t="18263" x="0" y="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E49D-8DA3-3AAB-A5EF-31FDA3457D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227F3C6-B7BC-4FD0-F1C1-8964D31A5FF4}"/>
              </a:ext>
            </a:extLst>
          </p:cNvPr>
          <p:cNvPicPr>
            <a:picLocks noChangeAspect="1"/>
          </p:cNvPicPr>
          <p:nvPr/>
        </p:nvPicPr>
        <p:blipFill rotWithShape="1">
          <a:blip r:embed="rId2"/>
          <a:srcRect l="10342" r="10940"/>
          <a:stretch/>
        </p:blipFill>
        <p:spPr>
          <a:xfrm>
            <a:off x="2469663" y="2000250"/>
            <a:ext cx="7197969" cy="2857500"/>
          </a:xfrm>
          <a:prstGeom prst="rect">
            <a:avLst/>
          </a:prstGeom>
        </p:spPr>
      </p:pic>
      <p:sp>
        <p:nvSpPr>
          <p:cNvPr id="2" name="Title 1">
            <a:extLst>
              <a:ext uri="{FF2B5EF4-FFF2-40B4-BE49-F238E27FC236}">
                <a16:creationId xmlns:a16="http://schemas.microsoft.com/office/drawing/2014/main" id="{58E243C9-DC1D-0637-8F5C-E12BABDF2AA4}"/>
              </a:ext>
            </a:extLst>
          </p:cNvPr>
          <p:cNvSpPr>
            <a:spLocks noGrp="1"/>
          </p:cNvSpPr>
          <p:nvPr>
            <p:ph type="title"/>
          </p:nvPr>
        </p:nvSpPr>
        <p:spPr/>
        <p:txBody>
          <a:bodyPr/>
          <a:lstStyle/>
          <a:p>
            <a:r>
              <a:rPr lang="en-US" dirty="0"/>
              <a:t>Installing Python – Other Approaches</a:t>
            </a:r>
          </a:p>
        </p:txBody>
      </p:sp>
      <p:sp>
        <p:nvSpPr>
          <p:cNvPr id="3" name="Content Placeholder 2">
            <a:extLst>
              <a:ext uri="{FF2B5EF4-FFF2-40B4-BE49-F238E27FC236}">
                <a16:creationId xmlns:a16="http://schemas.microsoft.com/office/drawing/2014/main" id="{41F75CBD-0CF9-99F2-FCCA-A6434DA81827}"/>
              </a:ext>
            </a:extLst>
          </p:cNvPr>
          <p:cNvSpPr>
            <a:spLocks noGrp="1"/>
          </p:cNvSpPr>
          <p:nvPr>
            <p:ph idx="1"/>
          </p:nvPr>
        </p:nvSpPr>
        <p:spPr>
          <a:solidFill>
            <a:schemeClr val="bg1"/>
          </a:solidFill>
        </p:spPr>
        <p:txBody>
          <a:bodyPr>
            <a:normAutofit/>
          </a:bodyPr>
          <a:lstStyle/>
          <a:p>
            <a:r>
              <a:rPr lang="en-US" dirty="0"/>
              <a:t>MacOS &amp; Linux: built-in Python 3 from the OS (via terminal)</a:t>
            </a:r>
            <a:br>
              <a:rPr lang="en-US" dirty="0"/>
            </a:br>
            <a:r>
              <a:rPr lang="en-US" dirty="0"/>
              <a:t>- you get older versions</a:t>
            </a:r>
            <a:br>
              <a:rPr lang="en-US" dirty="0"/>
            </a:br>
            <a:r>
              <a:rPr lang="en-US" dirty="0"/>
              <a:t>- for newer versions: do </a:t>
            </a:r>
            <a:r>
              <a:rPr lang="en-US" b="1" dirty="0"/>
              <a:t>NOT </a:t>
            </a:r>
            <a:r>
              <a:rPr lang="en-US" dirty="0"/>
              <a:t>upgrade your OS Python!</a:t>
            </a:r>
            <a:br>
              <a:rPr lang="en-US" dirty="0"/>
            </a:br>
            <a:r>
              <a:rPr lang="en-US" dirty="0"/>
              <a:t>   </a:t>
            </a:r>
            <a:r>
              <a:rPr lang="en-US" dirty="0">
                <a:hlinkClick r:id="rId3"/>
              </a:rPr>
              <a:t>(mini)Conda</a:t>
            </a:r>
            <a:br>
              <a:rPr lang="en-US" dirty="0"/>
            </a:br>
            <a:r>
              <a:rPr lang="en-US" dirty="0"/>
              <a:t>   </a:t>
            </a:r>
            <a:r>
              <a:rPr lang="en-US" dirty="0">
                <a:hlinkClick r:id="rId4"/>
              </a:rPr>
              <a:t>(micro)Mamba</a:t>
            </a:r>
            <a:br>
              <a:rPr lang="en-US" dirty="0"/>
            </a:br>
            <a:r>
              <a:rPr lang="en-US" dirty="0"/>
              <a:t>   </a:t>
            </a:r>
            <a:r>
              <a:rPr lang="en-US" dirty="0" err="1">
                <a:hlinkClick r:id="rId5"/>
              </a:rPr>
              <a:t>pixi</a:t>
            </a:r>
            <a:endParaRPr lang="en-US" dirty="0"/>
          </a:p>
          <a:p>
            <a:r>
              <a:rPr lang="en-US" dirty="0"/>
              <a:t>Windows WSL: no Python – Install </a:t>
            </a:r>
            <a:r>
              <a:rPr lang="en-US" dirty="0" err="1"/>
              <a:t>miniconda</a:t>
            </a:r>
            <a:r>
              <a:rPr lang="en-US" dirty="0"/>
              <a:t>/</a:t>
            </a:r>
            <a:r>
              <a:rPr lang="en-US" dirty="0" err="1"/>
              <a:t>micromamba</a:t>
            </a:r>
            <a:r>
              <a:rPr lang="en-US" dirty="0"/>
              <a:t>/</a:t>
            </a:r>
            <a:r>
              <a:rPr lang="en-US" dirty="0" err="1"/>
              <a:t>pixi</a:t>
            </a:r>
            <a:endParaRPr lang="en-US" dirty="0"/>
          </a:p>
          <a:p>
            <a:r>
              <a:rPr lang="en-US" dirty="0"/>
              <a:t>Windows: </a:t>
            </a:r>
            <a:br>
              <a:rPr lang="en-US" dirty="0"/>
            </a:br>
            <a:r>
              <a:rPr lang="en-US" dirty="0"/>
              <a:t>- </a:t>
            </a:r>
            <a:r>
              <a:rPr lang="en-US" dirty="0">
                <a:hlinkClick r:id="rId6"/>
              </a:rPr>
              <a:t>Download Python </a:t>
            </a:r>
            <a:r>
              <a:rPr lang="en-US" dirty="0"/>
              <a:t>(only from the official website), or</a:t>
            </a:r>
            <a:br>
              <a:rPr lang="en-US" dirty="0"/>
            </a:br>
            <a:r>
              <a:rPr lang="en-US" dirty="0"/>
              <a:t>- Install </a:t>
            </a:r>
            <a:r>
              <a:rPr lang="en-US" dirty="0" err="1"/>
              <a:t>miniconda</a:t>
            </a:r>
            <a:r>
              <a:rPr lang="en-US" dirty="0"/>
              <a:t>/</a:t>
            </a:r>
            <a:r>
              <a:rPr lang="en-US" dirty="0" err="1"/>
              <a:t>micromamba</a:t>
            </a:r>
            <a:r>
              <a:rPr lang="en-US" dirty="0"/>
              <a:t>/</a:t>
            </a:r>
            <a:r>
              <a:rPr lang="en-US" dirty="0" err="1"/>
              <a:t>pixi</a:t>
            </a:r>
            <a:r>
              <a:rPr lang="en-US" dirty="0"/>
              <a:t> (recommended)</a:t>
            </a:r>
          </a:p>
          <a:p>
            <a:endParaRPr lang="en-US" dirty="0"/>
          </a:p>
          <a:p>
            <a:pPr marL="0" indent="0">
              <a:buNone/>
            </a:pPr>
            <a:endParaRPr lang="en-US" dirty="0"/>
          </a:p>
        </p:txBody>
      </p:sp>
    </p:spTree>
    <p:extLst>
      <p:ext uri="{BB962C8B-B14F-4D97-AF65-F5344CB8AC3E}">
        <p14:creationId xmlns:p14="http://schemas.microsoft.com/office/powerpoint/2010/main" val="299322708"/>
      </p:ext>
    </p:extLst>
  </p:cSld>
  <p:clrMapOvr>
    <a:masterClrMapping/>
  </p:clrMapOvr>
  <mc:AlternateContent xmlns:mc="http://schemas.openxmlformats.org/markup-compatibility/2006" xmlns:p14="http://schemas.microsoft.com/office/powerpoint/2010/main">
    <mc:Choice Requires="p14">
      <p:transition spd="slow" p14:dur="2000" advTm="24374"/>
    </mc:Choice>
    <mc:Fallback xmlns="">
      <p:transition spd="slow" advTm="24374"/>
    </mc:Fallback>
  </mc:AlternateContent>
  <p:extLst>
    <p:ext uri="{3A86A75C-4F4B-4683-9AE1-C65F6400EC91}">
      <p14:laserTraceLst xmlns:p14="http://schemas.microsoft.com/office/powerpoint/2010/main">
        <p14:tracePtLst>
          <p14:tracePt t="16221" x="2197100" y="1708150"/>
          <p14:tracePt t="16252" x="2051050" y="1739900"/>
          <p14:tracePt t="16262" x="2025650" y="1739900"/>
          <p14:tracePt t="16299" x="1879600" y="1758950"/>
          <p14:tracePt t="16329" x="1822450" y="1765300"/>
          <p14:tracePt t="16332" x="1790700" y="1771650"/>
          <p14:tracePt t="16339" x="1778000" y="1778000"/>
          <p14:tracePt t="16356" x="1752600" y="1790700"/>
          <p14:tracePt t="16373" x="1746250" y="1797050"/>
          <p14:tracePt t="16390" x="1733550" y="1803400"/>
          <p14:tracePt t="16407" x="1727200" y="1816100"/>
          <p14:tracePt t="16423" x="1714500" y="1828800"/>
          <p14:tracePt t="16440" x="1695450" y="1841500"/>
          <p14:tracePt t="16456" x="1676400" y="1866900"/>
          <p14:tracePt t="16462" x="1670050" y="1866900"/>
          <p14:tracePt t="16473" x="1657350" y="1885950"/>
          <p14:tracePt t="16490" x="1644650" y="1898650"/>
          <p14:tracePt t="16506" x="1638300" y="1917700"/>
          <p14:tracePt t="16510" x="1631950" y="1924050"/>
          <p14:tracePt t="16523" x="1631950" y="1930400"/>
          <p14:tracePt t="16527" x="1619250" y="1949450"/>
          <p14:tracePt t="16540" x="1619250" y="1962150"/>
          <p14:tracePt t="16556" x="1619250" y="1987550"/>
          <p14:tracePt t="16559" x="1612900" y="1993900"/>
          <p14:tracePt t="16574" x="1612900" y="2012950"/>
          <p14:tracePt t="16589" x="1612900" y="2019300"/>
          <p14:tracePt t="16606" x="1612900" y="2032000"/>
          <p14:tracePt t="16623" x="1612900" y="2051050"/>
          <p14:tracePt t="16640" x="1619250" y="2082800"/>
          <p14:tracePt t="16656" x="1631950" y="2108200"/>
          <p14:tracePt t="16673" x="1638300" y="2120900"/>
          <p14:tracePt t="16690" x="1657350" y="2139950"/>
          <p14:tracePt t="16706" x="1676400" y="2152650"/>
          <p14:tracePt t="16723" x="1695450" y="2171700"/>
          <p14:tracePt t="16740" x="1727200" y="2190750"/>
          <p14:tracePt t="16756" x="1758950" y="2216150"/>
          <p14:tracePt t="16761" x="1771650" y="2228850"/>
          <p14:tracePt t="16773" x="1784350" y="2241550"/>
          <p14:tracePt t="16790" x="1822450" y="2260600"/>
          <p14:tracePt t="16794" x="1835150" y="2279650"/>
          <p14:tracePt t="16806" x="1854200" y="2286000"/>
          <p14:tracePt t="16823" x="1905000" y="2317750"/>
          <p14:tracePt t="16840" x="1930400" y="2330450"/>
          <p14:tracePt t="16856" x="1968500" y="2349500"/>
          <p14:tracePt t="16876" x="2012950" y="2362200"/>
          <p14:tracePt t="16880" x="2032000" y="2368550"/>
          <p14:tracePt t="16890" x="2051050" y="2374900"/>
          <p14:tracePt t="16909" x="2101850" y="2393950"/>
          <p14:tracePt t="16926" x="2152650" y="2406650"/>
          <p14:tracePt t="16942" x="2209800" y="2419350"/>
          <p14:tracePt t="16956" x="2279650" y="2425700"/>
          <p14:tracePt t="16975" x="2317750" y="2425700"/>
          <p14:tracePt t="16978" x="2355850" y="2425700"/>
          <p14:tracePt t="16989" x="2362200" y="2425700"/>
          <p14:tracePt t="17007" x="2413000" y="2425700"/>
          <p14:tracePt t="17010" x="2425700" y="2425700"/>
          <p14:tracePt t="17023" x="2451100" y="2425700"/>
          <p14:tracePt t="17040" x="2501900" y="2425700"/>
          <p14:tracePt t="17043" x="2533650" y="2425700"/>
          <p14:tracePt t="17056" x="2546350" y="2425700"/>
          <p14:tracePt t="17062" x="2578100" y="2425700"/>
          <p14:tracePt t="17074" x="2616200" y="2425700"/>
          <p14:tracePt t="17089" x="2660650" y="2425700"/>
          <p14:tracePt t="17108" x="2692400" y="2425700"/>
          <p14:tracePt t="17123" x="2736850" y="2425700"/>
          <p14:tracePt t="17140" x="2781300" y="2419350"/>
          <p14:tracePt t="17156" x="2832100" y="2406650"/>
          <p14:tracePt t="17174" x="2851150" y="2400300"/>
          <p14:tracePt t="17190" x="2901950" y="2381250"/>
          <p14:tracePt t="17206" x="2921000" y="2368550"/>
          <p14:tracePt t="17223" x="2959100" y="2355850"/>
          <p14:tracePt t="17240" x="2997200" y="2330450"/>
          <p14:tracePt t="17245" x="3003550" y="2324100"/>
          <p14:tracePt t="17256" x="3009900" y="2317750"/>
          <p14:tracePt t="17273" x="3028950" y="2305050"/>
          <p14:tracePt t="17276" x="3048000" y="2286000"/>
          <p14:tracePt t="17290" x="3060700" y="2279650"/>
          <p14:tracePt t="17310" x="3079750" y="2247900"/>
          <p14:tracePt t="17324" x="3111500" y="2209800"/>
          <p14:tracePt t="17339" x="3130550" y="2184400"/>
          <p14:tracePt t="17356" x="3136900" y="2165350"/>
          <p14:tracePt t="17373" x="3143250" y="2133600"/>
          <p14:tracePt t="17389" x="3149600" y="2095500"/>
          <p14:tracePt t="17406" x="3149600" y="2082800"/>
          <p14:tracePt t="17423" x="3149600" y="2057400"/>
          <p14:tracePt t="17440" x="3155950" y="2038350"/>
          <p14:tracePt t="17456" x="3155950" y="2012950"/>
          <p14:tracePt t="17473" x="3155950" y="2000250"/>
          <p14:tracePt t="17480" x="3155950" y="1987550"/>
          <p14:tracePt t="17490" x="3155950" y="1974850"/>
          <p14:tracePt t="17506" x="3143250" y="1955800"/>
          <p14:tracePt t="17511" x="3136900" y="1943100"/>
          <p14:tracePt t="17523" x="3130550" y="1936750"/>
          <p14:tracePt t="17540" x="3117850" y="1911350"/>
          <p14:tracePt t="17543" x="3105150" y="1905000"/>
          <p14:tracePt t="17556" x="3092450" y="1892300"/>
          <p14:tracePt t="17574" x="3048000" y="1854200"/>
          <p14:tracePt t="17590" x="3016250" y="1828800"/>
          <p14:tracePt t="17606" x="2971800" y="1809750"/>
          <p14:tracePt t="17623" x="2933700" y="1790700"/>
          <p14:tracePt t="17640" x="2889250" y="1765300"/>
          <p14:tracePt t="17656" x="2838450" y="1752600"/>
          <p14:tracePt t="17673" x="2787650" y="1727200"/>
          <p14:tracePt t="17690" x="2749550" y="1720850"/>
          <p14:tracePt t="17706" x="2705100" y="1708150"/>
          <p14:tracePt t="17723" x="2647950" y="1701800"/>
          <p14:tracePt t="17739" x="2622550" y="1695450"/>
          <p14:tracePt t="17756" x="2552700" y="1695450"/>
          <p14:tracePt t="17773" x="2476500" y="1695450"/>
          <p14:tracePt t="17778" x="2444750" y="1695450"/>
          <p14:tracePt t="17790" x="2406650" y="1695450"/>
          <p14:tracePt t="17806" x="2374900" y="1695450"/>
          <p14:tracePt t="17810" x="2336800" y="1695450"/>
          <p14:tracePt t="17824" x="2266950" y="1695450"/>
          <p14:tracePt t="17839" x="2197100" y="1708150"/>
          <p14:tracePt t="17856" x="2120900" y="1714500"/>
          <p14:tracePt t="17873" x="2076450" y="1720850"/>
          <p14:tracePt t="17892" x="1993900" y="1739900"/>
          <p14:tracePt t="17906" x="1930400" y="1752600"/>
          <p14:tracePt t="17923" x="1905000" y="1758950"/>
          <p14:tracePt t="17940" x="1879600" y="1758950"/>
          <p14:tracePt t="17945" x="1873250" y="1765300"/>
          <p14:tracePt t="17957" x="1866900" y="1765300"/>
          <p14:tracePt t="17973" x="1847850" y="1771650"/>
          <p14:tracePt t="17976" x="1841500" y="1778000"/>
          <p14:tracePt t="17990" x="1835150" y="1778000"/>
          <p14:tracePt t="18007" x="1828800" y="1790700"/>
          <p14:tracePt t="18009" x="1822450" y="1790700"/>
          <p14:tracePt t="18027" x="1816100" y="1797050"/>
          <p14:tracePt t="18043" x="1816100" y="1803400"/>
          <p14:tracePt t="18056" x="1809750" y="1809750"/>
          <p14:tracePt t="18074" x="1797050" y="1828800"/>
          <p14:tracePt t="18090" x="1797050" y="1847850"/>
          <p14:tracePt t="18106" x="1790700" y="1860550"/>
          <p14:tracePt t="18123" x="1784350" y="1873250"/>
          <p14:tracePt t="18140" x="1784350" y="1879600"/>
          <p14:tracePt t="18156" x="1784350" y="1885950"/>
          <p14:tracePt t="18263" x="0" y="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CEFCA-0031-BDC1-DB21-7C3AA37A1954}"/>
              </a:ext>
            </a:extLst>
          </p:cNvPr>
          <p:cNvSpPr>
            <a:spLocks noGrp="1"/>
          </p:cNvSpPr>
          <p:nvPr>
            <p:ph type="title"/>
          </p:nvPr>
        </p:nvSpPr>
        <p:spPr/>
        <p:txBody>
          <a:bodyPr/>
          <a:lstStyle/>
          <a:p>
            <a:r>
              <a:rPr lang="en-US" dirty="0" err="1"/>
              <a:t>Miniconda</a:t>
            </a:r>
            <a:r>
              <a:rPr lang="en-US" dirty="0"/>
              <a:t> Installation (MacOS &amp; Linux)</a:t>
            </a:r>
            <a:endParaRPr lang="nl-BE" dirty="0"/>
          </a:p>
        </p:txBody>
      </p:sp>
      <p:sp>
        <p:nvSpPr>
          <p:cNvPr id="3" name="Content Placeholder 2">
            <a:extLst>
              <a:ext uri="{FF2B5EF4-FFF2-40B4-BE49-F238E27FC236}">
                <a16:creationId xmlns:a16="http://schemas.microsoft.com/office/drawing/2014/main" id="{5AD3BF43-6314-E06D-83A8-B7E875F95BB2}"/>
              </a:ext>
            </a:extLst>
          </p:cNvPr>
          <p:cNvSpPr>
            <a:spLocks noGrp="1"/>
          </p:cNvSpPr>
          <p:nvPr>
            <p:ph idx="1"/>
          </p:nvPr>
        </p:nvSpPr>
        <p:spPr>
          <a:xfrm>
            <a:off x="838200" y="1825625"/>
            <a:ext cx="10515600" cy="2648052"/>
          </a:xfrm>
        </p:spPr>
        <p:txBody>
          <a:bodyPr>
            <a:normAutofit/>
          </a:bodyPr>
          <a:lstStyle/>
          <a:p>
            <a:r>
              <a:rPr lang="en-US" dirty="0"/>
              <a:t>Open your terminal -&gt; </a:t>
            </a:r>
            <a:r>
              <a:rPr lang="en-US" dirty="0">
                <a:latin typeface="Courier New" panose="02070309020205020404" pitchFamily="49" charset="0"/>
                <a:cs typeface="Courier New" panose="02070309020205020404" pitchFamily="49" charset="0"/>
              </a:rPr>
              <a:t>cd</a:t>
            </a:r>
            <a:r>
              <a:rPr lang="en-US" dirty="0"/>
              <a:t> to a temp directory</a:t>
            </a:r>
          </a:p>
          <a:p>
            <a:pPr marL="0" indent="0">
              <a:buNone/>
            </a:pPr>
            <a:r>
              <a:rPr lang="nl-BE" sz="2200" dirty="0" err="1">
                <a:latin typeface="Courier New" panose="02070309020205020404" pitchFamily="49" charset="0"/>
                <a:cs typeface="Courier New" panose="02070309020205020404" pitchFamily="49" charset="0"/>
              </a:rPr>
              <a:t>wget</a:t>
            </a:r>
            <a:r>
              <a:rPr lang="nl-BE" sz="2200" dirty="0">
                <a:latin typeface="Courier New" panose="02070309020205020404" pitchFamily="49" charset="0"/>
                <a:cs typeface="Courier New" panose="02070309020205020404" pitchFamily="49" charset="0"/>
              </a:rPr>
              <a:t> https://repo.continuum.io/miniconda/Miniconda3-latest-Linux-x86_64.sh</a:t>
            </a:r>
          </a:p>
          <a:p>
            <a:pPr marL="0" indent="0">
              <a:buNone/>
            </a:pPr>
            <a:r>
              <a:rPr lang="nl-BE" sz="2200" dirty="0">
                <a:latin typeface="Courier New" panose="02070309020205020404" pitchFamily="49" charset="0"/>
                <a:cs typeface="Courier New" panose="02070309020205020404" pitchFamily="49" charset="0"/>
              </a:rPr>
              <a:t>DIR_INSTALL=/</a:t>
            </a:r>
            <a:r>
              <a:rPr lang="nl-BE" sz="2200" dirty="0" err="1">
                <a:latin typeface="Courier New" panose="02070309020205020404" pitchFamily="49" charset="0"/>
                <a:cs typeface="Courier New" panose="02070309020205020404" pitchFamily="49" charset="0"/>
              </a:rPr>
              <a:t>path</a:t>
            </a:r>
            <a:r>
              <a:rPr lang="nl-BE" sz="2200" dirty="0">
                <a:latin typeface="Courier New" panose="02070309020205020404" pitchFamily="49" charset="0"/>
                <a:cs typeface="Courier New" panose="02070309020205020404" pitchFamily="49" charset="0"/>
              </a:rPr>
              <a:t>/</a:t>
            </a:r>
            <a:r>
              <a:rPr lang="nl-BE" sz="2200" dirty="0" err="1">
                <a:latin typeface="Courier New" panose="02070309020205020404" pitchFamily="49" charset="0"/>
                <a:cs typeface="Courier New" panose="02070309020205020404" pitchFamily="49" charset="0"/>
              </a:rPr>
              <a:t>to</a:t>
            </a:r>
            <a:r>
              <a:rPr lang="nl-BE" sz="2200" dirty="0">
                <a:latin typeface="Courier New" panose="02070309020205020404" pitchFamily="49" charset="0"/>
                <a:cs typeface="Courier New" panose="02070309020205020404" pitchFamily="49" charset="0"/>
              </a:rPr>
              <a:t>/</a:t>
            </a:r>
            <a:r>
              <a:rPr lang="nl-BE" sz="2200" dirty="0" err="1">
                <a:latin typeface="Courier New" panose="02070309020205020404" pitchFamily="49" charset="0"/>
                <a:cs typeface="Courier New" panose="02070309020205020404" pitchFamily="49" charset="0"/>
              </a:rPr>
              <a:t>my</a:t>
            </a:r>
            <a:r>
              <a:rPr lang="nl-BE" sz="2200" dirty="0">
                <a:latin typeface="Courier New" panose="02070309020205020404" pitchFamily="49" charset="0"/>
                <a:cs typeface="Courier New" panose="02070309020205020404" pitchFamily="49" charset="0"/>
              </a:rPr>
              <a:t>/</a:t>
            </a:r>
            <a:r>
              <a:rPr lang="nl-BE" sz="2200" dirty="0" err="1">
                <a:latin typeface="Courier New" panose="02070309020205020404" pitchFamily="49" charset="0"/>
                <a:cs typeface="Courier New" panose="02070309020205020404" pitchFamily="49" charset="0"/>
              </a:rPr>
              <a:t>local</a:t>
            </a:r>
            <a:r>
              <a:rPr lang="nl-BE" sz="2200" dirty="0">
                <a:latin typeface="Courier New" panose="02070309020205020404" pitchFamily="49" charset="0"/>
                <a:cs typeface="Courier New" panose="02070309020205020404" pitchFamily="49" charset="0"/>
              </a:rPr>
              <a:t>/</a:t>
            </a:r>
            <a:r>
              <a:rPr lang="nl-BE" sz="2200" dirty="0" err="1">
                <a:latin typeface="Courier New" panose="02070309020205020404" pitchFamily="49" charset="0"/>
                <a:cs typeface="Courier New" panose="02070309020205020404" pitchFamily="49" charset="0"/>
              </a:rPr>
              <a:t>appdir</a:t>
            </a:r>
            <a:endParaRPr lang="nl-BE" sz="2200" dirty="0">
              <a:latin typeface="Courier New" panose="02070309020205020404" pitchFamily="49" charset="0"/>
              <a:cs typeface="Courier New" panose="02070309020205020404" pitchFamily="49" charset="0"/>
            </a:endParaRPr>
          </a:p>
          <a:p>
            <a:pPr marL="0" indent="0">
              <a:buNone/>
            </a:pPr>
            <a:r>
              <a:rPr lang="it-IT" sz="2200" dirty="0" err="1">
                <a:latin typeface="Courier New" panose="02070309020205020404" pitchFamily="49" charset="0"/>
                <a:cs typeface="Courier New" panose="02070309020205020404" pitchFamily="49" charset="0"/>
              </a:rPr>
              <a:t>bash</a:t>
            </a:r>
            <a:r>
              <a:rPr lang="it-IT" sz="2200" dirty="0">
                <a:latin typeface="Courier New" panose="02070309020205020404" pitchFamily="49" charset="0"/>
                <a:cs typeface="Courier New" panose="02070309020205020404" pitchFamily="49" charset="0"/>
              </a:rPr>
              <a:t> Miniconda3-latest-Linux-x86_64.sh -b –p ${DIR_INSTALL}</a:t>
            </a:r>
            <a:br>
              <a:rPr lang="it-IT" sz="2200" dirty="0">
                <a:latin typeface="Courier New" panose="02070309020205020404" pitchFamily="49" charset="0"/>
                <a:cs typeface="Courier New" panose="02070309020205020404" pitchFamily="49" charset="0"/>
              </a:rPr>
            </a:br>
            <a:r>
              <a:rPr lang="it-IT" sz="2200" dirty="0" err="1">
                <a:latin typeface="Courier New" panose="02070309020205020404" pitchFamily="49" charset="0"/>
                <a:cs typeface="Courier New" panose="02070309020205020404" pitchFamily="49" charset="0"/>
              </a:rPr>
              <a:t>rm</a:t>
            </a:r>
            <a:r>
              <a:rPr lang="it-IT" sz="2200" dirty="0">
                <a:latin typeface="Courier New" panose="02070309020205020404" pitchFamily="49" charset="0"/>
                <a:cs typeface="Courier New" panose="02070309020205020404" pitchFamily="49" charset="0"/>
              </a:rPr>
              <a:t> –f Miniconda3-latest-Linux-x86_64.sh</a:t>
            </a:r>
          </a:p>
        </p:txBody>
      </p:sp>
    </p:spTree>
    <p:extLst>
      <p:ext uri="{BB962C8B-B14F-4D97-AF65-F5344CB8AC3E}">
        <p14:creationId xmlns:p14="http://schemas.microsoft.com/office/powerpoint/2010/main" val="893322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BE809-1CFD-399A-86C5-A96A351949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42A3C-3243-D05C-7143-5BE27DCFFA59}"/>
              </a:ext>
            </a:extLst>
          </p:cNvPr>
          <p:cNvSpPr>
            <a:spLocks noGrp="1"/>
          </p:cNvSpPr>
          <p:nvPr>
            <p:ph type="title"/>
          </p:nvPr>
        </p:nvSpPr>
        <p:spPr/>
        <p:txBody>
          <a:bodyPr/>
          <a:lstStyle/>
          <a:p>
            <a:r>
              <a:rPr lang="en-US" dirty="0" err="1"/>
              <a:t>Miniconda</a:t>
            </a:r>
            <a:r>
              <a:rPr lang="en-US" dirty="0"/>
              <a:t> Installation (Windows)</a:t>
            </a:r>
            <a:endParaRPr lang="nl-BE" dirty="0"/>
          </a:p>
        </p:txBody>
      </p:sp>
      <p:sp>
        <p:nvSpPr>
          <p:cNvPr id="3" name="Content Placeholder 2">
            <a:extLst>
              <a:ext uri="{FF2B5EF4-FFF2-40B4-BE49-F238E27FC236}">
                <a16:creationId xmlns:a16="http://schemas.microsoft.com/office/drawing/2014/main" id="{B1637030-1950-64DB-73BE-2A27D34A064B}"/>
              </a:ext>
            </a:extLst>
          </p:cNvPr>
          <p:cNvSpPr>
            <a:spLocks noGrp="1"/>
          </p:cNvSpPr>
          <p:nvPr>
            <p:ph idx="1"/>
          </p:nvPr>
        </p:nvSpPr>
        <p:spPr/>
        <p:txBody>
          <a:bodyPr/>
          <a:lstStyle/>
          <a:p>
            <a:r>
              <a:rPr lang="en-US" dirty="0"/>
              <a:t>Open file browser -&gt; go to a temp directory</a:t>
            </a:r>
          </a:p>
          <a:p>
            <a:r>
              <a:rPr lang="en-US" dirty="0"/>
              <a:t>Right click -&gt; Open in Terminal</a:t>
            </a:r>
          </a:p>
          <a:p>
            <a:r>
              <a:rPr lang="en-US" dirty="0"/>
              <a:t>In PowerShell: </a:t>
            </a:r>
            <a:br>
              <a:rPr lang="en-US" dirty="0"/>
            </a:br>
            <a:r>
              <a:rPr lang="en-US" sz="2400" dirty="0">
                <a:latin typeface="Courier New" panose="02070309020205020404" pitchFamily="49" charset="0"/>
                <a:cs typeface="Courier New" panose="02070309020205020404" pitchFamily="49" charset="0"/>
              </a:rPr>
              <a:t>curl </a:t>
            </a:r>
            <a:r>
              <a:rPr lang="en-US" sz="2400" dirty="0">
                <a:latin typeface="Courier New" panose="02070309020205020404" pitchFamily="49" charset="0"/>
                <a:cs typeface="Courier New" panose="02070309020205020404" pitchFamily="49" charset="0"/>
                <a:hlinkClick r:id="rId2"/>
              </a:rPr>
              <a:t>https://repo.anaconda.com/miniconda/Miniconda3-latest-Windows-x86_64.exe -o .\miniconda.exe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.\miniconda.exe</a:t>
            </a:r>
            <a:br>
              <a:rPr lang="en-US" sz="2400" dirty="0">
                <a:latin typeface="Courier New" panose="02070309020205020404" pitchFamily="49" charset="0"/>
                <a:cs typeface="Courier New" panose="02070309020205020404" pitchFamily="49" charset="0"/>
              </a:rPr>
            </a:br>
            <a:r>
              <a:rPr lang="en-US" sz="2400" dirty="0">
                <a:latin typeface="Courier New" panose="02070309020205020404" pitchFamily="49" charset="0"/>
                <a:cs typeface="Courier New" panose="02070309020205020404" pitchFamily="49" charset="0"/>
              </a:rPr>
              <a:t>del .\miniconda.exe       # delete once done</a:t>
            </a:r>
          </a:p>
          <a:p>
            <a:r>
              <a:rPr lang="en-US" dirty="0"/>
              <a:t>Choose an installation folder, e.g. </a:t>
            </a:r>
            <a:r>
              <a:rPr lang="en-US" sz="2400" dirty="0">
                <a:latin typeface="Courier New" panose="02070309020205020404" pitchFamily="49" charset="0"/>
                <a:cs typeface="Courier New" panose="02070309020205020404" pitchFamily="49" charset="0"/>
              </a:rPr>
              <a:t>C:\Workdir\myapps\miniconda</a:t>
            </a:r>
          </a:p>
          <a:p>
            <a:r>
              <a:rPr lang="nl-BE" dirty="0" err="1">
                <a:cs typeface="Courier New" panose="02070309020205020404" pitchFamily="49" charset="0"/>
              </a:rPr>
              <a:t>Choose</a:t>
            </a:r>
            <a:r>
              <a:rPr lang="nl-BE" dirty="0">
                <a:cs typeface="Courier New" panose="02070309020205020404" pitchFamily="49" charset="0"/>
              </a:rPr>
              <a:t> </a:t>
            </a:r>
            <a:r>
              <a:rPr lang="nl-BE" dirty="0" err="1">
                <a:cs typeface="Courier New" panose="02070309020205020404" pitchFamily="49" charset="0"/>
              </a:rPr>
              <a:t>install</a:t>
            </a:r>
            <a:r>
              <a:rPr lang="nl-BE" dirty="0">
                <a:cs typeface="Courier New" panose="02070309020205020404" pitchFamily="49" charset="0"/>
              </a:rPr>
              <a:t> options, </a:t>
            </a:r>
            <a:r>
              <a:rPr lang="nl-BE" dirty="0" err="1">
                <a:cs typeface="Courier New" panose="02070309020205020404" pitchFamily="49" charset="0"/>
              </a:rPr>
              <a:t>specially</a:t>
            </a:r>
            <a:r>
              <a:rPr lang="nl-BE" dirty="0">
                <a:cs typeface="Courier New" panose="02070309020205020404" pitchFamily="49" charset="0"/>
              </a:rPr>
              <a:t> ‘</a:t>
            </a:r>
            <a:r>
              <a:rPr lang="nl-BE" dirty="0" err="1">
                <a:cs typeface="Courier New" panose="02070309020205020404" pitchFamily="49" charset="0"/>
              </a:rPr>
              <a:t>Add</a:t>
            </a:r>
            <a:r>
              <a:rPr lang="nl-BE" dirty="0">
                <a:cs typeface="Courier New" panose="02070309020205020404" pitchFamily="49" charset="0"/>
              </a:rPr>
              <a:t> Anaconda </a:t>
            </a:r>
            <a:r>
              <a:rPr lang="nl-BE" dirty="0" err="1">
                <a:cs typeface="Courier New" panose="02070309020205020404" pitchFamily="49" charset="0"/>
              </a:rPr>
              <a:t>to</a:t>
            </a:r>
            <a:r>
              <a:rPr lang="nl-BE" dirty="0">
                <a:cs typeface="Courier New" panose="02070309020205020404" pitchFamily="49" charset="0"/>
              </a:rPr>
              <a:t> </a:t>
            </a:r>
            <a:r>
              <a:rPr lang="nl-BE" dirty="0" err="1">
                <a:cs typeface="Courier New" panose="02070309020205020404" pitchFamily="49" charset="0"/>
              </a:rPr>
              <a:t>my</a:t>
            </a:r>
            <a:r>
              <a:rPr lang="nl-BE" dirty="0">
                <a:cs typeface="Courier New" panose="02070309020205020404" pitchFamily="49" charset="0"/>
              </a:rPr>
              <a:t> </a:t>
            </a:r>
            <a:r>
              <a:rPr lang="nl-BE" b="1" dirty="0">
                <a:cs typeface="Courier New" panose="02070309020205020404" pitchFamily="49" charset="0"/>
              </a:rPr>
              <a:t>PATH</a:t>
            </a:r>
            <a:r>
              <a:rPr lang="nl-BE" dirty="0">
                <a:cs typeface="Courier New" panose="02070309020205020404" pitchFamily="49" charset="0"/>
              </a:rPr>
              <a:t> …’</a:t>
            </a:r>
          </a:p>
        </p:txBody>
      </p:sp>
    </p:spTree>
    <p:extLst>
      <p:ext uri="{BB962C8B-B14F-4D97-AF65-F5344CB8AC3E}">
        <p14:creationId xmlns:p14="http://schemas.microsoft.com/office/powerpoint/2010/main" val="2076233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1ACAF-D26A-C2D4-5E17-3DE5997CFB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773872-AD1D-72CC-5E61-781648F6C33B}"/>
              </a:ext>
            </a:extLst>
          </p:cNvPr>
          <p:cNvSpPr>
            <a:spLocks noGrp="1"/>
          </p:cNvSpPr>
          <p:nvPr>
            <p:ph type="title"/>
          </p:nvPr>
        </p:nvSpPr>
        <p:spPr/>
        <p:txBody>
          <a:bodyPr/>
          <a:lstStyle/>
          <a:p>
            <a:r>
              <a:rPr lang="en-US" dirty="0" err="1"/>
              <a:t>Miniconda</a:t>
            </a:r>
            <a:r>
              <a:rPr lang="en-US" dirty="0"/>
              <a:t> Installation (Windows)</a:t>
            </a:r>
            <a:endParaRPr lang="nl-BE" dirty="0"/>
          </a:p>
        </p:txBody>
      </p:sp>
      <p:sp>
        <p:nvSpPr>
          <p:cNvPr id="3" name="Content Placeholder 2">
            <a:extLst>
              <a:ext uri="{FF2B5EF4-FFF2-40B4-BE49-F238E27FC236}">
                <a16:creationId xmlns:a16="http://schemas.microsoft.com/office/drawing/2014/main" id="{C6295F0A-D3B7-8247-816F-F2098013AF84}"/>
              </a:ext>
            </a:extLst>
          </p:cNvPr>
          <p:cNvSpPr>
            <a:spLocks noGrp="1"/>
          </p:cNvSpPr>
          <p:nvPr>
            <p:ph idx="1"/>
          </p:nvPr>
        </p:nvSpPr>
        <p:spPr/>
        <p:txBody>
          <a:bodyPr>
            <a:normAutofit lnSpcReduction="10000"/>
          </a:bodyPr>
          <a:lstStyle/>
          <a:p>
            <a:r>
              <a:rPr lang="en-US" dirty="0"/>
              <a:t>Open PowerShell and try: </a:t>
            </a: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–version</a:t>
            </a:r>
            <a:br>
              <a:rPr lang="en-US" dirty="0"/>
            </a:br>
            <a:r>
              <a:rPr lang="en-US" dirty="0"/>
              <a:t>if it works: </a:t>
            </a: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init</a:t>
            </a: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powershell</a:t>
            </a:r>
            <a:endParaRPr lang="en-US" sz="2200" dirty="0">
              <a:latin typeface="Courier New" panose="02070309020205020404" pitchFamily="49" charset="0"/>
              <a:cs typeface="Courier New" panose="02070309020205020404" pitchFamily="49" charset="0"/>
            </a:endParaRPr>
          </a:p>
          <a:p>
            <a:r>
              <a:rPr lang="en-US" dirty="0">
                <a:solidFill>
                  <a:schemeClr val="tx2">
                    <a:lumMod val="50000"/>
                    <a:lumOff val="50000"/>
                  </a:schemeClr>
                </a:solidFill>
                <a:cs typeface="Courier New" panose="02070309020205020404" pitchFamily="49" charset="0"/>
              </a:rPr>
              <a:t>[Troubleshooting]</a:t>
            </a:r>
            <a:r>
              <a:rPr lang="en-US" dirty="0">
                <a:cs typeface="Courier New" panose="02070309020205020404" pitchFamily="49" charset="0"/>
              </a:rPr>
              <a:t>:</a:t>
            </a:r>
          </a:p>
          <a:p>
            <a:r>
              <a:rPr lang="en-US" dirty="0">
                <a:cs typeface="Courier New" panose="02070309020205020404" pitchFamily="49" charset="0"/>
              </a:rPr>
              <a:t>Elevate privileges to administrator</a:t>
            </a:r>
          </a:p>
          <a:p>
            <a:r>
              <a:rPr lang="nl-BE" sz="2400" dirty="0">
                <a:latin typeface="Courier New" panose="02070309020205020404" pitchFamily="49" charset="0"/>
                <a:cs typeface="Courier New" panose="02070309020205020404" pitchFamily="49" charset="0"/>
              </a:rPr>
              <a:t>Set-</a:t>
            </a:r>
            <a:r>
              <a:rPr lang="nl-BE" sz="2400" dirty="0" err="1">
                <a:latin typeface="Courier New" panose="02070309020205020404" pitchFamily="49" charset="0"/>
                <a:cs typeface="Courier New" panose="02070309020205020404" pitchFamily="49" charset="0"/>
              </a:rPr>
              <a:t>ExecutionPolicy</a:t>
            </a:r>
            <a:r>
              <a:rPr lang="nl-BE" sz="2400" dirty="0">
                <a:latin typeface="Courier New" panose="02070309020205020404" pitchFamily="49" charset="0"/>
                <a:cs typeface="Courier New" panose="02070309020205020404" pitchFamily="49" charset="0"/>
              </a:rPr>
              <a:t> </a:t>
            </a:r>
            <a:r>
              <a:rPr lang="nl-BE" sz="2400" dirty="0" err="1">
                <a:latin typeface="Courier New" panose="02070309020205020404" pitchFamily="49" charset="0"/>
                <a:cs typeface="Courier New" panose="02070309020205020404" pitchFamily="49" charset="0"/>
              </a:rPr>
              <a:t>RemoteSigned</a:t>
            </a:r>
            <a:r>
              <a:rPr lang="nl-BE" sz="2400" dirty="0">
                <a:latin typeface="Courier New" panose="02070309020205020404" pitchFamily="49" charset="0"/>
                <a:cs typeface="Courier New" panose="02070309020205020404" pitchFamily="49" charset="0"/>
              </a:rPr>
              <a:t> -Scope </a:t>
            </a:r>
            <a:r>
              <a:rPr lang="nl-BE" sz="2400" dirty="0" err="1">
                <a:latin typeface="Courier New" panose="02070309020205020404" pitchFamily="49" charset="0"/>
                <a:cs typeface="Courier New" panose="02070309020205020404" pitchFamily="49" charset="0"/>
              </a:rPr>
              <a:t>CurrentUser</a:t>
            </a:r>
            <a:endParaRPr lang="nl-BE" sz="2400" dirty="0">
              <a:latin typeface="Courier New" panose="02070309020205020404" pitchFamily="49" charset="0"/>
              <a:cs typeface="Courier New" panose="02070309020205020404" pitchFamily="49" charset="0"/>
            </a:endParaRPr>
          </a:p>
          <a:p>
            <a:r>
              <a:rPr lang="nl-BE" sz="2400" dirty="0">
                <a:latin typeface="Courier New" panose="02070309020205020404" pitchFamily="49" charset="0"/>
                <a:cs typeface="Courier New" panose="02070309020205020404" pitchFamily="49" charset="0"/>
              </a:rPr>
              <a:t>Get-</a:t>
            </a:r>
            <a:r>
              <a:rPr lang="nl-BE" sz="2400" dirty="0" err="1">
                <a:latin typeface="Courier New" panose="02070309020205020404" pitchFamily="49" charset="0"/>
                <a:cs typeface="Courier New" panose="02070309020205020404" pitchFamily="49" charset="0"/>
              </a:rPr>
              <a:t>ExecutionPolicy</a:t>
            </a:r>
            <a:r>
              <a:rPr lang="nl-BE" sz="2400" dirty="0">
                <a:latin typeface="Courier New" panose="02070309020205020404" pitchFamily="49" charset="0"/>
                <a:cs typeface="Courier New" panose="02070309020205020404" pitchFamily="49" charset="0"/>
              </a:rPr>
              <a:t> –List</a:t>
            </a:r>
          </a:p>
          <a:p>
            <a:r>
              <a:rPr lang="nl-BE" sz="2400" dirty="0" err="1">
                <a:latin typeface="Courier New" panose="02070309020205020404" pitchFamily="49" charset="0"/>
                <a:cs typeface="Courier New" panose="02070309020205020404" pitchFamily="49" charset="0"/>
              </a:rPr>
              <a:t>notepad</a:t>
            </a:r>
            <a:r>
              <a:rPr lang="nl-BE" sz="2400" dirty="0">
                <a:latin typeface="Courier New" panose="02070309020205020404" pitchFamily="49" charset="0"/>
                <a:cs typeface="Courier New" panose="02070309020205020404" pitchFamily="49" charset="0"/>
              </a:rPr>
              <a:t> $PROFILE</a:t>
            </a:r>
          </a:p>
          <a:p>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env:Path</a:t>
            </a:r>
            <a:r>
              <a:rPr lang="nl-BE" sz="2400" dirty="0">
                <a:latin typeface="Courier New" panose="02070309020205020404" pitchFamily="49" charset="0"/>
                <a:cs typeface="Courier New" panose="02070309020205020404" pitchFamily="49" charset="0"/>
              </a:rPr>
              <a:t> += ";C:\</a:t>
            </a:r>
            <a:r>
              <a:rPr lang="nl-BE" sz="2400" dirty="0" err="1">
                <a:latin typeface="Courier New" panose="02070309020205020404" pitchFamily="49" charset="0"/>
                <a:cs typeface="Courier New" panose="02070309020205020404" pitchFamily="49" charset="0"/>
              </a:rPr>
              <a:t>Workdir</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myapps</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miniconda;C</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Workdir</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myapps</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miniconda</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Scripts;C</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Workdir</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myapps</a:t>
            </a:r>
            <a:r>
              <a:rPr lang="nl-BE" sz="2400" dirty="0">
                <a:latin typeface="Courier New" panose="02070309020205020404" pitchFamily="49" charset="0"/>
                <a:cs typeface="Courier New" panose="02070309020205020404" pitchFamily="49" charset="0"/>
              </a:rPr>
              <a:t>\</a:t>
            </a:r>
            <a:r>
              <a:rPr lang="nl-BE" sz="2400" dirty="0" err="1">
                <a:latin typeface="Courier New" panose="02070309020205020404" pitchFamily="49" charset="0"/>
                <a:cs typeface="Courier New" panose="02070309020205020404" pitchFamily="49" charset="0"/>
              </a:rPr>
              <a:t>miniconda</a:t>
            </a:r>
            <a:r>
              <a:rPr lang="nl-BE" sz="2400" dirty="0">
                <a:latin typeface="Courier New" panose="02070309020205020404" pitchFamily="49" charset="0"/>
                <a:cs typeface="Courier New" panose="02070309020205020404" pitchFamily="49" charset="0"/>
              </a:rPr>
              <a:t>\Library\bin"</a:t>
            </a:r>
          </a:p>
        </p:txBody>
      </p:sp>
    </p:spTree>
    <p:extLst>
      <p:ext uri="{BB962C8B-B14F-4D97-AF65-F5344CB8AC3E}">
        <p14:creationId xmlns:p14="http://schemas.microsoft.com/office/powerpoint/2010/main" val="846928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AFB16-31F1-FA44-9116-BE2D9DE18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F8A51-B787-690F-8C97-E84EE84A56DC}"/>
              </a:ext>
            </a:extLst>
          </p:cNvPr>
          <p:cNvSpPr>
            <a:spLocks noGrp="1"/>
          </p:cNvSpPr>
          <p:nvPr>
            <p:ph type="title"/>
          </p:nvPr>
        </p:nvSpPr>
        <p:spPr/>
        <p:txBody>
          <a:bodyPr/>
          <a:lstStyle/>
          <a:p>
            <a:r>
              <a:rPr lang="en-US" dirty="0" err="1"/>
              <a:t>Miniconda</a:t>
            </a:r>
            <a:r>
              <a:rPr lang="en-US" dirty="0"/>
              <a:t> Environment Management</a:t>
            </a:r>
            <a:endParaRPr lang="nl-BE" dirty="0"/>
          </a:p>
        </p:txBody>
      </p:sp>
      <p:sp>
        <p:nvSpPr>
          <p:cNvPr id="3" name="Content Placeholder 2">
            <a:extLst>
              <a:ext uri="{FF2B5EF4-FFF2-40B4-BE49-F238E27FC236}">
                <a16:creationId xmlns:a16="http://schemas.microsoft.com/office/drawing/2014/main" id="{4E03274E-4440-688C-8925-3D73ADF4E7ED}"/>
              </a:ext>
            </a:extLst>
          </p:cNvPr>
          <p:cNvSpPr>
            <a:spLocks noGrp="1"/>
          </p:cNvSpPr>
          <p:nvPr>
            <p:ph idx="1"/>
          </p:nvPr>
        </p:nvSpPr>
        <p:spPr/>
        <p:txBody>
          <a:bodyPr/>
          <a:lstStyle/>
          <a:p>
            <a:r>
              <a:rPr lang="en-US" dirty="0">
                <a:cs typeface="Courier New" panose="02070309020205020404" pitchFamily="49" charset="0"/>
              </a:rPr>
              <a:t>You can reproduce your work by using the same environment</a:t>
            </a:r>
          </a:p>
          <a:p>
            <a:r>
              <a:rPr lang="en-US" dirty="0">
                <a:cs typeface="Courier New" panose="02070309020205020404" pitchFamily="49" charset="0"/>
              </a:rPr>
              <a:t>You can share your environment with the world to reproduce your results</a:t>
            </a:r>
          </a:p>
          <a:p>
            <a:r>
              <a:rPr lang="en-US" dirty="0"/>
              <a:t>Create a new environment for a new project</a:t>
            </a:r>
          </a:p>
          <a:p>
            <a:r>
              <a:rPr lang="en-US" dirty="0">
                <a:cs typeface="Courier New" panose="02070309020205020404" pitchFamily="49" charset="0"/>
              </a:rPr>
              <a:t>Create a new environment to update package versions</a:t>
            </a:r>
          </a:p>
          <a:p>
            <a:r>
              <a:rPr lang="en-US" dirty="0">
                <a:cs typeface="Courier New" panose="02070309020205020404" pitchFamily="49" charset="0"/>
              </a:rPr>
              <a:t>Avoid using the ‘base’ environment</a:t>
            </a:r>
          </a:p>
          <a:p>
            <a:r>
              <a:rPr lang="en-US" dirty="0">
                <a:cs typeface="Courier New" panose="02070309020205020404" pitchFamily="49" charset="0"/>
              </a:rPr>
              <a:t>Given your environments informative names, e.g.</a:t>
            </a:r>
            <a:br>
              <a:rPr lang="en-US" dirty="0">
                <a:cs typeface="Courier New" panose="02070309020205020404" pitchFamily="49" charset="0"/>
              </a:rPr>
            </a:br>
            <a:r>
              <a:rPr lang="en-US" dirty="0">
                <a:cs typeface="Courier New" panose="02070309020205020404" pitchFamily="49" charset="0"/>
              </a:rPr>
              <a:t>Avoid: work, science, project, thesis …</a:t>
            </a:r>
            <a:br>
              <a:rPr lang="nl-BE" dirty="0">
                <a:cs typeface="Courier New" panose="02070309020205020404" pitchFamily="49" charset="0"/>
              </a:rPr>
            </a:br>
            <a:r>
              <a:rPr lang="nl-BE" dirty="0" err="1">
                <a:cs typeface="Courier New" panose="02070309020205020404" pitchFamily="49" charset="0"/>
              </a:rPr>
              <a:t>Use</a:t>
            </a:r>
            <a:r>
              <a:rPr lang="nl-BE" dirty="0">
                <a:cs typeface="Courier New" panose="02070309020205020404" pitchFamily="49" charset="0"/>
              </a:rPr>
              <a:t>: py3.13-pytorch-gpu-2.8, …</a:t>
            </a:r>
            <a:endParaRPr lang="en-US" dirty="0">
              <a:cs typeface="Courier New" panose="02070309020205020404" pitchFamily="49" charset="0"/>
            </a:endParaRPr>
          </a:p>
        </p:txBody>
      </p:sp>
    </p:spTree>
    <p:extLst>
      <p:ext uri="{BB962C8B-B14F-4D97-AF65-F5344CB8AC3E}">
        <p14:creationId xmlns:p14="http://schemas.microsoft.com/office/powerpoint/2010/main" val="2874474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AE284-8BF5-31A4-D37E-AB50D5803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50B2C-8A82-D67E-5143-66F8E9DA94A5}"/>
              </a:ext>
            </a:extLst>
          </p:cNvPr>
          <p:cNvSpPr>
            <a:spLocks noGrp="1"/>
          </p:cNvSpPr>
          <p:nvPr>
            <p:ph type="title"/>
          </p:nvPr>
        </p:nvSpPr>
        <p:spPr/>
        <p:txBody>
          <a:bodyPr/>
          <a:lstStyle/>
          <a:p>
            <a:r>
              <a:rPr lang="en-US" dirty="0" err="1"/>
              <a:t>Miniconda</a:t>
            </a:r>
            <a:r>
              <a:rPr lang="en-US" dirty="0"/>
              <a:t> Environment Creation</a:t>
            </a:r>
            <a:endParaRPr lang="nl-BE" dirty="0"/>
          </a:p>
        </p:txBody>
      </p:sp>
      <p:sp>
        <p:nvSpPr>
          <p:cNvPr id="3" name="Content Placeholder 2">
            <a:extLst>
              <a:ext uri="{FF2B5EF4-FFF2-40B4-BE49-F238E27FC236}">
                <a16:creationId xmlns:a16="http://schemas.microsoft.com/office/drawing/2014/main" id="{5594E4AB-3A26-D8E7-6483-E61D17D28F72}"/>
              </a:ext>
            </a:extLst>
          </p:cNvPr>
          <p:cNvSpPr>
            <a:spLocks noGrp="1"/>
          </p:cNvSpPr>
          <p:nvPr>
            <p:ph idx="1"/>
          </p:nvPr>
        </p:nvSpPr>
        <p:spPr/>
        <p:txBody>
          <a:bodyPr/>
          <a:lstStyle/>
          <a:p>
            <a:r>
              <a:rPr lang="en-US" dirty="0">
                <a:cs typeface="Courier New" panose="02070309020205020404" pitchFamily="49" charset="0"/>
              </a:rPr>
              <a:t>Windows: Open PowerShell (as Administrator?)</a:t>
            </a:r>
            <a:br>
              <a:rPr lang="en-US" dirty="0">
                <a:cs typeface="Courier New" panose="02070309020205020404" pitchFamily="49" charset="0"/>
              </a:rPr>
            </a:b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create python==3.13 pandas==2.3.3 \</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-p C:\Workdir\myapps\miniconda\envs\py3.13-pd2.3.3</a:t>
            </a:r>
            <a:br>
              <a:rPr lang="en-US" sz="2200" dirty="0">
                <a:latin typeface="Courier New" panose="02070309020205020404" pitchFamily="49" charset="0"/>
                <a:cs typeface="Courier New" panose="02070309020205020404" pitchFamily="49" charset="0"/>
              </a:rPr>
            </a:b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activate </a:t>
            </a:r>
            <a:r>
              <a:rPr lang="pt-BR" sz="2200" dirty="0">
                <a:latin typeface="Courier New" panose="02070309020205020404" pitchFamily="49" charset="0"/>
                <a:cs typeface="Courier New" panose="02070309020205020404" pitchFamily="49" charset="0"/>
              </a:rPr>
              <a:t>C:\Workdir\myapps\miniconda\envs\py3.13-pd2.3.3</a:t>
            </a:r>
            <a:br>
              <a:rPr lang="pt-BR" sz="2200" dirty="0">
                <a:latin typeface="Courier New" panose="02070309020205020404" pitchFamily="49" charset="0"/>
                <a:cs typeface="Courier New" panose="02070309020205020404" pitchFamily="49" charset="0"/>
              </a:rPr>
            </a:br>
            <a:endParaRPr lang="en-US" sz="2200"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MacOS/Linux:</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create –n py3.13-pd2.3.3 python==3.13 \</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pandas==2.3.3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activate py3.13-pd2.3.3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conda</a:t>
            </a:r>
            <a:r>
              <a:rPr lang="en-US" sz="2200">
                <a:latin typeface="Courier New" panose="02070309020205020404" pitchFamily="49" charset="0"/>
                <a:cs typeface="Courier New" panose="02070309020205020404" pitchFamily="49" charset="0"/>
              </a:rPr>
              <a:t> deactivat</a:t>
            </a:r>
            <a:r>
              <a:rPr lang="en-US" sz="2200" dirty="0">
                <a:latin typeface="Courier New" panose="02070309020205020404" pitchFamily="49" charset="0"/>
                <a:cs typeface="Courier New" panose="02070309020205020404" pitchFamily="49" charset="0"/>
              </a:rPr>
              <a:t>e</a:t>
            </a:r>
            <a:endParaRPr lang="en-US" sz="220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73416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129DB-347F-8011-FEE6-EA2444F5E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90247-EFB1-C858-3387-98D8ED593511}"/>
              </a:ext>
            </a:extLst>
          </p:cNvPr>
          <p:cNvSpPr>
            <a:spLocks noGrp="1"/>
          </p:cNvSpPr>
          <p:nvPr>
            <p:ph type="title"/>
          </p:nvPr>
        </p:nvSpPr>
        <p:spPr/>
        <p:txBody>
          <a:bodyPr/>
          <a:lstStyle/>
          <a:p>
            <a:r>
              <a:rPr lang="en-US" dirty="0" err="1"/>
              <a:t>Miniconda</a:t>
            </a:r>
            <a:r>
              <a:rPr lang="en-US" dirty="0"/>
              <a:t> Environment Usage</a:t>
            </a:r>
            <a:endParaRPr lang="nl-BE" dirty="0"/>
          </a:p>
        </p:txBody>
      </p:sp>
      <p:sp>
        <p:nvSpPr>
          <p:cNvPr id="3" name="Content Placeholder 2">
            <a:extLst>
              <a:ext uri="{FF2B5EF4-FFF2-40B4-BE49-F238E27FC236}">
                <a16:creationId xmlns:a16="http://schemas.microsoft.com/office/drawing/2014/main" id="{9A59083F-0CBC-1951-E2F7-7F0568C55E38}"/>
              </a:ext>
            </a:extLst>
          </p:cNvPr>
          <p:cNvSpPr>
            <a:spLocks noGrp="1"/>
          </p:cNvSpPr>
          <p:nvPr>
            <p:ph idx="1"/>
          </p:nvPr>
        </p:nvSpPr>
        <p:spPr>
          <a:xfrm>
            <a:off x="838200" y="1825625"/>
            <a:ext cx="10515600" cy="2938399"/>
          </a:xfrm>
        </p:spPr>
        <p:txBody>
          <a:bodyPr/>
          <a:lstStyle/>
          <a:p>
            <a:r>
              <a:rPr lang="en-US" dirty="0">
                <a:cs typeface="Courier New" panose="02070309020205020404" pitchFamily="49" charset="0"/>
              </a:rPr>
              <a:t>Using Conda is OS-agnostic</a:t>
            </a:r>
            <a:br>
              <a:rPr lang="en-US" dirty="0">
                <a:cs typeface="Courier New" panose="02070309020205020404" pitchFamily="49" charset="0"/>
              </a:rPr>
            </a:br>
            <a:r>
              <a:rPr lang="en-US" sz="2200" dirty="0">
                <a:latin typeface="Courier New" panose="02070309020205020404" pitchFamily="49" charset="0"/>
                <a:cs typeface="Courier New" panose="02070309020205020404" pitchFamily="49" charset="0"/>
              </a:rPr>
              <a:t>&gt; </a:t>
            </a: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activate py3.13-pd2.3.3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 python</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import pandas as pd</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a:t>
            </a:r>
            <a:r>
              <a:rPr lang="en-US" sz="2200" dirty="0" err="1">
                <a:latin typeface="Courier New" panose="02070309020205020404" pitchFamily="49" charset="0"/>
                <a:cs typeface="Courier New" panose="02070309020205020404" pitchFamily="49" charset="0"/>
              </a:rPr>
              <a:t>pd.__file</a:t>
            </a:r>
            <a:r>
              <a:rPr lang="en-US" sz="2200" dirty="0">
                <a:latin typeface="Courier New" panose="02070309020205020404" pitchFamily="49" charset="0"/>
                <a:cs typeface="Courier New" panose="02070309020205020404" pitchFamily="49" charset="0"/>
              </a:rPr>
              <a:t>__</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'C:\\</a:t>
            </a:r>
            <a:r>
              <a:rPr lang="en-US" sz="2200" dirty="0" err="1">
                <a:latin typeface="Courier New" panose="02070309020205020404" pitchFamily="49" charset="0"/>
                <a:cs typeface="Courier New" panose="02070309020205020404" pitchFamily="49" charset="0"/>
              </a:rPr>
              <a:t>Workdir</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myapps</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miniconda</a:t>
            </a:r>
            <a:r>
              <a:rPr lang="en-US" sz="2200" dirty="0">
                <a:latin typeface="Courier New" panose="02070309020205020404" pitchFamily="49" charset="0"/>
                <a:cs typeface="Courier New" panose="02070309020205020404" pitchFamily="49" charset="0"/>
              </a:rPr>
              <a:t>\\</a:t>
            </a:r>
            <a:r>
              <a:rPr lang="en-US" sz="2200" dirty="0" err="1">
                <a:latin typeface="Courier New" panose="02070309020205020404" pitchFamily="49" charset="0"/>
                <a:cs typeface="Courier New" panose="02070309020205020404" pitchFamily="49" charset="0"/>
              </a:rPr>
              <a:t>envs</a:t>
            </a:r>
            <a:r>
              <a:rPr lang="en-US" sz="2200" dirty="0">
                <a:latin typeface="Courier New" panose="02070309020205020404" pitchFamily="49" charset="0"/>
                <a:cs typeface="Courier New" panose="02070309020205020404" pitchFamily="49" charset="0"/>
              </a:rPr>
              <a:t>\\py3.13-pandas2.3.3\\Lib\\site-packages\\pandas\\__init__.py'</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&gt;&gt;&gt; </a:t>
            </a:r>
            <a:r>
              <a:rPr lang="en-US" sz="2200" dirty="0" err="1">
                <a:latin typeface="Courier New" panose="02070309020205020404" pitchFamily="49" charset="0"/>
                <a:cs typeface="Courier New" panose="02070309020205020404" pitchFamily="49" charset="0"/>
              </a:rPr>
              <a:t>pd.__version</a:t>
            </a:r>
            <a:r>
              <a:rPr lang="en-US" sz="2200" dirty="0">
                <a:latin typeface="Courier New" panose="02070309020205020404" pitchFamily="49" charset="0"/>
                <a:cs typeface="Courier New" panose="02070309020205020404" pitchFamily="49" charset="0"/>
              </a:rPr>
              <a:t>__</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‘2.3.3’</a:t>
            </a:r>
          </a:p>
        </p:txBody>
      </p:sp>
      <p:sp>
        <p:nvSpPr>
          <p:cNvPr id="4" name="TextBox 3">
            <a:extLst>
              <a:ext uri="{FF2B5EF4-FFF2-40B4-BE49-F238E27FC236}">
                <a16:creationId xmlns:a16="http://schemas.microsoft.com/office/drawing/2014/main" id="{9DEF9110-1FBA-29CC-15E2-1F4A0DDEEC40}"/>
              </a:ext>
            </a:extLst>
          </p:cNvPr>
          <p:cNvSpPr txBox="1"/>
          <p:nvPr/>
        </p:nvSpPr>
        <p:spPr>
          <a:xfrm>
            <a:off x="838200" y="5065776"/>
            <a:ext cx="10515600" cy="523220"/>
          </a:xfrm>
          <a:prstGeom prst="rect">
            <a:avLst/>
          </a:prstGeom>
          <a:noFill/>
        </p:spPr>
        <p:txBody>
          <a:bodyPr wrap="square" rtlCol="0">
            <a:spAutoFit/>
          </a:bodyPr>
          <a:lstStyle/>
          <a:p>
            <a:pPr algn="ctr"/>
            <a:r>
              <a:rPr lang="en-US" sz="2800" dirty="0">
                <a:cs typeface="Courier New" panose="02070309020205020404" pitchFamily="49" charset="0"/>
              </a:rPr>
              <a:t>If you succeed up to here … Congratulations then!</a:t>
            </a:r>
            <a:endParaRPr lang="nl-BE" sz="2800" dirty="0"/>
          </a:p>
        </p:txBody>
      </p:sp>
    </p:spTree>
    <p:extLst>
      <p:ext uri="{BB962C8B-B14F-4D97-AF65-F5344CB8AC3E}">
        <p14:creationId xmlns:p14="http://schemas.microsoft.com/office/powerpoint/2010/main" val="3386611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BB2B3-AEBC-55D0-B246-D4D4094F4E76}"/>
              </a:ext>
            </a:extLst>
          </p:cNvPr>
          <p:cNvSpPr>
            <a:spLocks noGrp="1"/>
          </p:cNvSpPr>
          <p:nvPr>
            <p:ph type="title"/>
          </p:nvPr>
        </p:nvSpPr>
        <p:spPr/>
        <p:txBody>
          <a:bodyPr/>
          <a:lstStyle/>
          <a:p>
            <a:r>
              <a:rPr lang="en-GB" dirty="0"/>
              <a:t>Environment: general workflow (CLI)</a:t>
            </a:r>
            <a:endParaRPr lang="en-US" dirty="0"/>
          </a:p>
        </p:txBody>
      </p:sp>
      <p:sp>
        <p:nvSpPr>
          <p:cNvPr id="3" name="Content Placeholder 2">
            <a:extLst>
              <a:ext uri="{FF2B5EF4-FFF2-40B4-BE49-F238E27FC236}">
                <a16:creationId xmlns:a16="http://schemas.microsoft.com/office/drawing/2014/main" id="{FCBCF463-BFFE-F688-7269-A6D3A24823EB}"/>
              </a:ext>
            </a:extLst>
          </p:cNvPr>
          <p:cNvSpPr>
            <a:spLocks noGrp="1"/>
          </p:cNvSpPr>
          <p:nvPr>
            <p:ph idx="1"/>
          </p:nvPr>
        </p:nvSpPr>
        <p:spPr>
          <a:xfrm>
            <a:off x="838200" y="1465943"/>
            <a:ext cx="10515600" cy="4711020"/>
          </a:xfrm>
        </p:spPr>
        <p:txBody>
          <a:bodyPr>
            <a:normAutofit lnSpcReduction="10000"/>
          </a:bodyPr>
          <a:lstStyle/>
          <a:p>
            <a:pPr marL="514350" indent="-514350">
              <a:buFont typeface="+mj-lt"/>
              <a:buAutoNum type="arabicPeriod"/>
            </a:pPr>
            <a:r>
              <a:rPr lang="en-US" dirty="0"/>
              <a:t>Activate the Environment:</a:t>
            </a:r>
            <a:br>
              <a:rPr lang="en-US" sz="2000" dirty="0"/>
            </a:b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activate py3.13-pd2.3.3 </a:t>
            </a:r>
          </a:p>
          <a:p>
            <a:pPr marL="514350" indent="-514350">
              <a:buFont typeface="+mj-lt"/>
              <a:buAutoNum type="arabicPeriod"/>
            </a:pPr>
            <a:r>
              <a:rPr lang="en-US" dirty="0"/>
              <a:t>Install additional packages:</a:t>
            </a:r>
            <a:br>
              <a:rPr lang="en-US" sz="2000" dirty="0"/>
            </a:b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install matplotlib</a:t>
            </a:r>
          </a:p>
          <a:p>
            <a:pPr marL="514350" indent="-514350">
              <a:buFont typeface="+mj-lt"/>
              <a:buAutoNum type="arabicPeriod"/>
            </a:pPr>
            <a:r>
              <a:rPr lang="en-US" dirty="0"/>
              <a:t>Work on Your Project:</a:t>
            </a:r>
            <a:br>
              <a:rPr lang="en-US" dirty="0"/>
            </a:br>
            <a:r>
              <a:rPr lang="en-US" dirty="0"/>
              <a:t>With the environment activated, you can run your Python scripts and work on your project. All installed packages will be isolated to this environment.</a:t>
            </a:r>
          </a:p>
          <a:p>
            <a:pPr marL="514350" indent="-514350">
              <a:buFont typeface="+mj-lt"/>
              <a:buAutoNum type="arabicPeriod"/>
            </a:pPr>
            <a:r>
              <a:rPr lang="en-US" dirty="0"/>
              <a:t>Deactivate the Environment when done:</a:t>
            </a:r>
            <a:br>
              <a:rPr lang="en-US" sz="2000" dirty="0"/>
            </a:br>
            <a:r>
              <a:rPr lang="en-US" sz="2200" dirty="0" err="1">
                <a:latin typeface="Courier New" panose="02070309020205020404" pitchFamily="49" charset="0"/>
                <a:cs typeface="Courier New" panose="02070309020205020404" pitchFamily="49" charset="0"/>
              </a:rPr>
              <a:t>conda</a:t>
            </a:r>
            <a:r>
              <a:rPr lang="en-US" sz="2200" dirty="0">
                <a:latin typeface="Courier New" panose="02070309020205020404" pitchFamily="49" charset="0"/>
                <a:cs typeface="Courier New" panose="02070309020205020404" pitchFamily="49" charset="0"/>
              </a:rPr>
              <a:t> deactivate </a:t>
            </a:r>
          </a:p>
          <a:p>
            <a:r>
              <a:rPr lang="en-US" dirty="0"/>
              <a:t>Using environments helps keep your projects organized and ensures that dependencies don't interfere with each other.</a:t>
            </a:r>
          </a:p>
        </p:txBody>
      </p:sp>
      <p:pic>
        <p:nvPicPr>
          <p:cNvPr id="4" name="Picture 3">
            <a:extLst>
              <a:ext uri="{FF2B5EF4-FFF2-40B4-BE49-F238E27FC236}">
                <a16:creationId xmlns:a16="http://schemas.microsoft.com/office/drawing/2014/main" id="{5C5C1FF1-BD5F-7E4C-3A82-BF04D76E3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2699471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26667-97F2-D8A5-098E-6AE6C49809D8}"/>
              </a:ext>
            </a:extLst>
          </p:cNvPr>
          <p:cNvSpPr>
            <a:spLocks noGrp="1"/>
          </p:cNvSpPr>
          <p:nvPr>
            <p:ph type="title"/>
          </p:nvPr>
        </p:nvSpPr>
        <p:spPr/>
        <p:txBody>
          <a:bodyPr/>
          <a:lstStyle/>
          <a:p>
            <a:r>
              <a:rPr lang="en-GB" dirty="0"/>
              <a:t>Environment: extra (CLI)</a:t>
            </a:r>
            <a:endParaRPr lang="en-US" dirty="0"/>
          </a:p>
        </p:txBody>
      </p:sp>
      <p:sp>
        <p:nvSpPr>
          <p:cNvPr id="3" name="Content Placeholder 2">
            <a:extLst>
              <a:ext uri="{FF2B5EF4-FFF2-40B4-BE49-F238E27FC236}">
                <a16:creationId xmlns:a16="http://schemas.microsoft.com/office/drawing/2014/main" id="{AC160327-EC53-C000-4511-BD5F06FE7282}"/>
              </a:ext>
            </a:extLst>
          </p:cNvPr>
          <p:cNvSpPr>
            <a:spLocks noGrp="1"/>
          </p:cNvSpPr>
          <p:nvPr>
            <p:ph idx="1"/>
          </p:nvPr>
        </p:nvSpPr>
        <p:spPr/>
        <p:txBody>
          <a:bodyPr>
            <a:normAutofit fontScale="92500" lnSpcReduction="10000"/>
          </a:bodyPr>
          <a:lstStyle/>
          <a:p>
            <a:r>
              <a:rPr lang="en-US" dirty="0"/>
              <a:t>Export a current environment to a .</a:t>
            </a:r>
            <a:r>
              <a:rPr lang="en-US" dirty="0" err="1"/>
              <a:t>yml</a:t>
            </a:r>
            <a:r>
              <a:rPr lang="en-US" dirty="0"/>
              <a:t> file:</a:t>
            </a:r>
          </a:p>
          <a:p>
            <a:pPr marL="457200" lvl="1" indent="0">
              <a:buNone/>
            </a:pPr>
            <a:r>
              <a:rPr lang="en-US" dirty="0" err="1">
                <a:latin typeface="Courier New" panose="02070309020205020404" pitchFamily="49" charset="0"/>
                <a:cs typeface="Courier New" panose="02070309020205020404" pitchFamily="49" charset="0"/>
              </a:rPr>
              <a:t>conda</a:t>
            </a:r>
            <a:r>
              <a:rPr lang="en-US" dirty="0">
                <a:latin typeface="Courier New" panose="02070309020205020404" pitchFamily="49" charset="0"/>
                <a:cs typeface="Courier New" panose="02070309020205020404" pitchFamily="49" charset="0"/>
              </a:rPr>
              <a:t> env export --name py3.13-pd2.3.3&gt; py3.13-pd2.3.3.yml</a:t>
            </a:r>
          </a:p>
          <a:p>
            <a:r>
              <a:rPr lang="en-US" dirty="0"/>
              <a:t>Create an exact copy of an existing environment:</a:t>
            </a:r>
          </a:p>
          <a:p>
            <a:pPr marL="457200" lvl="1" indent="0">
              <a:buNone/>
            </a:pPr>
            <a:r>
              <a:rPr lang="en-US" dirty="0" err="1">
                <a:latin typeface="Courier New" panose="02070309020205020404" pitchFamily="49" charset="0"/>
                <a:cs typeface="Courier New" panose="02070309020205020404" pitchFamily="49" charset="0"/>
              </a:rPr>
              <a:t>conda</a:t>
            </a:r>
            <a:r>
              <a:rPr lang="en-US" dirty="0">
                <a:latin typeface="Courier New" panose="02070309020205020404" pitchFamily="49" charset="0"/>
                <a:cs typeface="Courier New" panose="02070309020205020404" pitchFamily="49" charset="0"/>
              </a:rPr>
              <a:t> create –f py3.13-pd2.3.3.yml</a:t>
            </a:r>
          </a:p>
          <a:p>
            <a:r>
              <a:rPr lang="en-US" dirty="0"/>
              <a:t>List all current existing environments:</a:t>
            </a:r>
          </a:p>
          <a:p>
            <a:pPr lvl="1"/>
            <a:r>
              <a:rPr lang="en-US" dirty="0" err="1">
                <a:latin typeface="Courier New" panose="02070309020205020404" pitchFamily="49" charset="0"/>
                <a:cs typeface="Courier New" panose="02070309020205020404" pitchFamily="49" charset="0"/>
              </a:rPr>
              <a:t>conda</a:t>
            </a:r>
            <a:r>
              <a:rPr lang="en-US" dirty="0">
                <a:latin typeface="Courier New" panose="02070309020205020404" pitchFamily="49" charset="0"/>
                <a:cs typeface="Courier New" panose="02070309020205020404" pitchFamily="49" charset="0"/>
              </a:rPr>
              <a:t> env list</a:t>
            </a:r>
          </a:p>
          <a:p>
            <a:r>
              <a:rPr lang="en-US" dirty="0"/>
              <a:t>List all the packages and their versions installed in your current </a:t>
            </a:r>
            <a:r>
              <a:rPr lang="en-US" dirty="0" err="1"/>
              <a:t>conda</a:t>
            </a:r>
            <a:r>
              <a:rPr lang="en-US" dirty="0"/>
              <a:t> environment. </a:t>
            </a:r>
          </a:p>
          <a:p>
            <a:pPr lvl="1"/>
            <a:r>
              <a:rPr lang="en-US" dirty="0" err="1">
                <a:latin typeface="Courier New" panose="02070309020205020404" pitchFamily="49" charset="0"/>
                <a:cs typeface="Courier New" panose="02070309020205020404" pitchFamily="49" charset="0"/>
              </a:rPr>
              <a:t>conda</a:t>
            </a:r>
            <a:r>
              <a:rPr lang="en-US" dirty="0">
                <a:latin typeface="Courier New" panose="02070309020205020404" pitchFamily="49" charset="0"/>
                <a:cs typeface="Courier New" panose="02070309020205020404" pitchFamily="49" charset="0"/>
              </a:rPr>
              <a:t> list</a:t>
            </a:r>
          </a:p>
          <a:p>
            <a:r>
              <a:rPr lang="en-US" dirty="0">
                <a:cs typeface="Courier New" panose="02070309020205020404" pitchFamily="49" charset="0"/>
              </a:rPr>
              <a:t>To completely delete an </a:t>
            </a:r>
            <a:r>
              <a:rPr lang="en-US" dirty="0" err="1">
                <a:cs typeface="Courier New" panose="02070309020205020404" pitchFamily="49" charset="0"/>
              </a:rPr>
              <a:t>enviroment</a:t>
            </a:r>
            <a:r>
              <a:rPr lang="en-US" dirty="0">
                <a:cs typeface="Courier New" panose="02070309020205020404" pitchFamily="49" charset="0"/>
              </a:rPr>
              <a:t>, use the command:</a:t>
            </a:r>
          </a:p>
          <a:p>
            <a:pPr lvl="1"/>
            <a:r>
              <a:rPr lang="en-US" dirty="0" err="1">
                <a:latin typeface="Courier New" panose="02070309020205020404" pitchFamily="49" charset="0"/>
                <a:cs typeface="Courier New" panose="02070309020205020404" pitchFamily="49" charset="0"/>
              </a:rPr>
              <a:t>conda</a:t>
            </a:r>
            <a:r>
              <a:rPr lang="en-US" dirty="0">
                <a:latin typeface="Courier New" panose="02070309020205020404" pitchFamily="49" charset="0"/>
                <a:cs typeface="Courier New" panose="02070309020205020404" pitchFamily="49" charset="0"/>
              </a:rPr>
              <a:t> remove --name ENV_NAME</a:t>
            </a:r>
          </a:p>
        </p:txBody>
      </p:sp>
      <p:pic>
        <p:nvPicPr>
          <p:cNvPr id="4" name="Picture 3">
            <a:extLst>
              <a:ext uri="{FF2B5EF4-FFF2-40B4-BE49-F238E27FC236}">
                <a16:creationId xmlns:a16="http://schemas.microsoft.com/office/drawing/2014/main" id="{D58503F1-80C0-D1A9-53D0-754D1FEF17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1301593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nl-BE" dirty="0"/>
              <a:t>Running Python Code</a:t>
            </a:r>
          </a:p>
        </p:txBody>
      </p:sp>
      <p:sp>
        <p:nvSpPr>
          <p:cNvPr id="5" name="Text Placeholder 4"/>
          <p:cNvSpPr>
            <a:spLocks noGrp="1"/>
          </p:cNvSpPr>
          <p:nvPr>
            <p:ph type="body" idx="1"/>
          </p:nvPr>
        </p:nvSpPr>
        <p:spPr/>
        <p:txBody>
          <a:bodyPr/>
          <a:lstStyle/>
          <a:p>
            <a:endParaRPr lang="nl-BE" dirty="0"/>
          </a:p>
        </p:txBody>
      </p:sp>
    </p:spTree>
    <p:extLst>
      <p:ext uri="{BB962C8B-B14F-4D97-AF65-F5344CB8AC3E}">
        <p14:creationId xmlns:p14="http://schemas.microsoft.com/office/powerpoint/2010/main" val="1270461292"/>
      </p:ext>
    </p:extLst>
  </p:cSld>
  <p:clrMapOvr>
    <a:masterClrMapping/>
  </p:clrMapOvr>
  <mc:AlternateContent xmlns:mc="http://schemas.openxmlformats.org/markup-compatibility/2006" xmlns:p14="http://schemas.microsoft.com/office/powerpoint/2010/main">
    <mc:Choice Requires="p14">
      <p:transition spd="slow" p14:dur="2000" advTm="11441"/>
    </mc:Choice>
    <mc:Fallback xmlns="">
      <p:transition spd="slow" advTm="1144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Some</a:t>
            </a:r>
            <a:r>
              <a:rPr lang="nl-BE" dirty="0"/>
              <a:t> background</a:t>
            </a:r>
          </a:p>
        </p:txBody>
      </p:sp>
      <p:sp>
        <p:nvSpPr>
          <p:cNvPr id="3" name="Content Placeholder 2"/>
          <p:cNvSpPr>
            <a:spLocks noGrp="1"/>
          </p:cNvSpPr>
          <p:nvPr>
            <p:ph idx="1"/>
          </p:nvPr>
        </p:nvSpPr>
        <p:spPr/>
        <p:txBody>
          <a:bodyPr/>
          <a:lstStyle/>
          <a:p>
            <a:r>
              <a:rPr lang="nl-BE" dirty="0">
                <a:hlinkClick r:id="rId3"/>
              </a:rPr>
              <a:t>https://docs.anaconda.com/anaconda/getting-started/</a:t>
            </a:r>
            <a:endParaRPr lang="nl-BE" dirty="0">
              <a:hlinkClick r:id="rId4"/>
            </a:endParaRPr>
          </a:p>
          <a:p>
            <a:r>
              <a:rPr lang="nl-BE" dirty="0">
                <a:hlinkClick r:id="rId4"/>
              </a:rPr>
              <a:t>https://realpython.com/run-python-scripts/</a:t>
            </a:r>
            <a:endParaRPr lang="nl-BE" dirty="0"/>
          </a:p>
          <a:p>
            <a:r>
              <a:rPr lang="nl-BE" dirty="0">
                <a:hlinkClick r:id="rId5"/>
              </a:rPr>
              <a:t>https://plot.ly/python/ipython-vs-python/</a:t>
            </a:r>
            <a:endParaRPr lang="nl-BE" dirty="0">
              <a:hlinkClick r:id="rId6"/>
            </a:endParaRPr>
          </a:p>
          <a:p>
            <a:r>
              <a:rPr lang="nl-BE" dirty="0">
                <a:hlinkClick r:id="rId6"/>
              </a:rPr>
              <a:t>https://yihui.name/en/2018/09/notebook-war/</a:t>
            </a:r>
            <a:r>
              <a:rPr lang="nl-BE" dirty="0"/>
              <a:t> </a:t>
            </a:r>
          </a:p>
          <a:p>
            <a:r>
              <a:rPr lang="nl-BE" dirty="0">
                <a:hlinkClick r:id="rId7"/>
              </a:rPr>
              <a:t>https://www.theatlantic.com/science/archive/2018/04/the-scientific-paper-is-obsolete/556676/</a:t>
            </a:r>
            <a:endParaRPr lang="nl-BE" dirty="0"/>
          </a:p>
          <a:p>
            <a:r>
              <a:rPr lang="nl-BE" dirty="0">
                <a:hlinkClick r:id="rId8"/>
              </a:rPr>
              <a:t>https://fangohr.github.io/blog/installation-of-python-spyder-numpy-sympy-scipy-pytest-matplotlib-via-anaconda.html</a:t>
            </a:r>
            <a:endParaRPr lang="nl-BE" dirty="0"/>
          </a:p>
        </p:txBody>
      </p:sp>
    </p:spTree>
    <p:extLst>
      <p:ext uri="{BB962C8B-B14F-4D97-AF65-F5344CB8AC3E}">
        <p14:creationId xmlns:p14="http://schemas.microsoft.com/office/powerpoint/2010/main" val="1941524211"/>
      </p:ext>
    </p:extLst>
  </p:cSld>
  <p:clrMapOvr>
    <a:masterClrMapping/>
  </p:clrMapOvr>
  <mc:AlternateContent xmlns:mc="http://schemas.openxmlformats.org/markup-compatibility/2006" xmlns:p14="http://schemas.microsoft.com/office/powerpoint/2010/main">
    <mc:Choice Requires="p14">
      <p:transition spd="slow" p14:dur="2000" advTm="16362"/>
    </mc:Choice>
    <mc:Fallback xmlns="">
      <p:transition spd="slow" advTm="1636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60D8-3B02-4465-BDAB-4C688E8B68A9}"/>
              </a:ext>
            </a:extLst>
          </p:cNvPr>
          <p:cNvSpPr>
            <a:spLocks noGrp="1"/>
          </p:cNvSpPr>
          <p:nvPr>
            <p:ph type="title"/>
          </p:nvPr>
        </p:nvSpPr>
        <p:spPr/>
        <p:txBody>
          <a:bodyPr/>
          <a:lstStyle/>
          <a:p>
            <a:r>
              <a:rPr lang="nl-BE" dirty="0"/>
              <a:t>Making </a:t>
            </a:r>
            <a:r>
              <a:rPr lang="nl-BE" dirty="0" err="1"/>
              <a:t>it</a:t>
            </a:r>
            <a:r>
              <a:rPr lang="nl-BE" dirty="0"/>
              <a:t> </a:t>
            </a:r>
            <a:r>
              <a:rPr lang="nl-BE" dirty="0" err="1"/>
              <a:t>work</a:t>
            </a:r>
            <a:endParaRPr lang="en-BE" dirty="0"/>
          </a:p>
        </p:txBody>
      </p:sp>
      <p:sp>
        <p:nvSpPr>
          <p:cNvPr id="3" name="Content Placeholder 2">
            <a:extLst>
              <a:ext uri="{FF2B5EF4-FFF2-40B4-BE49-F238E27FC236}">
                <a16:creationId xmlns:a16="http://schemas.microsoft.com/office/drawing/2014/main" id="{23757C31-CDC0-41F8-AEF0-068E54DCB452}"/>
              </a:ext>
            </a:extLst>
          </p:cNvPr>
          <p:cNvSpPr>
            <a:spLocks noGrp="1"/>
          </p:cNvSpPr>
          <p:nvPr>
            <p:ph idx="1"/>
          </p:nvPr>
        </p:nvSpPr>
        <p:spPr/>
        <p:txBody>
          <a:bodyPr>
            <a:normAutofit lnSpcReduction="10000"/>
          </a:bodyPr>
          <a:lstStyle/>
          <a:p>
            <a:r>
              <a:rPr lang="en-US" dirty="0"/>
              <a:t>Write the code</a:t>
            </a:r>
          </a:p>
          <a:p>
            <a:pPr lvl="1"/>
            <a:r>
              <a:rPr lang="en-US" dirty="0"/>
              <a:t>Choose a good editor (or integrated development environment - IDE)</a:t>
            </a:r>
          </a:p>
          <a:p>
            <a:pPr lvl="2"/>
            <a:r>
              <a:rPr lang="en-US" dirty="0"/>
              <a:t>featuring color coding, syntax checks, code completion, function call help, AI integration, Git integration, …</a:t>
            </a:r>
          </a:p>
          <a:p>
            <a:pPr lvl="1"/>
            <a:r>
              <a:rPr lang="en-US" dirty="0"/>
              <a:t>Code is just a text file</a:t>
            </a:r>
          </a:p>
          <a:p>
            <a:r>
              <a:rPr lang="en-US" dirty="0"/>
              <a:t>Convert to machine code</a:t>
            </a:r>
          </a:p>
          <a:p>
            <a:pPr lvl="1"/>
            <a:r>
              <a:rPr lang="en-US" dirty="0"/>
              <a:t>Make sure that you have the right interpreter (or compiler) available</a:t>
            </a:r>
          </a:p>
          <a:p>
            <a:r>
              <a:rPr lang="en-US" dirty="0"/>
              <a:t>Run the code</a:t>
            </a:r>
          </a:p>
          <a:p>
            <a:pPr lvl="1"/>
            <a:r>
              <a:rPr lang="en-US" dirty="0"/>
              <a:t>Run interactively on the Python command line (e.g. </a:t>
            </a:r>
            <a:r>
              <a:rPr lang="en-US" dirty="0" err="1"/>
              <a:t>IPython</a:t>
            </a:r>
            <a:r>
              <a:rPr lang="en-US" dirty="0"/>
              <a:t>, Python shell)</a:t>
            </a:r>
          </a:p>
          <a:p>
            <a:pPr lvl="1"/>
            <a:r>
              <a:rPr lang="en-US" dirty="0"/>
              <a:t>Run in a script mode (e.g. </a:t>
            </a:r>
            <a:r>
              <a:rPr lang="en-US" dirty="0">
                <a:latin typeface="Courier New" panose="02070309020205020404" pitchFamily="49" charset="0"/>
                <a:cs typeface="Courier New" panose="02070309020205020404" pitchFamily="49" charset="0"/>
              </a:rPr>
              <a:t>python analysis.py</a:t>
            </a:r>
            <a:r>
              <a:rPr lang="en-US" dirty="0"/>
              <a:t>)</a:t>
            </a:r>
          </a:p>
          <a:p>
            <a:pPr lvl="1"/>
            <a:r>
              <a:rPr lang="en-US" dirty="0"/>
              <a:t>Run in IDE or in </a:t>
            </a:r>
            <a:r>
              <a:rPr lang="en-US" dirty="0" err="1"/>
              <a:t>Jupyter</a:t>
            </a:r>
            <a:r>
              <a:rPr lang="en-US" dirty="0"/>
              <a:t> notebooks</a:t>
            </a:r>
            <a:endParaRPr lang="en-BE" dirty="0"/>
          </a:p>
        </p:txBody>
      </p:sp>
    </p:spTree>
    <p:extLst>
      <p:ext uri="{BB962C8B-B14F-4D97-AF65-F5344CB8AC3E}">
        <p14:creationId xmlns:p14="http://schemas.microsoft.com/office/powerpoint/2010/main" val="3638085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to start?</a:t>
            </a:r>
            <a:endParaRPr lang="nl-BE" dirty="0"/>
          </a:p>
        </p:txBody>
      </p:sp>
      <p:sp>
        <p:nvSpPr>
          <p:cNvPr id="3" name="Content Placeholder 2"/>
          <p:cNvSpPr>
            <a:spLocks noGrp="1"/>
          </p:cNvSpPr>
          <p:nvPr>
            <p:ph idx="1"/>
          </p:nvPr>
        </p:nvSpPr>
        <p:spPr/>
        <p:txBody>
          <a:bodyPr>
            <a:normAutofit/>
          </a:bodyPr>
          <a:lstStyle/>
          <a:p>
            <a:r>
              <a:rPr lang="en-US" dirty="0"/>
              <a:t>Choose a platform - primary ways to run Python code:  </a:t>
            </a:r>
          </a:p>
          <a:p>
            <a:pPr marL="914400" lvl="1" indent="-457200">
              <a:buFont typeface="+mj-lt"/>
              <a:buAutoNum type="arabicPeriod"/>
            </a:pPr>
            <a:r>
              <a:rPr lang="en-US" dirty="0"/>
              <a:t>Terminal</a:t>
            </a:r>
          </a:p>
          <a:p>
            <a:pPr marL="1371600" lvl="2" indent="-457200">
              <a:buFont typeface="+mj-lt"/>
              <a:buAutoNum type="arabicPeriod"/>
            </a:pPr>
            <a:r>
              <a:rPr lang="en-US" dirty="0"/>
              <a:t>Python interpreter</a:t>
            </a:r>
          </a:p>
          <a:p>
            <a:pPr marL="1371600" lvl="2" indent="-457200">
              <a:buFont typeface="+mj-lt"/>
              <a:buAutoNum type="arabicPeriod"/>
            </a:pPr>
            <a:r>
              <a:rPr lang="en-US" dirty="0" err="1"/>
              <a:t>IPython</a:t>
            </a:r>
            <a:r>
              <a:rPr lang="en-US" dirty="0"/>
              <a:t> interpreter</a:t>
            </a:r>
          </a:p>
          <a:p>
            <a:pPr marL="1371600" lvl="2" indent="-457200">
              <a:buFont typeface="+mj-lt"/>
              <a:buAutoNum type="arabicPeriod"/>
            </a:pPr>
            <a:r>
              <a:rPr lang="en-US" dirty="0"/>
              <a:t>Running scripts </a:t>
            </a:r>
          </a:p>
          <a:p>
            <a:pPr marL="914400" lvl="1" indent="-457200">
              <a:buFont typeface="+mj-lt"/>
              <a:buAutoNum type="arabicPeriod"/>
            </a:pPr>
            <a:r>
              <a:rPr lang="en-US" dirty="0"/>
              <a:t>IDE</a:t>
            </a:r>
          </a:p>
          <a:p>
            <a:pPr lvl="2"/>
            <a:r>
              <a:rPr lang="en-US" dirty="0"/>
              <a:t>Visual Studio Code (Microsoft)</a:t>
            </a:r>
          </a:p>
          <a:p>
            <a:pPr lvl="2"/>
            <a:r>
              <a:rPr lang="en-US" dirty="0"/>
              <a:t>Spyder (JetBrains)</a:t>
            </a:r>
          </a:p>
          <a:p>
            <a:pPr marL="914400" lvl="1" indent="-457200">
              <a:buFont typeface="+mj-lt"/>
              <a:buAutoNum type="arabicPeriod"/>
            </a:pPr>
            <a:r>
              <a:rPr lang="en-US" dirty="0" err="1"/>
              <a:t>Jupyter</a:t>
            </a:r>
            <a:r>
              <a:rPr lang="en-US" dirty="0"/>
              <a:t> notebook / </a:t>
            </a:r>
            <a:r>
              <a:rPr lang="en-US" dirty="0" err="1"/>
              <a:t>Jupyterlab</a:t>
            </a:r>
            <a:endParaRPr lang="en-US" dirty="0"/>
          </a:p>
          <a:p>
            <a:pPr marL="0" indent="0">
              <a:buNone/>
            </a:pPr>
            <a:endParaRPr lang="nl-BE" dirty="0"/>
          </a:p>
        </p:txBody>
      </p:sp>
    </p:spTree>
    <p:extLst>
      <p:ext uri="{BB962C8B-B14F-4D97-AF65-F5344CB8AC3E}">
        <p14:creationId xmlns:p14="http://schemas.microsoft.com/office/powerpoint/2010/main" val="3474362046"/>
      </p:ext>
    </p:extLst>
  </p:cSld>
  <p:clrMapOvr>
    <a:masterClrMapping/>
  </p:clrMapOvr>
  <mc:AlternateContent xmlns:mc="http://schemas.openxmlformats.org/markup-compatibility/2006" xmlns:p14="http://schemas.microsoft.com/office/powerpoint/2010/main">
    <mc:Choice Requires="p14">
      <p:transition spd="slow" p14:dur="2000" advTm="127415"/>
    </mc:Choice>
    <mc:Fallback xmlns="">
      <p:transition spd="slow" advTm="127415"/>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700F6-295B-402E-BF84-10DCE94523D5}"/>
              </a:ext>
            </a:extLst>
          </p:cNvPr>
          <p:cNvSpPr>
            <a:spLocks noGrp="1"/>
          </p:cNvSpPr>
          <p:nvPr>
            <p:ph type="title"/>
          </p:nvPr>
        </p:nvSpPr>
        <p:spPr/>
        <p:txBody>
          <a:bodyPr/>
          <a:lstStyle/>
          <a:p>
            <a:r>
              <a:rPr lang="nl-BE" dirty="0" err="1"/>
              <a:t>Hello</a:t>
            </a:r>
            <a:r>
              <a:rPr lang="nl-BE" dirty="0"/>
              <a:t> World</a:t>
            </a:r>
            <a:endParaRPr lang="en-BE" dirty="0"/>
          </a:p>
        </p:txBody>
      </p:sp>
      <p:sp>
        <p:nvSpPr>
          <p:cNvPr id="3" name="Content Placeholder 2">
            <a:extLst>
              <a:ext uri="{FF2B5EF4-FFF2-40B4-BE49-F238E27FC236}">
                <a16:creationId xmlns:a16="http://schemas.microsoft.com/office/drawing/2014/main" id="{08041A55-D870-4B33-9833-A25C45B5344A}"/>
              </a:ext>
            </a:extLst>
          </p:cNvPr>
          <p:cNvSpPr>
            <a:spLocks noGrp="1"/>
          </p:cNvSpPr>
          <p:nvPr>
            <p:ph idx="1"/>
          </p:nvPr>
        </p:nvSpPr>
        <p:spPr>
          <a:xfrm>
            <a:off x="838200" y="1825625"/>
            <a:ext cx="6144491" cy="4351338"/>
          </a:xfrm>
        </p:spPr>
        <p:txBody>
          <a:bodyPr/>
          <a:lstStyle/>
          <a:p>
            <a:r>
              <a:rPr lang="en-US" dirty="0">
                <a:cs typeface="Courier New" panose="02070309020205020404" pitchFamily="49" charset="0"/>
              </a:rPr>
              <a:t>Interactively:</a:t>
            </a:r>
            <a:br>
              <a:rPr lang="en-US" dirty="0">
                <a:cs typeface="Courier New" panose="02070309020205020404" pitchFamily="49" charset="0"/>
              </a:rPr>
            </a:br>
            <a:r>
              <a:rPr lang="en-US" dirty="0" err="1">
                <a:cs typeface="Courier New" panose="02070309020205020404" pitchFamily="49" charset="0"/>
              </a:rPr>
              <a:t>VSCode</a:t>
            </a:r>
            <a:r>
              <a:rPr lang="en-US" dirty="0">
                <a:cs typeface="Courier New" panose="02070309020205020404" pitchFamily="49" charset="0"/>
              </a:rPr>
              <a:t> → Terminal</a:t>
            </a:r>
            <a:br>
              <a:rPr lang="en-US" dirty="0">
                <a:cs typeface="Courier New" panose="02070309020205020404" pitchFamily="49" charset="0"/>
              </a:rPr>
            </a:br>
            <a:r>
              <a:rPr lang="en-US" dirty="0">
                <a:cs typeface="Courier New" panose="02070309020205020404" pitchFamily="49" charset="0"/>
              </a:rPr>
              <a:t>&gt; </a:t>
            </a:r>
            <a:r>
              <a:rPr lang="en-US" dirty="0">
                <a:latin typeface="Courier New" panose="02070309020205020404" pitchFamily="49" charset="0"/>
                <a:cs typeface="Courier New" panose="02070309020205020404" pitchFamily="49" charset="0"/>
              </a:rPr>
              <a:t>python</a:t>
            </a:r>
            <a:br>
              <a:rPr lang="en-US" dirty="0">
                <a:cs typeface="Courier New" panose="02070309020205020404" pitchFamily="49" charset="0"/>
              </a:rPr>
            </a:br>
            <a:r>
              <a:rPr lang="en-US" dirty="0">
                <a:cs typeface="Courier New" panose="02070309020205020404" pitchFamily="49" charset="0"/>
              </a:rPr>
              <a:t>&gt;&gt;&gt; </a:t>
            </a:r>
            <a:r>
              <a:rPr lang="en-US" dirty="0">
                <a:latin typeface="Courier New" panose="02070309020205020404" pitchFamily="49" charset="0"/>
                <a:cs typeface="Courier New" panose="02070309020205020404" pitchFamily="49" charset="0"/>
              </a:rPr>
              <a:t>print(‘Hello World’)</a:t>
            </a:r>
            <a:endParaRPr lang="en-US" dirty="0"/>
          </a:p>
          <a:p>
            <a:r>
              <a:rPr lang="en-US" dirty="0"/>
              <a:t>Run in command line:</a:t>
            </a:r>
            <a:br>
              <a:rPr lang="en-US" dirty="0"/>
            </a:br>
            <a:r>
              <a:rPr lang="en-US" dirty="0"/>
              <a:t>&gt; </a:t>
            </a:r>
            <a:r>
              <a:rPr lang="en-US" dirty="0">
                <a:latin typeface="Courier New" panose="02070309020205020404" pitchFamily="49" charset="0"/>
                <a:cs typeface="Courier New" panose="02070309020205020404" pitchFamily="49" charset="0"/>
              </a:rPr>
              <a:t>python hello_world.py</a:t>
            </a:r>
          </a:p>
          <a:p>
            <a:r>
              <a:rPr lang="en-US" dirty="0"/>
              <a:t>Run in </a:t>
            </a:r>
            <a:r>
              <a:rPr lang="en-US" dirty="0" err="1"/>
              <a:t>IPython</a:t>
            </a:r>
            <a:r>
              <a:rPr lang="en-US" dirty="0"/>
              <a:t> (optional)</a:t>
            </a:r>
          </a:p>
          <a:p>
            <a:pPr lvl="1"/>
            <a:r>
              <a:rPr lang="en-US" dirty="0">
                <a:latin typeface="Courier New" panose="02070309020205020404" pitchFamily="49" charset="0"/>
                <a:cs typeface="Courier New" panose="02070309020205020404" pitchFamily="49" charset="0"/>
              </a:rPr>
              <a:t>%run hello_world.py</a:t>
            </a:r>
          </a:p>
          <a:p>
            <a:r>
              <a:rPr lang="en-US" dirty="0"/>
              <a:t>Run in Jupyter notebook (next slides)</a:t>
            </a:r>
            <a:endParaRPr lang="en-BE" dirty="0"/>
          </a:p>
        </p:txBody>
      </p:sp>
      <p:pic>
        <p:nvPicPr>
          <p:cNvPr id="5" name="Picture 4">
            <a:extLst>
              <a:ext uri="{FF2B5EF4-FFF2-40B4-BE49-F238E27FC236}">
                <a16:creationId xmlns:a16="http://schemas.microsoft.com/office/drawing/2014/main" id="{8AD735D4-08BF-B03F-8313-6076D893D773}"/>
              </a:ext>
            </a:extLst>
          </p:cNvPr>
          <p:cNvPicPr>
            <a:picLocks noChangeAspect="1"/>
          </p:cNvPicPr>
          <p:nvPr/>
        </p:nvPicPr>
        <p:blipFill>
          <a:blip r:embed="rId2"/>
          <a:stretch>
            <a:fillRect/>
          </a:stretch>
        </p:blipFill>
        <p:spPr>
          <a:xfrm>
            <a:off x="5322104" y="547923"/>
            <a:ext cx="6668431" cy="2086266"/>
          </a:xfrm>
          <a:prstGeom prst="rect">
            <a:avLst/>
          </a:prstGeom>
        </p:spPr>
      </p:pic>
      <p:pic>
        <p:nvPicPr>
          <p:cNvPr id="7" name="Picture 6">
            <a:extLst>
              <a:ext uri="{FF2B5EF4-FFF2-40B4-BE49-F238E27FC236}">
                <a16:creationId xmlns:a16="http://schemas.microsoft.com/office/drawing/2014/main" id="{D5437D06-B2CF-377E-D015-4F6223763D35}"/>
              </a:ext>
            </a:extLst>
          </p:cNvPr>
          <p:cNvPicPr>
            <a:picLocks noChangeAspect="1"/>
          </p:cNvPicPr>
          <p:nvPr/>
        </p:nvPicPr>
        <p:blipFill>
          <a:blip r:embed="rId3"/>
          <a:stretch>
            <a:fillRect/>
          </a:stretch>
        </p:blipFill>
        <p:spPr>
          <a:xfrm>
            <a:off x="7465529" y="3192976"/>
            <a:ext cx="4525006" cy="2648320"/>
          </a:xfrm>
          <a:prstGeom prst="rect">
            <a:avLst/>
          </a:prstGeom>
        </p:spPr>
      </p:pic>
    </p:spTree>
    <p:extLst>
      <p:ext uri="{BB962C8B-B14F-4D97-AF65-F5344CB8AC3E}">
        <p14:creationId xmlns:p14="http://schemas.microsoft.com/office/powerpoint/2010/main" val="352655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286AC84-2D13-478E-900C-21A1E2EEF981}"/>
              </a:ext>
            </a:extLst>
          </p:cNvPr>
          <p:cNvSpPr>
            <a:spLocks noGrp="1"/>
          </p:cNvSpPr>
          <p:nvPr>
            <p:ph type="title"/>
          </p:nvPr>
        </p:nvSpPr>
        <p:spPr/>
        <p:txBody>
          <a:bodyPr/>
          <a:lstStyle/>
          <a:p>
            <a:r>
              <a:rPr lang="nl-BE" dirty="0"/>
              <a:t>Python </a:t>
            </a:r>
            <a:r>
              <a:rPr lang="nl-BE" dirty="0" err="1"/>
              <a:t>interpreter</a:t>
            </a:r>
            <a:endParaRPr lang="en-US" dirty="0"/>
          </a:p>
        </p:txBody>
      </p:sp>
      <p:sp>
        <p:nvSpPr>
          <p:cNvPr id="5" name="Text Placeholder 4">
            <a:extLst>
              <a:ext uri="{FF2B5EF4-FFF2-40B4-BE49-F238E27FC236}">
                <a16:creationId xmlns:a16="http://schemas.microsoft.com/office/drawing/2014/main" id="{FD062C05-356A-43E7-8B79-CF6D3A02A55F}"/>
              </a:ext>
            </a:extLst>
          </p:cNvPr>
          <p:cNvSpPr>
            <a:spLocks noGrp="1"/>
          </p:cNvSpPr>
          <p:nvPr>
            <p:ph type="body" idx="1"/>
          </p:nvPr>
        </p:nvSpPr>
        <p:spPr/>
        <p:txBody>
          <a:bodyPr/>
          <a:lstStyle/>
          <a:p>
            <a:r>
              <a:rPr lang="nl-BE" dirty="0">
                <a:hlinkClick r:id="rId2"/>
              </a:rPr>
              <a:t>https://realpython.com/run-python-scripts/</a:t>
            </a:r>
            <a:r>
              <a:rPr lang="nl-BE" dirty="0"/>
              <a:t> </a:t>
            </a:r>
          </a:p>
        </p:txBody>
      </p:sp>
    </p:spTree>
    <p:extLst>
      <p:ext uri="{BB962C8B-B14F-4D97-AF65-F5344CB8AC3E}">
        <p14:creationId xmlns:p14="http://schemas.microsoft.com/office/powerpoint/2010/main" val="1568565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interpreter</a:t>
            </a:r>
            <a:endParaRPr lang="nl-BE" dirty="0"/>
          </a:p>
        </p:txBody>
      </p:sp>
      <p:sp>
        <p:nvSpPr>
          <p:cNvPr id="3" name="Content Placeholder 2"/>
          <p:cNvSpPr>
            <a:spLocks noGrp="1"/>
          </p:cNvSpPr>
          <p:nvPr>
            <p:ph idx="1"/>
          </p:nvPr>
        </p:nvSpPr>
        <p:spPr/>
        <p:txBody>
          <a:bodyPr>
            <a:normAutofit/>
          </a:bodyPr>
          <a:lstStyle/>
          <a:p>
            <a:r>
              <a:rPr lang="en-US" dirty="0"/>
              <a:t>The interpreter is able to run Python code in two different ways:</a:t>
            </a:r>
          </a:p>
          <a:p>
            <a:pPr lvl="1"/>
            <a:r>
              <a:rPr lang="en-US" dirty="0"/>
              <a:t>As a piece of code typed into an interactive session</a:t>
            </a:r>
          </a:p>
          <a:p>
            <a:pPr lvl="1"/>
            <a:r>
              <a:rPr lang="en-US" dirty="0"/>
              <a:t>As a script or module</a:t>
            </a:r>
          </a:p>
          <a:p>
            <a:endParaRPr lang="en-US" dirty="0"/>
          </a:p>
        </p:txBody>
      </p:sp>
      <p:pic>
        <p:nvPicPr>
          <p:cNvPr id="8" name="Picture 7">
            <a:extLst>
              <a:ext uri="{FF2B5EF4-FFF2-40B4-BE49-F238E27FC236}">
                <a16:creationId xmlns:a16="http://schemas.microsoft.com/office/drawing/2014/main" id="{91971068-46A0-22A0-AC08-3AB5C29A0669}"/>
              </a:ext>
            </a:extLst>
          </p:cNvPr>
          <p:cNvPicPr>
            <a:picLocks noChangeAspect="1"/>
          </p:cNvPicPr>
          <p:nvPr/>
        </p:nvPicPr>
        <p:blipFill>
          <a:blip r:embed="rId2"/>
          <a:stretch>
            <a:fillRect/>
          </a:stretch>
        </p:blipFill>
        <p:spPr>
          <a:xfrm>
            <a:off x="819150" y="3172777"/>
            <a:ext cx="10553700" cy="2828925"/>
          </a:xfrm>
          <a:prstGeom prst="rect">
            <a:avLst/>
          </a:prstGeom>
        </p:spPr>
      </p:pic>
    </p:spTree>
    <p:extLst>
      <p:ext uri="{BB962C8B-B14F-4D97-AF65-F5344CB8AC3E}">
        <p14:creationId xmlns:p14="http://schemas.microsoft.com/office/powerpoint/2010/main" val="4015422363"/>
      </p:ext>
    </p:extLst>
  </p:cSld>
  <p:clrMapOvr>
    <a:masterClrMapping/>
  </p:clrMapOvr>
  <mc:AlternateContent xmlns:mc="http://schemas.openxmlformats.org/markup-compatibility/2006" xmlns:p14="http://schemas.microsoft.com/office/powerpoint/2010/main">
    <mc:Choice Requires="p14">
      <p:transition spd="slow" p14:dur="2000" advTm="89873"/>
    </mc:Choice>
    <mc:Fallback xmlns="">
      <p:transition spd="slow" advTm="89873"/>
    </mc:Fallback>
  </mc:AlternateContent>
  <p:extLst>
    <p:ext uri="{3A86A75C-4F4B-4683-9AE1-C65F6400EC91}">
      <p14:laserTraceLst xmlns:p14="http://schemas.microsoft.com/office/powerpoint/2010/main">
        <p14:tracePtLst>
          <p14:tracePt t="38080" x="2933700" y="2343150"/>
          <p14:tracePt t="38115" x="2806700" y="2343150"/>
          <p14:tracePt t="38117" x="2787650" y="2343150"/>
          <p14:tracePt t="38155" x="2730500" y="2343150"/>
          <p14:tracePt t="38182" x="2616200" y="2343150"/>
          <p14:tracePt t="38190" x="2590800" y="2343150"/>
          <p14:tracePt t="38207" x="2508250" y="2343150"/>
          <p14:tracePt t="38223" x="2400300" y="2330450"/>
          <p14:tracePt t="38240" x="2330450" y="2324100"/>
          <p14:tracePt t="38257" x="2247900" y="2317750"/>
          <p14:tracePt t="38290" x="2089150" y="2317750"/>
          <p14:tracePt t="38294" x="2076450" y="2317750"/>
          <p14:tracePt t="38306" x="2044700" y="2317750"/>
          <p14:tracePt t="38310" x="2006600" y="2317750"/>
          <p14:tracePt t="38323" x="2000250" y="2317750"/>
          <p14:tracePt t="38340" x="1949450" y="2317750"/>
          <p14:tracePt t="38356" x="1905000" y="2317750"/>
          <p14:tracePt t="38391" x="1778000" y="2317750"/>
          <p14:tracePt t="38394" x="1708150" y="2317750"/>
          <p14:tracePt t="38409" x="1587500" y="2324100"/>
          <p14:tracePt t="38424" x="1479550" y="2330450"/>
          <p14:tracePt t="38439" x="1422400" y="2336800"/>
          <p14:tracePt t="38456" x="1339850" y="2343150"/>
          <p14:tracePt t="38490" x="1250950" y="2349500"/>
          <p14:tracePt t="38507" x="1212850" y="2355850"/>
          <p14:tracePt t="38523" x="1181100" y="2368550"/>
          <p14:tracePt t="38540" x="1149350" y="2381250"/>
          <p14:tracePt t="38557" x="1111250" y="2400300"/>
          <p14:tracePt t="38590" x="1054100" y="2432050"/>
          <p14:tracePt t="38593" x="1047750" y="2438400"/>
          <p14:tracePt t="38607" x="1041400" y="2444750"/>
          <p14:tracePt t="38610" x="1035050" y="2444750"/>
          <p14:tracePt t="38626" x="1028700" y="2457450"/>
          <p14:tracePt t="38641" x="1028700" y="2463800"/>
          <p14:tracePt t="38643" x="1016000" y="2470150"/>
          <p14:tracePt t="38658" x="996950" y="2501900"/>
          <p14:tracePt t="38690" x="965200" y="2552700"/>
          <p14:tracePt t="38707" x="933450" y="2590800"/>
          <p14:tracePt t="38723" x="920750" y="2616200"/>
          <p14:tracePt t="38740" x="908050" y="2647950"/>
          <p14:tracePt t="38756" x="901700" y="2660650"/>
          <p14:tracePt t="38790" x="901700" y="2692400"/>
          <p14:tracePt t="38793" x="901700" y="2705100"/>
          <p14:tracePt t="38806" x="908050" y="2717800"/>
          <p14:tracePt t="38823" x="914400" y="2730500"/>
          <p14:tracePt t="38840" x="927100" y="2749550"/>
          <p14:tracePt t="38842" x="927100" y="2755900"/>
          <p14:tracePt t="38857" x="939800" y="2774950"/>
          <p14:tracePt t="38890" x="984250" y="2806700"/>
          <p14:tracePt t="38892" x="996950" y="2819400"/>
          <p14:tracePt t="38908" x="1028700" y="2838450"/>
          <p14:tracePt t="38923" x="1066800" y="2863850"/>
          <p14:tracePt t="38940" x="1098550" y="2882900"/>
          <p14:tracePt t="38957" x="1130300" y="2901950"/>
          <p14:tracePt t="38990" x="1206500" y="2927350"/>
          <p14:tracePt t="39006" x="1270000" y="2940050"/>
          <p14:tracePt t="39023" x="1371600" y="2959100"/>
          <p14:tracePt t="39040" x="1504950" y="2971800"/>
          <p14:tracePt t="39056" x="1651000" y="2978150"/>
          <p14:tracePt t="39090" x="1905000" y="2990850"/>
          <p14:tracePt t="39094" x="1949450" y="2990850"/>
          <p14:tracePt t="39107" x="2082800" y="2990850"/>
          <p14:tracePt t="39124" x="2152650" y="2990850"/>
          <p14:tracePt t="39139" x="2190750" y="2997200"/>
          <p14:tracePt t="39142" x="2266950" y="2997200"/>
          <p14:tracePt t="39157" x="2298700" y="3003550"/>
          <p14:tracePt t="39190" x="2552700" y="3003550"/>
          <p14:tracePt t="39207" x="2660650" y="3003550"/>
          <p14:tracePt t="39223" x="2762250" y="3003550"/>
          <p14:tracePt t="39240" x="2965450" y="3003550"/>
          <p14:tracePt t="39256" x="3067050" y="3003550"/>
          <p14:tracePt t="39290" x="3282950" y="3003550"/>
          <p14:tracePt t="39307" x="3397250" y="3003550"/>
          <p14:tracePt t="39323" x="3613150" y="2997200"/>
          <p14:tracePt t="39327" x="3670300" y="2990850"/>
          <p14:tracePt t="39340" x="3721100" y="2990850"/>
          <p14:tracePt t="39359" x="3892550" y="2984500"/>
          <p14:tracePt t="39393" x="4006850" y="2984500"/>
          <p14:tracePt t="39407" x="4114800" y="2984500"/>
          <p14:tracePt t="39423" x="4191000" y="2984500"/>
          <p14:tracePt t="39440" x="4381500" y="2984500"/>
          <p14:tracePt t="39456" x="4508500" y="2971800"/>
          <p14:tracePt t="39490" x="4883150" y="2933700"/>
          <p14:tracePt t="39507" x="5054600" y="2921000"/>
          <p14:tracePt t="39523" x="5143500" y="2914650"/>
          <p14:tracePt t="39540" x="5213350" y="2908300"/>
          <p14:tracePt t="39556" x="5264150" y="2908300"/>
          <p14:tracePt t="39559" x="5295900" y="2908300"/>
          <p14:tracePt t="39590" x="5403850" y="2901950"/>
          <p14:tracePt t="39593" x="5467350" y="2895600"/>
          <p14:tracePt t="39607" x="5499100" y="2895600"/>
          <p14:tracePt t="39623" x="5727700" y="2882900"/>
          <p14:tracePt t="39641" x="5829300" y="2882900"/>
          <p14:tracePt t="39656" x="5949950" y="2882900"/>
          <p14:tracePt t="39690" x="6076950" y="2889250"/>
          <p14:tracePt t="39706" x="6127750" y="2889250"/>
          <p14:tracePt t="39723" x="6184900" y="2889250"/>
          <p14:tracePt t="39740" x="6242050" y="2889250"/>
          <p14:tracePt t="39757" x="6324600" y="2889250"/>
          <p14:tracePt t="39790" x="6432550" y="2889250"/>
          <p14:tracePt t="39794" x="6445250" y="2889250"/>
          <p14:tracePt t="39807" x="6457950" y="2882900"/>
          <p14:tracePt t="39823" x="6470650" y="2882900"/>
          <p14:tracePt t="39825" x="6477000" y="2882900"/>
          <p14:tracePt t="39840" x="6483350" y="2882900"/>
          <p14:tracePt t="39856" x="6489700" y="2882900"/>
          <p14:tracePt t="39858" x="6496050" y="2876550"/>
          <p14:tracePt t="39891" x="6540500" y="2876550"/>
          <p14:tracePt t="39907" x="6559550" y="2876550"/>
          <p14:tracePt t="39923" x="6572250" y="2870200"/>
          <p14:tracePt t="40440" x="0" y="0"/>
        </p14:tracePtLst>
        <p14:tracePtLst>
          <p14:tracePt t="44458" x="3530600" y="3206750"/>
          <p14:tracePt t="44520" x="3524250" y="3206750"/>
          <p14:tracePt t="44554" x="3517900" y="3206750"/>
          <p14:tracePt t="44691" x="3517900" y="3213100"/>
          <p14:tracePt t="44706" x="3524250" y="3213100"/>
          <p14:tracePt t="44723" x="3549650" y="3213100"/>
          <p14:tracePt t="44740" x="3581400" y="3219450"/>
          <p14:tracePt t="44773" x="3683000" y="3219450"/>
          <p14:tracePt t="44790" x="3733800" y="3225800"/>
          <p14:tracePt t="44823" x="3790950" y="3225800"/>
          <p14:tracePt t="44840" x="3816350" y="3225800"/>
          <p14:tracePt t="44856" x="3835400" y="3225800"/>
          <p14:tracePt t="44890" x="3924300" y="3225800"/>
          <p14:tracePt t="44893" x="3943350" y="3232150"/>
          <p14:tracePt t="44907" x="3987800" y="3232150"/>
          <p14:tracePt t="44924" x="4089400" y="3232150"/>
          <p14:tracePt t="44940" x="4140200" y="3232150"/>
          <p14:tracePt t="44973" x="4279900" y="3244850"/>
          <p14:tracePt t="44990" x="4324350" y="3244850"/>
          <p14:tracePt t="45007" x="4387850" y="3251200"/>
          <p14:tracePt t="45023" x="4419600" y="3251200"/>
          <p14:tracePt t="45040" x="4445000" y="3257550"/>
          <p14:tracePt t="45043" x="4457700" y="3257550"/>
          <p14:tracePt t="45073" x="4514850" y="3270250"/>
          <p14:tracePt t="45076" x="4521200" y="3270250"/>
          <p14:tracePt t="45090" x="4533900" y="3270250"/>
          <p14:tracePt t="45107" x="4565650" y="3270250"/>
          <p14:tracePt t="45110" x="4584700" y="3270250"/>
          <p14:tracePt t="45123" x="4597400" y="3276600"/>
          <p14:tracePt t="45140" x="4635500" y="3276600"/>
          <p14:tracePt t="45142" x="4654550" y="3276600"/>
          <p14:tracePt t="45173" x="4724400" y="3282950"/>
          <p14:tracePt t="45191" x="4762500" y="3282950"/>
          <p14:tracePt t="45207" x="4806950" y="3289300"/>
          <p14:tracePt t="45223" x="4851400" y="3289300"/>
          <p14:tracePt t="45240" x="4889500" y="3289300"/>
          <p14:tracePt t="45273" x="4978400" y="3302000"/>
          <p14:tracePt t="45290" x="5016500" y="3302000"/>
          <p14:tracePt t="45307" x="5041900" y="3308350"/>
          <p14:tracePt t="45311" x="5054600" y="3308350"/>
          <p14:tracePt t="45323" x="5060950" y="3308350"/>
          <p14:tracePt t="45340" x="5086350" y="3308350"/>
          <p14:tracePt t="45341" x="5092700" y="3308350"/>
          <p14:tracePt t="45373" x="5099050" y="3308350"/>
          <p14:tracePt t="45465" x="5105400" y="3308350"/>
          <p14:tracePt t="45488" x="5111750" y="3308350"/>
          <p14:tracePt t="45497" x="5118100" y="3308350"/>
          <p14:tracePt t="45507" x="5124450" y="3308350"/>
          <p14:tracePt t="45523" x="5137150" y="3308350"/>
          <p14:tracePt t="45540" x="5149850" y="3308350"/>
          <p14:tracePt t="45997" x="5156200" y="3308350"/>
          <p14:tracePt t="46005" x="5162550" y="3308350"/>
          <p14:tracePt t="46024" x="5168900" y="3314700"/>
          <p14:tracePt t="46040" x="5187950" y="3321050"/>
          <p14:tracePt t="46057" x="5207000" y="3327400"/>
          <p14:tracePt t="46073" x="5219700" y="3333750"/>
          <p14:tracePt t="46090" x="5238750" y="3340100"/>
          <p14:tracePt t="46093" x="5245100" y="3340100"/>
          <p14:tracePt t="46124" x="5270500" y="3352800"/>
          <p14:tracePt t="46140" x="5283200" y="3352800"/>
          <p14:tracePt t="46157" x="5302250" y="3359150"/>
          <p14:tracePt t="46176" x="5314950" y="3359150"/>
          <p14:tracePt t="46190" x="5340350" y="3365500"/>
          <p14:tracePt t="46223" x="5384800" y="3365500"/>
          <p14:tracePt t="46240" x="5410200" y="3365500"/>
          <p14:tracePt t="46257" x="5429250" y="3365500"/>
          <p14:tracePt t="46273" x="5461000" y="3365500"/>
          <p14:tracePt t="46290" x="5492750" y="3365500"/>
          <p14:tracePt t="46323" x="5556250" y="3365500"/>
          <p14:tracePt t="46340" x="5575300" y="3365500"/>
          <p14:tracePt t="46357" x="5594350" y="3359150"/>
          <p14:tracePt t="46359" x="5600700" y="3352800"/>
          <p14:tracePt t="46375" x="5607050" y="3352800"/>
          <p14:tracePt t="46390" x="5613400" y="3346450"/>
          <p14:tracePt t="46423" x="5619750" y="3333750"/>
          <p14:tracePt t="46440" x="5626100" y="3327400"/>
          <p14:tracePt t="46456" x="5626100" y="3321050"/>
          <p14:tracePt t="46490" x="5632450" y="3295650"/>
          <p14:tracePt t="46507" x="5632450" y="3276600"/>
          <p14:tracePt t="46523" x="5632450" y="3251200"/>
          <p14:tracePt t="46540" x="5632450" y="3232150"/>
          <p14:tracePt t="46573" x="5632450" y="3194050"/>
          <p14:tracePt t="46577" x="5632450" y="3187700"/>
          <p14:tracePt t="46592" x="5632450" y="3181350"/>
          <p14:tracePt t="46606" x="5632450" y="3175000"/>
          <p14:tracePt t="46640" x="5632450" y="3143250"/>
          <p14:tracePt t="46657" x="5632450" y="3130550"/>
          <p14:tracePt t="46673" x="5632450" y="3111500"/>
          <p14:tracePt t="46690" x="5632450" y="3098800"/>
          <p14:tracePt t="46723" x="5632450" y="3079750"/>
          <p14:tracePt t="46740" x="5632450" y="3073400"/>
          <p14:tracePt t="46757" x="5626100" y="3054350"/>
          <p14:tracePt t="46790" x="5619750" y="3028950"/>
          <p14:tracePt t="46793" x="5619750" y="3022600"/>
          <p14:tracePt t="46806" x="5613400" y="3022600"/>
          <p14:tracePt t="46823" x="5607050" y="3003550"/>
          <p14:tracePt t="46826" x="5600700" y="3003550"/>
          <p14:tracePt t="46840" x="5600700" y="2997200"/>
          <p14:tracePt t="46856" x="5594350" y="2990850"/>
          <p14:tracePt t="46859" x="5588000" y="2984500"/>
          <p14:tracePt t="46890" x="5575300" y="2978150"/>
          <p14:tracePt t="46907" x="5568950" y="2965450"/>
          <p14:tracePt t="46940" x="5556250" y="2959100"/>
          <p14:tracePt t="46957" x="5549900" y="2952750"/>
          <p14:tracePt t="46990" x="5530850" y="2946400"/>
          <p14:tracePt t="47007" x="5511800" y="2940050"/>
          <p14:tracePt t="47023" x="5492750" y="2933700"/>
          <p14:tracePt t="47040" x="5480050" y="2927350"/>
          <p14:tracePt t="47057" x="5454650" y="2927350"/>
          <p14:tracePt t="47061" x="5448300" y="2921000"/>
          <p14:tracePt t="47090" x="5410200" y="2921000"/>
          <p14:tracePt t="47092" x="5403850" y="2921000"/>
          <p14:tracePt t="47108" x="5372100" y="2921000"/>
          <p14:tracePt t="47124" x="5340350" y="2921000"/>
          <p14:tracePt t="47140" x="5308600" y="2921000"/>
          <p14:tracePt t="47157" x="5270500" y="2921000"/>
          <p14:tracePt t="47190" x="5213350" y="2933700"/>
          <p14:tracePt t="47207" x="5181600" y="2933700"/>
          <p14:tracePt t="47223" x="5162550" y="2940050"/>
          <p14:tracePt t="47240" x="5143500" y="2940050"/>
          <p14:tracePt t="47273" x="5111750" y="2965450"/>
          <p14:tracePt t="47290" x="5099050" y="2984500"/>
          <p14:tracePt t="47324" x="5092700" y="2997200"/>
          <p14:tracePt t="47340" x="5092700" y="3003550"/>
          <p14:tracePt t="47357" x="5086350" y="3009900"/>
          <p14:tracePt t="47359" x="5086350" y="3016250"/>
          <p14:tracePt t="47390" x="5086350" y="3035300"/>
          <p14:tracePt t="47407" x="5086350" y="3054350"/>
          <p14:tracePt t="47424" x="5086350" y="3079750"/>
          <p14:tracePt t="47440" x="5086350" y="3111500"/>
          <p14:tracePt t="47473" x="5086350" y="3149600"/>
          <p14:tracePt t="47478" x="5086350" y="3155950"/>
          <p14:tracePt t="47490" x="5086350" y="3175000"/>
          <p14:tracePt t="47506" x="5086350" y="3187700"/>
          <p14:tracePt t="47524" x="5086350" y="3194050"/>
          <p14:tracePt t="47526" x="5086350" y="3200400"/>
          <p14:tracePt t="47540" x="5086350" y="3206750"/>
          <p14:tracePt t="47573" x="5099050" y="3232150"/>
          <p14:tracePt t="47590" x="5111750" y="3251200"/>
          <p14:tracePt t="47594" x="5118100" y="3263900"/>
          <p14:tracePt t="47609" x="5130800" y="3270250"/>
          <p14:tracePt t="47624" x="5143500" y="3282950"/>
          <p14:tracePt t="47642" x="5143500" y="3289300"/>
          <p14:tracePt t="47675" x="5168900" y="3302000"/>
          <p14:tracePt t="47690" x="5168900" y="3308350"/>
          <p14:tracePt t="47710" x="5187950" y="3314700"/>
          <p14:tracePt t="47712" x="5194300" y="3314700"/>
          <p14:tracePt t="47723" x="5200650" y="3314700"/>
          <p14:tracePt t="47740" x="5213350" y="3321050"/>
          <p14:tracePt t="47744" x="5213350" y="3327400"/>
          <p14:tracePt t="47773" x="5245100" y="3333750"/>
          <p14:tracePt t="47776" x="5251450" y="3333750"/>
          <p14:tracePt t="47790" x="5257800" y="3340100"/>
          <p14:tracePt t="47806" x="5270500" y="3340100"/>
          <p14:tracePt t="47823" x="5276850" y="3346450"/>
          <p14:tracePt t="47840" x="5283200" y="3346450"/>
          <p14:tracePt t="48963" x="5289550" y="3346450"/>
          <p14:tracePt t="49082" x="5295900" y="3346450"/>
          <p14:tracePt t="50826" x="0" y="0"/>
        </p14:tracePtLst>
        <p14:tracePtLst>
          <p14:tracePt t="52700" x="2952750" y="3181350"/>
          <p14:tracePt t="52843" x="2959100" y="3181350"/>
          <p14:tracePt t="52850" x="2965450" y="3181350"/>
          <p14:tracePt t="52860" x="2984500" y="3181350"/>
          <p14:tracePt t="52874" x="3041650" y="3181350"/>
          <p14:tracePt t="52892" x="3162300" y="3181350"/>
          <p14:tracePt t="52908" x="3276600" y="3181350"/>
          <p14:tracePt t="52924" x="3397250" y="3181350"/>
          <p14:tracePt t="52940" x="3498850" y="3187700"/>
          <p14:tracePt t="52973" x="3689350" y="3194050"/>
          <p14:tracePt t="52990" x="3759200" y="3194050"/>
          <p14:tracePt t="53007" x="3841750" y="3194050"/>
          <p14:tracePt t="53023" x="3924300" y="3200400"/>
          <p14:tracePt t="53040" x="4064000" y="3200400"/>
          <p14:tracePt t="53073" x="4330700" y="3206750"/>
          <p14:tracePt t="53076" x="4400550" y="3206750"/>
          <p14:tracePt t="53090" x="4489450" y="3213100"/>
          <p14:tracePt t="53093" x="4572000" y="3219450"/>
          <p14:tracePt t="53107" x="4610100" y="3219450"/>
          <p14:tracePt t="53124" x="4895850" y="3238500"/>
          <p14:tracePt t="53140" x="4933950" y="3244850"/>
          <p14:tracePt t="53173" x="5207000" y="3251200"/>
          <p14:tracePt t="53190" x="5226050" y="3251200"/>
          <p14:tracePt t="53207" x="5232400" y="3251200"/>
          <p14:tracePt t="53521" x="0" y="0"/>
        </p14:tracePtLst>
        <p14:tracePtLst>
          <p14:tracePt t="64936" x="2616200" y="3587750"/>
          <p14:tracePt t="64941" x="2616200" y="3581400"/>
          <p14:tracePt t="64957" x="2616200" y="3575050"/>
          <p14:tracePt t="64974" x="2616200" y="3568700"/>
          <p14:tracePt t="64996" x="2616200" y="3562350"/>
          <p14:tracePt t="65013" x="2616200" y="3556000"/>
          <p14:tracePt t="65046" x="2616200" y="3549650"/>
          <p14:tracePt t="65061" x="2616200" y="3543300"/>
          <p14:tracePt t="65078" x="2616200" y="3536950"/>
          <p14:tracePt t="65085" x="2616200" y="3530600"/>
          <p14:tracePt t="65093" x="2609850" y="3530600"/>
          <p14:tracePt t="65107" x="2609850" y="3524250"/>
          <p14:tracePt t="65124" x="2603500" y="3524250"/>
          <p14:tracePt t="65140" x="2597150" y="3517900"/>
          <p14:tracePt t="65160" x="2590800" y="3511550"/>
          <p14:tracePt t="65176" x="2578100" y="3511550"/>
          <p14:tracePt t="65190" x="2565400" y="3498850"/>
          <p14:tracePt t="65207" x="2533650" y="3492500"/>
          <p14:tracePt t="65224" x="2476500" y="3479800"/>
          <p14:tracePt t="65240" x="2444750" y="3479800"/>
          <p14:tracePt t="65257" x="2413000" y="3473450"/>
          <p14:tracePt t="65274" x="2381250" y="3473450"/>
          <p14:tracePt t="65290" x="2349500" y="3467100"/>
          <p14:tracePt t="65308" x="2279650" y="3460750"/>
          <p14:tracePt t="65313" x="2260600" y="3454400"/>
          <p14:tracePt t="65324" x="2235200" y="3454400"/>
          <p14:tracePt t="65340" x="2152650" y="3448050"/>
          <p14:tracePt t="65342" x="2133600" y="3448050"/>
          <p14:tracePt t="65357" x="2114550" y="3448050"/>
          <p14:tracePt t="65375" x="2032000" y="3435350"/>
          <p14:tracePt t="65390" x="2019300" y="3435350"/>
          <p14:tracePt t="65407" x="2012950" y="3435350"/>
          <p14:tracePt t="65409" x="2006600" y="3435350"/>
          <p14:tracePt t="65424" x="2000250" y="3435350"/>
          <p14:tracePt t="65441" x="1987550" y="3435350"/>
          <p14:tracePt t="65457" x="1955800" y="3448050"/>
          <p14:tracePt t="65474" x="1943100" y="3460750"/>
          <p14:tracePt t="65490" x="1905000" y="3473450"/>
          <p14:tracePt t="65507" x="1866900" y="3492500"/>
          <p14:tracePt t="65524" x="1841500" y="3505200"/>
          <p14:tracePt t="65540" x="1822450" y="3511550"/>
          <p14:tracePt t="65557" x="1809750" y="3517900"/>
          <p14:tracePt t="65574" x="1797050" y="3530600"/>
          <p14:tracePt t="65590" x="1790700" y="3543300"/>
          <p14:tracePt t="65608" x="1771650" y="3568700"/>
          <p14:tracePt t="65626" x="1765300" y="3587750"/>
          <p14:tracePt t="65641" x="1758950" y="3594100"/>
          <p14:tracePt t="65659" x="1758950" y="3606800"/>
          <p14:tracePt t="65674" x="1758950" y="3619500"/>
          <p14:tracePt t="65692" x="1758950" y="3625850"/>
          <p14:tracePt t="65707" x="1758950" y="3632200"/>
          <p14:tracePt t="65725" x="1765300" y="3638550"/>
          <p14:tracePt t="65741" x="1790700" y="3663950"/>
          <p14:tracePt t="65757" x="1816100" y="3676650"/>
          <p14:tracePt t="65774" x="1841500" y="3695700"/>
          <p14:tracePt t="65791" x="1879600" y="3708400"/>
          <p14:tracePt t="65794" x="1892300" y="3721100"/>
          <p14:tracePt t="65807" x="1911350" y="3727450"/>
          <p14:tracePt t="65824" x="1943100" y="3740150"/>
          <p14:tracePt t="65826" x="2006600" y="3759200"/>
          <p14:tracePt t="65841" x="2025650" y="3759200"/>
          <p14:tracePt t="65859" x="2108200" y="3771900"/>
          <p14:tracePt t="65874" x="2165350" y="3771900"/>
          <p14:tracePt t="65890" x="2254250" y="3771900"/>
          <p14:tracePt t="65909" x="2362200" y="3752850"/>
          <p14:tracePt t="65924" x="2425700" y="3740150"/>
          <p14:tracePt t="65941" x="2476500" y="3721100"/>
          <p14:tracePt t="65957" x="2527300" y="3708400"/>
          <p14:tracePt t="65974" x="2552700" y="3695700"/>
          <p14:tracePt t="65990" x="2565400" y="3689350"/>
          <p14:tracePt t="66007" x="2578100" y="3676650"/>
          <p14:tracePt t="66024" x="2590800" y="3663950"/>
          <p14:tracePt t="66040" x="2597150" y="3644900"/>
          <p14:tracePt t="66057" x="2597150" y="3638550"/>
          <p14:tracePt t="66061" x="2597150" y="3625850"/>
          <p14:tracePt t="66078" x="2597150" y="3619500"/>
          <p14:tracePt t="66094" x="2597150" y="3613150"/>
          <p14:tracePt t="66108" x="2597150" y="3600450"/>
          <p14:tracePt t="66124" x="2590800" y="3594100"/>
          <p14:tracePt t="66148" x="2584450" y="3587750"/>
          <p14:tracePt t="66172" x="2578100" y="3587750"/>
          <p14:tracePt t="66180" x="2578100" y="3581400"/>
          <p14:tracePt t="66196" x="2571750" y="3581400"/>
          <p14:tracePt t="66212" x="2565400" y="3575050"/>
          <p14:tracePt t="66255" x="2559050" y="3575050"/>
          <p14:tracePt t="66416" x="0" y="0"/>
        </p14:tracePtLst>
        <p14:tracePtLst>
          <p14:tracePt t="75018" x="2667000" y="4425950"/>
          <p14:tracePt t="75119" x="2667000" y="4419600"/>
          <p14:tracePt t="75128" x="2667000" y="4413250"/>
          <p14:tracePt t="75143" x="2667000" y="4406900"/>
          <p14:tracePt t="75160" x="2667000" y="4400550"/>
          <p14:tracePt t="75167" x="2660650" y="4400550"/>
          <p14:tracePt t="75175" x="2654300" y="4394200"/>
          <p14:tracePt t="75192" x="2635250" y="4387850"/>
          <p14:tracePt t="75207" x="2609850" y="4375150"/>
          <p14:tracePt t="75224" x="2578100" y="4368800"/>
          <p14:tracePt t="75241" x="2546350" y="4368800"/>
          <p14:tracePt t="75258" x="2514600" y="4368800"/>
          <p14:tracePt t="75274" x="2482850" y="4368800"/>
          <p14:tracePt t="75291" x="2444750" y="4368800"/>
          <p14:tracePt t="75308" x="2400300" y="4381500"/>
          <p14:tracePt t="75324" x="2355850" y="4387850"/>
          <p14:tracePt t="75341" x="2317750" y="4400550"/>
          <p14:tracePt t="75358" x="2279650" y="4406900"/>
          <p14:tracePt t="75376" x="2235200" y="4413250"/>
          <p14:tracePt t="75378" x="2209800" y="4419600"/>
          <p14:tracePt t="75391" x="2190750" y="4419600"/>
          <p14:tracePt t="75407" x="2146300" y="4438650"/>
          <p14:tracePt t="75411" x="2127250" y="4438650"/>
          <p14:tracePt t="75424" x="2089150" y="4457700"/>
          <p14:tracePt t="75441" x="2070100" y="4464050"/>
          <p14:tracePt t="75457" x="2057400" y="4470400"/>
          <p14:tracePt t="75474" x="2051050" y="4476750"/>
          <p14:tracePt t="75491" x="2038350" y="4483100"/>
          <p14:tracePt t="75507" x="2025650" y="4495800"/>
          <p14:tracePt t="75524" x="2012950" y="4514850"/>
          <p14:tracePt t="75541" x="1993900" y="4540250"/>
          <p14:tracePt t="75559" x="1968500" y="4578350"/>
          <p14:tracePt t="75574" x="1955800" y="4603750"/>
          <p14:tracePt t="75595" x="1949450" y="4629150"/>
          <p14:tracePt t="75608" x="1949450" y="4635500"/>
          <p14:tracePt t="75628" x="1949450" y="4660900"/>
          <p14:tracePt t="75641" x="1949450" y="4667250"/>
          <p14:tracePt t="75658" x="1955800" y="4692650"/>
          <p14:tracePt t="75674" x="1974850" y="4711700"/>
          <p14:tracePt t="75691" x="2000250" y="4737100"/>
          <p14:tracePt t="75707" x="2032000" y="4768850"/>
          <p14:tracePt t="75724" x="2089150" y="4806950"/>
          <p14:tracePt t="75741" x="2120900" y="4826000"/>
          <p14:tracePt t="75757" x="2203450" y="4857750"/>
          <p14:tracePt t="75774" x="2254250" y="4870450"/>
          <p14:tracePt t="75791" x="2298700" y="4883150"/>
          <p14:tracePt t="75807" x="2393950" y="4883150"/>
          <p14:tracePt t="75824" x="2444750" y="4883150"/>
          <p14:tracePt t="75841" x="2501900" y="4883150"/>
          <p14:tracePt t="75858" x="2552700" y="4883150"/>
          <p14:tracePt t="75874" x="2647950" y="4883150"/>
          <p14:tracePt t="75891" x="2686050" y="4883150"/>
          <p14:tracePt t="75894" x="2705100" y="4883150"/>
          <p14:tracePt t="75908" x="2736850" y="4883150"/>
          <p14:tracePt t="75925" x="2762250" y="4883150"/>
          <p14:tracePt t="75941" x="2781300" y="4883150"/>
          <p14:tracePt t="75958" x="2806700" y="4889500"/>
          <p14:tracePt t="75974" x="2844800" y="4889500"/>
          <p14:tracePt t="75991" x="2870200" y="4889500"/>
          <p14:tracePt t="76007" x="2921000" y="4889500"/>
          <p14:tracePt t="76024" x="2990850" y="4889500"/>
          <p14:tracePt t="76041" x="3028950" y="4889500"/>
          <p14:tracePt t="76057" x="3098800" y="4889500"/>
          <p14:tracePt t="76061" x="3117850" y="4889500"/>
          <p14:tracePt t="76074" x="3168650" y="4889500"/>
          <p14:tracePt t="76090" x="3213100" y="4889500"/>
          <p14:tracePt t="76108" x="3263900" y="4889500"/>
          <p14:tracePt t="76124" x="3340100" y="4889500"/>
          <p14:tracePt t="76126" x="3359150" y="4883150"/>
          <p14:tracePt t="76141" x="3378200" y="4883150"/>
          <p14:tracePt t="76158" x="3441700" y="4876800"/>
          <p14:tracePt t="76160" x="3460750" y="4870450"/>
          <p14:tracePt t="76174" x="3492500" y="4864100"/>
          <p14:tracePt t="76191" x="3530600" y="4857750"/>
          <p14:tracePt t="76207" x="3587750" y="4838700"/>
          <p14:tracePt t="76224" x="3625850" y="4832350"/>
          <p14:tracePt t="76241" x="3657600" y="4819650"/>
          <p14:tracePt t="76257" x="3695700" y="4813300"/>
          <p14:tracePt t="76274" x="3733800" y="4806950"/>
          <p14:tracePt t="76291" x="3771900" y="4800600"/>
          <p14:tracePt t="76308" x="3829050" y="4787900"/>
          <p14:tracePt t="76324" x="3860800" y="4781550"/>
          <p14:tracePt t="76341" x="3879850" y="4775200"/>
          <p14:tracePt t="76359" x="3892550" y="4768850"/>
          <p14:tracePt t="76362" x="3898900" y="4768850"/>
          <p14:tracePt t="76374" x="3898900" y="4762500"/>
          <p14:tracePt t="76392" x="3905250" y="4756150"/>
          <p14:tracePt t="76393" x="3911600" y="4756150"/>
          <p14:tracePt t="76409" x="3911600" y="4743450"/>
          <p14:tracePt t="76424" x="3917950" y="4737100"/>
          <p14:tracePt t="76440" x="3917950" y="4730750"/>
          <p14:tracePt t="76457" x="3924300" y="4718050"/>
          <p14:tracePt t="76474" x="3924300" y="4692650"/>
          <p14:tracePt t="76491" x="3924300" y="4679950"/>
          <p14:tracePt t="76507" x="3924300" y="4660900"/>
          <p14:tracePt t="76524" x="3924300" y="4648200"/>
          <p14:tracePt t="76541" x="3917950" y="4629150"/>
          <p14:tracePt t="76557" x="3898900" y="4603750"/>
          <p14:tracePt t="76560" x="3898900" y="4597400"/>
          <p14:tracePt t="76574" x="3892550" y="4591050"/>
          <p14:tracePt t="76591" x="3886200" y="4578350"/>
          <p14:tracePt t="76609" x="3854450" y="4546600"/>
          <p14:tracePt t="76624" x="3848100" y="4533900"/>
          <p14:tracePt t="76626" x="3841750" y="4527550"/>
          <p14:tracePt t="76641" x="3829050" y="4514850"/>
          <p14:tracePt t="76657" x="3803650" y="4502150"/>
          <p14:tracePt t="76660" x="3790950" y="4495800"/>
          <p14:tracePt t="76675" x="3765550" y="4476750"/>
          <p14:tracePt t="76691" x="3695700" y="4451350"/>
          <p14:tracePt t="76707" x="3638550" y="4438650"/>
          <p14:tracePt t="76725" x="3575050" y="4425950"/>
          <p14:tracePt t="76741" x="3517900" y="4425950"/>
          <p14:tracePt t="76758" x="3441700" y="4413250"/>
          <p14:tracePt t="76774" x="3384550" y="4400550"/>
          <p14:tracePt t="76791" x="3321050" y="4394200"/>
          <p14:tracePt t="76795" x="3289300" y="4387850"/>
          <p14:tracePt t="76808" x="3263900" y="4387850"/>
          <p14:tracePt t="76824" x="3194050" y="4381500"/>
          <p14:tracePt t="76828" x="3162300" y="4375150"/>
          <p14:tracePt t="76841" x="3124200" y="4375150"/>
          <p14:tracePt t="76858" x="3041650" y="4375150"/>
          <p14:tracePt t="76860" x="2990850" y="4375150"/>
          <p14:tracePt t="76874" x="2946400" y="4375150"/>
          <p14:tracePt t="76891" x="2863850" y="4375150"/>
          <p14:tracePt t="76893" x="2819400" y="4375150"/>
          <p14:tracePt t="76907" x="2781300" y="4375150"/>
          <p14:tracePt t="76924" x="2711450" y="4387850"/>
          <p14:tracePt t="76941" x="2673350" y="4394200"/>
          <p14:tracePt t="76957" x="2654300" y="4400550"/>
          <p14:tracePt t="76974" x="2641600" y="4406900"/>
          <p14:tracePt t="76991" x="2635250" y="4413250"/>
          <p14:tracePt t="77007" x="2628900" y="4425950"/>
          <p14:tracePt t="77024" x="2622550" y="4425950"/>
          <p14:tracePt t="77041" x="2622550" y="4432300"/>
          <p14:tracePt t="77102" x="0" y="0"/>
        </p14:tracePtLst>
        <p14:tracePtLst>
          <p14:tracePt t="82134" x="3022600" y="2355850"/>
          <p14:tracePt t="82140" x="3009900" y="2349500"/>
          <p14:tracePt t="82160" x="2990850" y="2343150"/>
          <p14:tracePt t="82163" x="2984500" y="2343150"/>
          <p14:tracePt t="82179" x="2978150" y="2343150"/>
          <p14:tracePt t="82193" x="2959100" y="2336800"/>
          <p14:tracePt t="82208" x="2952750" y="2330450"/>
          <p14:tracePt t="82225" x="2933700" y="2324100"/>
          <p14:tracePt t="82228" x="2927350" y="2324100"/>
          <p14:tracePt t="82241" x="2901950" y="2317750"/>
          <p14:tracePt t="82257" x="2844800" y="2311400"/>
          <p14:tracePt t="82274" x="2787650" y="2305050"/>
          <p14:tracePt t="82291" x="2692400" y="2305050"/>
          <p14:tracePt t="82293" x="2660650" y="2305050"/>
          <p14:tracePt t="82309" x="2546350" y="2305050"/>
          <p14:tracePt t="82324" x="2419350" y="2305050"/>
          <p14:tracePt t="82341" x="2286000" y="2305050"/>
          <p14:tracePt t="82358" x="2152650" y="2305050"/>
          <p14:tracePt t="82376" x="2063750" y="2311400"/>
          <p14:tracePt t="82391" x="1911350" y="2330450"/>
          <p14:tracePt t="82408" x="1758950" y="2362200"/>
          <p14:tracePt t="82424" x="1689100" y="2381250"/>
          <p14:tracePt t="82441" x="1587500" y="2400300"/>
          <p14:tracePt t="82458" x="1524000" y="2419350"/>
          <p14:tracePt t="82461" x="1511300" y="2419350"/>
          <p14:tracePt t="82474" x="1492250" y="2432050"/>
          <p14:tracePt t="82491" x="1466850" y="2438400"/>
          <p14:tracePt t="82493" x="1447800" y="2451100"/>
          <p14:tracePt t="82508" x="1447800" y="2457450"/>
          <p14:tracePt t="82524" x="1416050" y="2470150"/>
          <p14:tracePt t="82526" x="1416050" y="2476500"/>
          <p14:tracePt t="82541" x="1409700" y="2489200"/>
          <p14:tracePt t="82558" x="1397000" y="2501900"/>
          <p14:tracePt t="82560" x="1397000" y="2514600"/>
          <p14:tracePt t="82574" x="1397000" y="2540000"/>
          <p14:tracePt t="82591" x="1397000" y="2565400"/>
          <p14:tracePt t="82608" x="1397000" y="2590800"/>
          <p14:tracePt t="82624" x="1397000" y="2622550"/>
          <p14:tracePt t="82641" x="1409700" y="2654300"/>
          <p14:tracePt t="82658" x="1416050" y="2673350"/>
          <p14:tracePt t="82675" x="1435100" y="2705100"/>
          <p14:tracePt t="82691" x="1454150" y="2730500"/>
          <p14:tracePt t="82708" x="1504950" y="2774950"/>
          <p14:tracePt t="82725" x="1543050" y="2806700"/>
          <p14:tracePt t="82728" x="1612900" y="2832100"/>
          <p14:tracePt t="82741" x="1651000" y="2851150"/>
          <p14:tracePt t="82757" x="1771650" y="2876550"/>
          <p14:tracePt t="82759" x="1828800" y="2889250"/>
          <p14:tracePt t="82774" x="1898650" y="2901950"/>
          <p14:tracePt t="82791" x="2012950" y="2901950"/>
          <p14:tracePt t="82793" x="2101850" y="2901950"/>
          <p14:tracePt t="82807" x="2197100" y="2901950"/>
          <p14:tracePt t="82824" x="2457450" y="2901950"/>
          <p14:tracePt t="82841" x="2628900" y="2901950"/>
          <p14:tracePt t="82858" x="2882900" y="2901950"/>
          <p14:tracePt t="82875" x="3054350" y="2901950"/>
          <p14:tracePt t="82892" x="3225800" y="2901950"/>
          <p14:tracePt t="82908" x="3378200" y="2895600"/>
          <p14:tracePt t="82924" x="3549650" y="2889250"/>
          <p14:tracePt t="82941" x="3714750" y="2863850"/>
          <p14:tracePt t="82958" x="3867150" y="2851150"/>
          <p14:tracePt t="82960" x="3911600" y="2844800"/>
          <p14:tracePt t="82974" x="3943350" y="2838450"/>
          <p14:tracePt t="82991" x="4064000" y="2819400"/>
          <p14:tracePt t="82993" x="4102100" y="2813050"/>
          <p14:tracePt t="83008" x="4171950" y="2787650"/>
          <p14:tracePt t="83024" x="4286250" y="2768600"/>
          <p14:tracePt t="83041" x="4305300" y="2762250"/>
          <p14:tracePt t="83058" x="4368800" y="2743200"/>
          <p14:tracePt t="83060" x="4381500" y="2736850"/>
          <p14:tracePt t="83075" x="4413250" y="2730500"/>
          <p14:tracePt t="83091" x="4464050" y="2717800"/>
          <p14:tracePt t="83108" x="4502150" y="2711450"/>
          <p14:tracePt t="83124" x="4546600" y="2705100"/>
          <p14:tracePt t="83143" x="4591050" y="2692400"/>
          <p14:tracePt t="83158" x="4635500" y="2686050"/>
          <p14:tracePt t="83174" x="4673600" y="2679700"/>
          <p14:tracePt t="83191" x="4679950" y="2673350"/>
          <p14:tracePt t="83196" x="4686300" y="2673350"/>
          <p14:tracePt t="83438" x="0" y="0"/>
        </p14:tracePtLst>
      </p14:laserTraceLst>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interpreter</a:t>
            </a:r>
            <a:endParaRPr lang="nl-BE" dirty="0"/>
          </a:p>
        </p:txBody>
      </p:sp>
      <p:sp>
        <p:nvSpPr>
          <p:cNvPr id="3" name="Content Placeholder 2"/>
          <p:cNvSpPr>
            <a:spLocks noGrp="1"/>
          </p:cNvSpPr>
          <p:nvPr>
            <p:ph idx="1"/>
          </p:nvPr>
        </p:nvSpPr>
        <p:spPr/>
        <p:txBody>
          <a:bodyPr/>
          <a:lstStyle/>
          <a:p>
            <a:r>
              <a:rPr lang="en-US" dirty="0"/>
              <a:t>The most basic way to execute Python code is line by line within the Python interpreter (interactive session). </a:t>
            </a:r>
          </a:p>
          <a:p>
            <a:r>
              <a:rPr lang="en-US" dirty="0"/>
              <a:t>The Python interpreter can be started by typing:  </a:t>
            </a:r>
            <a:r>
              <a:rPr lang="en-US" dirty="0">
                <a:latin typeface="Courier New" panose="02070309020205020404" pitchFamily="49" charset="0"/>
                <a:cs typeface="Courier New" panose="02070309020205020404" pitchFamily="49" charset="0"/>
              </a:rPr>
              <a:t>python</a:t>
            </a:r>
            <a:r>
              <a:rPr lang="en-US" dirty="0"/>
              <a:t> </a:t>
            </a:r>
          </a:p>
          <a:p>
            <a:pPr lvl="1"/>
            <a:r>
              <a:rPr lang="en-US" dirty="0"/>
              <a:t>Windows WSL, MacOS/Linux native terminal</a:t>
            </a:r>
          </a:p>
          <a:p>
            <a:pPr lvl="1"/>
            <a:r>
              <a:rPr lang="en-US" dirty="0"/>
              <a:t>Command prompt application in Windows</a:t>
            </a:r>
          </a:p>
          <a:p>
            <a:pPr lvl="1"/>
            <a:r>
              <a:rPr lang="en-US" dirty="0"/>
              <a:t>Default chevron: </a:t>
            </a:r>
            <a:r>
              <a:rPr lang="en-US" dirty="0">
                <a:latin typeface="Courier New" panose="02070309020205020404" pitchFamily="49" charset="0"/>
                <a:cs typeface="Courier New" panose="02070309020205020404" pitchFamily="49" charset="0"/>
              </a:rPr>
              <a:t>&gt;&gt;&gt;</a:t>
            </a:r>
          </a:p>
          <a:p>
            <a:pPr lvl="1"/>
            <a:r>
              <a:rPr lang="en-US" dirty="0"/>
              <a:t>Comment character: </a:t>
            </a:r>
            <a:r>
              <a:rPr lang="en-US" dirty="0">
                <a:latin typeface="Courier New" panose="02070309020205020404" pitchFamily="49" charset="0"/>
                <a:cs typeface="Courier New" panose="02070309020205020404" pitchFamily="49" charset="0"/>
              </a:rPr>
              <a:t>#</a:t>
            </a:r>
          </a:p>
        </p:txBody>
      </p:sp>
      <p:pic>
        <p:nvPicPr>
          <p:cNvPr id="6" name="Picture 5">
            <a:extLst>
              <a:ext uri="{FF2B5EF4-FFF2-40B4-BE49-F238E27FC236}">
                <a16:creationId xmlns:a16="http://schemas.microsoft.com/office/drawing/2014/main" id="{BA2C1616-C4E7-E433-FDA5-0D27CD9EC55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232276" y="4001294"/>
            <a:ext cx="6665206" cy="2346056"/>
          </a:xfrm>
          <a:prstGeom prst="rect">
            <a:avLst/>
          </a:prstGeom>
        </p:spPr>
      </p:pic>
    </p:spTree>
    <p:extLst>
      <p:ext uri="{BB962C8B-B14F-4D97-AF65-F5344CB8AC3E}">
        <p14:creationId xmlns:p14="http://schemas.microsoft.com/office/powerpoint/2010/main" val="2274467016"/>
      </p:ext>
    </p:extLst>
  </p:cSld>
  <p:clrMapOvr>
    <a:masterClrMapping/>
  </p:clrMapOvr>
  <mc:AlternateContent xmlns:mc="http://schemas.openxmlformats.org/markup-compatibility/2006" xmlns:p14="http://schemas.microsoft.com/office/powerpoint/2010/main">
    <mc:Choice Requires="p14">
      <p:transition spd="slow" p14:dur="2000" advTm="44544"/>
    </mc:Choice>
    <mc:Fallback xmlns="">
      <p:transition spd="slow" advTm="44544"/>
    </mc:Fallback>
  </mc:AlternateContent>
  <p:extLst>
    <p:ext uri="{3A86A75C-4F4B-4683-9AE1-C65F6400EC91}">
      <p14:laserTraceLst xmlns:p14="http://schemas.microsoft.com/office/powerpoint/2010/main">
        <p14:tracePtLst>
          <p14:tracePt t="11021" x="6584950" y="5168900"/>
          <p14:tracePt t="11058" x="6489700" y="5162550"/>
          <p14:tracePt t="11083" x="6432550" y="5162550"/>
          <p14:tracePt t="11099" x="6413500" y="5168900"/>
          <p14:tracePt t="11117" x="6407150" y="5175250"/>
          <p14:tracePt t="11151" x="6400800" y="5187950"/>
          <p14:tracePt t="11167" x="6394450" y="5194300"/>
          <p14:tracePt t="11184" x="6394450" y="5213350"/>
          <p14:tracePt t="11201" x="6394450" y="5232400"/>
          <p14:tracePt t="11205" x="6388100" y="5251450"/>
          <p14:tracePt t="11217" x="6381750" y="5257800"/>
          <p14:tracePt t="11235" x="6381750" y="5289550"/>
          <p14:tracePt t="11251" x="6381750" y="5302250"/>
          <p14:tracePt t="11267" x="6381750" y="5308600"/>
          <p14:tracePt t="11284" x="6381750" y="5321300"/>
          <p14:tracePt t="11301" x="6381750" y="5327650"/>
          <p14:tracePt t="11317" x="6381750" y="5334000"/>
          <p14:tracePt t="11334" x="6388100" y="5346700"/>
          <p14:tracePt t="11351" x="6394450" y="5346700"/>
          <p14:tracePt t="11367" x="6400800" y="5353050"/>
          <p14:tracePt t="11384" x="6407150" y="5359400"/>
          <p14:tracePt t="11401" x="6413500" y="5365750"/>
          <p14:tracePt t="11417" x="6432550" y="5372100"/>
          <p14:tracePt t="11434" x="6451600" y="5384800"/>
          <p14:tracePt t="11438" x="6464300" y="5391150"/>
          <p14:tracePt t="11450" x="6470650" y="5397500"/>
          <p14:tracePt t="11467" x="6489700" y="5403850"/>
          <p14:tracePt t="11470" x="6508750" y="5403850"/>
          <p14:tracePt t="11486" x="6527800" y="5403850"/>
          <p14:tracePt t="11501" x="6546850" y="5403850"/>
          <p14:tracePt t="11517" x="6565900" y="5403850"/>
          <p14:tracePt t="11534" x="6578600" y="5403850"/>
          <p14:tracePt t="11551" x="6597650" y="5403850"/>
          <p14:tracePt t="11567" x="6616700" y="5403850"/>
          <p14:tracePt t="11584" x="6642100" y="5403850"/>
          <p14:tracePt t="11601" x="6654800" y="5403850"/>
          <p14:tracePt t="11617" x="6673850" y="5403850"/>
          <p14:tracePt t="11634" x="6699250" y="5403850"/>
          <p14:tracePt t="11637" x="6705600" y="5403850"/>
          <p14:tracePt t="11650" x="6711950" y="5403850"/>
          <p14:tracePt t="11667" x="6724650" y="5397500"/>
          <p14:tracePt t="11684" x="6731000" y="5397500"/>
          <p14:tracePt t="11701" x="6743700" y="5397500"/>
          <p14:tracePt t="11704" x="6750050" y="5397500"/>
          <p14:tracePt t="11719" x="6750050" y="5391150"/>
          <p14:tracePt t="11734" x="6762750" y="5391150"/>
          <p14:tracePt t="11751" x="6769100" y="5391150"/>
          <p14:tracePt t="11767" x="6775450" y="5384800"/>
          <p14:tracePt t="11784" x="6781800" y="5384800"/>
          <p14:tracePt t="11807" x="6788150" y="5384800"/>
          <p14:tracePt t="11831" x="6788150" y="5378450"/>
          <p14:tracePt t="11847" x="6794500" y="5378450"/>
          <p14:tracePt t="11871" x="6800850" y="5378450"/>
          <p14:tracePt t="11896" x="6800850" y="5372100"/>
          <p14:tracePt t="11913" x="6807200" y="5372100"/>
          <p14:tracePt t="12018" x="6807200" y="5365750"/>
          <p14:tracePt t="12213" x="0" y="0"/>
        </p14:tracePtLst>
        <p14:tracePtLst>
          <p14:tracePt t="19965" x="8572500" y="2749550"/>
          <p14:tracePt t="19970" x="8553450" y="2743200"/>
          <p14:tracePt t="19986" x="8547100" y="2743200"/>
          <p14:tracePt t="20001" x="8534400" y="2743200"/>
          <p14:tracePt t="20017" x="8528050" y="2736850"/>
          <p14:tracePt t="20034" x="8521700" y="2736850"/>
          <p14:tracePt t="20051" x="8483600" y="2736850"/>
          <p14:tracePt t="20067" x="8458200" y="2736850"/>
          <p14:tracePt t="20084" x="8426450" y="2736850"/>
          <p14:tracePt t="20101" x="8401050" y="2743200"/>
          <p14:tracePt t="20117" x="8369300" y="2743200"/>
          <p14:tracePt t="20134" x="8356600" y="2749550"/>
          <p14:tracePt t="20151" x="8337550" y="2755900"/>
          <p14:tracePt t="20167" x="8324850" y="2762250"/>
          <p14:tracePt t="20184" x="8299450" y="2774950"/>
          <p14:tracePt t="20188" x="8293100" y="2781300"/>
          <p14:tracePt t="20201" x="8280400" y="2781300"/>
          <p14:tracePt t="20217" x="8261350" y="2806700"/>
          <p14:tracePt t="20219" x="8248650" y="2813050"/>
          <p14:tracePt t="20234" x="8229600" y="2838450"/>
          <p14:tracePt t="20251" x="8197850" y="2870200"/>
          <p14:tracePt t="20267" x="8178800" y="2895600"/>
          <p14:tracePt t="20284" x="8178800" y="2901950"/>
          <p14:tracePt t="20301" x="8172450" y="2914650"/>
          <p14:tracePt t="20317" x="8172450" y="2921000"/>
          <p14:tracePt t="20334" x="8172450" y="2927350"/>
          <p14:tracePt t="20351" x="8166100" y="2940050"/>
          <p14:tracePt t="20368" x="8166100" y="2952750"/>
          <p14:tracePt t="20384" x="8166100" y="2971800"/>
          <p14:tracePt t="20400" x="8166100" y="2978150"/>
          <p14:tracePt t="20418" x="8166100" y="2990850"/>
          <p14:tracePt t="20434" x="8166100" y="3003550"/>
          <p14:tracePt t="20451" x="8172450" y="3009900"/>
          <p14:tracePt t="20455" x="8172450" y="3022600"/>
          <p14:tracePt t="20468" x="8178800" y="3028950"/>
          <p14:tracePt t="20484" x="8185150" y="3048000"/>
          <p14:tracePt t="20486" x="8191500" y="3054350"/>
          <p14:tracePt t="20504" x="8204200" y="3079750"/>
          <p14:tracePt t="20517" x="8216900" y="3111500"/>
          <p14:tracePt t="20534" x="8242300" y="3143250"/>
          <p14:tracePt t="20551" x="8267700" y="3168650"/>
          <p14:tracePt t="20567" x="8293100" y="3181350"/>
          <p14:tracePt t="20584" x="8312150" y="3194050"/>
          <p14:tracePt t="20602" x="8331200" y="3213100"/>
          <p14:tracePt t="20618" x="8350250" y="3219450"/>
          <p14:tracePt t="20636" x="8362950" y="3232150"/>
          <p14:tracePt t="20651" x="8382000" y="3232150"/>
          <p14:tracePt t="20668" x="8401050" y="3244850"/>
          <p14:tracePt t="20684" x="8432800" y="3251200"/>
          <p14:tracePt t="20702" x="8477250" y="3263900"/>
          <p14:tracePt t="20706" x="8489950" y="3270250"/>
          <p14:tracePt t="20718" x="8528050" y="3270250"/>
          <p14:tracePt t="20735" x="8591550" y="3289300"/>
          <p14:tracePt t="20751" x="8636000" y="3295650"/>
          <p14:tracePt t="20768" x="8661400" y="3295650"/>
          <p14:tracePt t="20784" x="8718550" y="3302000"/>
          <p14:tracePt t="20801" x="8775700" y="3302000"/>
          <p14:tracePt t="20817" x="8807450" y="3308350"/>
          <p14:tracePt t="20834" x="8864600" y="3308350"/>
          <p14:tracePt t="20851" x="8928100" y="3308350"/>
          <p14:tracePt t="20868" x="8953500" y="3308350"/>
          <p14:tracePt t="20884" x="8972550" y="3308350"/>
          <p14:tracePt t="20901" x="9004300" y="3308350"/>
          <p14:tracePt t="20918" x="9023350" y="3308350"/>
          <p14:tracePt t="20934" x="9048750" y="3308350"/>
          <p14:tracePt t="20951" x="9067800" y="3308350"/>
          <p14:tracePt t="20968" x="9086850" y="3308350"/>
          <p14:tracePt t="20970" x="9099550" y="3308350"/>
          <p14:tracePt t="20985" x="9124950" y="3295650"/>
          <p14:tracePt t="21001" x="9144000" y="3295650"/>
          <p14:tracePt t="21017" x="9169400" y="3289300"/>
          <p14:tracePt t="21034" x="9201150" y="3289300"/>
          <p14:tracePt t="21051" x="9264650" y="3289300"/>
          <p14:tracePt t="21068" x="9296400" y="3289300"/>
          <p14:tracePt t="21084" x="9353550" y="3276600"/>
          <p14:tracePt t="21101" x="9404350" y="3263900"/>
          <p14:tracePt t="21118" x="9429750" y="3257550"/>
          <p14:tracePt t="21134" x="9461500" y="3244850"/>
          <p14:tracePt t="21151" x="9480550" y="3238500"/>
          <p14:tracePt t="21167" x="9512300" y="3219450"/>
          <p14:tracePt t="21184" x="9531350" y="3213100"/>
          <p14:tracePt t="21201" x="9550400" y="3200400"/>
          <p14:tracePt t="21204" x="9556750" y="3194050"/>
          <p14:tracePt t="21218" x="9563100" y="3187700"/>
          <p14:tracePt t="21236" x="9588500" y="3168650"/>
          <p14:tracePt t="21251" x="9601200" y="3155950"/>
          <p14:tracePt t="21268" x="9607550" y="3136900"/>
          <p14:tracePt t="21284" x="9620250" y="3117850"/>
          <p14:tracePt t="21301" x="9626600" y="3092450"/>
          <p14:tracePt t="21318" x="9626600" y="3073400"/>
          <p14:tracePt t="21334" x="9626600" y="3022600"/>
          <p14:tracePt t="21351" x="9607550" y="2978150"/>
          <p14:tracePt t="21368" x="9563100" y="2921000"/>
          <p14:tracePt t="21384" x="9518650" y="2870200"/>
          <p14:tracePt t="21401" x="9448800" y="2813050"/>
          <p14:tracePt t="21417" x="9398000" y="2774950"/>
          <p14:tracePt t="21434" x="9328150" y="2730500"/>
          <p14:tracePt t="21437" x="9315450" y="2717800"/>
          <p14:tracePt t="21451" x="9290050" y="2711450"/>
          <p14:tracePt t="21467" x="9245600" y="2692400"/>
          <p14:tracePt t="21471" x="9226550" y="2686050"/>
          <p14:tracePt t="21486" x="9182100" y="2679700"/>
          <p14:tracePt t="21501" x="9144000" y="2679700"/>
          <p14:tracePt t="21517" x="9099550" y="2679700"/>
          <p14:tracePt t="21534" x="9048750" y="2679700"/>
          <p14:tracePt t="21551" x="9004300" y="2679700"/>
          <p14:tracePt t="21568" x="8966200" y="2679700"/>
          <p14:tracePt t="21584" x="8940800" y="2679700"/>
          <p14:tracePt t="21601" x="8909050" y="2679700"/>
          <p14:tracePt t="21617" x="8877300" y="2679700"/>
          <p14:tracePt t="21634" x="8851900" y="2679700"/>
          <p14:tracePt t="21638" x="8826500" y="2679700"/>
          <p14:tracePt t="21651" x="8794750" y="2686050"/>
          <p14:tracePt t="21668" x="8737600" y="2692400"/>
          <p14:tracePt t="21684" x="8680450" y="2705100"/>
          <p14:tracePt t="21701" x="8636000" y="2717800"/>
          <p14:tracePt t="21705" x="8616950" y="2717800"/>
          <p14:tracePt t="21717" x="8604250" y="2724150"/>
          <p14:tracePt t="21734" x="8591550" y="2730500"/>
          <p14:tracePt t="21736" x="8585200" y="2730500"/>
          <p14:tracePt t="21751" x="8566150" y="2743200"/>
          <p14:tracePt t="21767" x="8547100" y="2749550"/>
          <p14:tracePt t="21784" x="8521700" y="2762250"/>
          <p14:tracePt t="21801" x="8477250" y="2794000"/>
          <p14:tracePt t="21817" x="8445500" y="2806700"/>
          <p14:tracePt t="21834" x="8420100" y="2819400"/>
          <p14:tracePt t="21851" x="8394700" y="2832100"/>
          <p14:tracePt t="21868" x="8375650" y="2844800"/>
          <p14:tracePt t="21884" x="8369300" y="2857500"/>
          <p14:tracePt t="21890" x="8362950" y="2857500"/>
          <p14:tracePt t="21901" x="8356600" y="2863850"/>
          <p14:tracePt t="21917" x="8350250" y="2876550"/>
          <p14:tracePt t="21934" x="8343900" y="2895600"/>
          <p14:tracePt t="21938" x="8337550" y="2908300"/>
          <p14:tracePt t="21951" x="8331200" y="2914650"/>
          <p14:tracePt t="21967" x="8324850" y="2940050"/>
          <p14:tracePt t="21970" x="8324850" y="2959100"/>
          <p14:tracePt t="21985" x="8324850" y="2990850"/>
          <p14:tracePt t="22001" x="8324850" y="3009900"/>
          <p14:tracePt t="22018" x="8324850" y="3035300"/>
          <p14:tracePt t="22034" x="8324850" y="3041650"/>
          <p14:tracePt t="22051" x="8324850" y="3054350"/>
          <p14:tracePt t="22067" x="8331200" y="3067050"/>
          <p14:tracePt t="22084" x="8331200" y="3073400"/>
          <p14:tracePt t="22101" x="8337550" y="3079750"/>
          <p14:tracePt t="22118" x="8337550" y="3086100"/>
          <p14:tracePt t="22134" x="8343900" y="3098800"/>
          <p14:tracePt t="22151" x="8350250" y="3105150"/>
          <p14:tracePt t="22153" x="8356600" y="3117850"/>
          <p14:tracePt t="22169" x="8356600" y="3124200"/>
          <p14:tracePt t="22184" x="8362950" y="3130550"/>
          <p14:tracePt t="22201" x="8362950" y="3136900"/>
          <p14:tracePt t="22218" x="8369300" y="3136900"/>
          <p14:tracePt t="22254" x="8375650" y="3136900"/>
          <p14:tracePt t="22256" x="0" y="0"/>
        </p14:tracePtLst>
      </p14:laserTraceLst>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IPython</a:t>
            </a:r>
            <a:r>
              <a:rPr lang="nl-BE" dirty="0"/>
              <a:t> </a:t>
            </a:r>
            <a:r>
              <a:rPr lang="nl-BE" dirty="0" err="1"/>
              <a:t>interpreter</a:t>
            </a:r>
            <a:endParaRPr lang="nl-BE" dirty="0"/>
          </a:p>
        </p:txBody>
      </p:sp>
      <p:sp>
        <p:nvSpPr>
          <p:cNvPr id="3" name="Content Placeholder 2"/>
          <p:cNvSpPr>
            <a:spLocks noGrp="1"/>
          </p:cNvSpPr>
          <p:nvPr>
            <p:ph idx="1"/>
          </p:nvPr>
        </p:nvSpPr>
        <p:spPr>
          <a:xfrm>
            <a:off x="838200" y="1825625"/>
            <a:ext cx="5004816" cy="2472056"/>
          </a:xfrm>
        </p:spPr>
        <p:txBody>
          <a:bodyPr>
            <a:normAutofit/>
          </a:bodyPr>
          <a:lstStyle/>
          <a:p>
            <a:r>
              <a:rPr lang="en-US" dirty="0"/>
              <a:t>Enhanced Interactive shell</a:t>
            </a:r>
          </a:p>
          <a:p>
            <a:r>
              <a:rPr lang="en-US" dirty="0"/>
              <a:t>Enhancements to the basic </a:t>
            </a:r>
            <a:br>
              <a:rPr lang="en-US" dirty="0"/>
            </a:br>
            <a:r>
              <a:rPr lang="en-US" dirty="0"/>
              <a:t>Python </a:t>
            </a:r>
            <a:r>
              <a:rPr lang="nl-BE" dirty="0" err="1"/>
              <a:t>interpreter</a:t>
            </a:r>
            <a:endParaRPr lang="nl-BE" dirty="0"/>
          </a:p>
          <a:p>
            <a:r>
              <a:rPr lang="nl-BE" dirty="0"/>
              <a:t>Start </a:t>
            </a:r>
            <a:r>
              <a:rPr lang="nl-BE" dirty="0" err="1"/>
              <a:t>with</a:t>
            </a:r>
            <a:r>
              <a:rPr lang="nl-BE" dirty="0"/>
              <a:t>: </a:t>
            </a:r>
            <a:r>
              <a:rPr lang="en-US" dirty="0" err="1">
                <a:latin typeface="Courier New" panose="02070309020205020404" pitchFamily="49" charset="0"/>
                <a:cs typeface="Courier New" panose="02070309020205020404" pitchFamily="49" charset="0"/>
              </a:rPr>
              <a:t>ipython</a:t>
            </a:r>
            <a:endParaRPr lang="en-US" dirty="0">
              <a:latin typeface="Courier New" panose="02070309020205020404" pitchFamily="49" charset="0"/>
              <a:cs typeface="Courier New" panose="02070309020205020404" pitchFamily="49" charset="0"/>
            </a:endParaRPr>
          </a:p>
          <a:p>
            <a:r>
              <a:rPr lang="nl-BE" dirty="0" err="1">
                <a:hlinkClick r:id="rId3"/>
              </a:rPr>
              <a:t>Compare</a:t>
            </a:r>
            <a:r>
              <a:rPr lang="nl-BE" dirty="0">
                <a:hlinkClick r:id="rId3"/>
              </a:rPr>
              <a:t> Python </a:t>
            </a:r>
            <a:r>
              <a:rPr lang="nl-BE" dirty="0" err="1">
                <a:hlinkClick r:id="rId3"/>
              </a:rPr>
              <a:t>vs</a:t>
            </a:r>
            <a:r>
              <a:rPr lang="nl-BE" dirty="0">
                <a:hlinkClick r:id="rId3"/>
              </a:rPr>
              <a:t> </a:t>
            </a:r>
            <a:r>
              <a:rPr lang="nl-BE" dirty="0" err="1">
                <a:hlinkClick r:id="rId3"/>
              </a:rPr>
              <a:t>IPython</a:t>
            </a:r>
            <a:endParaRPr lang="nl-BE" dirty="0"/>
          </a:p>
        </p:txBody>
      </p:sp>
      <p:pic>
        <p:nvPicPr>
          <p:cNvPr id="6" name="Picture 5">
            <a:extLst>
              <a:ext uri="{FF2B5EF4-FFF2-40B4-BE49-F238E27FC236}">
                <a16:creationId xmlns:a16="http://schemas.microsoft.com/office/drawing/2014/main" id="{84037AB9-87AD-AFE5-268F-5D799134491F}"/>
              </a:ext>
            </a:extLst>
          </p:cNvPr>
          <p:cNvPicPr>
            <a:picLocks noChangeAspect="1"/>
          </p:cNvPicPr>
          <p:nvPr/>
        </p:nvPicPr>
        <p:blipFill>
          <a:blip r:embed="rId4"/>
          <a:srcRect r="54015"/>
          <a:stretch>
            <a:fillRect/>
          </a:stretch>
        </p:blipFill>
        <p:spPr>
          <a:xfrm>
            <a:off x="7120890" y="1365164"/>
            <a:ext cx="4232910" cy="3179404"/>
          </a:xfrm>
          <a:prstGeom prst="rect">
            <a:avLst/>
          </a:prstGeom>
        </p:spPr>
      </p:pic>
      <p:grpSp>
        <p:nvGrpSpPr>
          <p:cNvPr id="8" name="Group 7">
            <a:extLst>
              <a:ext uri="{FF2B5EF4-FFF2-40B4-BE49-F238E27FC236}">
                <a16:creationId xmlns:a16="http://schemas.microsoft.com/office/drawing/2014/main" id="{1B736969-BF36-F83C-3B0C-1687AE487356}"/>
              </a:ext>
            </a:extLst>
          </p:cNvPr>
          <p:cNvGrpSpPr/>
          <p:nvPr/>
        </p:nvGrpSpPr>
        <p:grpSpPr>
          <a:xfrm>
            <a:off x="838200" y="4230071"/>
            <a:ext cx="5182801" cy="2429348"/>
            <a:chOff x="838200" y="4230071"/>
            <a:chExt cx="5182801" cy="2429348"/>
          </a:xfrm>
        </p:grpSpPr>
        <p:sp>
          <p:nvSpPr>
            <p:cNvPr id="4" name="TextBox 3">
              <a:extLst>
                <a:ext uri="{FF2B5EF4-FFF2-40B4-BE49-F238E27FC236}">
                  <a16:creationId xmlns:a16="http://schemas.microsoft.com/office/drawing/2014/main" id="{459A89FB-40D2-8ADF-41D7-C4ECF51716B2}"/>
                </a:ext>
              </a:extLst>
            </p:cNvPr>
            <p:cNvSpPr txBox="1"/>
            <p:nvPr/>
          </p:nvSpPr>
          <p:spPr>
            <a:xfrm>
              <a:off x="838200" y="4818889"/>
              <a:ext cx="5160264" cy="1840530"/>
            </a:xfrm>
            <a:prstGeom prst="rect">
              <a:avLst/>
            </a:prstGeom>
            <a:noFill/>
            <a:ln w="38100">
              <a:solidFill>
                <a:srgbClr val="FF0000"/>
              </a:solidFill>
            </a:ln>
          </p:spPr>
          <p:txBody>
            <a:bodyPr wrap="square" rtlCol="0">
              <a:noAutofit/>
            </a:bodyPr>
            <a:lstStyle/>
            <a:p>
              <a:r>
                <a:rPr lang="nl-BE" sz="2800" dirty="0"/>
                <a:t>We skip </a:t>
              </a:r>
              <a:r>
                <a:rPr lang="nl-BE" sz="2800" dirty="0" err="1"/>
                <a:t>IPython</a:t>
              </a:r>
              <a:r>
                <a:rPr lang="nl-BE" sz="2800" dirty="0"/>
                <a:t>:</a:t>
              </a:r>
              <a:br>
                <a:rPr lang="nl-BE" sz="2800" dirty="0"/>
              </a:br>
              <a:r>
                <a:rPr lang="nl-BE" sz="2800" dirty="0" err="1"/>
                <a:t>There</a:t>
              </a:r>
              <a:r>
                <a:rPr lang="nl-BE" sz="2800" dirty="0"/>
                <a:t> </a:t>
              </a:r>
              <a:r>
                <a:rPr lang="nl-BE" sz="2800" dirty="0" err="1"/>
                <a:t>exists</a:t>
              </a:r>
              <a:r>
                <a:rPr lang="nl-BE" sz="2800" dirty="0"/>
                <a:t> no official </a:t>
              </a:r>
              <a:r>
                <a:rPr lang="nl-BE" sz="2800" dirty="0" err="1"/>
                <a:t>VSCode</a:t>
              </a:r>
              <a:r>
                <a:rPr lang="nl-BE" sz="2800" dirty="0"/>
                <a:t> extension </a:t>
              </a:r>
              <a:r>
                <a:rPr lang="nl-BE" sz="2800" dirty="0" err="1"/>
                <a:t>from</a:t>
              </a:r>
              <a:r>
                <a:rPr lang="nl-BE" sz="2800" dirty="0"/>
                <a:t> a </a:t>
              </a:r>
              <a:r>
                <a:rPr lang="nl-BE" sz="2800" dirty="0" err="1"/>
                <a:t>trusted</a:t>
              </a:r>
              <a:r>
                <a:rPr lang="nl-BE" sz="2800" dirty="0"/>
                <a:t> </a:t>
              </a:r>
              <a:r>
                <a:rPr lang="nl-BE" sz="2800" dirty="0" err="1"/>
                <a:t>vendor</a:t>
              </a:r>
              <a:r>
                <a:rPr lang="nl-BE" sz="2800" dirty="0"/>
                <a:t> (</a:t>
              </a:r>
              <a:r>
                <a:rPr lang="nl-BE" sz="2800" dirty="0" err="1"/>
                <a:t>yet</a:t>
              </a:r>
              <a:r>
                <a:rPr lang="nl-BE" sz="2800" dirty="0"/>
                <a:t>)</a:t>
              </a:r>
            </a:p>
            <a:p>
              <a:endParaRPr lang="nl-BE" sz="2800" dirty="0"/>
            </a:p>
          </p:txBody>
        </p:sp>
        <p:pic>
          <p:nvPicPr>
            <p:cNvPr id="7" name="Graphic 6" descr="Warning with solid fill">
              <a:extLst>
                <a:ext uri="{FF2B5EF4-FFF2-40B4-BE49-F238E27FC236}">
                  <a16:creationId xmlns:a16="http://schemas.microsoft.com/office/drawing/2014/main" id="{5128238A-CBED-17ED-5ACA-4836493E1F7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32183" y="4230071"/>
              <a:ext cx="588818" cy="588818"/>
            </a:xfrm>
            <a:prstGeom prst="rect">
              <a:avLst/>
            </a:prstGeom>
          </p:spPr>
        </p:pic>
      </p:grpSp>
    </p:spTree>
    <p:extLst>
      <p:ext uri="{BB962C8B-B14F-4D97-AF65-F5344CB8AC3E}">
        <p14:creationId xmlns:p14="http://schemas.microsoft.com/office/powerpoint/2010/main" val="3827685232"/>
      </p:ext>
    </p:extLst>
  </p:cSld>
  <p:clrMapOvr>
    <a:masterClrMapping/>
  </p:clrMapOvr>
  <mc:AlternateContent xmlns:mc="http://schemas.openxmlformats.org/markup-compatibility/2006" xmlns:p14="http://schemas.microsoft.com/office/powerpoint/2010/main">
    <mc:Choice Requires="p14">
      <p:transition spd="slow" p14:dur="2000" advTm="37054"/>
    </mc:Choice>
    <mc:Fallback xmlns="">
      <p:transition spd="slow" advTm="370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3A86A75C-4F4B-4683-9AE1-C65F6400EC91}">
      <p14:laserTraceLst xmlns:p14="http://schemas.microsoft.com/office/powerpoint/2010/main">
        <p14:tracePtLst>
          <p14:tracePt t="27595" x="3035300" y="3200400"/>
          <p14:tracePt t="27700" x="3041650" y="3200400"/>
          <p14:tracePt t="27716" x="3054350" y="3200400"/>
          <p14:tracePt t="27732" x="3060700" y="3200400"/>
          <p14:tracePt t="27740" x="3073400" y="3200400"/>
          <p14:tracePt t="27757" x="3079750" y="3200400"/>
          <p14:tracePt t="27773" x="3092450" y="3200400"/>
          <p14:tracePt t="27790" x="3105150" y="3200400"/>
          <p14:tracePt t="27807" x="3111500" y="3200400"/>
          <p14:tracePt t="27841" x="3117850" y="3200400"/>
          <p14:tracePt t="27857" x="3124200" y="3200400"/>
          <p14:tracePt t="27874" x="3149600" y="3200400"/>
          <p14:tracePt t="27890" x="3175000" y="3206750"/>
          <p14:tracePt t="27896" x="3194050" y="3206750"/>
          <p14:tracePt t="27907" x="3213100" y="3206750"/>
          <p14:tracePt t="27924" x="3251200" y="3219450"/>
          <p14:tracePt t="27926" x="3263900" y="3219450"/>
          <p14:tracePt t="27941" x="3282950" y="3225800"/>
          <p14:tracePt t="27957" x="3289300" y="3225800"/>
          <p14:tracePt t="28273" x="3302000" y="3232150"/>
          <p14:tracePt t="28288" x="3308350" y="3238500"/>
          <p14:tracePt t="28299" x="3321050" y="3244850"/>
          <p14:tracePt t="28307" x="3333750" y="3244850"/>
          <p14:tracePt t="28324" x="3359150" y="3251200"/>
          <p14:tracePt t="28340" x="3390900" y="3263900"/>
          <p14:tracePt t="28357" x="3467100" y="3270250"/>
          <p14:tracePt t="28373" x="3517900" y="3282950"/>
          <p14:tracePt t="28390" x="3575050" y="3289300"/>
          <p14:tracePt t="28407" x="3625850" y="3295650"/>
          <p14:tracePt t="28410" x="3644900" y="3295650"/>
          <p14:tracePt t="28424" x="3695700" y="3295650"/>
          <p14:tracePt t="28440" x="3714750" y="3295650"/>
          <p14:tracePt t="28443" x="3727450" y="3295650"/>
          <p14:tracePt t="28457" x="3733800" y="3295650"/>
          <p14:tracePt t="28670" x="0" y="0"/>
        </p14:tracePtLst>
      </p14:laserTraceLst>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err="1"/>
              <a:t>IPython</a:t>
            </a:r>
            <a:r>
              <a:rPr lang="nl-BE" dirty="0"/>
              <a:t> </a:t>
            </a:r>
            <a:r>
              <a:rPr lang="nl-BE" dirty="0" err="1"/>
              <a:t>interpreter</a:t>
            </a:r>
            <a:endParaRPr lang="nl-BE" dirty="0"/>
          </a:p>
        </p:txBody>
      </p:sp>
      <p:sp>
        <p:nvSpPr>
          <p:cNvPr id="3" name="Content Placeholder 2"/>
          <p:cNvSpPr>
            <a:spLocks noGrp="1"/>
          </p:cNvSpPr>
          <p:nvPr>
            <p:ph idx="1"/>
          </p:nvPr>
        </p:nvSpPr>
        <p:spPr/>
        <p:txBody>
          <a:bodyPr>
            <a:normAutofit/>
          </a:bodyPr>
          <a:lstStyle/>
          <a:p>
            <a:r>
              <a:rPr lang="en-US" dirty="0" err="1"/>
              <a:t>IPython</a:t>
            </a:r>
            <a:r>
              <a:rPr lang="en-US" dirty="0"/>
              <a:t> is an enhanced version of python that makes interactive python more productive.</a:t>
            </a:r>
          </a:p>
          <a:p>
            <a:pPr lvl="1"/>
            <a:r>
              <a:rPr lang="en-US" dirty="0"/>
              <a:t>Tab </a:t>
            </a:r>
            <a:r>
              <a:rPr lang="en-US" dirty="0" err="1"/>
              <a:t>autocompletion</a:t>
            </a:r>
            <a:r>
              <a:rPr lang="en-US" dirty="0"/>
              <a:t> (on class names, functions, methods, variables)</a:t>
            </a:r>
          </a:p>
          <a:p>
            <a:pPr lvl="1"/>
            <a:r>
              <a:rPr lang="en-US" dirty="0"/>
              <a:t>More explicit and color-highlighted error messages</a:t>
            </a:r>
          </a:p>
          <a:p>
            <a:pPr lvl="1"/>
            <a:r>
              <a:rPr lang="en-US" dirty="0"/>
              <a:t>Better history management</a:t>
            </a:r>
          </a:p>
          <a:p>
            <a:pPr lvl="1"/>
            <a:r>
              <a:rPr lang="en-US" dirty="0"/>
              <a:t>Basic UNIX shell integration (run simple shell commands such as </a:t>
            </a:r>
            <a:r>
              <a:rPr lang="en-US" dirty="0" err="1"/>
              <a:t>cp</a:t>
            </a:r>
            <a:r>
              <a:rPr lang="en-US" dirty="0"/>
              <a:t>, ls, </a:t>
            </a:r>
            <a:r>
              <a:rPr lang="en-US" dirty="0" err="1"/>
              <a:t>rm</a:t>
            </a:r>
            <a:r>
              <a:rPr lang="en-US" dirty="0"/>
              <a:t>, </a:t>
            </a:r>
            <a:r>
              <a:rPr lang="en-US" dirty="0" err="1"/>
              <a:t>cp</a:t>
            </a:r>
            <a:r>
              <a:rPr lang="en-US" dirty="0"/>
              <a:t>, etc. directly from the </a:t>
            </a:r>
            <a:r>
              <a:rPr lang="en-US" dirty="0" err="1"/>
              <a:t>IPython</a:t>
            </a:r>
            <a:r>
              <a:rPr lang="en-US" dirty="0"/>
              <a:t> command line)</a:t>
            </a:r>
          </a:p>
          <a:p>
            <a:pPr lvl="1"/>
            <a:r>
              <a:rPr lang="en-US" dirty="0"/>
              <a:t>Nice integration with many common GUI modules (</a:t>
            </a:r>
            <a:r>
              <a:rPr lang="en-US" dirty="0" err="1"/>
              <a:t>PyQt</a:t>
            </a:r>
            <a:r>
              <a:rPr lang="en-US" dirty="0"/>
              <a:t>, </a:t>
            </a:r>
            <a:r>
              <a:rPr lang="en-US" dirty="0" err="1"/>
              <a:t>PyGTK</a:t>
            </a:r>
            <a:r>
              <a:rPr lang="en-US" dirty="0"/>
              <a:t>, and </a:t>
            </a:r>
            <a:r>
              <a:rPr lang="en-US" dirty="0" err="1"/>
              <a:t>tkinter</a:t>
            </a:r>
            <a:r>
              <a:rPr lang="en-US" dirty="0"/>
              <a:t>)</a:t>
            </a:r>
          </a:p>
          <a:p>
            <a:pPr lvl="1"/>
            <a:r>
              <a:rPr lang="nl-BE" sz="2000" dirty="0">
                <a:hlinkClick r:id="rId3"/>
              </a:rPr>
              <a:t>https://www.quora.com/What-is-the-difference-between-IPython-and-Python-Why-would-I-use-IPython-instead-of-just-writing-and-running-scripts</a:t>
            </a:r>
            <a:endParaRPr lang="nl-BE" sz="2000" dirty="0"/>
          </a:p>
        </p:txBody>
      </p:sp>
    </p:spTree>
    <p:extLst>
      <p:ext uri="{BB962C8B-B14F-4D97-AF65-F5344CB8AC3E}">
        <p14:creationId xmlns:p14="http://schemas.microsoft.com/office/powerpoint/2010/main" val="3946683664"/>
      </p:ext>
    </p:extLst>
  </p:cSld>
  <p:clrMapOvr>
    <a:masterClrMapping/>
  </p:clrMapOvr>
  <mc:AlternateContent xmlns:mc="http://schemas.openxmlformats.org/markup-compatibility/2006" xmlns:p14="http://schemas.microsoft.com/office/powerpoint/2010/main">
    <mc:Choice Requires="p14">
      <p:transition spd="slow" p14:dur="2000" advTm="36426"/>
    </mc:Choice>
    <mc:Fallback xmlns="">
      <p:transition spd="slow" advTm="36426"/>
    </mc:Fallback>
  </mc:AlternateContent>
  <p:extLst>
    <p:ext uri="{3A86A75C-4F4B-4683-9AE1-C65F6400EC91}">
      <p14:laserTraceLst xmlns:p14="http://schemas.microsoft.com/office/powerpoint/2010/main">
        <p14:tracePtLst>
          <p14:tracePt t="2421" x="3517900" y="2870200"/>
          <p14:tracePt t="2425" x="3511550" y="2870200"/>
          <p14:tracePt t="2442" x="3505200" y="2863850"/>
          <p14:tracePt t="2452" x="3498850" y="2863850"/>
          <p14:tracePt t="2469" x="3479800" y="2857500"/>
          <p14:tracePt t="2485" x="3467100" y="2851150"/>
          <p14:tracePt t="2502" x="3441700" y="2838450"/>
          <p14:tracePt t="2519" x="3409950" y="2819400"/>
          <p14:tracePt t="2521" x="3378200" y="2806700"/>
          <p14:tracePt t="2536" x="3365500" y="2800350"/>
          <p14:tracePt t="2552" x="3321050" y="2774950"/>
          <p14:tracePt t="2555" x="3295650" y="2768600"/>
          <p14:tracePt t="2569" x="3251200" y="2749550"/>
          <p14:tracePt t="2585" x="3206750" y="2724150"/>
          <p14:tracePt t="2589" x="3155950" y="2705100"/>
          <p14:tracePt t="2604" x="3111500" y="2686050"/>
          <p14:tracePt t="2619" x="3048000" y="2660650"/>
          <p14:tracePt t="2635" x="3016250" y="2654300"/>
          <p14:tracePt t="2652" x="2984500" y="2654300"/>
          <p14:tracePt t="2669" x="2959100" y="2654300"/>
          <p14:tracePt t="2685" x="2927350" y="2654300"/>
          <p14:tracePt t="2702" x="2901950" y="2654300"/>
          <p14:tracePt t="2720" x="2806700" y="2660650"/>
          <p14:tracePt t="2723" x="2787650" y="2660650"/>
          <p14:tracePt t="2736" x="2743200" y="2660650"/>
          <p14:tracePt t="2752" x="2673350" y="2660650"/>
          <p14:tracePt t="2755" x="2622550" y="2660650"/>
          <p14:tracePt t="2769" x="2603500" y="2660650"/>
          <p14:tracePt t="2785" x="2552700" y="2660650"/>
          <p14:tracePt t="2787" x="2527300" y="2660650"/>
          <p14:tracePt t="2802" x="2501900" y="2660650"/>
          <p14:tracePt t="2819" x="2476500" y="2660650"/>
          <p14:tracePt t="2835" x="2470150" y="2660650"/>
          <p14:tracePt t="2852" x="2355850" y="2660650"/>
          <p14:tracePt t="2869" x="2273300" y="2660650"/>
          <p14:tracePt t="2886" x="2178050" y="2660650"/>
          <p14:tracePt t="2903" x="2089150" y="2660650"/>
          <p14:tracePt t="2919" x="2044700" y="2660650"/>
          <p14:tracePt t="2935" x="2012950" y="2660650"/>
          <p14:tracePt t="2952" x="1993900" y="2660650"/>
          <p14:tracePt t="2969" x="1968500" y="2660650"/>
          <p14:tracePt t="2985" x="1943100" y="2660650"/>
          <p14:tracePt t="2989" x="1917700" y="2660650"/>
          <p14:tracePt t="3002" x="1911350" y="2667000"/>
          <p14:tracePt t="3019" x="1841500" y="2679700"/>
          <p14:tracePt t="3021" x="1797050" y="2686050"/>
          <p14:tracePt t="3035" x="1778000" y="2686050"/>
          <p14:tracePt t="3052" x="1682750" y="2705100"/>
          <p14:tracePt t="3069" x="1644650" y="2705100"/>
          <p14:tracePt t="3085" x="1606550" y="2717800"/>
          <p14:tracePt t="3104" x="1593850" y="2717800"/>
          <p14:tracePt t="3119" x="1587500" y="2730500"/>
          <p14:tracePt t="3136" x="1581150" y="2736850"/>
          <p14:tracePt t="3152" x="1574800" y="2749550"/>
          <p14:tracePt t="3169" x="1568450" y="2774950"/>
          <p14:tracePt t="3185" x="1555750" y="2819400"/>
          <p14:tracePt t="3202" x="1543050" y="2857500"/>
          <p14:tracePt t="3219" x="1543050" y="2876550"/>
          <p14:tracePt t="3236" x="1543050" y="2908300"/>
          <p14:tracePt t="3252" x="1543050" y="2927350"/>
          <p14:tracePt t="3255" x="1543050" y="2933700"/>
          <p14:tracePt t="3269" x="1543050" y="2946400"/>
          <p14:tracePt t="3285" x="1543050" y="2971800"/>
          <p14:tracePt t="3302" x="1555750" y="3009900"/>
          <p14:tracePt t="3319" x="1574800" y="3041650"/>
          <p14:tracePt t="3335" x="1581150" y="3054350"/>
          <p14:tracePt t="3352" x="1593850" y="3067050"/>
          <p14:tracePt t="3370" x="1612900" y="3086100"/>
          <p14:tracePt t="3386" x="1625600" y="3098800"/>
          <p14:tracePt t="3404" x="1638300" y="3105150"/>
          <p14:tracePt t="3419" x="1663700" y="3124200"/>
          <p14:tracePt t="3436" x="1676400" y="3130550"/>
          <p14:tracePt t="3452" x="1689100" y="3136900"/>
          <p14:tracePt t="3469" x="1714500" y="3149600"/>
          <p14:tracePt t="3485" x="1746250" y="3155950"/>
          <p14:tracePt t="3502" x="1828800" y="3181350"/>
          <p14:tracePt t="3505" x="1854200" y="3194050"/>
          <p14:tracePt t="3519" x="1892300" y="3200400"/>
          <p14:tracePt t="3535" x="1943100" y="3219450"/>
          <p14:tracePt t="3537" x="1962150" y="3219450"/>
          <p14:tracePt t="3553" x="2000250" y="3232150"/>
          <p14:tracePt t="3569" x="2032000" y="3238500"/>
          <p14:tracePt t="3585" x="2057400" y="3244850"/>
          <p14:tracePt t="3603" x="2089150" y="3251200"/>
          <p14:tracePt t="3619" x="2120900" y="3257550"/>
          <p14:tracePt t="3635" x="2165350" y="3263900"/>
          <p14:tracePt t="3653" x="2203450" y="3270250"/>
          <p14:tracePt t="3669" x="2235200" y="3276600"/>
          <p14:tracePt t="3685" x="2266950" y="3282950"/>
          <p14:tracePt t="3702" x="2298700" y="3282950"/>
          <p14:tracePt t="3719" x="2317750" y="3282950"/>
          <p14:tracePt t="3736" x="2343150" y="3282950"/>
          <p14:tracePt t="3752" x="2368550" y="3282950"/>
          <p14:tracePt t="3769" x="2406650" y="3282950"/>
          <p14:tracePt t="3771" x="2432050" y="3282950"/>
          <p14:tracePt t="3785" x="2451100" y="3282950"/>
          <p14:tracePt t="3803" x="2552700" y="3282950"/>
          <p14:tracePt t="3819" x="2603500" y="3282950"/>
          <p14:tracePt t="3836" x="2654300" y="3282950"/>
          <p14:tracePt t="3852" x="2705100" y="3282950"/>
          <p14:tracePt t="3870" x="2806700" y="3282950"/>
          <p14:tracePt t="3888" x="2870200" y="3282950"/>
          <p14:tracePt t="3902" x="2933700" y="3282950"/>
          <p14:tracePt t="3919" x="2965450" y="3282950"/>
          <p14:tracePt t="3935" x="3022600" y="3282950"/>
          <p14:tracePt t="3952" x="3060700" y="3282950"/>
          <p14:tracePt t="3969" x="3098800" y="3282950"/>
          <p14:tracePt t="3985" x="3136900" y="3282950"/>
          <p14:tracePt t="4002" x="3155950" y="3282950"/>
          <p14:tracePt t="4019" x="3194050" y="3282950"/>
          <p14:tracePt t="4035" x="3213100" y="3282950"/>
          <p14:tracePt t="4038" x="3244850" y="3282950"/>
          <p14:tracePt t="4053" x="3270250" y="3282950"/>
          <p14:tracePt t="4069" x="3327400" y="3276600"/>
          <p14:tracePt t="4085" x="3365500" y="3276600"/>
          <p14:tracePt t="4103" x="3403600" y="3270250"/>
          <p14:tracePt t="4119" x="3467100" y="3263900"/>
          <p14:tracePt t="4135" x="3511550" y="3263900"/>
          <p14:tracePt t="4152" x="3543300" y="3263900"/>
          <p14:tracePt t="4169" x="3600450" y="3263900"/>
          <p14:tracePt t="4185" x="3613150" y="3257550"/>
          <p14:tracePt t="4202" x="3638550" y="3257550"/>
          <p14:tracePt t="4219" x="3651250" y="3251200"/>
          <p14:tracePt t="4236" x="3702050" y="3244850"/>
          <p14:tracePt t="4239" x="3708400" y="3244850"/>
          <p14:tracePt t="4252" x="3740150" y="3238500"/>
          <p14:tracePt t="4269" x="3797300" y="3232150"/>
          <p14:tracePt t="4271" x="3810000" y="3225800"/>
          <p14:tracePt t="4285" x="3841750" y="3219450"/>
          <p14:tracePt t="4303" x="3892550" y="3213100"/>
          <p14:tracePt t="4319" x="3905250" y="3206750"/>
          <p14:tracePt t="4336" x="3937000" y="3200400"/>
          <p14:tracePt t="4352" x="3956050" y="3187700"/>
          <p14:tracePt t="4370" x="3968750" y="3175000"/>
          <p14:tracePt t="4385" x="3987800" y="3162300"/>
          <p14:tracePt t="4402" x="3994150" y="3155950"/>
          <p14:tracePt t="4419" x="4006850" y="3136900"/>
          <p14:tracePt t="4436" x="4019550" y="3117850"/>
          <p14:tracePt t="4452" x="4032250" y="3098800"/>
          <p14:tracePt t="4469" x="4051300" y="3060700"/>
          <p14:tracePt t="4473" x="4064000" y="3054350"/>
          <p14:tracePt t="4485" x="4064000" y="3041650"/>
          <p14:tracePt t="4502" x="4076700" y="3016250"/>
          <p14:tracePt t="4504" x="4083050" y="2997200"/>
          <p14:tracePt t="4519" x="4089400" y="2990850"/>
          <p14:tracePt t="4536" x="4095750" y="2971800"/>
          <p14:tracePt t="4537" x="4095750" y="2965450"/>
          <p14:tracePt t="4553" x="4102100" y="2946400"/>
          <p14:tracePt t="4569" x="4108450" y="2933700"/>
          <p14:tracePt t="4585" x="4108450" y="2921000"/>
          <p14:tracePt t="4603" x="4108450" y="2895600"/>
          <p14:tracePt t="4619" x="4108450" y="2882900"/>
          <p14:tracePt t="4636" x="4108450" y="2863850"/>
          <p14:tracePt t="4652" x="4102100" y="2844800"/>
          <p14:tracePt t="4669" x="4095750" y="2832100"/>
          <p14:tracePt t="4685" x="4083050" y="2819400"/>
          <p14:tracePt t="4702" x="4070350" y="2800350"/>
          <p14:tracePt t="4719" x="4057650" y="2787650"/>
          <p14:tracePt t="4735" x="4032250" y="2774950"/>
          <p14:tracePt t="4752" x="4013200" y="2762250"/>
          <p14:tracePt t="4769" x="3981450" y="2749550"/>
          <p14:tracePt t="4771" x="3962400" y="2736850"/>
          <p14:tracePt t="4785" x="3943350" y="2730500"/>
          <p14:tracePt t="4802" x="3879850" y="2717800"/>
          <p14:tracePt t="4819" x="3829050" y="2705100"/>
          <p14:tracePt t="4836" x="3721100" y="2698750"/>
          <p14:tracePt t="4853" x="3606800" y="2698750"/>
          <p14:tracePt t="4869" x="3498850" y="2692400"/>
          <p14:tracePt t="4889" x="3378200" y="2679700"/>
          <p14:tracePt t="4902" x="3200400" y="2673350"/>
          <p14:tracePt t="4919" x="3105150" y="2667000"/>
          <p14:tracePt t="4935" x="3041650" y="2660650"/>
          <p14:tracePt t="4952" x="3009900" y="2660650"/>
          <p14:tracePt t="4969" x="2997200" y="2660650"/>
          <p14:tracePt t="4985" x="2990850" y="2660650"/>
          <p14:tracePt t="5002" x="2971800" y="2660650"/>
          <p14:tracePt t="5020" x="2933700" y="2667000"/>
          <p14:tracePt t="5022" x="2889250" y="2673350"/>
          <p14:tracePt t="5036" x="2851150" y="2679700"/>
          <p14:tracePt t="5053" x="2755900" y="2692400"/>
          <p14:tracePt t="5069" x="2698750" y="2698750"/>
          <p14:tracePt t="5087" x="2679700" y="2698750"/>
          <p14:tracePt t="5102" x="2673350" y="2698750"/>
          <p14:tracePt t="5189" x="2673350" y="2705100"/>
          <p14:tracePt t="5206" x="2673350" y="2711450"/>
          <p14:tracePt t="5229" x="2673350" y="2717800"/>
          <p14:tracePt t="5240" x="2667000" y="2717800"/>
          <p14:tracePt t="5248" x="2660650" y="2724150"/>
          <p14:tracePt t="5253" x="2660650" y="2730500"/>
          <p14:tracePt t="5272" x="2660650" y="2736850"/>
          <p14:tracePt t="5402" x="0" y="0"/>
        </p14:tracePtLst>
      </p14:laserTraceLst>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90A27-E23A-46EE-85EB-B4CF1E827A33}"/>
              </a:ext>
            </a:extLst>
          </p:cNvPr>
          <p:cNvSpPr>
            <a:spLocks noGrp="1"/>
          </p:cNvSpPr>
          <p:nvPr>
            <p:ph type="title"/>
          </p:nvPr>
        </p:nvSpPr>
        <p:spPr/>
        <p:txBody>
          <a:bodyPr/>
          <a:lstStyle/>
          <a:p>
            <a:r>
              <a:rPr lang="nl-BE" dirty="0"/>
              <a:t>Magic </a:t>
            </a:r>
            <a:r>
              <a:rPr lang="nl-BE" dirty="0" err="1"/>
              <a:t>commands</a:t>
            </a:r>
            <a:endParaRPr lang="en-US" dirty="0"/>
          </a:p>
        </p:txBody>
      </p:sp>
      <p:sp>
        <p:nvSpPr>
          <p:cNvPr id="3" name="Content Placeholder 2">
            <a:extLst>
              <a:ext uri="{FF2B5EF4-FFF2-40B4-BE49-F238E27FC236}">
                <a16:creationId xmlns:a16="http://schemas.microsoft.com/office/drawing/2014/main" id="{ED0F3F99-A152-42A5-90ED-FDC9A21BD968}"/>
              </a:ext>
            </a:extLst>
          </p:cNvPr>
          <p:cNvSpPr>
            <a:spLocks noGrp="1"/>
          </p:cNvSpPr>
          <p:nvPr>
            <p:ph idx="1"/>
          </p:nvPr>
        </p:nvSpPr>
        <p:spPr/>
        <p:txBody>
          <a:bodyPr>
            <a:normAutofit/>
          </a:bodyPr>
          <a:lstStyle/>
          <a:p>
            <a:r>
              <a:rPr lang="en-US" dirty="0">
                <a:hlinkClick r:id="rId2"/>
              </a:rPr>
              <a:t>https://ipython.readthedocs.io/en/stable/interactive/magics.html</a:t>
            </a:r>
            <a:endParaRPr lang="en-US" dirty="0"/>
          </a:p>
          <a:p>
            <a:r>
              <a:rPr lang="en-US" dirty="0"/>
              <a:t>An enhancement in </a:t>
            </a:r>
            <a:r>
              <a:rPr lang="en-US" dirty="0" err="1"/>
              <a:t>IPython</a:t>
            </a:r>
            <a:r>
              <a:rPr lang="en-US" dirty="0"/>
              <a:t> known as magic commands</a:t>
            </a:r>
          </a:p>
          <a:p>
            <a:r>
              <a:rPr lang="en-US" dirty="0"/>
              <a:t>Get more information:  %</a:t>
            </a:r>
            <a:r>
              <a:rPr lang="en-US" dirty="0">
                <a:latin typeface="Courier New" panose="02070309020205020404" pitchFamily="49" charset="0"/>
                <a:cs typeface="Courier New" panose="02070309020205020404" pitchFamily="49" charset="0"/>
              </a:rPr>
              <a:t>magic</a:t>
            </a:r>
            <a:r>
              <a:rPr lang="en-US" dirty="0"/>
              <a:t>  </a:t>
            </a:r>
          </a:p>
          <a:p>
            <a:r>
              <a:rPr lang="en-US" dirty="0"/>
              <a:t>Information of a specific magic function is obtained by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magicfunction</a:t>
            </a:r>
            <a:r>
              <a:rPr lang="en-US" dirty="0">
                <a:latin typeface="Courier New" panose="02070309020205020404" pitchFamily="49" charset="0"/>
                <a:cs typeface="Courier New" panose="02070309020205020404" pitchFamily="49" charset="0"/>
              </a:rPr>
              <a:t>?</a:t>
            </a:r>
          </a:p>
          <a:p>
            <a:r>
              <a:rPr lang="en-US" dirty="0"/>
              <a:t>Quick list of all available magic functions: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lsmagic</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7F36DB12-D8A2-45FA-AC79-8A198954D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1670271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B4DDD-E618-B754-FF54-FDF56FB8F528}"/>
              </a:ext>
            </a:extLst>
          </p:cNvPr>
          <p:cNvSpPr>
            <a:spLocks noGrp="1"/>
          </p:cNvSpPr>
          <p:nvPr>
            <p:ph type="title"/>
          </p:nvPr>
        </p:nvSpPr>
        <p:spPr/>
        <p:txBody>
          <a:bodyPr/>
          <a:lstStyle/>
          <a:p>
            <a:r>
              <a:rPr lang="nl-BE" dirty="0"/>
              <a:t>Magic </a:t>
            </a:r>
            <a:r>
              <a:rPr lang="nl-BE" dirty="0" err="1"/>
              <a:t>commands</a:t>
            </a:r>
            <a:endParaRPr lang="en-US" dirty="0"/>
          </a:p>
        </p:txBody>
      </p:sp>
      <p:sp>
        <p:nvSpPr>
          <p:cNvPr id="3" name="Content Placeholder 2">
            <a:extLst>
              <a:ext uri="{FF2B5EF4-FFF2-40B4-BE49-F238E27FC236}">
                <a16:creationId xmlns:a16="http://schemas.microsoft.com/office/drawing/2014/main" id="{3E5A3707-22DF-973F-35F2-301CF487C99F}"/>
              </a:ext>
            </a:extLst>
          </p:cNvPr>
          <p:cNvSpPr>
            <a:spLocks noGrp="1"/>
          </p:cNvSpPr>
          <p:nvPr>
            <p:ph idx="1"/>
          </p:nvPr>
        </p:nvSpPr>
        <p:spPr/>
        <p:txBody>
          <a:bodyPr>
            <a:normAutofit/>
          </a:bodyPr>
          <a:lstStyle/>
          <a:p>
            <a:r>
              <a:rPr lang="en-US" dirty="0"/>
              <a:t>Designed to solve various common problems in standard data analysis. </a:t>
            </a:r>
          </a:p>
          <a:p>
            <a:r>
              <a:rPr lang="en-US" dirty="0"/>
              <a:t>2 types</a:t>
            </a:r>
          </a:p>
          <a:p>
            <a:pPr lvl="1"/>
            <a:r>
              <a:rPr lang="en-US" dirty="0"/>
              <a:t>Line magics</a:t>
            </a:r>
          </a:p>
          <a:p>
            <a:pPr lvl="2"/>
            <a:r>
              <a:rPr lang="en-US" dirty="0"/>
              <a:t>They are similar to command line calls. They start with % character. Rest of the line is its argument passed without parentheses or quotes. </a:t>
            </a:r>
          </a:p>
          <a:p>
            <a:pPr lvl="1"/>
            <a:r>
              <a:rPr lang="en-US" dirty="0"/>
              <a:t>Cell magics</a:t>
            </a:r>
          </a:p>
          <a:p>
            <a:pPr lvl="2"/>
            <a:r>
              <a:rPr lang="en-US" dirty="0"/>
              <a:t>They have %% character prefix. Unlike line magic functions, they can operate on multiple lines below their call. </a:t>
            </a:r>
          </a:p>
          <a:p>
            <a:pPr lvl="1"/>
            <a:endParaRPr lang="en-US" dirty="0">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CD089C35-895B-B808-3749-1E9FCC039C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2814822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scripts</a:t>
            </a:r>
            <a:endParaRPr lang="nl-BE" dirty="0"/>
          </a:p>
        </p:txBody>
      </p:sp>
      <p:sp>
        <p:nvSpPr>
          <p:cNvPr id="3" name="Content Placeholder 2"/>
          <p:cNvSpPr>
            <a:spLocks noGrp="1"/>
          </p:cNvSpPr>
          <p:nvPr>
            <p:ph idx="1"/>
          </p:nvPr>
        </p:nvSpPr>
        <p:spPr/>
        <p:txBody>
          <a:bodyPr/>
          <a:lstStyle/>
          <a:p>
            <a:r>
              <a:rPr lang="en-US" dirty="0"/>
              <a:t>Programs: save code to file, and execute it all at once. </a:t>
            </a:r>
          </a:p>
          <a:p>
            <a:pPr lvl="1"/>
            <a:r>
              <a:rPr lang="en-US" dirty="0"/>
              <a:t>Script: A plain text file containing Python code that is intended to be directly executed by the user</a:t>
            </a:r>
          </a:p>
          <a:p>
            <a:pPr lvl="1"/>
            <a:r>
              <a:rPr lang="en-US" dirty="0"/>
              <a:t>By convention, Python scripts are saved in files with a </a:t>
            </a:r>
            <a:r>
              <a:rPr lang="en-US" i="1" dirty="0">
                <a:latin typeface="Courier New" panose="02070309020205020404" pitchFamily="49" charset="0"/>
                <a:cs typeface="Courier New" panose="02070309020205020404" pitchFamily="49" charset="0"/>
              </a:rPr>
              <a:t>.</a:t>
            </a:r>
            <a:r>
              <a:rPr lang="en-US" i="1" dirty="0" err="1">
                <a:latin typeface="Courier New" panose="02070309020205020404" pitchFamily="49" charset="0"/>
                <a:cs typeface="Courier New" panose="02070309020205020404" pitchFamily="49" charset="0"/>
              </a:rPr>
              <a:t>py</a:t>
            </a:r>
            <a:r>
              <a:rPr lang="en-US" i="1" dirty="0"/>
              <a:t> </a:t>
            </a:r>
            <a:r>
              <a:rPr lang="en-US" dirty="0"/>
              <a:t>extension.</a:t>
            </a:r>
          </a:p>
        </p:txBody>
      </p:sp>
      <p:pic>
        <p:nvPicPr>
          <p:cNvPr id="5" name="Picture 4">
            <a:extLst>
              <a:ext uri="{FF2B5EF4-FFF2-40B4-BE49-F238E27FC236}">
                <a16:creationId xmlns:a16="http://schemas.microsoft.com/office/drawing/2014/main" id="{BD985401-5468-AF2C-D69A-3D6B52B5D701}"/>
              </a:ext>
            </a:extLst>
          </p:cNvPr>
          <p:cNvPicPr>
            <a:picLocks noChangeAspect="1"/>
          </p:cNvPicPr>
          <p:nvPr/>
        </p:nvPicPr>
        <p:blipFill>
          <a:blip r:embed="rId3"/>
          <a:stretch>
            <a:fillRect/>
          </a:stretch>
        </p:blipFill>
        <p:spPr>
          <a:xfrm>
            <a:off x="493485" y="4001294"/>
            <a:ext cx="4787239" cy="1630249"/>
          </a:xfrm>
          <a:prstGeom prst="rect">
            <a:avLst/>
          </a:prstGeom>
        </p:spPr>
      </p:pic>
      <p:pic>
        <p:nvPicPr>
          <p:cNvPr id="6" name="Picture 5">
            <a:extLst>
              <a:ext uri="{FF2B5EF4-FFF2-40B4-BE49-F238E27FC236}">
                <a16:creationId xmlns:a16="http://schemas.microsoft.com/office/drawing/2014/main" id="{51ED9452-A916-B8EA-EF0B-C36CB66D9417}"/>
              </a:ext>
            </a:extLst>
          </p:cNvPr>
          <p:cNvPicPr>
            <a:picLocks noChangeAspect="1"/>
          </p:cNvPicPr>
          <p:nvPr/>
        </p:nvPicPr>
        <p:blipFill>
          <a:blip r:embed="rId4"/>
          <a:stretch>
            <a:fillRect/>
          </a:stretch>
        </p:blipFill>
        <p:spPr>
          <a:xfrm>
            <a:off x="5839279" y="4001294"/>
            <a:ext cx="5600700" cy="1504950"/>
          </a:xfrm>
          <a:prstGeom prst="rect">
            <a:avLst/>
          </a:prstGeom>
        </p:spPr>
      </p:pic>
      <p:sp>
        <p:nvSpPr>
          <p:cNvPr id="7" name="Speech Bubble: Oval 6">
            <a:extLst>
              <a:ext uri="{FF2B5EF4-FFF2-40B4-BE49-F238E27FC236}">
                <a16:creationId xmlns:a16="http://schemas.microsoft.com/office/drawing/2014/main" id="{12643652-C4CC-79A1-2709-ADDB68608EC0}"/>
              </a:ext>
            </a:extLst>
          </p:cNvPr>
          <p:cNvSpPr/>
          <p:nvPr/>
        </p:nvSpPr>
        <p:spPr>
          <a:xfrm>
            <a:off x="9613683" y="751887"/>
            <a:ext cx="2084832" cy="1325563"/>
          </a:xfrm>
          <a:prstGeom prst="wedgeEllipseCallout">
            <a:avLst/>
          </a:prstGeom>
          <a:ln>
            <a:headEnd type="none" w="med" len="med"/>
            <a:tailEnd type="none" w="med" len="med"/>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Think of reproducible science!</a:t>
            </a:r>
            <a:endParaRPr lang="nl-BE" dirty="0"/>
          </a:p>
        </p:txBody>
      </p:sp>
    </p:spTree>
    <p:extLst>
      <p:ext uri="{BB962C8B-B14F-4D97-AF65-F5344CB8AC3E}">
        <p14:creationId xmlns:p14="http://schemas.microsoft.com/office/powerpoint/2010/main" val="2813883378"/>
      </p:ext>
    </p:extLst>
  </p:cSld>
  <p:clrMapOvr>
    <a:masterClrMapping/>
  </p:clrMapOvr>
  <mc:AlternateContent xmlns:mc="http://schemas.openxmlformats.org/markup-compatibility/2006" xmlns:p14="http://schemas.microsoft.com/office/powerpoint/2010/main">
    <mc:Choice Requires="p14">
      <p:transition spd="slow" p14:dur="2000" advTm="72984"/>
    </mc:Choice>
    <mc:Fallback xmlns="">
      <p:transition spd="slow" advTm="7298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extLst>
    <p:ext uri="{3A86A75C-4F4B-4683-9AE1-C65F6400EC91}">
      <p14:laserTraceLst xmlns:p14="http://schemas.microsoft.com/office/powerpoint/2010/main">
        <p14:tracePtLst>
          <p14:tracePt t="12213" x="533400" y="5689600"/>
          <p14:tracePt t="12217" x="527050" y="5689600"/>
          <p14:tracePt t="12227" x="527050" y="5683250"/>
          <p14:tracePt t="12244" x="514350" y="5683250"/>
          <p14:tracePt t="12260" x="508000" y="5683250"/>
          <p14:tracePt t="12277" x="495300" y="5683250"/>
          <p14:tracePt t="12294" x="488950" y="5676900"/>
          <p14:tracePt t="12345" x="482600" y="5676900"/>
          <p14:tracePt t="12368" x="476250" y="5676900"/>
          <p14:tracePt t="12376" x="469900" y="5676900"/>
          <p14:tracePt t="12394" x="463550" y="5676900"/>
          <p14:tracePt t="12411" x="450850" y="5676900"/>
          <p14:tracePt t="12428" x="431800" y="5676900"/>
          <p14:tracePt t="12444" x="425450" y="5676900"/>
          <p14:tracePt t="12460" x="400050" y="5676900"/>
          <p14:tracePt t="12477" x="374650" y="5676900"/>
          <p14:tracePt t="12494" x="342900" y="5683250"/>
          <p14:tracePt t="12510" x="304800" y="5695950"/>
          <p14:tracePt t="12527" x="285750" y="5702300"/>
          <p14:tracePt t="12530" x="273050" y="5708650"/>
          <p14:tracePt t="12544" x="260350" y="5715000"/>
          <p14:tracePt t="12560" x="241300" y="5721350"/>
          <p14:tracePt t="12579" x="234950" y="5721350"/>
          <p14:tracePt t="12627" x="234950" y="5727700"/>
          <p14:tracePt t="12634" x="234950" y="5734050"/>
          <p14:tracePt t="12644" x="228600" y="5734050"/>
          <p14:tracePt t="12660" x="222250" y="5740400"/>
          <p14:tracePt t="12677" x="215900" y="5759450"/>
          <p14:tracePt t="12694" x="209550" y="5772150"/>
          <p14:tracePt t="12711" x="196850" y="5784850"/>
          <p14:tracePt t="12727" x="196850" y="5797550"/>
          <p14:tracePt t="12744" x="184150" y="5822950"/>
          <p14:tracePt t="12760" x="184150" y="5829300"/>
          <p14:tracePt t="12777" x="177800" y="5842000"/>
          <p14:tracePt t="12794" x="177800" y="5848350"/>
          <p14:tracePt t="12796" x="177800" y="5854700"/>
          <p14:tracePt t="12810" x="177800" y="5861050"/>
          <p14:tracePt t="12827" x="184150" y="5886450"/>
          <p14:tracePt t="12844" x="196850" y="5911850"/>
          <p14:tracePt t="12860" x="209550" y="5930900"/>
          <p14:tracePt t="12879" x="222250" y="5962650"/>
          <p14:tracePt t="12894" x="241300" y="5981700"/>
          <p14:tracePt t="12911" x="266700" y="6007100"/>
          <p14:tracePt t="12927" x="285750" y="6032500"/>
          <p14:tracePt t="12944" x="311150" y="6057900"/>
          <p14:tracePt t="12960" x="342900" y="6089650"/>
          <p14:tracePt t="12977" x="374650" y="6134100"/>
          <p14:tracePt t="12994" x="412750" y="6165850"/>
          <p14:tracePt t="13010" x="438150" y="6191250"/>
          <p14:tracePt t="13027" x="457200" y="6203950"/>
          <p14:tracePt t="13030" x="469900" y="6210300"/>
          <p14:tracePt t="13044" x="488950" y="6216650"/>
          <p14:tracePt t="13060" x="514350" y="6229350"/>
          <p14:tracePt t="13062" x="533400" y="6242050"/>
          <p14:tracePt t="13077" x="565150" y="6254750"/>
          <p14:tracePt t="13094" x="596900" y="6267450"/>
          <p14:tracePt t="13110" x="647700" y="6286500"/>
          <p14:tracePt t="13127" x="717550" y="6299200"/>
          <p14:tracePt t="13144" x="774700" y="6311900"/>
          <p14:tracePt t="13161" x="838200" y="6324600"/>
          <p14:tracePt t="13178" x="914400" y="6337300"/>
          <p14:tracePt t="13194" x="984250" y="6350000"/>
          <p14:tracePt t="13211" x="1047750" y="6356350"/>
          <p14:tracePt t="13227" x="1104900" y="6356350"/>
          <p14:tracePt t="13244" x="1168400" y="6356350"/>
          <p14:tracePt t="13260" x="1238250" y="6356350"/>
          <p14:tracePt t="13264" x="1263650" y="6356350"/>
          <p14:tracePt t="13277" x="1289050" y="6356350"/>
          <p14:tracePt t="13294" x="1346200" y="6343650"/>
          <p14:tracePt t="13296" x="1371600" y="6337300"/>
          <p14:tracePt t="13310" x="1397000" y="6330950"/>
          <p14:tracePt t="13328" x="1447800" y="6311900"/>
          <p14:tracePt t="13344" x="1460500" y="6311900"/>
          <p14:tracePt t="13360" x="1473200" y="6299200"/>
          <p14:tracePt t="13377" x="1492250" y="6273800"/>
          <p14:tracePt t="13394" x="1511300" y="6254750"/>
          <p14:tracePt t="13411" x="1530350" y="6235700"/>
          <p14:tracePt t="13427" x="1555750" y="6216650"/>
          <p14:tracePt t="13444" x="1581150" y="6191250"/>
          <p14:tracePt t="13460" x="1600200" y="6172200"/>
          <p14:tracePt t="13477" x="1625600" y="6146800"/>
          <p14:tracePt t="13494" x="1638300" y="6127750"/>
          <p14:tracePt t="13497" x="1644650" y="6115050"/>
          <p14:tracePt t="13510" x="1651000" y="6102350"/>
          <p14:tracePt t="13527" x="1657350" y="6076950"/>
          <p14:tracePt t="13531" x="1663700" y="6064250"/>
          <p14:tracePt t="13544" x="1663700" y="6057900"/>
          <p14:tracePt t="13561" x="1663700" y="6032500"/>
          <p14:tracePt t="13562" x="1663700" y="6013450"/>
          <p14:tracePt t="13577" x="1657350" y="5994400"/>
          <p14:tracePt t="13594" x="1638300" y="5962650"/>
          <p14:tracePt t="13611" x="1625600" y="5943600"/>
          <p14:tracePt t="13627" x="1600200" y="5930900"/>
          <p14:tracePt t="13644" x="1574800" y="5918200"/>
          <p14:tracePt t="13661" x="1555750" y="5905500"/>
          <p14:tracePt t="13679" x="1504950" y="5880100"/>
          <p14:tracePt t="13683" x="1492250" y="5873750"/>
          <p14:tracePt t="13694" x="1454150" y="5854700"/>
          <p14:tracePt t="13711" x="1384300" y="5822950"/>
          <p14:tracePt t="13727" x="1263650" y="5791200"/>
          <p14:tracePt t="13744" x="1168400" y="5765800"/>
          <p14:tracePt t="13746" x="1143000" y="5753100"/>
          <p14:tracePt t="13762" x="1092200" y="5740400"/>
          <p14:tracePt t="13777" x="1047750" y="5727700"/>
          <p14:tracePt t="13780" x="1035050" y="5721350"/>
          <p14:tracePt t="13794" x="1016000" y="5715000"/>
          <p14:tracePt t="13810" x="1003300" y="5708650"/>
          <p14:tracePt t="13813" x="990600" y="5708650"/>
          <p14:tracePt t="13827" x="946150" y="5702300"/>
          <p14:tracePt t="13844" x="901700" y="5702300"/>
          <p14:tracePt t="13861" x="844550" y="5702300"/>
          <p14:tracePt t="13877" x="749300" y="5708650"/>
          <p14:tracePt t="13894" x="692150" y="5708650"/>
          <p14:tracePt t="13911" x="673100" y="5708650"/>
          <p14:tracePt t="13929" x="654050" y="5708650"/>
          <p14:tracePt t="13944" x="647700" y="5708650"/>
          <p14:tracePt t="13961" x="641350" y="5708650"/>
          <p14:tracePt t="13977" x="622300" y="5715000"/>
          <p14:tracePt t="13994" x="609600" y="5721350"/>
          <p14:tracePt t="14011" x="590550" y="5734050"/>
          <p14:tracePt t="14013" x="577850" y="5740400"/>
          <p14:tracePt t="14027" x="577850" y="5746750"/>
          <p14:tracePt t="14044" x="558800" y="5753100"/>
          <p14:tracePt t="14046" x="546100" y="5759450"/>
          <p14:tracePt t="14060" x="546100" y="5765800"/>
          <p14:tracePt t="14077" x="520700" y="5778500"/>
          <p14:tracePt t="14094" x="514350" y="5791200"/>
          <p14:tracePt t="14110" x="501650" y="5791200"/>
          <p14:tracePt t="14127" x="495300" y="5810250"/>
          <p14:tracePt t="14145" x="482600" y="5822950"/>
          <p14:tracePt t="14161" x="476250" y="5842000"/>
          <p14:tracePt t="14178" x="463550" y="5861050"/>
          <p14:tracePt t="14194" x="450850" y="5886450"/>
          <p14:tracePt t="14211" x="450850" y="5892800"/>
          <p14:tracePt t="14214" x="450850" y="5899150"/>
          <p14:tracePt t="14231" x="450850" y="5905500"/>
          <p14:tracePt t="14246" x="450850" y="5911850"/>
          <p14:tracePt t="14260" x="450850" y="5918200"/>
          <p14:tracePt t="14277" x="450850" y="5937250"/>
          <p14:tracePt t="14294" x="450850" y="5956300"/>
          <p14:tracePt t="14310" x="457200" y="5988050"/>
          <p14:tracePt t="14327" x="469900" y="6013450"/>
          <p14:tracePt t="14344" x="476250" y="6032500"/>
          <p14:tracePt t="14360" x="482600" y="6057900"/>
          <p14:tracePt t="14377" x="501650" y="6083300"/>
          <p14:tracePt t="14394" x="508000" y="6089650"/>
          <p14:tracePt t="14411" x="520700" y="6089650"/>
          <p14:tracePt t="14427" x="520700" y="6096000"/>
          <p14:tracePt t="14444" x="539750" y="6102350"/>
          <p14:tracePt t="14461" x="558800" y="6102350"/>
          <p14:tracePt t="14477" x="584200" y="6102350"/>
          <p14:tracePt t="14480" x="603250" y="6102350"/>
          <p14:tracePt t="14494" x="622300" y="6102350"/>
          <p14:tracePt t="14511" x="660400" y="6102350"/>
          <p14:tracePt t="14512" x="685800" y="6102350"/>
          <p14:tracePt t="14529" x="711200" y="6102350"/>
          <p14:tracePt t="14531" x="0" y="0"/>
        </p14:tracePtLst>
        <p14:tracePtLst>
          <p14:tracePt t="48263" x="2908300" y="5543550"/>
          <p14:tracePt t="48268" x="2901950" y="5543550"/>
          <p14:tracePt t="48278" x="2895600" y="5537200"/>
          <p14:tracePt t="48295" x="2889250" y="5537200"/>
          <p14:tracePt t="48311" x="2882900" y="5530850"/>
          <p14:tracePt t="48329" x="2857500" y="5530850"/>
          <p14:tracePt t="48345" x="2851150" y="5530850"/>
          <p14:tracePt t="48362" x="2844800" y="5530850"/>
          <p14:tracePt t="48365" x="2838450" y="5530850"/>
          <p14:tracePt t="48378" x="2825750" y="5530850"/>
          <p14:tracePt t="48395" x="2819400" y="5530850"/>
          <p14:tracePt t="48398" x="2800350" y="5530850"/>
          <p14:tracePt t="48412" x="2787650" y="5530850"/>
          <p14:tracePt t="48430" x="2705100" y="5530850"/>
          <p14:tracePt t="48446" x="2635250" y="5530850"/>
          <p14:tracePt t="48461" x="2540000" y="5530850"/>
          <p14:tracePt t="48478" x="2489200" y="5530850"/>
          <p14:tracePt t="48495" x="2463800" y="5530850"/>
          <p14:tracePt t="48511" x="2438400" y="5530850"/>
          <p14:tracePt t="48583" x="2438400" y="5537200"/>
          <p14:tracePt t="48593" x="2432050" y="5543550"/>
          <p14:tracePt t="48612" x="2432050" y="5549900"/>
          <p14:tracePt t="48628" x="2425700" y="5562600"/>
          <p14:tracePt t="48631" x="2419350" y="5568950"/>
          <p14:tracePt t="48648" x="2419350" y="5575300"/>
          <p14:tracePt t="48661" x="2419350" y="5581650"/>
          <p14:tracePt t="48679" x="2413000" y="5588000"/>
          <p14:tracePt t="48727" x="2413000" y="5594350"/>
          <p14:tracePt t="48752" x="2413000" y="5600700"/>
          <p14:tracePt t="48760" x="2413000" y="5607050"/>
          <p14:tracePt t="48778" x="2413000" y="5619750"/>
          <p14:tracePt t="48795" x="2413000" y="5632450"/>
          <p14:tracePt t="48812" x="2419350" y="5651500"/>
          <p14:tracePt t="48828" x="2432050" y="5670550"/>
          <p14:tracePt t="48845" x="2432050" y="5683250"/>
          <p14:tracePt t="48861" x="2444750" y="5695950"/>
          <p14:tracePt t="48865" x="2451100" y="5708650"/>
          <p14:tracePt t="48882" x="2457450" y="5715000"/>
          <p14:tracePt t="48898" x="2463800" y="5721350"/>
          <p14:tracePt t="48911" x="2463800" y="5727700"/>
          <p14:tracePt t="48929" x="2470150" y="5734050"/>
          <p14:tracePt t="48946" x="2470150" y="5740400"/>
          <p14:tracePt t="48961" x="2482850" y="5740400"/>
          <p14:tracePt t="48978" x="2489200" y="5753100"/>
          <p14:tracePt t="48995" x="2489200" y="5759450"/>
          <p14:tracePt t="49011" x="2495550" y="5759450"/>
          <p14:tracePt t="49028" x="2508250" y="5765800"/>
          <p14:tracePt t="49045" x="2508250" y="5772150"/>
          <p14:tracePt t="49061" x="2514600" y="5778500"/>
          <p14:tracePt t="49078" x="2520950" y="5784850"/>
          <p14:tracePt t="49094" x="2527300" y="5784850"/>
          <p14:tracePt t="49097" x="2527300" y="5791200"/>
          <p14:tracePt t="49111" x="2533650" y="5791200"/>
          <p14:tracePt t="49128" x="2540000" y="5797550"/>
          <p14:tracePt t="49147" x="2546350" y="5803900"/>
          <p14:tracePt t="49162" x="2552700" y="5803900"/>
          <p14:tracePt t="49179" x="2559050" y="5810250"/>
          <p14:tracePt t="49195" x="2578100" y="5810250"/>
          <p14:tracePt t="49211" x="2597150" y="5816600"/>
          <p14:tracePt t="49228" x="2616200" y="5822950"/>
          <p14:tracePt t="49245" x="2635250" y="5822950"/>
          <p14:tracePt t="49261" x="2660650" y="5829300"/>
          <p14:tracePt t="49278" x="2679700" y="5835650"/>
          <p14:tracePt t="49295" x="2698750" y="5842000"/>
          <p14:tracePt t="49311" x="2717800" y="5842000"/>
          <p14:tracePt t="49328" x="2743200" y="5848350"/>
          <p14:tracePt t="49331" x="2768600" y="5848350"/>
          <p14:tracePt t="49345" x="2787650" y="5854700"/>
          <p14:tracePt t="49361" x="2825750" y="5854700"/>
          <p14:tracePt t="49363" x="2844800" y="5854700"/>
          <p14:tracePt t="49378" x="2863850" y="5854700"/>
          <p14:tracePt t="49395" x="2908300" y="5854700"/>
          <p14:tracePt t="49398" x="2946400" y="5854700"/>
          <p14:tracePt t="49411" x="2959100" y="5854700"/>
          <p14:tracePt t="49429" x="2990850" y="5854700"/>
          <p14:tracePt t="49445" x="3016250" y="5848350"/>
          <p14:tracePt t="49461" x="3028950" y="5848350"/>
          <p14:tracePt t="49478" x="3035300" y="5848350"/>
          <p14:tracePt t="49495" x="3048000" y="5842000"/>
          <p14:tracePt t="49512" x="3060700" y="5829300"/>
          <p14:tracePt t="49528" x="3079750" y="5822950"/>
          <p14:tracePt t="49545" x="3092450" y="5816600"/>
          <p14:tracePt t="49561" x="3105150" y="5803900"/>
          <p14:tracePt t="49578" x="3117850" y="5797550"/>
          <p14:tracePt t="49595" x="3130550" y="5784850"/>
          <p14:tracePt t="49597" x="3136900" y="5772150"/>
          <p14:tracePt t="49611" x="3136900" y="5765800"/>
          <p14:tracePt t="49628" x="3149600" y="5746750"/>
          <p14:tracePt t="49645" x="3149600" y="5740400"/>
          <p14:tracePt t="49661" x="3149600" y="5734050"/>
          <p14:tracePt t="49678" x="3149600" y="5727700"/>
          <p14:tracePt t="49696" x="3149600" y="5715000"/>
          <p14:tracePt t="49711" x="3149600" y="5708650"/>
          <p14:tracePt t="49728" x="3136900" y="5695950"/>
          <p14:tracePt t="49745" x="3130550" y="5689600"/>
          <p14:tracePt t="49761" x="3124200" y="5683250"/>
          <p14:tracePt t="49778" x="3117850" y="5676900"/>
          <p14:tracePt t="49795" x="3098800" y="5657850"/>
          <p14:tracePt t="49811" x="3086100" y="5651500"/>
          <p14:tracePt t="49828" x="3073400" y="5638800"/>
          <p14:tracePt t="49845" x="3035300" y="5613400"/>
          <p14:tracePt t="49861" x="3009900" y="5600700"/>
          <p14:tracePt t="49863" x="2990850" y="5600700"/>
          <p14:tracePt t="49878" x="2978150" y="5594350"/>
          <p14:tracePt t="49895" x="2901950" y="5588000"/>
          <p14:tracePt t="49911" x="2876550" y="5588000"/>
          <p14:tracePt t="49928" x="2863850" y="5588000"/>
          <p14:tracePt t="49931" x="2851150" y="5588000"/>
          <p14:tracePt t="49947" x="2813050" y="5588000"/>
          <p14:tracePt t="49961" x="2768600" y="5600700"/>
          <p14:tracePt t="49979" x="2724150" y="5600700"/>
          <p14:tracePt t="49995" x="2673350" y="5613400"/>
          <p14:tracePt t="50014" x="2635250" y="5619750"/>
          <p14:tracePt t="50028" x="2603500" y="5626100"/>
          <p14:tracePt t="50045" x="2571750" y="5638800"/>
          <p14:tracePt t="50061" x="2540000" y="5645150"/>
          <p14:tracePt t="50078" x="2514600" y="5657850"/>
          <p14:tracePt t="50082" x="2495550" y="5664200"/>
          <p14:tracePt t="50095" x="2476500" y="5670550"/>
          <p14:tracePt t="50111" x="2438400" y="5689600"/>
          <p14:tracePt t="50114" x="2419350" y="5702300"/>
          <p14:tracePt t="50128" x="2406650" y="5708650"/>
          <p14:tracePt t="50132" x="2393950" y="5721350"/>
          <p14:tracePt t="50145" x="2374900" y="5746750"/>
          <p14:tracePt t="50161" x="2368550" y="5759450"/>
          <p14:tracePt t="50179" x="2368550" y="5772150"/>
          <p14:tracePt t="50195" x="2368550" y="5784850"/>
          <p14:tracePt t="50211" x="2368550" y="5791200"/>
          <p14:tracePt t="50228" x="2374900" y="5803900"/>
          <p14:tracePt t="50245" x="2387600" y="5822950"/>
          <p14:tracePt t="50261" x="2400300" y="5835650"/>
          <p14:tracePt t="50278" x="2425700" y="5854700"/>
          <p14:tracePt t="50295" x="2457450" y="5873750"/>
          <p14:tracePt t="50312" x="2482850" y="5892800"/>
          <p14:tracePt t="50328" x="2508250" y="5905500"/>
          <p14:tracePt t="50345" x="2533650" y="5918200"/>
          <p14:tracePt t="50347" x="2546350" y="5924550"/>
          <p14:tracePt t="50361" x="2559050" y="5924550"/>
          <p14:tracePt t="50379" x="2590800" y="5937250"/>
          <p14:tracePt t="50395" x="2616200" y="5943600"/>
          <p14:tracePt t="50412" x="2635250" y="5943600"/>
          <p14:tracePt t="50428" x="2667000" y="5949950"/>
          <p14:tracePt t="50445" x="2692400" y="5949950"/>
          <p14:tracePt t="50461" x="2730500" y="5949950"/>
          <p14:tracePt t="50478" x="2755900" y="5949950"/>
          <p14:tracePt t="50495" x="2794000" y="5943600"/>
          <p14:tracePt t="50511" x="2819400" y="5937250"/>
          <p14:tracePt t="50528" x="2838450" y="5930900"/>
          <p14:tracePt t="50545" x="2844800" y="5930900"/>
          <p14:tracePt t="50582" x="2851150" y="5930900"/>
          <p14:tracePt t="50590" x="2857500" y="5930900"/>
          <p14:tracePt t="50622" x="2863850" y="5930900"/>
          <p14:tracePt t="50630" x="2863850" y="5924550"/>
          <p14:tracePt t="50653" x="2870200" y="5924550"/>
          <p14:tracePt t="50709" x="2876550" y="5924550"/>
          <p14:tracePt t="51882" x="2882900" y="5924550"/>
          <p14:tracePt t="51896" x="2901950" y="5924550"/>
          <p14:tracePt t="51912" x="2933700" y="5924550"/>
          <p14:tracePt t="51929" x="2971800" y="5924550"/>
          <p14:tracePt t="51945" x="3016250" y="5930900"/>
          <p14:tracePt t="51961" x="3067050" y="5943600"/>
          <p14:tracePt t="51978" x="3130550" y="5949950"/>
          <p14:tracePt t="51995" x="3225800" y="5962650"/>
          <p14:tracePt t="52011" x="3346450" y="5981700"/>
          <p14:tracePt t="52028" x="3460750" y="5994400"/>
          <p14:tracePt t="52045" x="3549650" y="6000750"/>
          <p14:tracePt t="52061" x="3695700" y="6013450"/>
          <p14:tracePt t="52064" x="3765550" y="6019800"/>
          <p14:tracePt t="52078" x="3943350" y="6032500"/>
          <p14:tracePt t="52095" x="4171950" y="6051550"/>
          <p14:tracePt t="52097" x="4438650" y="6076950"/>
          <p14:tracePt t="52111" x="4597400" y="6083300"/>
          <p14:tracePt t="52128" x="5086350" y="6108700"/>
          <p14:tracePt t="52130" x="5416550" y="6134100"/>
          <p14:tracePt t="52146" x="5918200" y="6140450"/>
          <p14:tracePt t="52161" x="6369050" y="6140450"/>
          <p14:tracePt t="52179" x="6750050" y="6140450"/>
          <p14:tracePt t="52195" x="6972300" y="6140450"/>
          <p14:tracePt t="52212" x="7131050" y="6146800"/>
          <p14:tracePt t="52228" x="7251700" y="6159500"/>
          <p14:tracePt t="52245" x="7397750" y="6165850"/>
          <p14:tracePt t="52261" x="7645400" y="6172200"/>
          <p14:tracePt t="52265" x="7747000" y="6172200"/>
          <p14:tracePt t="52278" x="7854950" y="6178550"/>
          <p14:tracePt t="52295" x="8235950" y="6178550"/>
          <p14:tracePt t="52297" x="8356600" y="6178550"/>
          <p14:tracePt t="52312" x="8451850" y="6178550"/>
          <p14:tracePt t="52329" x="8756650" y="6172200"/>
          <p14:tracePt t="52345" x="8839200" y="6172200"/>
          <p14:tracePt t="52361" x="8940800" y="6165850"/>
          <p14:tracePt t="52364" x="8997950" y="6159500"/>
          <p14:tracePt t="52378" x="9055100" y="6146800"/>
          <p14:tracePt t="52396" x="9182100" y="6134100"/>
          <p14:tracePt t="52412" x="9245600" y="6115050"/>
          <p14:tracePt t="52429" x="9277350" y="6102350"/>
          <p14:tracePt t="52431" x="0" y="0"/>
        </p14:tracePtLst>
        <p14:tracePtLst>
          <p14:tracePt t="52973" x="9213850" y="6235700"/>
          <p14:tracePt t="53052" x="9207500" y="6235700"/>
          <p14:tracePt t="53069" x="9201150" y="6235700"/>
          <p14:tracePt t="53075" x="9201150" y="6229350"/>
          <p14:tracePt t="53092" x="9194800" y="6223000"/>
          <p14:tracePt t="53101" x="9188450" y="6223000"/>
          <p14:tracePt t="53111" x="9182100" y="6216650"/>
          <p14:tracePt t="53128" x="9169400" y="6210300"/>
          <p14:tracePt t="53132" x="9150350" y="6203950"/>
          <p14:tracePt t="53145" x="9144000" y="6203950"/>
          <p14:tracePt t="53161" x="9118600" y="6203950"/>
          <p14:tracePt t="53164" x="9105900" y="6203950"/>
          <p14:tracePt t="53178" x="9093200" y="6203950"/>
          <p14:tracePt t="53197" x="9074150" y="6197600"/>
          <p14:tracePt t="53200" x="9067800" y="6197600"/>
          <p14:tracePt t="53214" x="9061450" y="6197600"/>
          <p14:tracePt t="53228" x="9055100" y="6197600"/>
          <p14:tracePt t="53245" x="9042400" y="6191250"/>
          <p14:tracePt t="53261" x="9036050" y="6191250"/>
          <p14:tracePt t="53279" x="9023350" y="6191250"/>
          <p14:tracePt t="53295" x="9010650" y="6191250"/>
          <p14:tracePt t="53312" x="8978900" y="6191250"/>
          <p14:tracePt t="53328" x="8959850" y="6191250"/>
          <p14:tracePt t="53345" x="8940800" y="6191250"/>
          <p14:tracePt t="53361" x="8928100" y="6191250"/>
          <p14:tracePt t="53379" x="8915400" y="6191250"/>
          <p14:tracePt t="53381" x="8909050" y="6191250"/>
          <p14:tracePt t="53395" x="8896350" y="6191250"/>
          <p14:tracePt t="53413" x="8877300" y="6191250"/>
          <p14:tracePt t="53416" x="8864600" y="6197600"/>
          <p14:tracePt t="53428" x="8858250" y="6197600"/>
          <p14:tracePt t="53445" x="8832850" y="6203950"/>
          <p14:tracePt t="53462" x="8801100" y="6216650"/>
          <p14:tracePt t="53479" x="8788400" y="6216650"/>
          <p14:tracePt t="53480" x="8782050" y="6216650"/>
          <p14:tracePt t="53495" x="8775700" y="6223000"/>
          <p14:tracePt t="53511" x="8763000" y="6223000"/>
          <p14:tracePt t="53528" x="8756650" y="6229350"/>
          <p14:tracePt t="53545" x="8743950" y="6235700"/>
          <p14:tracePt t="53561" x="8731250" y="6242050"/>
          <p14:tracePt t="53578" x="8724900" y="6248400"/>
          <p14:tracePt t="53595" x="8718550" y="6254750"/>
          <p14:tracePt t="53611" x="8712200" y="6261100"/>
          <p14:tracePt t="53628" x="8705850" y="6267450"/>
          <p14:tracePt t="53645" x="8699500" y="6267450"/>
          <p14:tracePt t="53647" x="8699500" y="6273800"/>
          <p14:tracePt t="53663" x="8693150" y="6273800"/>
          <p14:tracePt t="53679" x="8693150" y="6280150"/>
          <p14:tracePt t="53681" x="8686800" y="6286500"/>
          <p14:tracePt t="53694" x="8680450" y="6292850"/>
          <p14:tracePt t="53711" x="8674100" y="6299200"/>
          <p14:tracePt t="53713" x="8667750" y="6305550"/>
          <p14:tracePt t="53728" x="8661400" y="6311900"/>
          <p14:tracePt t="53745" x="8642350" y="6337300"/>
          <p14:tracePt t="53761" x="8629650" y="6350000"/>
          <p14:tracePt t="53778" x="8616950" y="6362700"/>
          <p14:tracePt t="53795" x="8616950" y="6369050"/>
          <p14:tracePt t="53812" x="8610600" y="6369050"/>
          <p14:tracePt t="53842" x="8610600" y="6375400"/>
          <p14:tracePt t="53866" x="8610600" y="6381750"/>
          <p14:tracePt t="53882" x="8610600" y="6388100"/>
          <p14:tracePt t="53897" x="8610600" y="6394450"/>
          <p14:tracePt t="53914" x="8610600" y="6400800"/>
          <p14:tracePt t="53939" x="8610600" y="6407150"/>
          <p14:tracePt t="53947" x="8610600" y="6413500"/>
          <p14:tracePt t="53963" x="8610600" y="6419850"/>
          <p14:tracePt t="53987" x="8610600" y="6426200"/>
          <p14:tracePt t="53996" x="8616950" y="6426200"/>
          <p14:tracePt t="54012" x="8623300" y="6438900"/>
          <p14:tracePt t="54028" x="8623300" y="6445250"/>
          <p14:tracePt t="54045" x="8629650" y="6457950"/>
          <p14:tracePt t="54062" x="8642350" y="6470650"/>
          <p14:tracePt t="54078" x="8648700" y="6470650"/>
          <p14:tracePt t="54095" x="8655050" y="6477000"/>
          <p14:tracePt t="54111" x="8661400" y="6477000"/>
          <p14:tracePt t="54115" x="8661400" y="6483350"/>
          <p14:tracePt t="54132" x="8667750" y="6483350"/>
          <p14:tracePt t="54156" x="8667750" y="6489700"/>
          <p14:tracePt t="54164" x="8674100" y="6489700"/>
          <p14:tracePt t="54180" x="8680450" y="6496050"/>
          <p14:tracePt t="54195" x="8686800" y="6496050"/>
          <p14:tracePt t="54212" x="8693150" y="6502400"/>
          <p14:tracePt t="54239" x="8699500" y="6502400"/>
          <p14:tracePt t="54262" x="8705850" y="6502400"/>
          <p14:tracePt t="54277" x="8712200" y="6502400"/>
          <p14:tracePt t="54295" x="8712200" y="6508750"/>
          <p14:tracePt t="54312" x="8718550" y="6508750"/>
          <p14:tracePt t="54328" x="8731250" y="6515100"/>
          <p14:tracePt t="54345" x="8737600" y="6515100"/>
          <p14:tracePt t="54362" x="8756650" y="6515100"/>
          <p14:tracePt t="54378" x="8769350" y="6515100"/>
          <p14:tracePt t="54396" x="8775700" y="6515100"/>
          <p14:tracePt t="54412" x="8788400" y="6515100"/>
          <p14:tracePt t="54415" x="8794750" y="6515100"/>
          <p14:tracePt t="54429" x="8807450" y="6521450"/>
          <p14:tracePt t="54445" x="8813800" y="6521450"/>
          <p14:tracePt t="54462" x="8826500" y="6521450"/>
          <p14:tracePt t="54478" x="8851900" y="6527800"/>
          <p14:tracePt t="54496" x="8858250" y="6527800"/>
          <p14:tracePt t="54511" x="8877300" y="6534150"/>
          <p14:tracePt t="54528" x="8902700" y="6534150"/>
          <p14:tracePt t="54545" x="8928100" y="6546850"/>
          <p14:tracePt t="54562" x="8978900" y="6559550"/>
          <p14:tracePt t="54578" x="9029700" y="6565900"/>
          <p14:tracePt t="54595" x="9112250" y="6578600"/>
          <p14:tracePt t="54611" x="9194800" y="6584950"/>
          <p14:tracePt t="54628" x="9264650" y="6584950"/>
          <p14:tracePt t="54645" x="9315450" y="6591300"/>
          <p14:tracePt t="54648" x="9321800" y="6591300"/>
          <p14:tracePt t="54662" x="9347200" y="6591300"/>
          <p14:tracePt t="54678" x="9391650" y="6591300"/>
          <p14:tracePt t="54680" x="9410700" y="6591300"/>
          <p14:tracePt t="54695" x="9448800" y="6591300"/>
          <p14:tracePt t="54712" x="9480550" y="6591300"/>
          <p14:tracePt t="54728" x="9525000" y="6584950"/>
          <p14:tracePt t="54745" x="9556750" y="6578600"/>
          <p14:tracePt t="54761" x="9582150" y="6565900"/>
          <p14:tracePt t="54778" x="9607550" y="6559550"/>
          <p14:tracePt t="54795" x="9626600" y="6553200"/>
          <p14:tracePt t="54811" x="9652000" y="6546850"/>
          <p14:tracePt t="54828" x="9677400" y="6546850"/>
          <p14:tracePt t="54845" x="9696450" y="6546850"/>
          <p14:tracePt t="54864" x="9728200" y="6546850"/>
          <p14:tracePt t="54866" x="9753600" y="6540500"/>
          <p14:tracePt t="54878" x="9759950" y="6540500"/>
          <p14:tracePt t="54898" x="9804400" y="6534150"/>
          <p14:tracePt t="54911" x="9810750" y="6534150"/>
          <p14:tracePt t="54929" x="9836150" y="6521450"/>
          <p14:tracePt t="54945" x="9842500" y="6521450"/>
          <p14:tracePt t="54963" x="9848850" y="6515100"/>
          <p14:tracePt t="54978" x="9848850" y="6508750"/>
          <p14:tracePt t="54995" x="9848850" y="6502400"/>
          <p14:tracePt t="55011" x="9848850" y="6496050"/>
          <p14:tracePt t="55028" x="9848850" y="6489700"/>
          <p14:tracePt t="55045" x="9848850" y="6477000"/>
          <p14:tracePt t="55078" x="9848850" y="6470650"/>
          <p14:tracePt t="55171" x="9848850" y="6464300"/>
          <p14:tracePt t="55212" x="9848850" y="6457950"/>
          <p14:tracePt t="55220" x="9848850" y="6451600"/>
          <p14:tracePt t="55244" x="9848850" y="6445250"/>
          <p14:tracePt t="55269" x="9842500" y="6438900"/>
          <p14:tracePt t="55284" x="9842500" y="6432550"/>
          <p14:tracePt t="55295" x="9829800" y="6419850"/>
          <p14:tracePt t="55312" x="9817100" y="6400800"/>
          <p14:tracePt t="55328" x="9791700" y="6381750"/>
          <p14:tracePt t="55345" x="9779000" y="6375400"/>
          <p14:tracePt t="55362" x="9759950" y="6369050"/>
          <p14:tracePt t="55366" x="9747250" y="6362700"/>
          <p14:tracePt t="55378" x="9740900" y="6356350"/>
          <p14:tracePt t="55395" x="9715500" y="6356350"/>
          <p14:tracePt t="55397" x="9702800" y="6356350"/>
          <p14:tracePt t="55412" x="9690100" y="6350000"/>
          <p14:tracePt t="55429" x="9658350" y="6343650"/>
          <p14:tracePt t="55445" x="9645650" y="6343650"/>
          <p14:tracePt t="55461" x="9639300" y="6343650"/>
          <p14:tracePt t="55478" x="9632950" y="6343650"/>
          <p14:tracePt t="55495" x="9626600" y="6343650"/>
          <p14:tracePt t="55511" x="9626600" y="6337300"/>
          <p14:tracePt t="55545" x="9620250" y="6337300"/>
          <p14:tracePt t="61346" x="9620250" y="6330950"/>
          <p14:tracePt t="61362" x="9613900" y="6330950"/>
          <p14:tracePt t="61379" x="9607550" y="6324600"/>
          <p14:tracePt t="61397" x="9601200" y="6324600"/>
          <p14:tracePt t="61412" x="9588500" y="6324600"/>
          <p14:tracePt t="61428" x="9575800" y="6318250"/>
          <p14:tracePt t="61445" x="9563100" y="6311900"/>
          <p14:tracePt t="61461" x="9556750" y="6311900"/>
          <p14:tracePt t="61478" x="9544050" y="6311900"/>
          <p14:tracePt t="61495" x="9531350" y="6305550"/>
          <p14:tracePt t="61512" x="9518650" y="6305550"/>
          <p14:tracePt t="61530" x="9505950" y="6305550"/>
          <p14:tracePt t="61545" x="9499600" y="6305550"/>
          <p14:tracePt t="61564" x="9480550" y="6305550"/>
          <p14:tracePt t="61579" x="9467850" y="6305550"/>
          <p14:tracePt t="61596" x="9448800" y="6305550"/>
          <p14:tracePt t="61612" x="9436100" y="6305550"/>
          <p14:tracePt t="61630" x="9429750" y="6305550"/>
          <p14:tracePt t="61645" x="9417050" y="6305550"/>
          <p14:tracePt t="61662" x="9410700" y="6305550"/>
          <p14:tracePt t="61679" x="9404350" y="6305550"/>
          <p14:tracePt t="61695" x="9391650" y="6305550"/>
          <p14:tracePt t="61712" x="9378950" y="6305550"/>
          <p14:tracePt t="61728" x="9359900" y="6311900"/>
          <p14:tracePt t="61745" x="9340850" y="6318250"/>
          <p14:tracePt t="61762" x="9328150" y="6324600"/>
          <p14:tracePt t="61764" x="9321800" y="6324600"/>
          <p14:tracePt t="61779" x="9315450" y="6324600"/>
          <p14:tracePt t="61795" x="9302750" y="6324600"/>
          <p14:tracePt t="61812" x="9296400" y="6324600"/>
          <p14:tracePt t="61829" x="9283700" y="6324600"/>
          <p14:tracePt t="61845" x="9264650" y="6330950"/>
          <p14:tracePt t="61862" x="9251950" y="6337300"/>
          <p14:tracePt t="61880" x="9239250" y="6337300"/>
          <p14:tracePt t="61895" x="9226550" y="6337300"/>
          <p14:tracePt t="61912" x="9220200" y="6337300"/>
          <p14:tracePt t="61928" x="9213850" y="6337300"/>
          <p14:tracePt t="61946" x="9201150" y="6343650"/>
          <p14:tracePt t="61962" x="9194800" y="6343650"/>
          <p14:tracePt t="61982" x="9188450" y="6343650"/>
          <p14:tracePt t="61997" x="9182100" y="6343650"/>
          <p14:tracePt t="62028" x="9169400" y="6343650"/>
          <p14:tracePt t="62045" x="9163050" y="6343650"/>
          <p14:tracePt t="62062" x="9150350" y="6343650"/>
          <p14:tracePt t="62063" x="9144000" y="6343650"/>
          <p14:tracePt t="62080" x="9137650" y="6343650"/>
          <p14:tracePt t="62095" x="9124950" y="6343650"/>
          <p14:tracePt t="62112" x="9118600" y="6343650"/>
          <p14:tracePt t="62130" x="9105900" y="6343650"/>
          <p14:tracePt t="62145" x="9099550" y="6350000"/>
          <p14:tracePt t="62162" x="9086850" y="6350000"/>
          <p14:tracePt t="62178" x="9080500" y="6350000"/>
          <p14:tracePt t="62195" x="9074150" y="6350000"/>
          <p14:tracePt t="62212" x="9061450" y="6350000"/>
          <p14:tracePt t="62228" x="9055100" y="6356350"/>
          <p14:tracePt t="62231" x="9048750" y="6356350"/>
          <p14:tracePt t="62245" x="9042400" y="6362700"/>
          <p14:tracePt t="62261" x="9036050" y="6362700"/>
          <p14:tracePt t="62280" x="9029700" y="6362700"/>
          <p14:tracePt t="62295" x="9029700" y="6369050"/>
          <p14:tracePt t="62312" x="9017000" y="6369050"/>
          <p14:tracePt t="62328" x="9017000" y="6375400"/>
          <p14:tracePt t="62330" x="9010650" y="6375400"/>
          <p14:tracePt t="62355" x="9004300" y="6381750"/>
          <p14:tracePt t="62369" x="8997950" y="6388100"/>
          <p14:tracePt t="62386" x="8991600" y="6388100"/>
          <p14:tracePt t="62395" x="8991600" y="6394450"/>
          <p14:tracePt t="62412" x="8985250" y="6394450"/>
          <p14:tracePt t="62428" x="8985250" y="6400800"/>
          <p14:tracePt t="62445" x="8978900" y="6407150"/>
          <p14:tracePt t="62462" x="8978900" y="6419850"/>
          <p14:tracePt t="62478" x="8972550" y="6426200"/>
          <p14:tracePt t="62495" x="8972550" y="6438900"/>
          <p14:tracePt t="62497" x="8972550" y="6451600"/>
          <p14:tracePt t="62512" x="8966200" y="6451600"/>
          <p14:tracePt t="62528" x="8966200" y="6457950"/>
          <p14:tracePt t="62531" x="8966200" y="6464300"/>
          <p14:tracePt t="62554" x="8966200" y="6470650"/>
          <p14:tracePt t="62562" x="8966200" y="6477000"/>
          <p14:tracePt t="62588" x="8966200" y="6483350"/>
          <p14:tracePt t="62601" x="8966200" y="6489700"/>
          <p14:tracePt t="62612" x="8972550" y="6489700"/>
          <p14:tracePt t="62628" x="8978900" y="6502400"/>
          <p14:tracePt t="62646" x="8991600" y="6515100"/>
          <p14:tracePt t="62662" x="9004300" y="6527800"/>
          <p14:tracePt t="62678" x="9023350" y="6540500"/>
          <p14:tracePt t="62695" x="9036050" y="6553200"/>
          <p14:tracePt t="62713" x="9048750" y="6559550"/>
          <p14:tracePt t="62729" x="9067800" y="6559550"/>
          <p14:tracePt t="62733" x="9074150" y="6565900"/>
          <p14:tracePt t="62745" x="9080500" y="6565900"/>
          <p14:tracePt t="62762" x="9099550" y="6572250"/>
          <p14:tracePt t="62764" x="9118600" y="6572250"/>
          <p14:tracePt t="62778" x="9124950" y="6572250"/>
          <p14:tracePt t="62795" x="9163050" y="6572250"/>
          <p14:tracePt t="62812" x="9201150" y="6572250"/>
          <p14:tracePt t="62828" x="9232900" y="6572250"/>
          <p14:tracePt t="62845" x="9271000" y="6572250"/>
          <p14:tracePt t="62862" x="9302750" y="6572250"/>
          <p14:tracePt t="62879" x="9340850" y="6572250"/>
          <p14:tracePt t="62885" x="9366250" y="6572250"/>
          <p14:tracePt t="62895" x="9385300" y="6572250"/>
          <p14:tracePt t="62912" x="9429750" y="6572250"/>
          <p14:tracePt t="62929" x="9467850" y="6572250"/>
          <p14:tracePt t="62945" x="9499600" y="6572250"/>
          <p14:tracePt t="62962" x="9525000" y="6565900"/>
          <p14:tracePt t="62979" x="9550400" y="6559550"/>
          <p14:tracePt t="62995" x="9569450" y="6546850"/>
          <p14:tracePt t="63016" x="9575800" y="6546850"/>
          <p14:tracePt t="63029" x="9582150" y="6540500"/>
          <p14:tracePt t="63045" x="9594850" y="6540500"/>
          <p14:tracePt t="63062" x="9607550" y="6527800"/>
          <p14:tracePt t="63080" x="9620250" y="6527800"/>
          <p14:tracePt t="63095" x="9632950" y="6521450"/>
          <p14:tracePt t="63114" x="9658350" y="6515100"/>
          <p14:tracePt t="63129" x="9677400" y="6502400"/>
          <p14:tracePt t="63148" x="9690100" y="6502400"/>
          <p14:tracePt t="63162" x="9702800" y="6496050"/>
          <p14:tracePt t="63180" x="9709150" y="6489700"/>
          <p14:tracePt t="63195" x="9715500" y="6483350"/>
          <p14:tracePt t="63216" x="9715500" y="6477000"/>
          <p14:tracePt t="63229" x="9715500" y="6470650"/>
          <p14:tracePt t="63245" x="9721850" y="6470650"/>
          <p14:tracePt t="63247" x="9721850" y="6464300"/>
          <p14:tracePt t="63279" x="9721850" y="6457950"/>
          <p14:tracePt t="63353" x="9721850" y="6451600"/>
          <p14:tracePt t="63377" x="9721850" y="6445250"/>
          <p14:tracePt t="63395" x="9721850" y="6438900"/>
          <p14:tracePt t="63412" x="9721850" y="6432550"/>
          <p14:tracePt t="63428" x="9715500" y="6432550"/>
          <p14:tracePt t="63462" x="9715500" y="6426200"/>
          <p14:tracePt t="63479" x="9709150" y="6419850"/>
          <p14:tracePt t="63495" x="9702800" y="6413500"/>
          <p14:tracePt t="63512" x="9696450" y="6400800"/>
          <p14:tracePt t="63514" x="9690100" y="6394450"/>
          <p14:tracePt t="63530" x="9683750" y="6388100"/>
          <p14:tracePt t="63554" x="9683750" y="6381750"/>
          <p14:tracePt t="63570" x="9677400" y="6381750"/>
          <p14:tracePt t="63884" x="0" y="0"/>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Run Python script</a:t>
            </a:r>
            <a:endParaRPr lang="nl-BE" dirty="0"/>
          </a:p>
        </p:txBody>
      </p:sp>
      <p:sp>
        <p:nvSpPr>
          <p:cNvPr id="5" name="Content Placeholder 4"/>
          <p:cNvSpPr>
            <a:spLocks noGrp="1"/>
          </p:cNvSpPr>
          <p:nvPr>
            <p:ph sz="half" idx="1"/>
          </p:nvPr>
        </p:nvSpPr>
        <p:spPr>
          <a:xfrm>
            <a:off x="838200" y="1419225"/>
            <a:ext cx="5576888" cy="4351338"/>
          </a:xfrm>
        </p:spPr>
        <p:txBody>
          <a:bodyPr>
            <a:normAutofit fontScale="92500"/>
          </a:bodyPr>
          <a:lstStyle/>
          <a:p>
            <a:pPr marL="0" indent="0">
              <a:buNone/>
            </a:pPr>
            <a:r>
              <a:rPr lang="en-US" b="1" dirty="0"/>
              <a:t>Linux</a:t>
            </a:r>
          </a:p>
          <a:p>
            <a:r>
              <a:rPr lang="en-US" dirty="0"/>
              <a:t>Write script in editor</a:t>
            </a:r>
            <a:br>
              <a:rPr lang="en-US" dirty="0"/>
            </a:br>
            <a:r>
              <a:rPr lang="en-US" dirty="0"/>
              <a:t>Add shebang on line 1:</a:t>
            </a:r>
            <a:br>
              <a:rPr lang="en-US" dirty="0"/>
            </a:br>
            <a:r>
              <a:rPr lang="en-US" dirty="0">
                <a:latin typeface="Courier New" panose="02070309020205020404" pitchFamily="49" charset="0"/>
                <a:cs typeface="Courier New" panose="02070309020205020404" pitchFamily="49" charset="0"/>
              </a:rPr>
              <a:t>#!/usr/bin/env python3</a:t>
            </a:r>
          </a:p>
          <a:p>
            <a:r>
              <a:rPr lang="en-US" dirty="0"/>
              <a:t>Run script using Python interpreter</a:t>
            </a:r>
            <a:br>
              <a:rPr lang="en-US" dirty="0"/>
            </a:br>
            <a:r>
              <a:rPr lang="en-US" dirty="0">
                <a:latin typeface="Courier New" panose="02070309020205020404" pitchFamily="49" charset="0"/>
                <a:cs typeface="Courier New" panose="02070309020205020404" pitchFamily="49" charset="0"/>
              </a:rPr>
              <a:t>python hello_world.py</a:t>
            </a:r>
          </a:p>
          <a:p>
            <a:r>
              <a:rPr lang="en-US" dirty="0"/>
              <a:t>Make script executable</a:t>
            </a:r>
          </a:p>
          <a:p>
            <a:r>
              <a:rPr lang="en-US" dirty="0" err="1">
                <a:latin typeface="Courier New" panose="02070309020205020404" pitchFamily="49" charset="0"/>
                <a:cs typeface="Courier New" panose="02070309020205020404" pitchFamily="49" charset="0"/>
              </a:rPr>
              <a:t>chmod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u+x</a:t>
            </a:r>
            <a:r>
              <a:rPr lang="en-US" dirty="0">
                <a:latin typeface="Courier New" panose="02070309020205020404" pitchFamily="49" charset="0"/>
                <a:cs typeface="Courier New" panose="02070309020205020404" pitchFamily="49" charset="0"/>
              </a:rPr>
              <a:t> hello_world.py</a:t>
            </a:r>
          </a:p>
          <a:p>
            <a:r>
              <a:rPr lang="en-US" dirty="0"/>
              <a:t>Run script directly</a:t>
            </a:r>
            <a:br>
              <a:rPr lang="en-US" dirty="0"/>
            </a:br>
            <a:r>
              <a:rPr lang="nl-BE" dirty="0">
                <a:latin typeface="Courier New" panose="02070309020205020404" pitchFamily="49" charset="0"/>
                <a:cs typeface="Courier New" panose="02070309020205020404" pitchFamily="49" charset="0"/>
              </a:rPr>
              <a:t>./hello_world.py</a:t>
            </a:r>
          </a:p>
        </p:txBody>
      </p:sp>
      <p:sp>
        <p:nvSpPr>
          <p:cNvPr id="6" name="Content Placeholder 5"/>
          <p:cNvSpPr>
            <a:spLocks noGrp="1"/>
          </p:cNvSpPr>
          <p:nvPr>
            <p:ph sz="half" idx="2"/>
          </p:nvPr>
        </p:nvSpPr>
        <p:spPr>
          <a:xfrm>
            <a:off x="6415088" y="1419225"/>
            <a:ext cx="5181600" cy="4351338"/>
          </a:xfrm>
        </p:spPr>
        <p:txBody>
          <a:bodyPr>
            <a:normAutofit fontScale="92500"/>
          </a:bodyPr>
          <a:lstStyle/>
          <a:p>
            <a:pPr marL="0" indent="0">
              <a:buNone/>
            </a:pPr>
            <a:r>
              <a:rPr lang="en-US" b="1" dirty="0"/>
              <a:t>Windows</a:t>
            </a:r>
          </a:p>
          <a:p>
            <a:r>
              <a:rPr lang="en-US" dirty="0"/>
              <a:t>Write script in editor</a:t>
            </a:r>
          </a:p>
          <a:p>
            <a:r>
              <a:rPr lang="en-US" dirty="0"/>
              <a:t>Run script using Python interpreter</a:t>
            </a:r>
            <a:br>
              <a:rPr lang="en-US" dirty="0"/>
            </a:br>
            <a:r>
              <a:rPr lang="en-US" dirty="0">
                <a:latin typeface="Courier New" panose="02070309020205020404" pitchFamily="49" charset="0"/>
                <a:cs typeface="Courier New" panose="02070309020205020404" pitchFamily="49" charset="0"/>
              </a:rPr>
              <a:t>python hello_world.py</a:t>
            </a:r>
          </a:p>
          <a:p>
            <a:r>
              <a:rPr lang="en-US" dirty="0"/>
              <a:t>Run script directly</a:t>
            </a:r>
            <a:br>
              <a:rPr lang="en-US" dirty="0"/>
            </a:br>
            <a:r>
              <a:rPr lang="nl-BE" dirty="0">
                <a:latin typeface="Courier New" panose="02070309020205020404" pitchFamily="49" charset="0"/>
                <a:cs typeface="Courier New" panose="02070309020205020404" pitchFamily="49" charset="0"/>
              </a:rPr>
              <a:t>hello_world.py</a:t>
            </a:r>
          </a:p>
          <a:p>
            <a:endParaRPr lang="nl-BE" dirty="0"/>
          </a:p>
        </p:txBody>
      </p:sp>
    </p:spTree>
    <p:extLst>
      <p:ext uri="{BB962C8B-B14F-4D97-AF65-F5344CB8AC3E}">
        <p14:creationId xmlns:p14="http://schemas.microsoft.com/office/powerpoint/2010/main" val="4286772517"/>
      </p:ext>
    </p:extLst>
  </p:cSld>
  <p:clrMapOvr>
    <a:masterClrMapping/>
  </p:clrMapOvr>
  <mc:AlternateContent xmlns:mc="http://schemas.openxmlformats.org/markup-compatibility/2006" xmlns:p14="http://schemas.microsoft.com/office/powerpoint/2010/main">
    <mc:Choice Requires="p14">
      <p:transition spd="slow" p14:dur="2000" advTm="91014"/>
    </mc:Choice>
    <mc:Fallback xmlns="">
      <p:transition spd="slow" advTm="91014"/>
    </mc:Fallback>
  </mc:AlternateContent>
  <p:extLst>
    <p:ext uri="{3A86A75C-4F4B-4683-9AE1-C65F6400EC91}">
      <p14:laserTraceLst xmlns:p14="http://schemas.microsoft.com/office/powerpoint/2010/main">
        <p14:tracePtLst>
          <p14:tracePt t="25086" x="2019300" y="3352800"/>
          <p14:tracePt t="25092" x="2012950" y="3346450"/>
          <p14:tracePt t="25101" x="2006600" y="3346450"/>
          <p14:tracePt t="25127" x="2000250" y="3346450"/>
          <p14:tracePt t="25145" x="1987550" y="3333750"/>
          <p14:tracePt t="25163" x="1981200" y="3333750"/>
          <p14:tracePt t="25179" x="1955800" y="3321050"/>
          <p14:tracePt t="25195" x="1917700" y="3308350"/>
          <p14:tracePt t="25211" x="1885950" y="3302000"/>
          <p14:tracePt t="25214" x="1873250" y="3302000"/>
          <p14:tracePt t="25228" x="1854200" y="3302000"/>
          <p14:tracePt t="25246" x="1803400" y="3302000"/>
          <p14:tracePt t="25262" x="1765300" y="3308350"/>
          <p14:tracePt t="25278" x="1695450" y="3314700"/>
          <p14:tracePt t="25295" x="1663700" y="3327400"/>
          <p14:tracePt t="25311" x="1631950" y="3333750"/>
          <p14:tracePt t="25328" x="1600200" y="3340100"/>
          <p14:tracePt t="25345" x="1562100" y="3352800"/>
          <p14:tracePt t="25362" x="1530350" y="3352800"/>
          <p14:tracePt t="25378" x="1498600" y="3365500"/>
          <p14:tracePt t="25396" x="1454150" y="3378200"/>
          <p14:tracePt t="25412" x="1397000" y="3390900"/>
          <p14:tracePt t="25429" x="1320800" y="3409950"/>
          <p14:tracePt t="25445" x="1276350" y="3435350"/>
          <p14:tracePt t="25462" x="1225550" y="3454400"/>
          <p14:tracePt t="25478" x="1193800" y="3479800"/>
          <p14:tracePt t="25480" x="1181100" y="3486150"/>
          <p14:tracePt t="25495" x="1168400" y="3505200"/>
          <p14:tracePt t="25497" x="1155700" y="3511550"/>
          <p14:tracePt t="25511" x="1143000" y="3536950"/>
          <p14:tracePt t="25528" x="1136650" y="3556000"/>
          <p14:tracePt t="25545" x="1130300" y="3581400"/>
          <p14:tracePt t="25561" x="1130300" y="3594100"/>
          <p14:tracePt t="25578" x="1130300" y="3613150"/>
          <p14:tracePt t="25595" x="1130300" y="3663950"/>
          <p14:tracePt t="25600" x="1130300" y="3676650"/>
          <p14:tracePt t="25611" x="1130300" y="3689350"/>
          <p14:tracePt t="25628" x="1143000" y="3714750"/>
          <p14:tracePt t="25632" x="1149350" y="3727450"/>
          <p14:tracePt t="25646" x="1162050" y="3746500"/>
          <p14:tracePt t="25662" x="1212850" y="3803650"/>
          <p14:tracePt t="25679" x="1257300" y="3848100"/>
          <p14:tracePt t="25695" x="1308100" y="3886200"/>
          <p14:tracePt t="25711" x="1371600" y="3924300"/>
          <p14:tracePt t="25728" x="1460500" y="3949700"/>
          <p14:tracePt t="25730" x="1530350" y="3962400"/>
          <p14:tracePt t="25745" x="1549400" y="3968750"/>
          <p14:tracePt t="25762" x="1657350" y="3981450"/>
          <p14:tracePt t="25778" x="1758950" y="4000500"/>
          <p14:tracePt t="25795" x="1885950" y="4006850"/>
          <p14:tracePt t="25811" x="1981200" y="4013200"/>
          <p14:tracePt t="25828" x="2159000" y="4013200"/>
          <p14:tracePt t="25845" x="2355850" y="4025900"/>
          <p14:tracePt t="25862" x="2546350" y="4032250"/>
          <p14:tracePt t="25878" x="2711450" y="4032250"/>
          <p14:tracePt t="25883" x="2768600" y="4038600"/>
          <p14:tracePt t="25895" x="2787650" y="4038600"/>
          <p14:tracePt t="25911" x="2800350" y="4038600"/>
          <p14:tracePt t="25946" x="0" y="0"/>
        </p14:tracePtLst>
        <p14:tracePtLst>
          <p14:tracePt t="26628" x="7175500" y="3549650"/>
          <p14:tracePt t="26633" x="7124700" y="3549650"/>
          <p14:tracePt t="26645" x="7086600" y="3549650"/>
          <p14:tracePt t="26662" x="7016750" y="3556000"/>
          <p14:tracePt t="26665" x="6985000" y="3568700"/>
          <p14:tracePt t="26678" x="6953250" y="3581400"/>
          <p14:tracePt t="26681" x="6921500" y="3587750"/>
          <p14:tracePt t="26696" x="6896100" y="3600450"/>
          <p14:tracePt t="26712" x="6883400" y="3606800"/>
          <p14:tracePt t="26714" x="6870700" y="3613150"/>
          <p14:tracePt t="26730" x="6864350" y="3613150"/>
          <p14:tracePt t="26745" x="6864350" y="3619500"/>
          <p14:tracePt t="26747" x="6851650" y="3625850"/>
          <p14:tracePt t="26763" x="6838950" y="3632200"/>
          <p14:tracePt t="26778" x="6807200" y="3670300"/>
          <p14:tracePt t="26795" x="6762750" y="3714750"/>
          <p14:tracePt t="26812" x="6692900" y="3771900"/>
          <p14:tracePt t="26828" x="6629400" y="3822700"/>
          <p14:tracePt t="26845" x="6584950" y="3873500"/>
          <p14:tracePt t="26861" x="6565900" y="3911600"/>
          <p14:tracePt t="26878" x="6565900" y="3937000"/>
          <p14:tracePt t="26895" x="6572250" y="3968750"/>
          <p14:tracePt t="26911" x="6642100" y="4025900"/>
          <p14:tracePt t="26914" x="6699250" y="4051300"/>
          <p14:tracePt t="26928" x="6788150" y="4095750"/>
          <p14:tracePt t="26945" x="7004050" y="4171950"/>
          <p14:tracePt t="26947" x="7181850" y="4216400"/>
          <p14:tracePt t="26962" x="7486650" y="4286250"/>
          <p14:tracePt t="26978" x="7670800" y="4324350"/>
          <p14:tracePt t="26980" x="7835900" y="4343400"/>
          <p14:tracePt t="26995" x="7994650" y="4362450"/>
          <p14:tracePt t="27012" x="8388350" y="4406900"/>
          <p14:tracePt t="27028" x="8528050" y="4413250"/>
          <p14:tracePt t="27045" x="8693150" y="4413250"/>
          <p14:tracePt t="27062" x="8775700" y="4413250"/>
          <p14:tracePt t="27078" x="8845550" y="4387850"/>
          <p14:tracePt t="27095" x="8858250" y="4362450"/>
          <p14:tracePt t="27112" x="8858250" y="4343400"/>
          <p14:tracePt t="27128" x="8839200" y="4298950"/>
          <p14:tracePt t="27145" x="8782050" y="4235450"/>
          <p14:tracePt t="27148" x="8743950" y="4203700"/>
          <p14:tracePt t="27162" x="8724900" y="4191000"/>
          <p14:tracePt t="27178" x="8597900" y="4140200"/>
          <p14:tracePt t="27180" x="8572500" y="4127500"/>
          <p14:tracePt t="27195" x="8496300" y="4114800"/>
          <p14:tracePt t="27212" x="8388350" y="4102100"/>
          <p14:tracePt t="27228" x="8134350" y="4051300"/>
          <p14:tracePt t="27231" x="0" y="0"/>
        </p14:tracePtLst>
        <p14:tracePtLst>
          <p14:tracePt t="27799" x="3219450" y="3625850"/>
          <p14:tracePt t="27869" x="3225800" y="3625850"/>
          <p14:tracePt t="27875" x="3232150" y="3625850"/>
          <p14:tracePt t="27883" x="3238500" y="3625850"/>
          <p14:tracePt t="27896" x="3238500" y="3632200"/>
          <p14:tracePt t="27912" x="3263900" y="3644900"/>
          <p14:tracePt t="27916" x="3276600" y="3651250"/>
          <p14:tracePt t="27928" x="3289300" y="3657600"/>
          <p14:tracePt t="27945" x="3327400" y="3670300"/>
          <p14:tracePt t="27947" x="3365500" y="3689350"/>
          <p14:tracePt t="27963" x="3524250" y="3733800"/>
          <p14:tracePt t="27978" x="3771900" y="3784600"/>
          <p14:tracePt t="27995" x="4051300" y="3816350"/>
          <p14:tracePt t="28011" x="4457700" y="3848100"/>
          <p14:tracePt t="28028" x="4984750" y="3873500"/>
          <p14:tracePt t="28045" x="5314950" y="3873500"/>
          <p14:tracePt t="28061" x="5727700" y="3879850"/>
          <p14:tracePt t="28078" x="5899150" y="3879850"/>
          <p14:tracePt t="28095" x="6019800" y="3873500"/>
          <p14:tracePt t="28112" x="6083300" y="3854450"/>
          <p14:tracePt t="28116" x="6096000" y="3848100"/>
          <p14:tracePt t="28128" x="6115050" y="3835400"/>
          <p14:tracePt t="28145" x="6134100" y="3816350"/>
          <p14:tracePt t="28148" x="6134100" y="3797300"/>
          <p14:tracePt t="28162" x="6146800" y="3784600"/>
          <p14:tracePt t="28180" x="6153150" y="3765550"/>
          <p14:tracePt t="28182" x="6153150" y="3752850"/>
          <p14:tracePt t="28198" x="6159500" y="3740150"/>
          <p14:tracePt t="28212" x="6165850" y="3727450"/>
          <p14:tracePt t="28229" x="6165850" y="3721100"/>
          <p14:tracePt t="28245" x="6165850" y="3714750"/>
          <p14:tracePt t="28263" x="6165850" y="3708400"/>
          <p14:tracePt t="28375" x="6159500" y="3708400"/>
          <p14:tracePt t="28383" x="6159500" y="3714750"/>
          <p14:tracePt t="28399" x="6153150" y="3714750"/>
          <p14:tracePt t="28401" x="0" y="0"/>
        </p14:tracePtLst>
        <p14:tracePtLst>
          <p14:tracePt t="50380" x="2095500" y="5353050"/>
          <p14:tracePt t="50385" x="2095500" y="5346700"/>
          <p14:tracePt t="50396" x="2095500" y="5340350"/>
          <p14:tracePt t="50412" x="2095500" y="5327650"/>
          <p14:tracePt t="50429" x="2095500" y="5314950"/>
          <p14:tracePt t="50446" x="2095500" y="5302250"/>
          <p14:tracePt t="50462" x="2089150" y="5289550"/>
          <p14:tracePt t="50479" x="2070100" y="5251450"/>
          <p14:tracePt t="50495" x="2044700" y="5219700"/>
          <p14:tracePt t="50512" x="2006600" y="5181600"/>
          <p14:tracePt t="50515" x="1981200" y="5162550"/>
          <p14:tracePt t="50529" x="1949450" y="5130800"/>
          <p14:tracePt t="50545" x="1911350" y="5099050"/>
          <p14:tracePt t="50547" x="1898650" y="5092700"/>
          <p14:tracePt t="50562" x="1841500" y="5067300"/>
          <p14:tracePt t="50579" x="1809750" y="5060950"/>
          <p14:tracePt t="50596" x="1790700" y="5060950"/>
          <p14:tracePt t="50612" x="1752600" y="5060950"/>
          <p14:tracePt t="50629" x="1695450" y="5060950"/>
          <p14:tracePt t="50648" x="1625600" y="5073650"/>
          <p14:tracePt t="50651" x="1593850" y="5080000"/>
          <p14:tracePt t="50663" x="1517650" y="5086350"/>
          <p14:tracePt t="50679" x="1447800" y="5099050"/>
          <p14:tracePt t="50683" x="1365250" y="5105400"/>
          <p14:tracePt t="50695" x="1339850" y="5105400"/>
          <p14:tracePt t="50712" x="1257300" y="5111750"/>
          <p14:tracePt t="50729" x="1219200" y="5111750"/>
          <p14:tracePt t="50745" x="1200150" y="5118100"/>
          <p14:tracePt t="50762" x="1181100" y="5124450"/>
          <p14:tracePt t="50779" x="1168400" y="5130800"/>
          <p14:tracePt t="50780" x="1168400" y="5137150"/>
          <p14:tracePt t="50795" x="1162050" y="5137150"/>
          <p14:tracePt t="50812" x="1149350" y="5149850"/>
          <p14:tracePt t="50829" x="1149350" y="5156200"/>
          <p14:tracePt t="50845" x="1143000" y="5162550"/>
          <p14:tracePt t="50862" x="1130300" y="5181600"/>
          <p14:tracePt t="50879" x="1123950" y="5194300"/>
          <p14:tracePt t="50896" x="1111250" y="5213350"/>
          <p14:tracePt t="50913" x="1104900" y="5238750"/>
          <p14:tracePt t="50929" x="1098550" y="5257800"/>
          <p14:tracePt t="50945" x="1092200" y="5289550"/>
          <p14:tracePt t="50962" x="1092200" y="5321300"/>
          <p14:tracePt t="50979" x="1092200" y="5346700"/>
          <p14:tracePt t="50995" x="1092200" y="5384800"/>
          <p14:tracePt t="51012" x="1104900" y="5416550"/>
          <p14:tracePt t="51015" x="1111250" y="5422900"/>
          <p14:tracePt t="51029" x="1117600" y="5422900"/>
          <p14:tracePt t="51045" x="1117600" y="5429250"/>
          <p14:tracePt t="51047" x="1117600" y="5435600"/>
          <p14:tracePt t="51063" x="1123950" y="5435600"/>
          <p14:tracePt t="51079" x="1123950" y="5448300"/>
          <p14:tracePt t="51095" x="1130300" y="5454650"/>
          <p14:tracePt t="51112" x="1130300" y="5467350"/>
          <p14:tracePt t="51130" x="1143000" y="5486400"/>
          <p14:tracePt t="51146" x="1149350" y="5499100"/>
          <p14:tracePt t="51165" x="1168400" y="5530850"/>
          <p14:tracePt t="51166" x="1181100" y="5537200"/>
          <p14:tracePt t="51179" x="1193800" y="5549900"/>
          <p14:tracePt t="51196" x="1219200" y="5568950"/>
          <p14:tracePt t="51212" x="1238250" y="5581650"/>
          <p14:tracePt t="51231" x="1263650" y="5594350"/>
          <p14:tracePt t="51233" x="1289050" y="5600700"/>
          <p14:tracePt t="51245" x="1314450" y="5613400"/>
          <p14:tracePt t="51263" x="1358900" y="5626100"/>
          <p14:tracePt t="51265" x="1371600" y="5632450"/>
          <p14:tracePt t="51279" x="1403350" y="5645150"/>
          <p14:tracePt t="51297" x="1498600" y="5676900"/>
          <p14:tracePt t="51312" x="1530350" y="5689600"/>
          <p14:tracePt t="51329" x="1587500" y="5715000"/>
          <p14:tracePt t="51345" x="1644650" y="5734050"/>
          <p14:tracePt t="51362" x="1689100" y="5753100"/>
          <p14:tracePt t="51380" x="1739900" y="5772150"/>
          <p14:tracePt t="51397" x="1758950" y="5772150"/>
          <p14:tracePt t="51414" x="1797050" y="5778500"/>
          <p14:tracePt t="51429" x="1828800" y="5784850"/>
          <p14:tracePt t="51433" x="1841500" y="5784850"/>
          <p14:tracePt t="51445" x="1860550" y="5784850"/>
          <p14:tracePt t="51462" x="1905000" y="5784850"/>
          <p14:tracePt t="51466" x="1917700" y="5784850"/>
          <p14:tracePt t="51479" x="1936750" y="5784850"/>
          <p14:tracePt t="51495" x="1981200" y="5784850"/>
          <p14:tracePt t="51499" x="1993900" y="5784850"/>
          <p14:tracePt t="51512" x="2012950" y="5784850"/>
          <p14:tracePt t="51529" x="2044700" y="5791200"/>
          <p14:tracePt t="51530" x="2082800" y="5797550"/>
          <p14:tracePt t="51545" x="2101850" y="5797550"/>
          <p14:tracePt t="51562" x="2165350" y="5803900"/>
          <p14:tracePt t="51579" x="2266950" y="5810250"/>
          <p14:tracePt t="51596" x="2343150" y="5816600"/>
          <p14:tracePt t="51612" x="2425700" y="5822950"/>
          <p14:tracePt t="51630" x="2514600" y="5842000"/>
          <p14:tracePt t="51646" x="2609850" y="5854700"/>
          <p14:tracePt t="51663" x="2806700" y="5892800"/>
          <p14:tracePt t="51679" x="2933700" y="5911850"/>
          <p14:tracePt t="51695" x="3067050" y="5930900"/>
          <p14:tracePt t="51712" x="3282950" y="5969000"/>
          <p14:tracePt t="51729" x="3397250" y="5981700"/>
          <p14:tracePt t="51731" x="3448050" y="5988050"/>
          <p14:tracePt t="51746" x="3498850" y="5988050"/>
          <p14:tracePt t="51762" x="3670300" y="6000750"/>
          <p14:tracePt t="51764" x="3708400" y="6000750"/>
          <p14:tracePt t="51779" x="3752850" y="6000750"/>
          <p14:tracePt t="51796" x="3848100" y="6000750"/>
          <p14:tracePt t="51798" x="3879850" y="6000750"/>
          <p14:tracePt t="51812" x="3968750" y="6000750"/>
          <p14:tracePt t="51829" x="4089400" y="5981700"/>
          <p14:tracePt t="51846" x="4152900" y="5969000"/>
          <p14:tracePt t="51862" x="4216400" y="5949950"/>
          <p14:tracePt t="51880" x="4267200" y="5937250"/>
          <p14:tracePt t="51896" x="4298950" y="5924550"/>
          <p14:tracePt t="51912" x="4330700" y="5911850"/>
          <p14:tracePt t="51929" x="4362450" y="5892800"/>
          <p14:tracePt t="51933" x="4400550" y="5873750"/>
          <p14:tracePt t="51945" x="4413250" y="5867400"/>
          <p14:tracePt t="51962" x="4476750" y="5835650"/>
          <p14:tracePt t="51965" x="4495800" y="5829300"/>
          <p14:tracePt t="51979" x="4521200" y="5816600"/>
          <p14:tracePt t="51997" x="4616450" y="5759450"/>
          <p14:tracePt t="52012" x="4641850" y="5740400"/>
          <p14:tracePt t="52029" x="4660900" y="5734050"/>
          <p14:tracePt t="52031" x="4686300" y="5708650"/>
          <p14:tracePt t="52045" x="4699000" y="5689600"/>
          <p14:tracePt t="52062" x="4718050" y="5651500"/>
          <p14:tracePt t="52079" x="4737100" y="5613400"/>
          <p14:tracePt t="52096" x="4737100" y="5588000"/>
          <p14:tracePt t="52112" x="4737100" y="5556250"/>
          <p14:tracePt t="52129" x="4730750" y="5524500"/>
          <p14:tracePt t="52146" x="4711700" y="5467350"/>
          <p14:tracePt t="52162" x="4686300" y="5422900"/>
          <p14:tracePt t="52179" x="4660900" y="5378450"/>
          <p14:tracePt t="52196" x="4603750" y="5302250"/>
          <p14:tracePt t="52199" x="4591050" y="5289550"/>
          <p14:tracePt t="52212" x="4540250" y="5238750"/>
          <p14:tracePt t="52229" x="4502150" y="5200650"/>
          <p14:tracePt t="52231" x="4457700" y="5156200"/>
          <p14:tracePt t="52245" x="4432300" y="5137150"/>
          <p14:tracePt t="52263" x="4349750" y="5080000"/>
          <p14:tracePt t="52279" x="4318000" y="5060950"/>
          <p14:tracePt t="52295" x="4229100" y="5035550"/>
          <p14:tracePt t="52313" x="4165600" y="5022850"/>
          <p14:tracePt t="52329" x="4013200" y="5003800"/>
          <p14:tracePt t="52345" x="3937000" y="4997450"/>
          <p14:tracePt t="52362" x="3765550" y="4991100"/>
          <p14:tracePt t="52379" x="3575050" y="4972050"/>
          <p14:tracePt t="52396" x="3448050" y="4965700"/>
          <p14:tracePt t="52412" x="3181350" y="4959350"/>
          <p14:tracePt t="52429" x="2895600" y="4921250"/>
          <p14:tracePt t="52446" x="2635250" y="4895850"/>
          <p14:tracePt t="52462" x="2501900" y="4883150"/>
          <p14:tracePt t="52466" x="2317750" y="4864100"/>
          <p14:tracePt t="52479" x="2247900" y="4864100"/>
          <p14:tracePt t="52496" x="2025650" y="4857750"/>
          <p14:tracePt t="52497" x="1885950" y="4857750"/>
          <p14:tracePt t="52512" x="1727200" y="4864100"/>
          <p14:tracePt t="52529" x="1619250" y="4876800"/>
          <p14:tracePt t="52546" x="1517650" y="4895850"/>
          <p14:tracePt t="52562" x="1460500" y="4914900"/>
          <p14:tracePt t="52579" x="1416050" y="4927600"/>
          <p14:tracePt t="52596" x="1390650" y="4946650"/>
          <p14:tracePt t="52612" x="1371600" y="4959350"/>
          <p14:tracePt t="52629" x="1339850" y="4984750"/>
          <p14:tracePt t="52646" x="1301750" y="5029200"/>
          <p14:tracePt t="52663" x="1270000" y="5073650"/>
          <p14:tracePt t="52679" x="1238250" y="5118100"/>
          <p14:tracePt t="52696" x="1200150" y="5162550"/>
          <p14:tracePt t="52712" x="1187450" y="5194300"/>
          <p14:tracePt t="52715" x="1181100" y="5213350"/>
          <p14:tracePt t="52729" x="1181100" y="5219700"/>
          <p14:tracePt t="52731" x="1181100" y="5232400"/>
          <p14:tracePt t="52746" x="1181100" y="5251450"/>
          <p14:tracePt t="52762" x="1181100" y="5321300"/>
          <p14:tracePt t="52779" x="1193800" y="5372100"/>
          <p14:tracePt t="52796" x="1250950" y="5461000"/>
          <p14:tracePt t="52812" x="1314450" y="5530850"/>
          <p14:tracePt t="52829" x="1435100" y="5619750"/>
          <p14:tracePt t="52845" x="1524000" y="5664200"/>
          <p14:tracePt t="52862" x="1612900" y="5702300"/>
          <p14:tracePt t="52881" x="1758950" y="5740400"/>
          <p14:tracePt t="52884" x="1797050" y="5753100"/>
          <p14:tracePt t="52896" x="1885950" y="5765800"/>
          <p14:tracePt t="52914" x="2032000" y="5791200"/>
          <p14:tracePt t="52917" x="2082800" y="5803900"/>
          <p14:tracePt t="52929" x="2203450" y="5816600"/>
          <p14:tracePt t="52947" x="2463800" y="5861050"/>
          <p14:tracePt t="52949" x="2527300" y="5861050"/>
          <p14:tracePt t="52962" x="2667000" y="5880100"/>
          <p14:tracePt t="52979" x="2882900" y="5905500"/>
          <p14:tracePt t="52981" x="3016250" y="5911850"/>
          <p14:tracePt t="52996" x="3155950" y="5911850"/>
          <p14:tracePt t="53012" x="3365500" y="5918200"/>
          <p14:tracePt t="53029" x="3524250" y="5911850"/>
          <p14:tracePt t="53045" x="3638550" y="5892800"/>
          <p14:tracePt t="53063" x="3714750" y="5880100"/>
          <p14:tracePt t="53079" x="3790950" y="5867400"/>
          <p14:tracePt t="53095" x="3867150" y="5848350"/>
          <p14:tracePt t="53112" x="3917950" y="5835650"/>
          <p14:tracePt t="53129" x="3956050" y="5829300"/>
          <p14:tracePt t="53145" x="3987800" y="5822950"/>
          <p14:tracePt t="53163" x="4025900" y="5816600"/>
          <p14:tracePt t="53179" x="4076700" y="5810250"/>
          <p14:tracePt t="53195" x="4146550" y="5810250"/>
          <p14:tracePt t="53213" x="4203700" y="5803900"/>
          <p14:tracePt t="53215" x="4286250" y="5803900"/>
          <p14:tracePt t="53229" x="4311650" y="5803900"/>
          <p14:tracePt t="53245" x="4406900" y="5797550"/>
          <p14:tracePt t="53247" x="4438650" y="5797550"/>
          <p14:tracePt t="53262" x="4464050" y="5797550"/>
          <p14:tracePt t="53418" x="4464050" y="5791200"/>
          <p14:tracePt t="53443" x="4464050" y="5784850"/>
          <p14:tracePt t="53449" x="4457700" y="5784850"/>
          <p14:tracePt t="53467" x="4451350" y="5784850"/>
          <p14:tracePt t="53469" x="0" y="0"/>
        </p14:tracePtLst>
        <p14:tracePtLst>
          <p14:tracePt t="61018" x="8051800" y="4438650"/>
          <p14:tracePt t="61030" x="8051800" y="4432300"/>
          <p14:tracePt t="61158" x="8045450" y="4432300"/>
          <p14:tracePt t="61165" x="8039100" y="4432300"/>
          <p14:tracePt t="61181" x="8026400" y="4432300"/>
          <p14:tracePt t="61196" x="8001000" y="4425950"/>
          <p14:tracePt t="61212" x="7931150" y="4419600"/>
          <p14:tracePt t="61215" x="7905750" y="4419600"/>
          <p14:tracePt t="61229" x="7823200" y="4413250"/>
          <p14:tracePt t="61246" x="7766050" y="4406900"/>
          <p14:tracePt t="61248" x="7740650" y="4400550"/>
          <p14:tracePt t="61263" x="7670800" y="4400550"/>
          <p14:tracePt t="61279" x="7626350" y="4400550"/>
          <p14:tracePt t="61296" x="7588250" y="4400550"/>
          <p14:tracePt t="61313" x="7562850" y="4400550"/>
          <p14:tracePt t="61329" x="7550150" y="4400550"/>
          <p14:tracePt t="61346" x="7531100" y="4400550"/>
          <p14:tracePt t="61363" x="7518400" y="4400550"/>
          <p14:tracePt t="61379" x="7499350" y="4400550"/>
          <p14:tracePt t="61396" x="7473950" y="4400550"/>
          <p14:tracePt t="61412" x="7429500" y="4400550"/>
          <p14:tracePt t="61416" x="7410450" y="4400550"/>
          <p14:tracePt t="61429" x="7385050" y="4400550"/>
          <p14:tracePt t="61446" x="7359650" y="4406900"/>
          <p14:tracePt t="61448" x="7340600" y="4413250"/>
          <p14:tracePt t="61462" x="7315200" y="4419600"/>
          <p14:tracePt t="61479" x="7289800" y="4419600"/>
          <p14:tracePt t="61496" x="7264400" y="4432300"/>
          <p14:tracePt t="61513" x="7232650" y="4438650"/>
          <p14:tracePt t="61529" x="7219950" y="4438650"/>
          <p14:tracePt t="61546" x="7194550" y="4457700"/>
          <p14:tracePt t="61563" x="7181850" y="4464050"/>
          <p14:tracePt t="61579" x="7169150" y="4476750"/>
          <p14:tracePt t="61596" x="7150100" y="4483100"/>
          <p14:tracePt t="61612" x="7124700" y="4489450"/>
          <p14:tracePt t="61629" x="7112000" y="4502150"/>
          <p14:tracePt t="61646" x="7086600" y="4508500"/>
          <p14:tracePt t="61649" x="7080250" y="4514850"/>
          <p14:tracePt t="61663" x="7067550" y="4521200"/>
          <p14:tracePt t="61679" x="7042150" y="4533900"/>
          <p14:tracePt t="61681" x="7042150" y="4540250"/>
          <p14:tracePt t="61696" x="7029450" y="4546600"/>
          <p14:tracePt t="61713" x="7004050" y="4559300"/>
          <p14:tracePt t="61729" x="6997700" y="4565650"/>
          <p14:tracePt t="61746" x="6985000" y="4578350"/>
          <p14:tracePt t="61762" x="6978650" y="4591050"/>
          <p14:tracePt t="61779" x="6965950" y="4597400"/>
          <p14:tracePt t="61796" x="6953250" y="4616450"/>
          <p14:tracePt t="61812" x="6934200" y="4641850"/>
          <p14:tracePt t="61829" x="6915150" y="4660900"/>
          <p14:tracePt t="61846" x="6908800" y="4673600"/>
          <p14:tracePt t="61862" x="6889750" y="4705350"/>
          <p14:tracePt t="61879" x="6870700" y="4730750"/>
          <p14:tracePt t="61883" x="6870700" y="4737100"/>
          <p14:tracePt t="61896" x="6864350" y="4743450"/>
          <p14:tracePt t="61912" x="6858000" y="4756150"/>
          <p14:tracePt t="61929" x="6851650" y="4775200"/>
          <p14:tracePt t="61946" x="6845300" y="4794250"/>
          <p14:tracePt t="61948" x="6838950" y="4813300"/>
          <p14:tracePt t="61963" x="6838950" y="4832350"/>
          <p14:tracePt t="61979" x="6838950" y="4845050"/>
          <p14:tracePt t="61996" x="6838950" y="4876800"/>
          <p14:tracePt t="62012" x="6845300" y="4902200"/>
          <p14:tracePt t="62029" x="6864350" y="4940300"/>
          <p14:tracePt t="62046" x="6877050" y="4965700"/>
          <p14:tracePt t="62062" x="6883400" y="4991100"/>
          <p14:tracePt t="62079" x="6896100" y="5016500"/>
          <p14:tracePt t="62096" x="6927850" y="5048250"/>
          <p14:tracePt t="62112" x="6953250" y="5073650"/>
          <p14:tracePt t="62130" x="6978650" y="5092700"/>
          <p14:tracePt t="62146" x="7023100" y="5105400"/>
          <p14:tracePt t="62162" x="7061200" y="5118100"/>
          <p14:tracePt t="62179" x="7105650" y="5137150"/>
          <p14:tracePt t="62181" x="7162800" y="5149850"/>
          <p14:tracePt t="62196" x="7181850" y="5156200"/>
          <p14:tracePt t="62212" x="7258050" y="5162550"/>
          <p14:tracePt t="62229" x="7308850" y="5175250"/>
          <p14:tracePt t="62246" x="7372350" y="5187950"/>
          <p14:tracePt t="62262" x="7448550" y="5200650"/>
          <p14:tracePt t="62279" x="7524750" y="5219700"/>
          <p14:tracePt t="62296" x="7607300" y="5238750"/>
          <p14:tracePt t="62313" x="7683500" y="5245100"/>
          <p14:tracePt t="62329" x="7759700" y="5257800"/>
          <p14:tracePt t="62346" x="7829550" y="5270500"/>
          <p14:tracePt t="62362" x="7899400" y="5283200"/>
          <p14:tracePt t="62379" x="7975600" y="5289550"/>
          <p14:tracePt t="62383" x="8013700" y="5289550"/>
          <p14:tracePt t="62396" x="8051800" y="5289550"/>
          <p14:tracePt t="62412" x="8089900" y="5289550"/>
          <p14:tracePt t="62429" x="8185150" y="5295900"/>
          <p14:tracePt t="62446" x="8280400" y="5295900"/>
          <p14:tracePt t="62447" x="8318500" y="5295900"/>
          <p14:tracePt t="62463" x="8413750" y="5295900"/>
          <p14:tracePt t="62479" x="8509000" y="5295900"/>
          <p14:tracePt t="62496" x="8559800" y="5295900"/>
          <p14:tracePt t="62513" x="8674100" y="5295900"/>
          <p14:tracePt t="62529" x="8813800" y="5295900"/>
          <p14:tracePt t="62546" x="8940800" y="5295900"/>
          <p14:tracePt t="62562" x="9004300" y="5295900"/>
          <p14:tracePt t="62580" x="9124950" y="5295900"/>
          <p14:tracePt t="62596" x="9232900" y="5295900"/>
          <p14:tracePt t="62613" x="9353550" y="5302250"/>
          <p14:tracePt t="62630" x="9404350" y="5302250"/>
          <p14:tracePt t="62646" x="9505950" y="5302250"/>
          <p14:tracePt t="62650" x="9556750" y="5302250"/>
          <p14:tracePt t="62662" x="9601200" y="5302250"/>
          <p14:tracePt t="62679" x="9683750" y="5302250"/>
          <p14:tracePt t="62697" x="9753600" y="5283200"/>
          <p14:tracePt t="62713" x="9798050" y="5270500"/>
          <p14:tracePt t="62730" x="9855200" y="5245100"/>
          <p14:tracePt t="62746" x="9918700" y="5219700"/>
          <p14:tracePt t="62763" x="9982200" y="5181600"/>
          <p14:tracePt t="62779" x="10058400" y="5143500"/>
          <p14:tracePt t="62796" x="10115550" y="5099050"/>
          <p14:tracePt t="62812" x="10147300" y="5086350"/>
          <p14:tracePt t="62830" x="10179050" y="5041900"/>
          <p14:tracePt t="62833" x="10191750" y="5022850"/>
          <p14:tracePt t="62846" x="10198100" y="5003800"/>
          <p14:tracePt t="62862" x="10204450" y="4978400"/>
          <p14:tracePt t="62865" x="10204450" y="4972050"/>
          <p14:tracePt t="62879" x="10204450" y="4946650"/>
          <p14:tracePt t="62884" x="10204450" y="4921250"/>
          <p14:tracePt t="62896" x="10198100" y="4902200"/>
          <p14:tracePt t="62912" x="10160000" y="4851400"/>
          <p14:tracePt t="62929" x="10128250" y="4806950"/>
          <p14:tracePt t="62930" x="10102850" y="4775200"/>
          <p14:tracePt t="62946" x="10071100" y="4743450"/>
          <p14:tracePt t="62963" x="9975850" y="4660900"/>
          <p14:tracePt t="62979" x="9918700" y="4616450"/>
          <p14:tracePt t="62996" x="9836150" y="4559300"/>
          <p14:tracePt t="63012" x="9766300" y="4514850"/>
          <p14:tracePt t="63029" x="9696450" y="4470400"/>
          <p14:tracePt t="63046" x="9645650" y="4451350"/>
          <p14:tracePt t="63062" x="9588500" y="4425950"/>
          <p14:tracePt t="63079" x="9499600" y="4406900"/>
          <p14:tracePt t="63096" x="9455150" y="4400550"/>
          <p14:tracePt t="63113" x="9378950" y="4394200"/>
          <p14:tracePt t="63129" x="9302750" y="4394200"/>
          <p14:tracePt t="63131" x="9239250" y="4394200"/>
          <p14:tracePt t="63146" x="9188450" y="4394200"/>
          <p14:tracePt t="63162" x="9105900" y="4394200"/>
          <p14:tracePt t="63165" x="9048750" y="4394200"/>
          <p14:tracePt t="63179" x="9017000" y="4394200"/>
          <p14:tracePt t="63196" x="8909050" y="4394200"/>
          <p14:tracePt t="63198" x="8883650" y="4394200"/>
          <p14:tracePt t="63213" x="8763000" y="4387850"/>
          <p14:tracePt t="63229" x="8667750" y="4387850"/>
          <p14:tracePt t="63246" x="8578850" y="4387850"/>
          <p14:tracePt t="63262" x="8483600" y="4387850"/>
          <p14:tracePt t="63279" x="8388350" y="4387850"/>
          <p14:tracePt t="63296" x="8318500" y="4387850"/>
          <p14:tracePt t="63313" x="8280400" y="4387850"/>
          <p14:tracePt t="63329" x="8216900" y="4387850"/>
          <p14:tracePt t="63346" x="8153400" y="4387850"/>
          <p14:tracePt t="63362" x="8096250" y="4387850"/>
          <p14:tracePt t="63365" x="8032750" y="4387850"/>
          <p14:tracePt t="63380" x="7994650" y="4387850"/>
          <p14:tracePt t="63398" x="7842250" y="4387850"/>
          <p14:tracePt t="63413" x="7766050" y="4387850"/>
          <p14:tracePt t="63430" x="7664450" y="4387850"/>
          <p14:tracePt t="63432" x="7620000" y="4387850"/>
          <p14:tracePt t="63446" x="7588250" y="4387850"/>
          <p14:tracePt t="63464" x="7404100" y="4406900"/>
          <p14:tracePt t="63479" x="7315200" y="4419600"/>
          <p14:tracePt t="63496" x="7219950" y="4438650"/>
          <p14:tracePt t="63512" x="7035800" y="4489450"/>
          <p14:tracePt t="63529" x="6934200" y="4527550"/>
          <p14:tracePt t="63546" x="6826250" y="4559300"/>
          <p14:tracePt t="63563" x="6673850" y="4610100"/>
          <p14:tracePt t="63579" x="6610350" y="4635500"/>
          <p14:tracePt t="63596" x="6534150" y="4654550"/>
          <p14:tracePt t="63600" x="6521450" y="4667250"/>
          <p14:tracePt t="63612" x="6508750" y="4667250"/>
          <p14:tracePt t="63631" x="6496050" y="4673600"/>
          <p14:tracePt t="63633" x="6489700" y="4673600"/>
          <p14:tracePt t="63646" x="6489700" y="4679950"/>
          <p14:tracePt t="63664" x="6477000" y="4686300"/>
          <p14:tracePt t="63679" x="6464300" y="4699000"/>
          <p14:tracePt t="63696" x="6464300" y="4705350"/>
          <p14:tracePt t="63698" x="6464300" y="4711700"/>
          <p14:tracePt t="63713" x="6457950" y="4724400"/>
          <p14:tracePt t="63729" x="6457950" y="4743450"/>
          <p14:tracePt t="63746" x="6457950" y="4762500"/>
          <p14:tracePt t="63762" x="6457950" y="4781550"/>
          <p14:tracePt t="63779" x="6464300" y="4794250"/>
          <p14:tracePt t="63796" x="6470650" y="4806950"/>
          <p14:tracePt t="63813" x="6489700" y="4832350"/>
          <p14:tracePt t="63829" x="6502400" y="4851400"/>
          <p14:tracePt t="63846" x="6515100" y="4857750"/>
          <p14:tracePt t="63863" x="6527800" y="4870450"/>
          <p14:tracePt t="63865" x="6534150" y="4876800"/>
          <p14:tracePt t="63879" x="6546850" y="4883150"/>
          <p14:tracePt t="63886" x="6546850" y="4889500"/>
          <p14:tracePt t="63897" x="6572250" y="4902200"/>
          <p14:tracePt t="63913" x="6591300" y="4908550"/>
          <p14:tracePt t="63929" x="6623050" y="4914900"/>
          <p14:tracePt t="63946" x="6654800" y="4921250"/>
          <p14:tracePt t="63963" x="6692900" y="4933950"/>
          <p14:tracePt t="63979" x="6737350" y="4940300"/>
          <p14:tracePt t="63996" x="6769100" y="4946650"/>
          <p14:tracePt t="64013" x="6819900" y="4953000"/>
          <p14:tracePt t="64029" x="6845300" y="4959350"/>
          <p14:tracePt t="64046" x="6896100" y="4972050"/>
          <p14:tracePt t="64062" x="6927850" y="4984750"/>
          <p14:tracePt t="64079" x="6953250" y="4991100"/>
          <p14:tracePt t="64096" x="7004050" y="5003800"/>
          <p14:tracePt t="64100" x="7016750" y="5003800"/>
          <p14:tracePt t="64112" x="7035800" y="5003800"/>
          <p14:tracePt t="64129" x="7073900" y="5010150"/>
          <p14:tracePt t="64131" x="7086600" y="5016500"/>
          <p14:tracePt t="64146" x="7124700" y="5022850"/>
          <p14:tracePt t="64163" x="7169150" y="5029200"/>
          <p14:tracePt t="64179" x="7194550" y="5041900"/>
          <p14:tracePt t="64196" x="7239000" y="5048250"/>
          <p14:tracePt t="64214" x="7270750" y="5054600"/>
          <p14:tracePt t="64229" x="7296150" y="5060950"/>
          <p14:tracePt t="64246" x="7315200" y="5060950"/>
          <p14:tracePt t="64262" x="7321550" y="5060950"/>
          <p14:tracePt t="64342" x="7327900" y="5060950"/>
          <p14:tracePt t="64358" x="7340600" y="5060950"/>
          <p14:tracePt t="64365" x="7346950" y="5060950"/>
          <p14:tracePt t="64374" x="7359650" y="5060950"/>
          <p14:tracePt t="64381" x="7378700" y="5060950"/>
          <p14:tracePt t="64397" x="7397750" y="5060950"/>
          <p14:tracePt t="64415" x="7442200" y="5067300"/>
          <p14:tracePt t="64430" x="7467600" y="5067300"/>
          <p14:tracePt t="64446" x="7505700" y="5073650"/>
          <p14:tracePt t="64463" x="7531100" y="5080000"/>
          <p14:tracePt t="64479" x="7569200" y="5080000"/>
          <p14:tracePt t="64496" x="7613650" y="5080000"/>
          <p14:tracePt t="64512" x="7639050" y="5086350"/>
          <p14:tracePt t="64529" x="7658100" y="5086350"/>
          <p14:tracePt t="64777" x="0" y="0"/>
        </p14:tracePtLst>
        <p14:tracePtLst>
          <p14:tracePt t="85031" x="8007350" y="3651250"/>
          <p14:tracePt t="85036" x="8001000" y="3644900"/>
          <p14:tracePt t="85054" x="7994650" y="3644900"/>
          <p14:tracePt t="85063" x="7994650" y="3638550"/>
          <p14:tracePt t="85080" x="7988300" y="3625850"/>
          <p14:tracePt t="85096" x="7975600" y="3619500"/>
          <p14:tracePt t="85113" x="7962900" y="3600450"/>
          <p14:tracePt t="85130" x="7943850" y="3587750"/>
          <p14:tracePt t="85146" x="7918450" y="3568700"/>
          <p14:tracePt t="85163" x="7893050" y="3562350"/>
          <p14:tracePt t="85166" x="7842250" y="3556000"/>
          <p14:tracePt t="85180" x="7823200" y="3556000"/>
          <p14:tracePt t="85197" x="7791450" y="3549650"/>
          <p14:tracePt t="85199" x="7766050" y="3543300"/>
          <p14:tracePt t="85214" x="7677150" y="3536950"/>
          <p14:tracePt t="85230" x="7620000" y="3536950"/>
          <p14:tracePt t="85247" x="7518400" y="3530600"/>
          <p14:tracePt t="85263" x="7442200" y="3530600"/>
          <p14:tracePt t="85280" x="7372350" y="3536950"/>
          <p14:tracePt t="85296" x="7302500" y="3543300"/>
          <p14:tracePt t="85313" x="7194550" y="3562350"/>
          <p14:tracePt t="85330" x="7118350" y="3575050"/>
          <p14:tracePt t="85346" x="7048500" y="3594100"/>
          <p14:tracePt t="85365" x="6959600" y="3613150"/>
          <p14:tracePt t="85368" x="6915150" y="3619500"/>
          <p14:tracePt t="85380" x="6870700" y="3625850"/>
          <p14:tracePt t="85398" x="6794500" y="3638550"/>
          <p14:tracePt t="85400" x="6769100" y="3644900"/>
          <p14:tracePt t="85413" x="6699250" y="3651250"/>
          <p14:tracePt t="85430" x="6648450" y="3657600"/>
          <p14:tracePt t="85432" x="6623050" y="3663950"/>
          <p14:tracePt t="85447" x="6597650" y="3670300"/>
          <p14:tracePt t="85464" x="6515100" y="3695700"/>
          <p14:tracePt t="85480" x="6438900" y="3727450"/>
          <p14:tracePt t="85497" x="6400800" y="3746500"/>
          <p14:tracePt t="85513" x="6381750" y="3765550"/>
          <p14:tracePt t="85530" x="6362700" y="3778250"/>
          <p14:tracePt t="85546" x="6362700" y="3797300"/>
          <p14:tracePt t="85563" x="6362700" y="3822700"/>
          <p14:tracePt t="85580" x="6381750" y="3873500"/>
          <p14:tracePt t="85596" x="6400800" y="3924300"/>
          <p14:tracePt t="85613" x="6426200" y="3949700"/>
          <p14:tracePt t="85630" x="6464300" y="4006850"/>
          <p14:tracePt t="85648" x="6515100" y="4044950"/>
          <p14:tracePt t="85663" x="6591300" y="4083050"/>
          <p14:tracePt t="85666" x="6648450" y="4114800"/>
          <p14:tracePt t="85680" x="6737350" y="4146550"/>
          <p14:tracePt t="85697" x="6870700" y="4178300"/>
          <p14:tracePt t="85699" x="6959600" y="4210050"/>
          <p14:tracePt t="85713" x="7143750" y="4248150"/>
          <p14:tracePt t="85730" x="7346950" y="4273550"/>
          <p14:tracePt t="85746" x="7461250" y="4273550"/>
          <p14:tracePt t="85763" x="7562850" y="4273550"/>
          <p14:tracePt t="85780" x="7620000" y="4273550"/>
          <p14:tracePt t="85796" x="7658100" y="4273550"/>
          <p14:tracePt t="85813" x="7708900" y="4273550"/>
          <p14:tracePt t="85830" x="7753350" y="4273550"/>
          <p14:tracePt t="85846" x="7791450" y="4273550"/>
          <p14:tracePt t="85864" x="7854950" y="4273550"/>
          <p14:tracePt t="85866" x="7893050" y="4273550"/>
          <p14:tracePt t="85880" x="7937500" y="4267200"/>
          <p14:tracePt t="85884" x="7981950" y="4241800"/>
          <p14:tracePt t="85896" x="7994650" y="4241800"/>
          <p14:tracePt t="85913" x="8070850" y="4191000"/>
          <p14:tracePt t="85930" x="8121650" y="4152900"/>
          <p14:tracePt t="85932" x="8153400" y="4121150"/>
          <p14:tracePt t="85946" x="8159750" y="4108450"/>
          <p14:tracePt t="85963" x="8210550" y="4038600"/>
          <p14:tracePt t="85980" x="8229600" y="3994150"/>
          <p14:tracePt t="85996" x="8229600" y="3924300"/>
          <p14:tracePt t="86013" x="8191500" y="3829050"/>
          <p14:tracePt t="86030" x="8134350" y="3752850"/>
          <p14:tracePt t="86046" x="8058150" y="3689350"/>
          <p14:tracePt t="86063" x="7969250" y="3657600"/>
          <p14:tracePt t="86080" x="7886700" y="3651250"/>
          <p14:tracePt t="86096" x="7829550" y="3651250"/>
          <p14:tracePt t="86101" x="7791450" y="3651250"/>
          <p14:tracePt t="86114" x="7772400" y="3651250"/>
          <p14:tracePt t="86130" x="7740650" y="3651250"/>
          <p14:tracePt t="86132" x="7734300" y="3651250"/>
          <p14:tracePt t="86146" x="7727950" y="3651250"/>
          <p14:tracePt t="86182" x="7721600" y="3651250"/>
          <p14:tracePt t="86197" x="7715250" y="3651250"/>
          <p14:tracePt t="86215" x="7658100" y="3657600"/>
          <p14:tracePt t="86230" x="7588250" y="3676650"/>
          <p14:tracePt t="86246" x="7505700" y="3702050"/>
          <p14:tracePt t="86263" x="7448550" y="3721100"/>
          <p14:tracePt t="86280" x="7435850" y="3733800"/>
          <p14:tracePt t="86368" x="0" y="0"/>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Python scripts</a:t>
            </a:r>
            <a:endParaRPr lang="nl-BE" dirty="0"/>
          </a:p>
        </p:txBody>
      </p:sp>
      <p:sp>
        <p:nvSpPr>
          <p:cNvPr id="3" name="Content Placeholder 2"/>
          <p:cNvSpPr>
            <a:spLocks noGrp="1"/>
          </p:cNvSpPr>
          <p:nvPr>
            <p:ph idx="1"/>
          </p:nvPr>
        </p:nvSpPr>
        <p:spPr/>
        <p:txBody>
          <a:bodyPr/>
          <a:lstStyle/>
          <a:p>
            <a:r>
              <a:rPr lang="en-US" dirty="0"/>
              <a:t>Linux</a:t>
            </a:r>
          </a:p>
          <a:p>
            <a:pPr marL="0" indent="0">
              <a:buNone/>
            </a:pPr>
            <a:r>
              <a:rPr lang="en-US" dirty="0">
                <a:latin typeface="Courier New" pitchFamily="49" charset="0"/>
                <a:cs typeface="Courier New" pitchFamily="49" charset="0"/>
              </a:rPr>
              <a:t>#!/usr/bin/env python3</a:t>
            </a:r>
          </a:p>
          <a:p>
            <a:pPr lvl="1"/>
            <a:r>
              <a:rPr lang="en-US" dirty="0"/>
              <a:t>determines the script's ability to be executed like a standalone executable without typing </a:t>
            </a:r>
            <a:r>
              <a:rPr lang="en-US" dirty="0">
                <a:latin typeface="Courier New" panose="02070309020205020404" pitchFamily="49" charset="0"/>
                <a:cs typeface="Courier New" panose="02070309020205020404" pitchFamily="49" charset="0"/>
              </a:rPr>
              <a:t>python</a:t>
            </a:r>
            <a:r>
              <a:rPr lang="en-US" dirty="0"/>
              <a:t> in the terminal </a:t>
            </a:r>
          </a:p>
          <a:p>
            <a:pPr lvl="1"/>
            <a:r>
              <a:rPr lang="en-US" dirty="0"/>
              <a:t>double clicking it in a file manager (when configured properly). </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2735848939"/>
      </p:ext>
    </p:extLst>
  </p:cSld>
  <p:clrMapOvr>
    <a:masterClrMapping/>
  </p:clrMapOvr>
  <mc:AlternateContent xmlns:mc="http://schemas.openxmlformats.org/markup-compatibility/2006" xmlns:p14="http://schemas.microsoft.com/office/powerpoint/2010/main">
    <mc:Choice Requires="p14">
      <p:transition spd="slow" p14:dur="2000" advTm="32418"/>
    </mc:Choice>
    <mc:Fallback xmlns="">
      <p:transition spd="slow" advTm="32418"/>
    </mc:Fallback>
  </mc:AlternateContent>
  <p:extLst>
    <p:ext uri="{3A86A75C-4F4B-4683-9AE1-C65F6400EC91}">
      <p14:laserTraceLst xmlns:p14="http://schemas.microsoft.com/office/powerpoint/2010/main">
        <p14:tracePtLst>
          <p14:tracePt t="8711" x="5422900" y="2425700"/>
          <p14:tracePt t="8747" x="5422900" y="2419350"/>
          <p14:tracePt t="8773" x="5422900" y="2413000"/>
          <p14:tracePt t="8779" x="5416550" y="2413000"/>
          <p14:tracePt t="8796" x="5403850" y="2406650"/>
          <p14:tracePt t="8806" x="5391150" y="2393950"/>
          <p14:tracePt t="8816" x="5384800" y="2393950"/>
          <p14:tracePt t="8832" x="5340350" y="2393950"/>
          <p14:tracePt t="8850" x="5270500" y="2387600"/>
          <p14:tracePt t="8866" x="5168900" y="2387600"/>
          <p14:tracePt t="8882" x="5111750" y="2387600"/>
          <p14:tracePt t="8887" x="5016500" y="2387600"/>
          <p14:tracePt t="8899" x="4984750" y="2387600"/>
          <p14:tracePt t="8916" x="4838700" y="2387600"/>
          <p14:tracePt t="8918" x="4787900" y="2387600"/>
          <p14:tracePt t="8932" x="4641850" y="2374900"/>
          <p14:tracePt t="8949" x="4330700" y="2355850"/>
          <p14:tracePt t="8965" x="4140200" y="2336800"/>
          <p14:tracePt t="8982" x="3917950" y="2317750"/>
          <p14:tracePt t="8999" x="3695700" y="2286000"/>
          <p14:tracePt t="9016" x="3498850" y="2247900"/>
          <p14:tracePt t="9032" x="3321050" y="2216150"/>
          <p14:tracePt t="9049" x="3213100" y="2190750"/>
          <p14:tracePt t="9066" x="3130550" y="2171700"/>
          <p14:tracePt t="9083" x="3048000" y="2159000"/>
          <p14:tracePt t="9099" x="3003550" y="2146300"/>
          <p14:tracePt t="9115" x="2908300" y="2133600"/>
          <p14:tracePt t="9132" x="2787650" y="2133600"/>
          <p14:tracePt t="9149" x="2654300" y="2127250"/>
          <p14:tracePt t="9165" x="2552700" y="2114550"/>
          <p14:tracePt t="9169" x="2476500" y="2108200"/>
          <p14:tracePt t="9182" x="2451100" y="2101850"/>
          <p14:tracePt t="9199" x="2286000" y="2082800"/>
          <p14:tracePt t="9215" x="2184400" y="2076450"/>
          <p14:tracePt t="9232" x="2063750" y="2063750"/>
          <p14:tracePt t="9249" x="2012950" y="2063750"/>
          <p14:tracePt t="9266" x="1981200" y="2063750"/>
          <p14:tracePt t="9282" x="1949450" y="2063750"/>
          <p14:tracePt t="9299" x="1936750" y="2070100"/>
          <p14:tracePt t="9316" x="1892300" y="2082800"/>
          <p14:tracePt t="9332" x="1822450" y="2095500"/>
          <p14:tracePt t="9336" x="1803400" y="2101850"/>
          <p14:tracePt t="9350" x="1746250" y="2108200"/>
          <p14:tracePt t="9365" x="1701800" y="2108200"/>
          <p14:tracePt t="9382" x="1619250" y="2108200"/>
          <p14:tracePt t="9399" x="1574800" y="2108200"/>
          <p14:tracePt t="9401" x="1530350" y="2114550"/>
          <p14:tracePt t="9416" x="1511300" y="2114550"/>
          <p14:tracePt t="9432" x="1460500" y="2114550"/>
          <p14:tracePt t="9435" x="1409700" y="2120900"/>
          <p14:tracePt t="9449" x="1377950" y="2120900"/>
          <p14:tracePt t="9466" x="1320800" y="2133600"/>
          <p14:tracePt t="9482" x="1295400" y="2139950"/>
          <p14:tracePt t="9499" x="1257300" y="2152650"/>
          <p14:tracePt t="9515" x="1244600" y="2159000"/>
          <p14:tracePt t="9532" x="1231900" y="2165350"/>
          <p14:tracePt t="9549" x="1206500" y="2171700"/>
          <p14:tracePt t="9565" x="1181100" y="2190750"/>
          <p14:tracePt t="9571" x="1168400" y="2197100"/>
          <p14:tracePt t="9584" x="1136650" y="2216150"/>
          <p14:tracePt t="9586" x="1123950" y="2222500"/>
          <p14:tracePt t="9599" x="1111250" y="2228850"/>
          <p14:tracePt t="9618" x="1066800" y="2247900"/>
          <p14:tracePt t="9619" x="1035050" y="2266950"/>
          <p14:tracePt t="9633" x="1022350" y="2273300"/>
          <p14:tracePt t="9650" x="990600" y="2286000"/>
          <p14:tracePt t="9651" x="984250" y="2292350"/>
          <p14:tracePt t="9666" x="971550" y="2292350"/>
          <p14:tracePt t="9683" x="965200" y="2298700"/>
          <p14:tracePt t="9684" x="958850" y="2305050"/>
          <p14:tracePt t="9699" x="952500" y="2305050"/>
          <p14:tracePt t="9717" x="946150" y="2324100"/>
          <p14:tracePt t="9733" x="927100" y="2362200"/>
          <p14:tracePt t="9750" x="914400" y="2413000"/>
          <p14:tracePt t="9766" x="889000" y="2463800"/>
          <p14:tracePt t="9782" x="869950" y="2514600"/>
          <p14:tracePt t="9799" x="838200" y="2584450"/>
          <p14:tracePt t="9816" x="819150" y="2628900"/>
          <p14:tracePt t="9820" x="812800" y="2647950"/>
          <p14:tracePt t="9834" x="806450" y="2667000"/>
          <p14:tracePt t="9849" x="800100" y="2692400"/>
          <p14:tracePt t="9853" x="800100" y="2698750"/>
          <p14:tracePt t="9870" x="800100" y="2705100"/>
          <p14:tracePt t="9882" x="800100" y="2711450"/>
          <p14:tracePt t="9899" x="800100" y="2724150"/>
          <p14:tracePt t="9916" x="806450" y="2743200"/>
          <p14:tracePt t="9918" x="812800" y="2749550"/>
          <p14:tracePt t="9932" x="819150" y="2762250"/>
          <p14:tracePt t="9949" x="838200" y="2781300"/>
          <p14:tracePt t="9966" x="850900" y="2794000"/>
          <p14:tracePt t="9983" x="863600" y="2800350"/>
          <p14:tracePt t="9999" x="882650" y="2806700"/>
          <p14:tracePt t="10016" x="908050" y="2813050"/>
          <p14:tracePt t="10032" x="939800" y="2819400"/>
          <p14:tracePt t="10049" x="965200" y="2825750"/>
          <p14:tracePt t="10066" x="996950" y="2832100"/>
          <p14:tracePt t="10082" x="1041400" y="2844800"/>
          <p14:tracePt t="10085" x="1054100" y="2844800"/>
          <p14:tracePt t="10099" x="1066800" y="2851150"/>
          <p14:tracePt t="10103" x="1104900" y="2863850"/>
          <p14:tracePt t="10116" x="1136650" y="2870200"/>
          <p14:tracePt t="10118" x="1155700" y="2870200"/>
          <p14:tracePt t="10132" x="1181100" y="2876550"/>
          <p14:tracePt t="10149" x="1282700" y="2895600"/>
          <p14:tracePt t="10151" x="1320800" y="2901950"/>
          <p14:tracePt t="10166" x="1358900" y="2908300"/>
          <p14:tracePt t="10182" x="1466850" y="2927350"/>
          <p14:tracePt t="10184" x="1492250" y="2933700"/>
          <p14:tracePt t="10199" x="1549400" y="2946400"/>
          <p14:tracePt t="10215" x="1568450" y="2952750"/>
          <p14:tracePt t="10232" x="1593850" y="2952750"/>
          <p14:tracePt t="10249" x="1612900" y="2959100"/>
          <p14:tracePt t="10266" x="1644650" y="2965450"/>
          <p14:tracePt t="10282" x="1689100" y="2965450"/>
          <p14:tracePt t="10299" x="1720850" y="2965450"/>
          <p14:tracePt t="10316" x="1771650" y="2971800"/>
          <p14:tracePt t="10333" x="1803400" y="2978150"/>
          <p14:tracePt t="10349" x="1860550" y="2990850"/>
          <p14:tracePt t="10353" x="1873250" y="2990850"/>
          <p14:tracePt t="10366" x="1892300" y="2990850"/>
          <p14:tracePt t="10382" x="1962150" y="3003550"/>
          <p14:tracePt t="10384" x="1987550" y="3003550"/>
          <p14:tracePt t="10399" x="2114550" y="3016250"/>
          <p14:tracePt t="10416" x="2209800" y="3016250"/>
          <p14:tracePt t="10432" x="2254250" y="3022600"/>
          <p14:tracePt t="10449" x="2451100" y="3028950"/>
          <p14:tracePt t="10465" x="2527300" y="3028950"/>
          <p14:tracePt t="10482" x="2603500" y="3028950"/>
          <p14:tracePt t="10499" x="2667000" y="3028950"/>
          <p14:tracePt t="10516" x="2736850" y="3028950"/>
          <p14:tracePt t="10532" x="2844800" y="3028950"/>
          <p14:tracePt t="10549" x="2921000" y="3022600"/>
          <p14:tracePt t="10566" x="3016250" y="3022600"/>
          <p14:tracePt t="10582" x="3105150" y="3022600"/>
          <p14:tracePt t="10601" x="3181350" y="3022600"/>
          <p14:tracePt t="10616" x="3251200" y="3022600"/>
          <p14:tracePt t="10618" x="3276600" y="3022600"/>
          <p14:tracePt t="10633" x="3327400" y="3022600"/>
          <p14:tracePt t="10650" x="3371850" y="3022600"/>
          <p14:tracePt t="10666" x="3429000" y="3028950"/>
          <p14:tracePt t="10682" x="3460750" y="3028950"/>
          <p14:tracePt t="10685" x="3498850" y="3035300"/>
          <p14:tracePt t="10700" x="3575050" y="3041650"/>
          <p14:tracePt t="10715" x="3663950" y="3048000"/>
          <p14:tracePt t="10732" x="3727450" y="3048000"/>
          <p14:tracePt t="10749" x="3797300" y="3054350"/>
          <p14:tracePt t="10765" x="3860800" y="3060700"/>
          <p14:tracePt t="10782" x="3924300" y="3060700"/>
          <p14:tracePt t="10799" x="3994150" y="3060700"/>
          <p14:tracePt t="10815" x="4070350" y="3060700"/>
          <p14:tracePt t="10833" x="4146550" y="3060700"/>
          <p14:tracePt t="10849" x="4191000" y="3060700"/>
          <p14:tracePt t="10853" x="4229100" y="3060700"/>
          <p14:tracePt t="10866" x="4273550" y="3060700"/>
          <p14:tracePt t="10868" x="4318000" y="3060700"/>
          <p14:tracePt t="10882" x="4362450" y="3060700"/>
          <p14:tracePt t="10899" x="4483100" y="3054350"/>
          <p14:tracePt t="10916" x="4514850" y="3048000"/>
          <p14:tracePt t="10933" x="4565650" y="3041650"/>
          <p14:tracePt t="10949" x="4597400" y="3035300"/>
          <p14:tracePt t="10965" x="4629150" y="3028950"/>
          <p14:tracePt t="10982" x="4654550" y="3016250"/>
          <p14:tracePt t="10999" x="4692650" y="3009900"/>
          <p14:tracePt t="11016" x="4730750" y="2997200"/>
          <p14:tracePt t="11032" x="4775200" y="2990850"/>
          <p14:tracePt t="11049" x="4838700" y="2978150"/>
          <p14:tracePt t="11065" x="4914900" y="2959100"/>
          <p14:tracePt t="11082" x="5010150" y="2946400"/>
          <p14:tracePt t="11085" x="5054600" y="2933700"/>
          <p14:tracePt t="11099" x="5099050" y="2927350"/>
          <p14:tracePt t="11116" x="5194300" y="2908300"/>
          <p14:tracePt t="11118" x="5238750" y="2895600"/>
          <p14:tracePt t="11132" x="5270500" y="2882900"/>
          <p14:tracePt t="11149" x="5346700" y="2870200"/>
          <p14:tracePt t="11166" x="5384800" y="2857500"/>
          <p14:tracePt t="11183" x="5422900" y="2851150"/>
          <p14:tracePt t="11199" x="5448300" y="2832100"/>
          <p14:tracePt t="11216" x="5467350" y="2832100"/>
          <p14:tracePt t="11232" x="5473700" y="2825750"/>
          <p14:tracePt t="11249" x="5480050" y="2825750"/>
          <p14:tracePt t="11273" x="5480050" y="2819400"/>
          <p14:tracePt t="11282" x="5486400" y="2813050"/>
          <p14:tracePt t="11300" x="5492750" y="2806700"/>
          <p14:tracePt t="11316" x="5505450" y="2794000"/>
          <p14:tracePt t="11334" x="5524500" y="2762250"/>
          <p14:tracePt t="11336" x="5537200" y="2749550"/>
          <p14:tracePt t="11349" x="5537200" y="2736850"/>
          <p14:tracePt t="11366" x="5556250" y="2711450"/>
          <p14:tracePt t="11368" x="5562600" y="2698750"/>
          <p14:tracePt t="11382" x="5568950" y="2692400"/>
          <p14:tracePt t="11399" x="5568950" y="2660650"/>
          <p14:tracePt t="11415" x="5568950" y="2647950"/>
          <p14:tracePt t="11433" x="5568950" y="2616200"/>
          <p14:tracePt t="11449" x="5562600" y="2603500"/>
          <p14:tracePt t="11465" x="5549900" y="2597150"/>
          <p14:tracePt t="11482" x="5530850" y="2578100"/>
          <p14:tracePt t="11499" x="5511800" y="2559050"/>
          <p14:tracePt t="11516" x="5492750" y="2533650"/>
          <p14:tracePt t="11532" x="5473700" y="2514600"/>
          <p14:tracePt t="11549" x="5448300" y="2489200"/>
          <p14:tracePt t="11566" x="5410200" y="2457450"/>
          <p14:tracePt t="11582" x="5397500" y="2438400"/>
          <p14:tracePt t="11599" x="5365750" y="2419350"/>
          <p14:tracePt t="11602" x="5353050" y="2413000"/>
          <p14:tracePt t="11616" x="5340350" y="2406650"/>
          <p14:tracePt t="11634" x="5283200" y="2381250"/>
          <p14:tracePt t="11649" x="5238750" y="2368550"/>
          <p14:tracePt t="11666" x="5181600" y="2349500"/>
          <p14:tracePt t="11682" x="5124450" y="2343150"/>
          <p14:tracePt t="11699" x="5067300" y="2330450"/>
          <p14:tracePt t="11715" x="5022850" y="2317750"/>
          <p14:tracePt t="11732" x="4991100" y="2311400"/>
          <p14:tracePt t="11749" x="4953000" y="2311400"/>
          <p14:tracePt t="11766" x="4933950" y="2298700"/>
          <p14:tracePt t="11782" x="4902200" y="2292350"/>
          <p14:tracePt t="11799" x="4845050" y="2286000"/>
          <p14:tracePt t="11815" x="4775200" y="2279650"/>
          <p14:tracePt t="11833" x="4686300" y="2266950"/>
          <p14:tracePt t="11835" x="4635500" y="2260600"/>
          <p14:tracePt t="11849" x="4584700" y="2254250"/>
          <p14:tracePt t="11866" x="4457700" y="2241550"/>
          <p14:tracePt t="11869" x="4413250" y="2241550"/>
          <p14:tracePt t="11884" x="4292600" y="2228850"/>
          <p14:tracePt t="11899" x="4165600" y="2216150"/>
          <p14:tracePt t="11916" x="4070350" y="2209800"/>
          <p14:tracePt t="11932" x="3975100" y="2209800"/>
          <p14:tracePt t="11949" x="3898900" y="2203450"/>
          <p14:tracePt t="11966" x="3822700" y="2203450"/>
          <p14:tracePt t="11982" x="3733800" y="2203450"/>
          <p14:tracePt t="11999" x="3632200" y="2203450"/>
          <p14:tracePt t="12016" x="3556000" y="2203450"/>
          <p14:tracePt t="12032" x="3441700" y="2203450"/>
          <p14:tracePt t="12049" x="3352800" y="2203450"/>
          <p14:tracePt t="12066" x="3257550" y="2203450"/>
          <p14:tracePt t="12070" x="3187700" y="2203450"/>
          <p14:tracePt t="12082" x="3162300" y="2203450"/>
          <p14:tracePt t="12099" x="3035300" y="2203450"/>
          <p14:tracePt t="12102" x="3009900" y="2203450"/>
          <p14:tracePt t="12116" x="2933700" y="2203450"/>
          <p14:tracePt t="12132" x="2825750" y="2203450"/>
          <p14:tracePt t="12134" x="2800350" y="2203450"/>
          <p14:tracePt t="12149" x="2711450" y="2197100"/>
          <p14:tracePt t="12166" x="2641600" y="2197100"/>
          <p14:tracePt t="12182" x="2578100" y="2184400"/>
          <p14:tracePt t="12199" x="2546350" y="2184400"/>
          <p14:tracePt t="12216" x="2495550" y="2184400"/>
          <p14:tracePt t="12232" x="2438400" y="2184400"/>
          <p14:tracePt t="12249" x="2406650" y="2184400"/>
          <p14:tracePt t="12266" x="2336800" y="2178050"/>
          <p14:tracePt t="12282" x="2298700" y="2178050"/>
          <p14:tracePt t="12299" x="2209800" y="2178050"/>
          <p14:tracePt t="12316" x="2146300" y="2178050"/>
          <p14:tracePt t="12333" x="2032000" y="2184400"/>
          <p14:tracePt t="12336" x="2006600" y="2190750"/>
          <p14:tracePt t="12350" x="1968500" y="2197100"/>
          <p14:tracePt t="12366" x="1911350" y="2203450"/>
          <p14:tracePt t="12368" x="1879600" y="2209800"/>
          <p14:tracePt t="12383" x="1797050" y="2222500"/>
          <p14:tracePt t="12399" x="1701800" y="2235200"/>
          <p14:tracePt t="12416" x="1631950" y="2235200"/>
          <p14:tracePt t="12432" x="1568450" y="2241550"/>
          <p14:tracePt t="12449" x="1485900" y="2241550"/>
          <p14:tracePt t="12466" x="1447800" y="2241550"/>
          <p14:tracePt t="12482" x="1416050" y="2241550"/>
          <p14:tracePt t="12499" x="1384300" y="2241550"/>
          <p14:tracePt t="12516" x="1352550" y="2241550"/>
          <p14:tracePt t="12532" x="1327150" y="2241550"/>
          <p14:tracePt t="12549" x="1295400" y="2241550"/>
          <p14:tracePt t="12566" x="1270000" y="2241550"/>
          <p14:tracePt t="12570" x="1263650" y="2241550"/>
          <p14:tracePt t="12582" x="1257300" y="2241550"/>
          <p14:tracePt t="12599" x="1238250" y="2241550"/>
          <p14:tracePt t="12604" x="1231900" y="2241550"/>
          <p14:tracePt t="12616" x="1225550" y="2241550"/>
          <p14:tracePt t="12634" x="1187450" y="2241550"/>
          <p14:tracePt t="12650" x="1155700" y="2241550"/>
          <p14:tracePt t="12666" x="1123950" y="2247900"/>
          <p14:tracePt t="12683" x="1104900" y="2254250"/>
          <p14:tracePt t="12699" x="1098550" y="2254250"/>
          <p14:tracePt t="12716" x="1085850" y="2266950"/>
          <p14:tracePt t="12732" x="1073150" y="2279650"/>
          <p14:tracePt t="12749" x="1041400" y="2298700"/>
          <p14:tracePt t="12766" x="1022350" y="2311400"/>
          <p14:tracePt t="12782" x="990600" y="2336800"/>
          <p14:tracePt t="12799" x="971550" y="2349500"/>
          <p14:tracePt t="12804" x="971550" y="2355850"/>
          <p14:tracePt t="12815" x="965200" y="2362200"/>
          <p14:tracePt t="12834" x="946150" y="2374900"/>
          <p14:tracePt t="12852" x="946150" y="2387600"/>
          <p14:tracePt t="12865" x="939800" y="2387600"/>
          <p14:tracePt t="12886" x="933450" y="2406650"/>
          <p14:tracePt t="12901" x="920750" y="2444750"/>
          <p14:tracePt t="12918" x="920750" y="2457450"/>
          <p14:tracePt t="12933" x="914400" y="2482850"/>
          <p14:tracePt t="12950" x="914400" y="2495550"/>
          <p14:tracePt t="12965" x="914400" y="2508250"/>
          <p14:tracePt t="12984" x="914400" y="2533650"/>
          <p14:tracePt t="12999" x="914400" y="2552700"/>
          <p14:tracePt t="13016" x="914400" y="2571750"/>
          <p14:tracePt t="13032" x="927100" y="2597150"/>
          <p14:tracePt t="13049" x="939800" y="2628900"/>
          <p14:tracePt t="13053" x="946150" y="2641600"/>
          <p14:tracePt t="13066" x="952500" y="2654300"/>
          <p14:tracePt t="13083" x="971550" y="2686050"/>
          <p14:tracePt t="13085" x="984250" y="2692400"/>
          <p14:tracePt t="13100" x="990600" y="2705100"/>
          <p14:tracePt t="13118" x="996950" y="2711450"/>
          <p14:tracePt t="13133" x="1003300" y="2717800"/>
          <p14:tracePt t="13149" x="1028700" y="2730500"/>
          <p14:tracePt t="13165" x="1054100" y="2743200"/>
          <p14:tracePt t="13182" x="1092200" y="2755900"/>
          <p14:tracePt t="13199" x="1136650" y="2774950"/>
          <p14:tracePt t="13216" x="1174750" y="2781300"/>
          <p14:tracePt t="13233" x="1276350" y="2800350"/>
          <p14:tracePt t="13249" x="1339850" y="2813050"/>
          <p14:tracePt t="13266" x="1422400" y="2825750"/>
          <p14:tracePt t="13282" x="1504950" y="2832100"/>
          <p14:tracePt t="13299" x="1682750" y="2844800"/>
          <p14:tracePt t="13316" x="1809750" y="2857500"/>
          <p14:tracePt t="13319" x="1854200" y="2857500"/>
          <p14:tracePt t="13336" x="2032000" y="2870200"/>
          <p14:tracePt t="13350" x="2108200" y="2876550"/>
          <p14:tracePt t="13366" x="2228850" y="2882900"/>
          <p14:tracePt t="13382" x="2311400" y="2889250"/>
          <p14:tracePt t="13385" x="2343150" y="2889250"/>
          <p14:tracePt t="13399" x="2470150" y="2889250"/>
          <p14:tracePt t="13416" x="2590800" y="2889250"/>
          <p14:tracePt t="13432" x="2667000" y="2889250"/>
          <p14:tracePt t="13449" x="2794000" y="2895600"/>
          <p14:tracePt t="13466" x="2927350" y="2895600"/>
          <p14:tracePt t="13482" x="3016250" y="2895600"/>
          <p14:tracePt t="13499" x="3143250" y="2895600"/>
          <p14:tracePt t="13516" x="3219450" y="2895600"/>
          <p14:tracePt t="13533" x="3327400" y="2895600"/>
          <p14:tracePt t="13549" x="3403600" y="2895600"/>
          <p14:tracePt t="13555" x="3448050" y="2895600"/>
          <p14:tracePt t="13566" x="3556000" y="2901950"/>
          <p14:tracePt t="13582" x="3651250" y="2901950"/>
          <p14:tracePt t="13585" x="3689350" y="2901950"/>
          <p14:tracePt t="13601" x="3790950" y="2908300"/>
          <p14:tracePt t="13616" x="3968750" y="2921000"/>
          <p14:tracePt t="13633" x="4070350" y="2921000"/>
          <p14:tracePt t="13650" x="4171950" y="2921000"/>
          <p14:tracePt t="13667" x="4254500" y="2921000"/>
          <p14:tracePt t="13682" x="4375150" y="2921000"/>
          <p14:tracePt t="13699" x="4413250" y="2921000"/>
          <p14:tracePt t="13716" x="4451350" y="2921000"/>
          <p14:tracePt t="13733" x="4470400" y="2927350"/>
          <p14:tracePt t="13749" x="4483100" y="2933700"/>
          <p14:tracePt t="13766" x="4495800" y="2933700"/>
          <p14:tracePt t="13783" x="4527550" y="2940050"/>
          <p14:tracePt t="13787" x="4540250" y="2940050"/>
          <p14:tracePt t="13799" x="4572000" y="2940050"/>
          <p14:tracePt t="13816" x="4616450" y="2940050"/>
          <p14:tracePt t="13819" x="4648200" y="2946400"/>
          <p14:tracePt t="13833" x="4686300" y="2946400"/>
          <p14:tracePt t="13850" x="4749800" y="2952750"/>
          <p14:tracePt t="13866" x="4775200" y="2959100"/>
          <p14:tracePt t="13883" x="4787900" y="2959100"/>
          <p14:tracePt t="14078" x="0" y="0"/>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C5EDE-FF07-4218-9420-D35E4814DD0B}"/>
              </a:ext>
            </a:extLst>
          </p:cNvPr>
          <p:cNvSpPr>
            <a:spLocks noGrp="1"/>
          </p:cNvSpPr>
          <p:nvPr>
            <p:ph type="title"/>
          </p:nvPr>
        </p:nvSpPr>
        <p:spPr/>
        <p:txBody>
          <a:bodyPr/>
          <a:lstStyle/>
          <a:p>
            <a:r>
              <a:rPr lang="en-US" dirty="0"/>
              <a:t>File types</a:t>
            </a:r>
            <a:endParaRPr lang="en-BE" dirty="0"/>
          </a:p>
        </p:txBody>
      </p:sp>
      <p:sp>
        <p:nvSpPr>
          <p:cNvPr id="3" name="Content Placeholder 2">
            <a:extLst>
              <a:ext uri="{FF2B5EF4-FFF2-40B4-BE49-F238E27FC236}">
                <a16:creationId xmlns:a16="http://schemas.microsoft.com/office/drawing/2014/main" id="{CB4BE8BF-5E0C-46FA-93CB-08BFC3C1275C}"/>
              </a:ext>
            </a:extLst>
          </p:cNvPr>
          <p:cNvSpPr>
            <a:spLocks noGrp="1"/>
          </p:cNvSpPr>
          <p:nvPr>
            <p:ph idx="1"/>
          </p:nvPr>
        </p:nvSpPr>
        <p:spPr/>
        <p:txBody>
          <a:bodyPr>
            <a:normAutofit fontScale="92500" lnSpcReduction="10000"/>
          </a:bodyPr>
          <a:lstStyle/>
          <a:p>
            <a:r>
              <a:rPr lang="nl-BE" dirty="0">
                <a:hlinkClick r:id="rId2"/>
              </a:rPr>
              <a:t>https://stackoverflow.com/questions/8822335/what-do-the-python-file-extensions-pyc-pyd-pyo-stand-for</a:t>
            </a:r>
            <a:endParaRPr lang="nl-BE" dirty="0"/>
          </a:p>
          <a:p>
            <a:r>
              <a:rPr lang="en-US" dirty="0" err="1"/>
              <a:t>py</a:t>
            </a:r>
            <a:r>
              <a:rPr lang="en-US" dirty="0"/>
              <a:t>: This is normally the input source code that you've written.</a:t>
            </a:r>
          </a:p>
          <a:p>
            <a:r>
              <a:rPr lang="en-US" dirty="0"/>
              <a:t>.</a:t>
            </a:r>
            <a:r>
              <a:rPr lang="en-US" dirty="0" err="1"/>
              <a:t>pyc</a:t>
            </a:r>
            <a:r>
              <a:rPr lang="en-US" dirty="0"/>
              <a:t>: This is the compiled bytecode. If you import a module, python will build a *.</a:t>
            </a:r>
            <a:r>
              <a:rPr lang="en-US" dirty="0" err="1"/>
              <a:t>pyc</a:t>
            </a:r>
            <a:r>
              <a:rPr lang="en-US" dirty="0"/>
              <a:t> file that contains the bytecode to make importing it again later easier (and faster).</a:t>
            </a:r>
          </a:p>
          <a:p>
            <a:r>
              <a:rPr lang="en-US" dirty="0"/>
              <a:t>.</a:t>
            </a:r>
            <a:r>
              <a:rPr lang="en-US" dirty="0" err="1"/>
              <a:t>pyo</a:t>
            </a:r>
            <a:r>
              <a:rPr lang="en-US" dirty="0"/>
              <a:t>: This was a file format used before Python 3.5 for *.</a:t>
            </a:r>
            <a:r>
              <a:rPr lang="en-US" dirty="0" err="1"/>
              <a:t>pyc</a:t>
            </a:r>
            <a:r>
              <a:rPr lang="en-US" dirty="0"/>
              <a:t> files that were created with optimizations (-O) flag. (see the note below)</a:t>
            </a:r>
          </a:p>
          <a:p>
            <a:r>
              <a:rPr lang="en-US" dirty="0"/>
              <a:t>.</a:t>
            </a:r>
            <a:r>
              <a:rPr lang="en-US" dirty="0" err="1"/>
              <a:t>pyd</a:t>
            </a:r>
            <a:r>
              <a:rPr lang="en-US" dirty="0"/>
              <a:t>: This is basically a windows </a:t>
            </a:r>
            <a:r>
              <a:rPr lang="en-US" dirty="0" err="1"/>
              <a:t>dll</a:t>
            </a:r>
            <a:r>
              <a:rPr lang="en-US" dirty="0"/>
              <a:t> file. </a:t>
            </a:r>
            <a:r>
              <a:rPr lang="en-US" dirty="0">
                <a:hlinkClick r:id="rId3"/>
              </a:rPr>
              <a:t>http://docs.python.org/faq/windows.html#is-a-pyd-file-the-same-as-a-dll</a:t>
            </a:r>
            <a:r>
              <a:rPr lang="en-US" dirty="0"/>
              <a:t> </a:t>
            </a:r>
            <a:endParaRPr lang="en-BE" dirty="0"/>
          </a:p>
        </p:txBody>
      </p:sp>
      <p:pic>
        <p:nvPicPr>
          <p:cNvPr id="4" name="Picture 3">
            <a:extLst>
              <a:ext uri="{FF2B5EF4-FFF2-40B4-BE49-F238E27FC236}">
                <a16:creationId xmlns:a16="http://schemas.microsoft.com/office/drawing/2014/main" id="{B9F56E65-ECFC-4187-BD6D-1A2328BE0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1010224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3B473-D875-2D71-AF5D-671106E5C7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7BEC3A3-96E4-CB90-FA30-CA6A803E4F74}"/>
              </a:ext>
            </a:extLst>
          </p:cNvPr>
          <p:cNvSpPr>
            <a:spLocks noGrp="1"/>
          </p:cNvSpPr>
          <p:nvPr>
            <p:ph type="title"/>
          </p:nvPr>
        </p:nvSpPr>
        <p:spPr/>
        <p:txBody>
          <a:bodyPr/>
          <a:lstStyle/>
          <a:p>
            <a:r>
              <a:rPr lang="en-US" dirty="0"/>
              <a:t>Visual Studio Code </a:t>
            </a:r>
            <a:endParaRPr lang="nl-BE" dirty="0"/>
          </a:p>
        </p:txBody>
      </p:sp>
      <p:sp>
        <p:nvSpPr>
          <p:cNvPr id="7" name="Text Placeholder 6">
            <a:extLst>
              <a:ext uri="{FF2B5EF4-FFF2-40B4-BE49-F238E27FC236}">
                <a16:creationId xmlns:a16="http://schemas.microsoft.com/office/drawing/2014/main" id="{FF69A1CC-7DD3-B153-CF31-28394EDEF3C1}"/>
              </a:ext>
            </a:extLst>
          </p:cNvPr>
          <p:cNvSpPr>
            <a:spLocks noGrp="1"/>
          </p:cNvSpPr>
          <p:nvPr>
            <p:ph type="body" idx="1"/>
          </p:nvPr>
        </p:nvSpPr>
        <p:spPr/>
        <p:txBody>
          <a:bodyPr/>
          <a:lstStyle/>
          <a:p>
            <a:r>
              <a:rPr lang="nl-BE" dirty="0" err="1"/>
              <a:t>Another</a:t>
            </a:r>
            <a:r>
              <a:rPr lang="nl-BE" dirty="0"/>
              <a:t> IDE</a:t>
            </a:r>
          </a:p>
        </p:txBody>
      </p:sp>
    </p:spTree>
    <p:extLst>
      <p:ext uri="{BB962C8B-B14F-4D97-AF65-F5344CB8AC3E}">
        <p14:creationId xmlns:p14="http://schemas.microsoft.com/office/powerpoint/2010/main" val="4077257128"/>
      </p:ext>
    </p:extLst>
  </p:cSld>
  <p:clrMapOvr>
    <a:masterClrMapping/>
  </p:clrMapOvr>
  <mc:AlternateContent xmlns:mc="http://schemas.openxmlformats.org/markup-compatibility/2006" xmlns:p14="http://schemas.microsoft.com/office/powerpoint/2010/main">
    <mc:Choice Requires="p14">
      <p:transition spd="slow" p14:dur="2000" advTm="40684"/>
    </mc:Choice>
    <mc:Fallback xmlns="">
      <p:transition spd="slow" advTm="40684"/>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8E3A-9A26-4EAE-55B2-0E99DD89F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4673D8-9833-74C7-2361-252000F20A10}"/>
              </a:ext>
            </a:extLst>
          </p:cNvPr>
          <p:cNvSpPr>
            <a:spLocks noGrp="1"/>
          </p:cNvSpPr>
          <p:nvPr>
            <p:ph type="title"/>
          </p:nvPr>
        </p:nvSpPr>
        <p:spPr/>
        <p:txBody>
          <a:bodyPr/>
          <a:lstStyle/>
          <a:p>
            <a:r>
              <a:rPr lang="en-US" dirty="0"/>
              <a:t>IDE: Visual Studio Code (</a:t>
            </a:r>
            <a:r>
              <a:rPr lang="en-US" dirty="0" err="1"/>
              <a:t>VSCode</a:t>
            </a:r>
            <a:r>
              <a:rPr lang="en-US" dirty="0"/>
              <a:t>)</a:t>
            </a:r>
            <a:endParaRPr lang="nl-BE" dirty="0"/>
          </a:p>
        </p:txBody>
      </p:sp>
      <p:sp>
        <p:nvSpPr>
          <p:cNvPr id="3" name="Content Placeholder 2">
            <a:extLst>
              <a:ext uri="{FF2B5EF4-FFF2-40B4-BE49-F238E27FC236}">
                <a16:creationId xmlns:a16="http://schemas.microsoft.com/office/drawing/2014/main" id="{1450FE33-06E4-BAFF-51BC-ADDE74C5F439}"/>
              </a:ext>
            </a:extLst>
          </p:cNvPr>
          <p:cNvSpPr>
            <a:spLocks noGrp="1"/>
          </p:cNvSpPr>
          <p:nvPr>
            <p:ph idx="1"/>
          </p:nvPr>
        </p:nvSpPr>
        <p:spPr>
          <a:xfrm>
            <a:off x="838200" y="1825625"/>
            <a:ext cx="4921332" cy="4351338"/>
          </a:xfrm>
        </p:spPr>
        <p:txBody>
          <a:bodyPr>
            <a:normAutofit/>
          </a:bodyPr>
          <a:lstStyle/>
          <a:p>
            <a:r>
              <a:rPr lang="en-US" dirty="0" err="1">
                <a:hlinkClick r:id="rId3"/>
              </a:rPr>
              <a:t>VSCode</a:t>
            </a:r>
            <a:r>
              <a:rPr lang="en-US" dirty="0">
                <a:hlinkClick r:id="rId3"/>
              </a:rPr>
              <a:t> </a:t>
            </a:r>
            <a:r>
              <a:rPr lang="en-US" dirty="0"/>
              <a:t>integrates different aspects of programming and running code.</a:t>
            </a:r>
          </a:p>
          <a:p>
            <a:r>
              <a:rPr lang="en-US" dirty="0"/>
              <a:t>Microsoft &amp; 3</a:t>
            </a:r>
            <a:r>
              <a:rPr lang="en-US" baseline="30000" dirty="0"/>
              <a:t>rd</a:t>
            </a:r>
            <a:r>
              <a:rPr lang="en-US" dirty="0"/>
              <a:t> party: </a:t>
            </a:r>
            <a:br>
              <a:rPr lang="en-US" dirty="0"/>
            </a:br>
            <a:r>
              <a:rPr lang="en-US" dirty="0"/>
              <a:t>Support for </a:t>
            </a:r>
            <a:r>
              <a:rPr lang="en-US" dirty="0">
                <a:hlinkClick r:id="rId4"/>
              </a:rPr>
              <a:t>extensions</a:t>
            </a:r>
            <a:r>
              <a:rPr lang="en-US" dirty="0"/>
              <a:t> (e.g. Python, C/C++, Java, Julia …, Git, Docker, …)</a:t>
            </a:r>
          </a:p>
          <a:p>
            <a:r>
              <a:rPr lang="en-US" dirty="0" err="1">
                <a:hlinkClick r:id="rId5"/>
              </a:rPr>
              <a:t>Github</a:t>
            </a:r>
            <a:r>
              <a:rPr lang="en-US" dirty="0">
                <a:hlinkClick r:id="rId5"/>
              </a:rPr>
              <a:t> Copilot </a:t>
            </a:r>
            <a:r>
              <a:rPr lang="en-US" dirty="0"/>
              <a:t>integration</a:t>
            </a:r>
          </a:p>
        </p:txBody>
      </p:sp>
      <p:pic>
        <p:nvPicPr>
          <p:cNvPr id="6" name="Picture 5">
            <a:extLst>
              <a:ext uri="{FF2B5EF4-FFF2-40B4-BE49-F238E27FC236}">
                <a16:creationId xmlns:a16="http://schemas.microsoft.com/office/drawing/2014/main" id="{641B7805-5E45-9892-5308-31586C986FBC}"/>
              </a:ext>
            </a:extLst>
          </p:cNvPr>
          <p:cNvPicPr>
            <a:picLocks noChangeAspect="1"/>
          </p:cNvPicPr>
          <p:nvPr/>
        </p:nvPicPr>
        <p:blipFill>
          <a:blip r:embed="rId6"/>
          <a:stretch>
            <a:fillRect/>
          </a:stretch>
        </p:blipFill>
        <p:spPr>
          <a:xfrm>
            <a:off x="6241144" y="1494427"/>
            <a:ext cx="5753202" cy="5121082"/>
          </a:xfrm>
          <a:prstGeom prst="rect">
            <a:avLst/>
          </a:prstGeom>
        </p:spPr>
      </p:pic>
    </p:spTree>
    <p:extLst>
      <p:ext uri="{BB962C8B-B14F-4D97-AF65-F5344CB8AC3E}">
        <p14:creationId xmlns:p14="http://schemas.microsoft.com/office/powerpoint/2010/main" val="829248953"/>
      </p:ext>
    </p:extLst>
  </p:cSld>
  <p:clrMapOvr>
    <a:masterClrMapping/>
  </p:clrMapOvr>
  <mc:AlternateContent xmlns:mc="http://schemas.openxmlformats.org/markup-compatibility/2006" xmlns:p14="http://schemas.microsoft.com/office/powerpoint/2010/main">
    <mc:Choice Requires="p14">
      <p:transition spd="slow" p14:dur="2000" advTm="64675"/>
    </mc:Choice>
    <mc:Fallback xmlns="">
      <p:transition spd="slow" advTm="64675"/>
    </mc:Fallback>
  </mc:AlternateContent>
  <p:extLst>
    <p:ext uri="{3A86A75C-4F4B-4683-9AE1-C65F6400EC91}">
      <p14:laserTraceLst xmlns:p14="http://schemas.microsoft.com/office/powerpoint/2010/main">
        <p14:tracePtLst>
          <p14:tracePt t="11243" x="7035800" y="1403350"/>
          <p14:tracePt t="11306" x="7023100" y="1403350"/>
          <p14:tracePt t="11313" x="7016750" y="1403350"/>
          <p14:tracePt t="11320" x="7010400" y="1403350"/>
          <p14:tracePt t="11331" x="7004050" y="1403350"/>
          <p14:tracePt t="11348" x="6978650" y="1403350"/>
          <p14:tracePt t="11364" x="6946900" y="1403350"/>
          <p14:tracePt t="11381" x="6883400" y="1397000"/>
          <p14:tracePt t="11398" x="6832600" y="1397000"/>
          <p14:tracePt t="11415" x="6762750" y="1397000"/>
          <p14:tracePt t="11431" x="6711950" y="1397000"/>
          <p14:tracePt t="11433" x="6642100" y="1397000"/>
          <p14:tracePt t="11448" x="6616700" y="1403350"/>
          <p14:tracePt t="11464" x="6515100" y="1428750"/>
          <p14:tracePt t="11468" x="6489700" y="1435100"/>
          <p14:tracePt t="11481" x="6426200" y="1454150"/>
          <p14:tracePt t="11499" x="6330950" y="1492250"/>
          <p14:tracePt t="11514" x="6273800" y="1530350"/>
          <p14:tracePt t="11531" x="6229350" y="1555750"/>
          <p14:tracePt t="11548" x="6159500" y="1619250"/>
          <p14:tracePt t="11565" x="6134100" y="1657350"/>
          <p14:tracePt t="11581" x="6083300" y="1720850"/>
          <p14:tracePt t="11598" x="6064250" y="1746250"/>
          <p14:tracePt t="11615" x="6032500" y="1784350"/>
          <p14:tracePt t="11631" x="6013450" y="1803400"/>
          <p14:tracePt t="11648" x="6000750" y="1822450"/>
          <p14:tracePt t="11651" x="5994400" y="1841500"/>
          <p14:tracePt t="11664" x="5975350" y="1873250"/>
          <p14:tracePt t="11681" x="5949950" y="1917700"/>
          <p14:tracePt t="11684" x="5937250" y="1943100"/>
          <p14:tracePt t="11698" x="5886450" y="2051050"/>
          <p14:tracePt t="11715" x="5867400" y="2082800"/>
          <p14:tracePt t="11717" x="5835650" y="2152650"/>
          <p14:tracePt t="11731" x="5803900" y="2222500"/>
          <p14:tracePt t="11749" x="5765800" y="2381250"/>
          <p14:tracePt t="11765" x="5753100" y="2457450"/>
          <p14:tracePt t="11781" x="5740400" y="2546350"/>
          <p14:tracePt t="11798" x="5740400" y="2616200"/>
          <p14:tracePt t="11814" x="5740400" y="2698750"/>
          <p14:tracePt t="11831" x="5740400" y="2794000"/>
          <p14:tracePt t="11848" x="5740400" y="2857500"/>
          <p14:tracePt t="11864" x="5734050" y="2978150"/>
          <p14:tracePt t="11881" x="5734050" y="3098800"/>
          <p14:tracePt t="11898" x="5734050" y="3200400"/>
          <p14:tracePt t="11914" x="5734050" y="3270250"/>
          <p14:tracePt t="11917" x="5734050" y="3302000"/>
          <p14:tracePt t="11931" x="5740400" y="3371850"/>
          <p14:tracePt t="11949" x="5765800" y="3486150"/>
          <p14:tracePt t="11966" x="5772150" y="3549650"/>
          <p14:tracePt t="11981" x="5784850" y="3581400"/>
          <p14:tracePt t="11984" x="5791200" y="3613150"/>
          <p14:tracePt t="11998" x="5829300" y="3740150"/>
          <p14:tracePt t="12014" x="5848350" y="3829050"/>
          <p14:tracePt t="12031" x="5880100" y="3994150"/>
          <p14:tracePt t="12048" x="5899150" y="4095750"/>
          <p14:tracePt t="12064" x="5918200" y="4203700"/>
          <p14:tracePt t="12081" x="5943600" y="4318000"/>
          <p14:tracePt t="12098" x="5988050" y="4502150"/>
          <p14:tracePt t="12114" x="6013450" y="4603750"/>
          <p14:tracePt t="12131" x="6051550" y="4699000"/>
          <p14:tracePt t="12135" x="6064250" y="4743450"/>
          <p14:tracePt t="12148" x="6083300" y="4800600"/>
          <p14:tracePt t="12167" x="6127750" y="4940300"/>
          <p14:tracePt t="12181" x="6178550" y="5067300"/>
          <p14:tracePt t="12201" x="6242050" y="5213350"/>
          <p14:tracePt t="12215" x="6305550" y="5321300"/>
          <p14:tracePt t="12233" x="6375400" y="5435600"/>
          <p14:tracePt t="12248" x="6438900" y="5537200"/>
          <p14:tracePt t="12266" x="6546850" y="5689600"/>
          <p14:tracePt t="12281" x="6661150" y="5816600"/>
          <p14:tracePt t="12298" x="6724650" y="5892800"/>
          <p14:tracePt t="12315" x="6851650" y="6007100"/>
          <p14:tracePt t="12331" x="6953250" y="6076950"/>
          <p14:tracePt t="12348" x="7023100" y="6108700"/>
          <p14:tracePt t="12364" x="7156450" y="6159500"/>
          <p14:tracePt t="12381" x="7321550" y="6197600"/>
          <p14:tracePt t="12398" x="7493000" y="6223000"/>
          <p14:tracePt t="12414" x="7607300" y="6235700"/>
          <p14:tracePt t="12431" x="7835900" y="6267450"/>
          <p14:tracePt t="12432" x="7912100" y="6273800"/>
          <p14:tracePt t="12449" x="8166100" y="6305550"/>
          <p14:tracePt t="12465" x="8407400" y="6324600"/>
          <p14:tracePt t="12481" x="8521700" y="6330950"/>
          <p14:tracePt t="12498" x="8699500" y="6337300"/>
          <p14:tracePt t="12515" x="8858250" y="6337300"/>
          <p14:tracePt t="12532" x="9029700" y="6337300"/>
          <p14:tracePt t="12548" x="9194800" y="6330950"/>
          <p14:tracePt t="12564" x="9302750" y="6318250"/>
          <p14:tracePt t="12581" x="9493250" y="6299200"/>
          <p14:tracePt t="12598" x="9696450" y="6292850"/>
          <p14:tracePt t="12614" x="9804400" y="6286500"/>
          <p14:tracePt t="12631" x="10001250" y="6286500"/>
          <p14:tracePt t="12648" x="10109200" y="6280150"/>
          <p14:tracePt t="12665" x="10306050" y="6280150"/>
          <p14:tracePt t="12667" x="10369550" y="6273800"/>
          <p14:tracePt t="12681" x="10426700" y="6273800"/>
          <p14:tracePt t="12699" x="10693400" y="6254750"/>
          <p14:tracePt t="12715" x="10814050" y="6235700"/>
          <p14:tracePt t="12731" x="10934700" y="6210300"/>
          <p14:tracePt t="12749" x="11137900" y="6159500"/>
          <p14:tracePt t="12765" x="11233150" y="6115050"/>
          <p14:tracePt t="12781" x="11315700" y="6076950"/>
          <p14:tracePt t="12798" x="11430000" y="6032500"/>
          <p14:tracePt t="12814" x="11499850" y="6000750"/>
          <p14:tracePt t="12831" x="11614150" y="5949950"/>
          <p14:tracePt t="12848" x="11690350" y="5924550"/>
          <p14:tracePt t="12865" x="11817350" y="5867400"/>
          <p14:tracePt t="12881" x="11899900" y="5829300"/>
          <p14:tracePt t="12898" x="12007850" y="5772150"/>
          <p14:tracePt t="12901" x="12039600" y="5753100"/>
          <p14:tracePt t="12915" x="12058650" y="5734050"/>
          <p14:tracePt t="12931" x="12115800" y="5689600"/>
          <p14:tracePt t="12933" x="12134850" y="5670550"/>
          <p14:tracePt t="13185" x="12179300" y="2362200"/>
          <p14:tracePt t="13191" x="12160250" y="2336800"/>
          <p14:tracePt t="13200" x="12109450" y="2279650"/>
          <p14:tracePt t="13215" x="12033250" y="2184400"/>
          <p14:tracePt t="13231" x="11944350" y="2076450"/>
          <p14:tracePt t="13249" x="11849100" y="1962150"/>
          <p14:tracePt t="13265" x="11772900" y="1866900"/>
          <p14:tracePt t="13281" x="11690350" y="1765300"/>
          <p14:tracePt t="13298" x="11620500" y="1689100"/>
          <p14:tracePt t="13314" x="11557000" y="1631950"/>
          <p14:tracePt t="13331" x="11518900" y="1612900"/>
          <p14:tracePt t="13348" x="11493500" y="1600200"/>
          <p14:tracePt t="13364" x="11449050" y="1600200"/>
          <p14:tracePt t="13381" x="11404600" y="1600200"/>
          <p14:tracePt t="13398" x="11341100" y="1606550"/>
          <p14:tracePt t="13400" x="11303000" y="1612900"/>
          <p14:tracePt t="13415" x="11252200" y="1619250"/>
          <p14:tracePt t="13431" x="11156950" y="1625600"/>
          <p14:tracePt t="13433" x="11125200" y="1631950"/>
          <p14:tracePt t="13449" x="11017250" y="1638300"/>
          <p14:tracePt t="13465" x="10877550" y="1651000"/>
          <p14:tracePt t="13481" x="10731500" y="1670050"/>
          <p14:tracePt t="13498" x="10591800" y="1695450"/>
          <p14:tracePt t="13515" x="10458450" y="1714500"/>
          <p14:tracePt t="13532" x="10337800" y="1733550"/>
          <p14:tracePt t="13548" x="10274300" y="1746250"/>
          <p14:tracePt t="13564" x="10140950" y="1758950"/>
          <p14:tracePt t="13581" x="9963150" y="1765300"/>
          <p14:tracePt t="13598" x="9861550" y="1771650"/>
          <p14:tracePt t="13601" x="9804400" y="1771650"/>
          <p14:tracePt t="13614" x="9645650" y="1778000"/>
          <p14:tracePt t="13631" x="9518650" y="1790700"/>
          <p14:tracePt t="13648" x="9271000" y="1816100"/>
          <p14:tracePt t="13664" x="9124950" y="1835150"/>
          <p14:tracePt t="13668" x="8928100" y="1873250"/>
          <p14:tracePt t="13681" x="8858250" y="1885950"/>
          <p14:tracePt t="13699" x="8534400" y="1968500"/>
          <p14:tracePt t="13715" x="8369300" y="2025650"/>
          <p14:tracePt t="13732" x="8274050" y="2057400"/>
          <p14:tracePt t="13749" x="8102600" y="2139950"/>
          <p14:tracePt t="13765" x="7905750" y="2228850"/>
          <p14:tracePt t="13782" x="7797800" y="2273300"/>
          <p14:tracePt t="13798" x="7594600" y="2349500"/>
          <p14:tracePt t="13815" x="7404100" y="2406650"/>
          <p14:tracePt t="13819" x="7353300" y="2425700"/>
          <p14:tracePt t="13831" x="7308850" y="2438400"/>
          <p14:tracePt t="13848" x="7156450" y="2495550"/>
          <p14:tracePt t="13851" x="7112000" y="2520950"/>
          <p14:tracePt t="13864" x="7054850" y="2546350"/>
          <p14:tracePt t="13881" x="6940550" y="2603500"/>
          <p14:tracePt t="13898" x="6699250" y="2711450"/>
          <p14:tracePt t="13915" x="6565900" y="2781300"/>
          <p14:tracePt t="13917" x="6407150" y="2895600"/>
          <p14:tracePt t="13931" x="6350000" y="2946400"/>
          <p14:tracePt t="13949" x="6197600" y="3117850"/>
          <p14:tracePt t="13965" x="6121400" y="3244850"/>
          <p14:tracePt t="13981" x="6096000" y="3333750"/>
          <p14:tracePt t="13998" x="6089650" y="3390900"/>
          <p14:tracePt t="14014" x="6076950" y="3473450"/>
          <p14:tracePt t="14031" x="6076950" y="3549650"/>
          <p14:tracePt t="14048" x="6076950" y="3606800"/>
          <p14:tracePt t="14064" x="6076950" y="3708400"/>
          <p14:tracePt t="14081" x="6076950" y="3816350"/>
          <p14:tracePt t="14098" x="6076950" y="3892550"/>
          <p14:tracePt t="14115" x="6083300" y="4013200"/>
          <p14:tracePt t="14131" x="6089650" y="4083050"/>
          <p14:tracePt t="14149" x="6108700" y="4152900"/>
          <p14:tracePt t="14164" x="6108700" y="4159250"/>
          <p14:tracePt t="14181" x="6108700" y="4165600"/>
          <p14:tracePt t="14281" x="0" y="0"/>
        </p14:tracePtLst>
        <p14:tracePtLst>
          <p14:tracePt t="28442" x="7499350" y="3035300"/>
          <p14:tracePt t="28450" x="7480300" y="3016250"/>
          <p14:tracePt t="28456" x="7448550" y="3003550"/>
          <p14:tracePt t="28468" x="7442200" y="2997200"/>
          <p14:tracePt t="28482" x="7397750" y="2978150"/>
          <p14:tracePt t="28501" x="7378700" y="2965450"/>
          <p14:tracePt t="28515" x="7353300" y="2946400"/>
          <p14:tracePt t="28532" x="7334250" y="2946400"/>
          <p14:tracePt t="28548" x="7308850" y="2940050"/>
          <p14:tracePt t="28566" x="7283450" y="2933700"/>
          <p14:tracePt t="28570" x="7270750" y="2933700"/>
          <p14:tracePt t="28581" x="7226300" y="2933700"/>
          <p14:tracePt t="28598" x="7175500" y="2933700"/>
          <p14:tracePt t="28601" x="7099300" y="2933700"/>
          <p14:tracePt t="28615" x="7016750" y="2940050"/>
          <p14:tracePt t="28632" x="6870700" y="2940050"/>
          <p14:tracePt t="28634" x="6807200" y="2952750"/>
          <p14:tracePt t="28648" x="6731000" y="2952750"/>
          <p14:tracePt t="28665" x="6591300" y="2978150"/>
          <p14:tracePt t="28681" x="6515100" y="3003550"/>
          <p14:tracePt t="28699" x="6470650" y="3028950"/>
          <p14:tracePt t="28716" x="6438900" y="3060700"/>
          <p14:tracePt t="28732" x="6407150" y="3098800"/>
          <p14:tracePt t="28748" x="6350000" y="3155950"/>
          <p14:tracePt t="28765" x="6248400" y="3257550"/>
          <p14:tracePt t="28781" x="6153150" y="3352800"/>
          <p14:tracePt t="28798" x="6089650" y="3429000"/>
          <p14:tracePt t="28815" x="5988050" y="3549650"/>
          <p14:tracePt t="28831" x="5899150" y="3695700"/>
          <p14:tracePt t="28848" x="5861050" y="3810000"/>
          <p14:tracePt t="28865" x="5842000" y="3898900"/>
          <p14:tracePt t="28867" x="5842000" y="3937000"/>
          <p14:tracePt t="28881" x="5842000" y="3968750"/>
          <p14:tracePt t="28899" x="5861050" y="4057650"/>
          <p14:tracePt t="28915" x="5886450" y="4114800"/>
          <p14:tracePt t="28931" x="5937250" y="4191000"/>
          <p14:tracePt t="28949" x="5988050" y="4260850"/>
          <p14:tracePt t="28965" x="6045200" y="4337050"/>
          <p14:tracePt t="28981" x="6108700" y="4406900"/>
          <p14:tracePt t="28998" x="6172200" y="4464050"/>
          <p14:tracePt t="29015" x="6229350" y="4514850"/>
          <p14:tracePt t="29032" x="6286500" y="4559300"/>
          <p14:tracePt t="29048" x="6337300" y="4610100"/>
          <p14:tracePt t="29065" x="6407150" y="4667250"/>
          <p14:tracePt t="29082" x="6457950" y="4699000"/>
          <p14:tracePt t="29099" x="6578600" y="4762500"/>
          <p14:tracePt t="29102" x="6623050" y="4787900"/>
          <p14:tracePt t="29115" x="6724650" y="4826000"/>
          <p14:tracePt t="29132" x="6889750" y="4870450"/>
          <p14:tracePt t="29133" x="7010400" y="4883150"/>
          <p14:tracePt t="29148" x="7181850" y="4889500"/>
          <p14:tracePt t="29168" x="7334250" y="4889500"/>
          <p14:tracePt t="29181" x="7435850" y="4883150"/>
          <p14:tracePt t="29199" x="7493000" y="4870450"/>
          <p14:tracePt t="29215" x="7543800" y="4838700"/>
          <p14:tracePt t="29232" x="7575550" y="4819650"/>
          <p14:tracePt t="29249" x="7600950" y="4806950"/>
          <p14:tracePt t="29265" x="7645400" y="4762500"/>
          <p14:tracePt t="29282" x="7689850" y="4718050"/>
          <p14:tracePt t="29298" x="7753350" y="4648200"/>
          <p14:tracePt t="29315" x="7823200" y="4584700"/>
          <p14:tracePt t="29332" x="7905750" y="4495800"/>
          <p14:tracePt t="29348" x="7994650" y="4381500"/>
          <p14:tracePt t="29365" x="8083550" y="4248150"/>
          <p14:tracePt t="29368" x="8102600" y="4203700"/>
          <p14:tracePt t="29382" x="8128000" y="4165600"/>
          <p14:tracePt t="29399" x="8191500" y="3924300"/>
          <p14:tracePt t="29415" x="8191500" y="3835400"/>
          <p14:tracePt t="29432" x="8191500" y="3765550"/>
          <p14:tracePt t="29449" x="8140700" y="3651250"/>
          <p14:tracePt t="29467" x="8102600" y="3575050"/>
          <p14:tracePt t="29471" x="8070850" y="3524250"/>
          <p14:tracePt t="29482" x="8058150" y="3511550"/>
          <p14:tracePt t="29498" x="8013700" y="3435350"/>
          <p14:tracePt t="29515" x="7988300" y="3397250"/>
          <p14:tracePt t="29532" x="7956550" y="3352800"/>
          <p14:tracePt t="29548" x="7937500" y="3333750"/>
          <p14:tracePt t="29565" x="7924800" y="3314700"/>
          <p14:tracePt t="29581" x="7918450" y="3302000"/>
          <p14:tracePt t="29598" x="7912100" y="3295650"/>
          <p14:tracePt t="29615" x="7912100" y="3289300"/>
          <p14:tracePt t="29633" x="0" y="0"/>
        </p14:tracePtLst>
        <p14:tracePtLst>
          <p14:tracePt t="30546" x="10401300" y="3968750"/>
          <p14:tracePt t="30565" x="10331450" y="3930650"/>
          <p14:tracePt t="30582" x="10299700" y="3911600"/>
          <p14:tracePt t="30584" x="10287000" y="3905250"/>
          <p14:tracePt t="30598" x="10248900" y="3886200"/>
          <p14:tracePt t="30615" x="10223500" y="3873500"/>
          <p14:tracePt t="30617" x="10210800" y="3867150"/>
          <p14:tracePt t="30632" x="10191750" y="3867150"/>
          <p14:tracePt t="30649" x="10134600" y="3860800"/>
          <p14:tracePt t="30665" x="10109200" y="3854450"/>
          <p14:tracePt t="30682" x="10077450" y="3854450"/>
          <p14:tracePt t="30698" x="10052050" y="3854450"/>
          <p14:tracePt t="30715" x="9994900" y="3854450"/>
          <p14:tracePt t="30732" x="9950450" y="3854450"/>
          <p14:tracePt t="30749" x="9899650" y="3854450"/>
          <p14:tracePt t="30765" x="9829800" y="3854450"/>
          <p14:tracePt t="30782" x="9747250" y="3860800"/>
          <p14:tracePt t="30798" x="9671050" y="3873500"/>
          <p14:tracePt t="30815" x="9588500" y="3898900"/>
          <p14:tracePt t="30817" x="9544050" y="3911600"/>
          <p14:tracePt t="30832" x="9480550" y="3930650"/>
          <p14:tracePt t="30848" x="9442450" y="3949700"/>
          <p14:tracePt t="30851" x="9423400" y="3956050"/>
          <p14:tracePt t="30865" x="9398000" y="3968750"/>
          <p14:tracePt t="30881" x="9372600" y="3987800"/>
          <p14:tracePt t="30884" x="9359900" y="3994150"/>
          <p14:tracePt t="30898" x="9340850" y="4013200"/>
          <p14:tracePt t="30915" x="9315450" y="4032250"/>
          <p14:tracePt t="30931" x="9290050" y="4064000"/>
          <p14:tracePt t="30948" x="9258300" y="4095750"/>
          <p14:tracePt t="30965" x="9188450" y="4178300"/>
          <p14:tracePt t="30982" x="9118600" y="4267200"/>
          <p14:tracePt t="30998" x="9061450" y="4356100"/>
          <p14:tracePt t="31015" x="8991600" y="4483100"/>
          <p14:tracePt t="31032" x="8972550" y="4552950"/>
          <p14:tracePt t="31048" x="8966200" y="4584700"/>
          <p14:tracePt t="31052" x="8966200" y="4603750"/>
          <p14:tracePt t="31065" x="8972550" y="4622800"/>
          <p14:tracePt t="31082" x="8991600" y="4673600"/>
          <p14:tracePt t="31083" x="9017000" y="4711700"/>
          <p14:tracePt t="31098" x="9042400" y="4743450"/>
          <p14:tracePt t="31115" x="9156700" y="4876800"/>
          <p14:tracePt t="31131" x="9188450" y="4908550"/>
          <p14:tracePt t="31148" x="9321800" y="5010150"/>
          <p14:tracePt t="31165" x="9385300" y="5041900"/>
          <p14:tracePt t="31182" x="9429750" y="5054600"/>
          <p14:tracePt t="31200" x="9480550" y="5067300"/>
          <p14:tracePt t="31215" x="9537700" y="5073650"/>
          <p14:tracePt t="31232" x="9601200" y="5086350"/>
          <p14:tracePt t="31248" x="9690100" y="5092700"/>
          <p14:tracePt t="31265" x="9798050" y="5092700"/>
          <p14:tracePt t="31282" x="9925050" y="5092700"/>
          <p14:tracePt t="31298" x="10020300" y="5092700"/>
          <p14:tracePt t="31315" x="10153650" y="5092700"/>
          <p14:tracePt t="31317" x="10185400" y="5092700"/>
          <p14:tracePt t="31331" x="10255250" y="5092700"/>
          <p14:tracePt t="31348" x="10426700" y="5092700"/>
          <p14:tracePt t="31365" x="10528300" y="5080000"/>
          <p14:tracePt t="31382" x="10610850" y="5067300"/>
          <p14:tracePt t="31398" x="10680700" y="5041900"/>
          <p14:tracePt t="31415" x="10750550" y="5010150"/>
          <p14:tracePt t="31432" x="10820400" y="4965700"/>
          <p14:tracePt t="31448" x="10883900" y="4914900"/>
          <p14:tracePt t="31465" x="10947400" y="4845050"/>
          <p14:tracePt t="31482" x="10985500" y="4806950"/>
          <p14:tracePt t="31498" x="11029950" y="4756150"/>
          <p14:tracePt t="31515" x="11074400" y="4711700"/>
          <p14:tracePt t="31532" x="11093450" y="4679950"/>
          <p14:tracePt t="31548" x="11118850" y="4635500"/>
          <p14:tracePt t="31551" x="11125200" y="4616450"/>
          <p14:tracePt t="31565" x="11131550" y="4603750"/>
          <p14:tracePt t="31581" x="11144250" y="4546600"/>
          <p14:tracePt t="31583" x="11144250" y="4527550"/>
          <p14:tracePt t="31599" x="11144250" y="4464050"/>
          <p14:tracePt t="31615" x="11131550" y="4387850"/>
          <p14:tracePt t="31631" x="11093450" y="4305300"/>
          <p14:tracePt t="31648" x="11049000" y="4229100"/>
          <p14:tracePt t="31665" x="11004550" y="4171950"/>
          <p14:tracePt t="31682" x="10941050" y="4083050"/>
          <p14:tracePt t="31698" x="10883900" y="4019550"/>
          <p14:tracePt t="31715" x="10820400" y="3968750"/>
          <p14:tracePt t="31732" x="10744200" y="3911600"/>
          <p14:tracePt t="31748" x="10655300" y="3854450"/>
          <p14:tracePt t="31765" x="10560050" y="3810000"/>
          <p14:tracePt t="31782" x="10433050" y="3759200"/>
          <p14:tracePt t="31798" x="10331450" y="3727450"/>
          <p14:tracePt t="31815" x="10217150" y="3702050"/>
          <p14:tracePt t="31818" x="10147300" y="3689350"/>
          <p14:tracePt t="31832" x="10090150" y="3683000"/>
          <p14:tracePt t="31848" x="10007600" y="3670300"/>
          <p14:tracePt t="31850" x="9994900" y="3670300"/>
          <p14:tracePt t="31867" x="9937750" y="3670300"/>
          <p14:tracePt t="31882" x="9874250" y="3670300"/>
          <p14:tracePt t="31900" x="9804400" y="3670300"/>
          <p14:tracePt t="31915" x="9728200" y="3683000"/>
          <p14:tracePt t="31932" x="9658350" y="3695700"/>
          <p14:tracePt t="31949" x="9588500" y="3714750"/>
          <p14:tracePt t="31965" x="9531350" y="3746500"/>
          <p14:tracePt t="31982" x="9499600" y="3765550"/>
          <p14:tracePt t="31998" x="9423400" y="3816350"/>
          <p14:tracePt t="32015" x="9385300" y="3841750"/>
          <p14:tracePt t="32032" x="9321800" y="3892550"/>
          <p14:tracePt t="32035" x="9302750" y="3911600"/>
          <p14:tracePt t="32048" x="9283700" y="3924300"/>
          <p14:tracePt t="32065" x="9226550" y="3968750"/>
          <p14:tracePt t="32067" x="9213850" y="3981450"/>
          <p14:tracePt t="32082" x="9201150" y="3994150"/>
          <p14:tracePt t="32099" x="9163050" y="4038600"/>
          <p14:tracePt t="32115" x="9150350" y="4057650"/>
          <p14:tracePt t="32132" x="9137650" y="4108450"/>
          <p14:tracePt t="32148" x="9131300" y="4146550"/>
          <p14:tracePt t="32165" x="9124950" y="4191000"/>
          <p14:tracePt t="32182" x="9131300" y="4254500"/>
          <p14:tracePt t="32198" x="9137650" y="4279900"/>
          <p14:tracePt t="32215" x="9163050" y="4318000"/>
          <p14:tracePt t="32232" x="9182100" y="4343400"/>
          <p14:tracePt t="32248" x="9188450" y="4362450"/>
          <p14:tracePt t="32265" x="9213850" y="4394200"/>
          <p14:tracePt t="32282" x="9239250" y="4413250"/>
          <p14:tracePt t="32298" x="9251950" y="4432300"/>
          <p14:tracePt t="32315" x="9271000" y="4445000"/>
          <p14:tracePt t="32332" x="9315450" y="4470400"/>
          <p14:tracePt t="32334" x="9328150" y="4476750"/>
          <p14:tracePt t="32349" x="9359900" y="4495800"/>
          <p14:tracePt t="32365" x="9423400" y="4527550"/>
          <p14:tracePt t="32382" x="9467850" y="4546600"/>
          <p14:tracePt t="32398" x="9512300" y="4565650"/>
          <p14:tracePt t="32415" x="9588500" y="4584700"/>
          <p14:tracePt t="32432" x="9613900" y="4597400"/>
          <p14:tracePt t="32449" x="9632950" y="4603750"/>
          <p14:tracePt t="32466" x="9645650" y="4603750"/>
          <p14:tracePt t="32482" x="9658350" y="4603750"/>
          <p14:tracePt t="32499" x="9677400" y="4603750"/>
          <p14:tracePt t="32515" x="9696450" y="4603750"/>
          <p14:tracePt t="32532" x="9728200" y="4610100"/>
          <p14:tracePt t="32548" x="9759950" y="4622800"/>
          <p14:tracePt t="32566" x="9785350" y="4622800"/>
          <p14:tracePt t="32568" x="9791700" y="4622800"/>
          <p14:tracePt t="32581" x="9804400" y="4622800"/>
          <p14:tracePt t="32598" x="9810750" y="4622800"/>
          <p14:tracePt t="32769" x="0" y="0"/>
        </p14:tracePtLst>
        <p14:tracePtLst>
          <p14:tracePt t="39941" x="10039350" y="3778250"/>
          <p14:tracePt t="39947" x="10033000" y="3771900"/>
          <p14:tracePt t="39954" x="10026650" y="3771900"/>
          <p14:tracePt t="39972" x="10020300" y="3771900"/>
          <p14:tracePt t="39986" x="10013950" y="3771900"/>
          <p14:tracePt t="39998" x="10007600" y="3765550"/>
          <p14:tracePt t="40015" x="9988550" y="3759200"/>
          <p14:tracePt t="40032" x="9956800" y="3746500"/>
          <p14:tracePt t="40034" x="9944100" y="3746500"/>
          <p14:tracePt t="40050" x="9880600" y="3740150"/>
          <p14:tracePt t="40065" x="9829800" y="3740150"/>
          <p14:tracePt t="40083" x="9721850" y="3746500"/>
          <p14:tracePt t="40099" x="9671050" y="3752850"/>
          <p14:tracePt t="40117" x="9620250" y="3765550"/>
          <p14:tracePt t="40132" x="9601200" y="3771900"/>
          <p14:tracePt t="40150" x="9594850" y="3778250"/>
          <p14:tracePt t="40165" x="9588500" y="3784600"/>
          <p14:tracePt t="40183" x="9575800" y="3784600"/>
          <p14:tracePt t="40199" x="9569450" y="3790950"/>
          <p14:tracePt t="40215" x="9556750" y="3803650"/>
          <p14:tracePt t="40232" x="9531350" y="3822700"/>
          <p14:tracePt t="40249" x="9493250" y="3854450"/>
          <p14:tracePt t="40265" x="9442450" y="3898900"/>
          <p14:tracePt t="40283" x="9347200" y="3975100"/>
          <p14:tracePt t="40299" x="9334500" y="3981450"/>
          <p14:tracePt t="40316" x="9264650" y="4051300"/>
          <p14:tracePt t="40332" x="9245600" y="4070350"/>
          <p14:tracePt t="40348" x="9226550" y="4089400"/>
          <p14:tracePt t="40365" x="9220200" y="4102100"/>
          <p14:tracePt t="40382" x="9220200" y="4108450"/>
          <p14:tracePt t="40406" x="9213850" y="4108450"/>
          <p14:tracePt t="40415" x="9213850" y="4121150"/>
          <p14:tracePt t="40432" x="9201150" y="4127500"/>
          <p14:tracePt t="40449" x="9188450" y="4140200"/>
          <p14:tracePt t="40465" x="9163050" y="4152900"/>
          <p14:tracePt t="40482" x="9137650" y="4171950"/>
          <p14:tracePt t="40485" x="9124950" y="4184650"/>
          <p14:tracePt t="40499" x="9112250" y="4191000"/>
          <p14:tracePt t="40515" x="9099550" y="4197350"/>
          <p14:tracePt t="40518" x="9099550" y="4203700"/>
          <p14:tracePt t="40532" x="9093200" y="4203700"/>
          <p14:tracePt t="40548" x="9086850" y="4210050"/>
          <p14:tracePt t="40565" x="9086850" y="4216400"/>
          <p14:tracePt t="40582" x="9074150" y="4222750"/>
          <p14:tracePt t="40598" x="9067800" y="4229100"/>
          <p14:tracePt t="40615" x="9055100" y="4241800"/>
          <p14:tracePt t="40632" x="9042400" y="4254500"/>
          <p14:tracePt t="40648" x="9036050" y="4260850"/>
          <p14:tracePt t="40665" x="9023350" y="4273550"/>
          <p14:tracePt t="40682" x="9017000" y="4279900"/>
          <p14:tracePt t="40699" x="9017000" y="4286250"/>
          <p14:tracePt t="40715" x="9017000" y="4298950"/>
          <p14:tracePt t="40732" x="9017000" y="4305300"/>
          <p14:tracePt t="40748" x="9017000" y="4318000"/>
          <p14:tracePt t="40751" x="9017000" y="4330700"/>
          <p14:tracePt t="40765" x="9017000" y="4337050"/>
          <p14:tracePt t="40782" x="9017000" y="4362450"/>
          <p14:tracePt t="40783" x="9017000" y="4368800"/>
          <p14:tracePt t="40799" x="9023350" y="4368800"/>
          <p14:tracePt t="40816" x="9036050" y="4394200"/>
          <p14:tracePt t="40832" x="9048750" y="4406900"/>
          <p14:tracePt t="40848" x="9067800" y="4419600"/>
          <p14:tracePt t="40865" x="9093200" y="4419600"/>
          <p14:tracePt t="40882" x="9144000" y="4432300"/>
          <p14:tracePt t="40898" x="9201150" y="4432300"/>
          <p14:tracePt t="40915" x="9290050" y="4432300"/>
          <p14:tracePt t="40933" x="9353550" y="4432300"/>
          <p14:tracePt t="40949" x="9410700" y="4432300"/>
          <p14:tracePt t="40952" x="9436100" y="4432300"/>
          <p14:tracePt t="40967" x="9455150" y="4438650"/>
          <p14:tracePt t="40982" x="9486900" y="4445000"/>
          <p14:tracePt t="40985" x="9493250" y="4445000"/>
          <p14:tracePt t="40998" x="9525000" y="4451350"/>
          <p14:tracePt t="41015" x="9563100" y="4457700"/>
          <p14:tracePt t="41018" x="9569450" y="4457700"/>
          <p14:tracePt t="41032" x="9582150" y="4457700"/>
          <p14:tracePt t="41049" x="9626600" y="4457700"/>
          <p14:tracePt t="41051" x="9652000" y="4457700"/>
          <p14:tracePt t="41065" x="9671050" y="4457700"/>
          <p14:tracePt t="41082" x="9696450" y="4457700"/>
          <p14:tracePt t="41098" x="9709150" y="4457700"/>
          <p14:tracePt t="41115" x="9721850" y="4457700"/>
          <p14:tracePt t="41132" x="9721850" y="4445000"/>
          <p14:tracePt t="41148" x="9734550" y="4438650"/>
          <p14:tracePt t="41165" x="9740900" y="4425950"/>
          <p14:tracePt t="41182" x="9753600" y="4381500"/>
          <p14:tracePt t="41185" x="9753600" y="4368800"/>
          <p14:tracePt t="41199" x="9753600" y="4356100"/>
          <p14:tracePt t="41215" x="9753600" y="4324350"/>
          <p14:tracePt t="41232" x="9734550" y="4292600"/>
          <p14:tracePt t="41249" x="9721850" y="4273550"/>
          <p14:tracePt t="41251" x="9709150" y="4267200"/>
          <p14:tracePt t="41265" x="9702800" y="4267200"/>
          <p14:tracePt t="41268" x="9690100" y="4254500"/>
          <p14:tracePt t="41282" x="9671050" y="4241800"/>
          <p14:tracePt t="41299" x="9632950" y="4229100"/>
          <p14:tracePt t="41316" x="9594850" y="4222750"/>
          <p14:tracePt t="41332" x="9525000" y="4197350"/>
          <p14:tracePt t="41349" x="9480550" y="4184650"/>
          <p14:tracePt t="41365" x="9448800" y="4178300"/>
          <p14:tracePt t="41382" x="9410700" y="4171950"/>
          <p14:tracePt t="41399" x="9359900" y="4159250"/>
          <p14:tracePt t="41415" x="9277350" y="4159250"/>
          <p14:tracePt t="41432" x="9175750" y="4159250"/>
          <p14:tracePt t="41449" x="9118600" y="4165600"/>
          <p14:tracePt t="41453" x="9086850" y="4171950"/>
          <p14:tracePt t="41467" x="9017000" y="4184650"/>
          <p14:tracePt t="41483" x="8959850" y="4210050"/>
          <p14:tracePt t="41499" x="8953500" y="4210050"/>
          <p14:tracePt t="41533" x="8953500" y="4216400"/>
          <p14:tracePt t="41548" x="8953500" y="4229100"/>
          <p14:tracePt t="41566" x="8947150" y="4254500"/>
          <p14:tracePt t="41582" x="8947150" y="4273550"/>
          <p14:tracePt t="41598" x="8940800" y="4305300"/>
          <p14:tracePt t="41615" x="8940800" y="4318000"/>
          <p14:tracePt t="41632" x="8940800" y="4330700"/>
          <p14:tracePt t="41670" x="8940800" y="4337050"/>
          <p14:tracePt t="41686" x="8947150" y="4343400"/>
          <p14:tracePt t="41702" x="8953500" y="4349750"/>
          <p14:tracePt t="41715" x="8959850" y="4349750"/>
          <p14:tracePt t="41734" x="9017000" y="4368800"/>
          <p14:tracePt t="41749" x="9080500" y="4381500"/>
          <p14:tracePt t="41768" x="9156700" y="4387850"/>
          <p14:tracePt t="41782" x="9182100" y="4387850"/>
          <p14:tracePt t="41800" x="9251950" y="4387850"/>
          <p14:tracePt t="41815" x="9277350" y="4381500"/>
          <p14:tracePt t="41833" x="9309100" y="4362450"/>
          <p14:tracePt t="41848" x="9309100" y="4356100"/>
          <p14:tracePt t="41865" x="9340850" y="4318000"/>
          <p14:tracePt t="41866" x="0" y="0"/>
        </p14:tracePtLst>
        <p14:tracePtLst>
          <p14:tracePt t="50678" x="10331450" y="2755900"/>
          <p14:tracePt t="50683" x="10325100" y="2755900"/>
          <p14:tracePt t="50757" x="10318750" y="2755900"/>
          <p14:tracePt t="50773" x="10312400" y="2755900"/>
          <p14:tracePt t="50789" x="10299700" y="2755900"/>
          <p14:tracePt t="50805" x="10280650" y="2755900"/>
          <p14:tracePt t="50812" x="10274300" y="2749550"/>
          <p14:tracePt t="50820" x="10248900" y="2736850"/>
          <p14:tracePt t="50832" x="10229850" y="2736850"/>
          <p14:tracePt t="50849" x="10191750" y="2724150"/>
          <p14:tracePt t="50853" x="10160000" y="2711450"/>
          <p14:tracePt t="50866" x="10147300" y="2705100"/>
          <p14:tracePt t="50882" x="10102850" y="2705100"/>
          <p14:tracePt t="50884" x="10096500" y="2705100"/>
          <p14:tracePt t="50899" x="10071100" y="2705100"/>
          <p14:tracePt t="50916" x="10045700" y="2705100"/>
          <p14:tracePt t="50932" x="10026650" y="2705100"/>
          <p14:tracePt t="50949" x="10020300" y="2705100"/>
          <p14:tracePt t="50966" x="10013950" y="2711450"/>
          <p14:tracePt t="50982" x="10007600" y="2711450"/>
          <p14:tracePt t="50999" x="10001250" y="2711450"/>
          <p14:tracePt t="51015" x="9988550" y="2711450"/>
          <p14:tracePt t="51032" x="9969500" y="2717800"/>
          <p14:tracePt t="51049" x="9931400" y="2724150"/>
          <p14:tracePt t="51065" x="9893300" y="2743200"/>
          <p14:tracePt t="51082" x="9848850" y="2749550"/>
          <p14:tracePt t="51099" x="9798050" y="2762250"/>
          <p14:tracePt t="51115" x="9779000" y="2762250"/>
          <p14:tracePt t="51132" x="9766300" y="2768600"/>
          <p14:tracePt t="51149" x="9753600" y="2774950"/>
          <p14:tracePt t="51151" x="9747250" y="2774950"/>
          <p14:tracePt t="51168" x="9728200" y="2781300"/>
          <p14:tracePt t="51182" x="9702800" y="2787650"/>
          <p14:tracePt t="51199" x="9658350" y="2806700"/>
          <p14:tracePt t="51216" x="9613900" y="2825750"/>
          <p14:tracePt t="51232" x="9575800" y="2838450"/>
          <p14:tracePt t="51249" x="9525000" y="2870200"/>
          <p14:tracePt t="51265" x="9486900" y="2895600"/>
          <p14:tracePt t="51282" x="9461500" y="2914650"/>
          <p14:tracePt t="51299" x="9429750" y="2933700"/>
          <p14:tracePt t="51316" x="9410700" y="2952750"/>
          <p14:tracePt t="51332" x="9372600" y="2990850"/>
          <p14:tracePt t="51349" x="9347200" y="3009900"/>
          <p14:tracePt t="51352" x="9334500" y="3028950"/>
          <p14:tracePt t="51365" x="9283700" y="3073400"/>
          <p14:tracePt t="51382" x="9232900" y="3124200"/>
          <p14:tracePt t="51385" x="9213850" y="3143250"/>
          <p14:tracePt t="51399" x="9194800" y="3162300"/>
          <p14:tracePt t="51416" x="9144000" y="3225800"/>
          <p14:tracePt t="51432" x="9124950" y="3251200"/>
          <p14:tracePt t="51449" x="9105900" y="3276600"/>
          <p14:tracePt t="51467" x="9093200" y="3302000"/>
          <p14:tracePt t="51483" x="9086850" y="3327400"/>
          <p14:tracePt t="51499" x="9080500" y="3340100"/>
          <p14:tracePt t="51563" x="9080500" y="3346450"/>
          <p14:tracePt t="51578" x="9080500" y="3352800"/>
          <p14:tracePt t="51594" x="9080500" y="3365500"/>
          <p14:tracePt t="51603" x="9074150" y="3365500"/>
          <p14:tracePt t="51615" x="9074150" y="3371850"/>
          <p14:tracePt t="51632" x="9067800" y="3384550"/>
          <p14:tracePt t="51649" x="9061450" y="3390900"/>
          <p14:tracePt t="51667" x="9055100" y="3397250"/>
          <p14:tracePt t="51684" x="9055100" y="3403600"/>
          <p14:tracePt t="51699" x="9055100" y="3409950"/>
          <p14:tracePt t="51715" x="9048750" y="3409950"/>
          <p14:tracePt t="51732" x="9048750" y="3416300"/>
          <p14:tracePt t="51749" x="9048750" y="3422650"/>
          <p14:tracePt t="51765" x="9048750" y="3435350"/>
          <p14:tracePt t="51782" x="9048750" y="3460750"/>
          <p14:tracePt t="51799" x="9048750" y="3467100"/>
          <p14:tracePt t="51802" x="9048750" y="3473450"/>
          <p14:tracePt t="51815" x="9048750" y="3479800"/>
          <p14:tracePt t="51832" x="9061450" y="3486150"/>
          <p14:tracePt t="51849" x="9067800" y="3498850"/>
          <p14:tracePt t="51865" x="9067800" y="3505200"/>
          <p14:tracePt t="51868" x="9074150" y="3511550"/>
          <p14:tracePt t="51882" x="9080500" y="3511550"/>
          <p14:tracePt t="51899" x="9099550" y="3536950"/>
          <p14:tracePt t="51915" x="9112250" y="3549650"/>
          <p14:tracePt t="51932" x="9131300" y="3562350"/>
          <p14:tracePt t="51949" x="9144000" y="3575050"/>
          <p14:tracePt t="51966" x="9163050" y="3581400"/>
          <p14:tracePt t="51982" x="9175750" y="3587750"/>
          <p14:tracePt t="51999" x="9188450" y="3594100"/>
          <p14:tracePt t="52015" x="9194800" y="3600450"/>
          <p14:tracePt t="52032" x="9207500" y="3606800"/>
          <p14:tracePt t="52049" x="9220200" y="3606800"/>
          <p14:tracePt t="52065" x="9226550" y="3606800"/>
          <p14:tracePt t="52082" x="9245600" y="3606800"/>
          <p14:tracePt t="52099" x="9258300" y="3606800"/>
          <p14:tracePt t="52116" x="9277350" y="3606800"/>
          <p14:tracePt t="52132" x="9290050" y="3606800"/>
          <p14:tracePt t="52135" x="9302750" y="3606800"/>
          <p14:tracePt t="52149" x="9315450" y="3606800"/>
          <p14:tracePt t="52166" x="9340850" y="3606800"/>
          <p14:tracePt t="52182" x="9366250" y="3606800"/>
          <p14:tracePt t="52199" x="9398000" y="3600450"/>
          <p14:tracePt t="52216" x="9429750" y="3594100"/>
          <p14:tracePt t="52233" x="9455150" y="3581400"/>
          <p14:tracePt t="52249" x="9480550" y="3575050"/>
          <p14:tracePt t="52265" x="9493250" y="3568700"/>
          <p14:tracePt t="52283" x="9505950" y="3568700"/>
          <p14:tracePt t="52299" x="9525000" y="3556000"/>
          <p14:tracePt t="52302" x="9525000" y="3549650"/>
          <p14:tracePt t="52316" x="9531350" y="3549650"/>
          <p14:tracePt t="52332" x="9544050" y="3543300"/>
          <p14:tracePt t="52349" x="9563100" y="3536950"/>
          <p14:tracePt t="52365" x="9575800" y="3530600"/>
          <p14:tracePt t="52368" x="9582150" y="3524250"/>
          <p14:tracePt t="52382" x="9594850" y="3524250"/>
          <p14:tracePt t="52399" x="9620250" y="3505200"/>
          <p14:tracePt t="52416" x="9639300" y="3486150"/>
          <p14:tracePt t="52433" x="9652000" y="3467100"/>
          <p14:tracePt t="52450" x="9652000" y="3460750"/>
          <p14:tracePt t="52466" x="9652000" y="3448050"/>
          <p14:tracePt t="52482" x="9652000" y="3435350"/>
          <p14:tracePt t="52499" x="9652000" y="3409950"/>
          <p14:tracePt t="52516" x="9632950" y="3378200"/>
          <p14:tracePt t="52532" x="9613900" y="3352800"/>
          <p14:tracePt t="52549" x="9588500" y="3327400"/>
          <p14:tracePt t="52566" x="9563100" y="3308350"/>
          <p14:tracePt t="52570" x="9550400" y="3295650"/>
          <p14:tracePt t="52582" x="9537700" y="3289300"/>
          <p14:tracePt t="52599" x="9512300" y="3282950"/>
          <p14:tracePt t="52601" x="9499600" y="3276600"/>
          <p14:tracePt t="52615" x="9486900" y="3276600"/>
          <p14:tracePt t="52632" x="9474200" y="3276600"/>
          <p14:tracePt t="52635" x="9467850" y="3276600"/>
          <p14:tracePt t="52649" x="9442450" y="3276600"/>
          <p14:tracePt t="52666" x="9391650" y="3276600"/>
          <p14:tracePt t="52682" x="9347200" y="3289300"/>
          <p14:tracePt t="52700" x="9290050" y="3295650"/>
          <p14:tracePt t="52716" x="9207500" y="3308350"/>
          <p14:tracePt t="52732" x="9169400" y="3308350"/>
          <p14:tracePt t="52749" x="9150350" y="3308350"/>
          <p14:tracePt t="52766" x="9137650" y="3308350"/>
          <p14:tracePt t="52782" x="9131300" y="3314700"/>
          <p14:tracePt t="52799" x="9118600" y="3314700"/>
          <p14:tracePt t="52803" x="9118600" y="3321050"/>
          <p14:tracePt t="52816" x="9112250" y="3327400"/>
          <p14:tracePt t="52849" x="9105900" y="3333750"/>
          <p14:tracePt t="52882" x="9099550" y="3333750"/>
          <p14:tracePt t="52900" x="9093200" y="3340100"/>
          <p14:tracePt t="52916" x="9093200" y="3346450"/>
          <p14:tracePt t="52932" x="9086850" y="3352800"/>
          <p14:tracePt t="52949" x="9086850" y="3359150"/>
          <p14:tracePt t="53062" x="0" y="0"/>
        </p14:tracePtLst>
        <p14:tracePtLst>
          <p14:tracePt t="54111" x="9937750" y="3302000"/>
          <p14:tracePt t="54116" x="9931400" y="3302000"/>
          <p14:tracePt t="54132" x="9918700" y="3295650"/>
          <p14:tracePt t="54149" x="9912350" y="3295650"/>
          <p14:tracePt t="54165" x="9906000" y="3289300"/>
          <p14:tracePt t="54182" x="9899650" y="3289300"/>
          <p14:tracePt t="54200" x="9893300" y="3289300"/>
          <p14:tracePt t="54216" x="9880600" y="3289300"/>
          <p14:tracePt t="54232" x="9861550" y="3289300"/>
          <p14:tracePt t="54249" x="9836150" y="3295650"/>
          <p14:tracePt t="54265" x="9804400" y="3308350"/>
          <p14:tracePt t="54282" x="9772650" y="3321050"/>
          <p14:tracePt t="54299" x="9747250" y="3333750"/>
          <p14:tracePt t="54316" x="9721850" y="3346450"/>
          <p14:tracePt t="54319" x="9715500" y="3352800"/>
          <p14:tracePt t="54332" x="9702800" y="3359150"/>
          <p14:tracePt t="54349" x="9690100" y="3378200"/>
          <p14:tracePt t="54351" x="9683750" y="3384550"/>
          <p14:tracePt t="54366" x="9671050" y="3409950"/>
          <p14:tracePt t="54382" x="9664700" y="3435350"/>
          <p14:tracePt t="54399" x="9664700" y="3448050"/>
          <p14:tracePt t="54416" x="9658350" y="3467100"/>
          <p14:tracePt t="54432" x="9652000" y="3486150"/>
          <p14:tracePt t="54449" x="9652000" y="3517900"/>
          <p14:tracePt t="54466" x="9652000" y="3543300"/>
          <p14:tracePt t="54482" x="9658350" y="3568700"/>
          <p14:tracePt t="54499" x="9664700" y="3600450"/>
          <p14:tracePt t="54516" x="9683750" y="3625850"/>
          <p14:tracePt t="54533" x="9702800" y="3651250"/>
          <p14:tracePt t="54549" x="9721850" y="3663950"/>
          <p14:tracePt t="54552" x="9728200" y="3663950"/>
          <p14:tracePt t="54565" x="9747250" y="3670300"/>
          <p14:tracePt t="54582" x="9779000" y="3670300"/>
          <p14:tracePt t="54584" x="9791700" y="3670300"/>
          <p14:tracePt t="54599" x="9817100" y="3670300"/>
          <p14:tracePt t="54616" x="9912350" y="3657600"/>
          <p14:tracePt t="54632" x="9975850" y="3644900"/>
          <p14:tracePt t="54649" x="10020300" y="3632200"/>
          <p14:tracePt t="54665" x="10045700" y="3619500"/>
          <p14:tracePt t="54682" x="10058400" y="3613150"/>
          <p14:tracePt t="54699" x="10064750" y="3606800"/>
          <p14:tracePt t="54715" x="10071100" y="3600450"/>
          <p14:tracePt t="54737" x="10071100" y="3594100"/>
          <p14:tracePt t="54749" x="10077450" y="3594100"/>
          <p14:tracePt t="54766" x="10083800" y="3575050"/>
          <p14:tracePt t="54782" x="10083800" y="3562350"/>
          <p14:tracePt t="54786" x="10083800" y="3543300"/>
          <p14:tracePt t="54799" x="10083800" y="3530600"/>
          <p14:tracePt t="54816" x="10083800" y="3505200"/>
          <p14:tracePt t="54820" x="10071100" y="3486150"/>
          <p14:tracePt t="54832" x="10071100" y="3479800"/>
          <p14:tracePt t="54850" x="10058400" y="3460750"/>
          <p14:tracePt t="54866" x="10052050" y="3460750"/>
          <p14:tracePt t="54914" x="0" y="0"/>
        </p14:tracePtLst>
      </p14:laserTraceLst>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A8788-0E1B-B60B-7442-31F6EA735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D86F6-AF28-4663-3430-0EE8D629EE67}"/>
              </a:ext>
            </a:extLst>
          </p:cNvPr>
          <p:cNvSpPr>
            <a:spLocks noGrp="1"/>
          </p:cNvSpPr>
          <p:nvPr>
            <p:ph type="title"/>
          </p:nvPr>
        </p:nvSpPr>
        <p:spPr/>
        <p:txBody>
          <a:bodyPr/>
          <a:lstStyle/>
          <a:p>
            <a:r>
              <a:rPr lang="en-US" dirty="0"/>
              <a:t>Setup</a:t>
            </a:r>
            <a:endParaRPr lang="nl-BE" dirty="0"/>
          </a:p>
        </p:txBody>
      </p:sp>
      <p:sp>
        <p:nvSpPr>
          <p:cNvPr id="3" name="Content Placeholder 2">
            <a:extLst>
              <a:ext uri="{FF2B5EF4-FFF2-40B4-BE49-F238E27FC236}">
                <a16:creationId xmlns:a16="http://schemas.microsoft.com/office/drawing/2014/main" id="{D40A7BDA-24B3-F260-5953-671A588FA152}"/>
              </a:ext>
            </a:extLst>
          </p:cNvPr>
          <p:cNvSpPr>
            <a:spLocks noGrp="1"/>
          </p:cNvSpPr>
          <p:nvPr>
            <p:ph idx="1"/>
          </p:nvPr>
        </p:nvSpPr>
        <p:spPr>
          <a:xfrm>
            <a:off x="838200" y="1825625"/>
            <a:ext cx="4921332" cy="4351338"/>
          </a:xfrm>
        </p:spPr>
        <p:txBody>
          <a:bodyPr>
            <a:normAutofit/>
          </a:bodyPr>
          <a:lstStyle/>
          <a:p>
            <a:r>
              <a:rPr lang="en-US" dirty="0"/>
              <a:t>Install Python extension from Microsoft (and restart </a:t>
            </a:r>
            <a:r>
              <a:rPr lang="en-US" dirty="0" err="1"/>
              <a:t>VSCode</a:t>
            </a:r>
            <a:r>
              <a:rPr lang="en-US" dirty="0"/>
              <a:t>)</a:t>
            </a:r>
          </a:p>
          <a:p>
            <a:r>
              <a:rPr lang="en-US" dirty="0"/>
              <a:t>Choose Python interpreter (bottom right tray) and Pick e.g. your Conda env</a:t>
            </a:r>
          </a:p>
          <a:p>
            <a:r>
              <a:rPr lang="en-US" dirty="0"/>
              <a:t>Click on the Play button (top right), or</a:t>
            </a:r>
            <a:br>
              <a:rPr lang="en-US" dirty="0"/>
            </a:br>
            <a:r>
              <a:rPr lang="en-US" dirty="0"/>
              <a:t>choose lines -&gt; </a:t>
            </a:r>
            <a:r>
              <a:rPr lang="en-US" dirty="0" err="1"/>
              <a:t>Shift+Enter</a:t>
            </a:r>
            <a:endParaRPr lang="en-US" dirty="0"/>
          </a:p>
        </p:txBody>
      </p:sp>
      <p:pic>
        <p:nvPicPr>
          <p:cNvPr id="8" name="Picture 7">
            <a:extLst>
              <a:ext uri="{FF2B5EF4-FFF2-40B4-BE49-F238E27FC236}">
                <a16:creationId xmlns:a16="http://schemas.microsoft.com/office/drawing/2014/main" id="{95A80916-8F06-2CAD-EF19-BB65E8677ED9}"/>
              </a:ext>
            </a:extLst>
          </p:cNvPr>
          <p:cNvPicPr>
            <a:picLocks noChangeAspect="1"/>
          </p:cNvPicPr>
          <p:nvPr/>
        </p:nvPicPr>
        <p:blipFill>
          <a:blip r:embed="rId3"/>
          <a:stretch>
            <a:fillRect/>
          </a:stretch>
        </p:blipFill>
        <p:spPr>
          <a:xfrm>
            <a:off x="5759532" y="1354685"/>
            <a:ext cx="6305373" cy="5014312"/>
          </a:xfrm>
          <a:prstGeom prst="rect">
            <a:avLst/>
          </a:prstGeom>
        </p:spPr>
      </p:pic>
      <p:sp>
        <p:nvSpPr>
          <p:cNvPr id="9" name="Arrow: Right 8">
            <a:extLst>
              <a:ext uri="{FF2B5EF4-FFF2-40B4-BE49-F238E27FC236}">
                <a16:creationId xmlns:a16="http://schemas.microsoft.com/office/drawing/2014/main" id="{E32DA065-512A-5A50-2302-D988F55A99A2}"/>
              </a:ext>
            </a:extLst>
          </p:cNvPr>
          <p:cNvSpPr/>
          <p:nvPr/>
        </p:nvSpPr>
        <p:spPr>
          <a:xfrm rot="1928516">
            <a:off x="10556067" y="1104219"/>
            <a:ext cx="696685" cy="580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0" name="Arrow: Right 9">
            <a:extLst>
              <a:ext uri="{FF2B5EF4-FFF2-40B4-BE49-F238E27FC236}">
                <a16:creationId xmlns:a16="http://schemas.microsoft.com/office/drawing/2014/main" id="{B1BCA962-DE9A-91CA-F304-21742FEF1DB2}"/>
              </a:ext>
            </a:extLst>
          </p:cNvPr>
          <p:cNvSpPr/>
          <p:nvPr/>
        </p:nvSpPr>
        <p:spPr>
          <a:xfrm rot="20791003">
            <a:off x="9816941" y="6202589"/>
            <a:ext cx="696685" cy="580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1" name="Arrow: Right 10">
            <a:extLst>
              <a:ext uri="{FF2B5EF4-FFF2-40B4-BE49-F238E27FC236}">
                <a16:creationId xmlns:a16="http://schemas.microsoft.com/office/drawing/2014/main" id="{E09914FC-7F3F-AE76-B71D-985D17E36A5E}"/>
              </a:ext>
            </a:extLst>
          </p:cNvPr>
          <p:cNvSpPr/>
          <p:nvPr/>
        </p:nvSpPr>
        <p:spPr>
          <a:xfrm>
            <a:off x="5528527" y="5503315"/>
            <a:ext cx="696685" cy="580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2" name="Arrow: Right 11">
            <a:extLst>
              <a:ext uri="{FF2B5EF4-FFF2-40B4-BE49-F238E27FC236}">
                <a16:creationId xmlns:a16="http://schemas.microsoft.com/office/drawing/2014/main" id="{D23502BF-0D3D-62C2-D0B6-26FABD93EE52}"/>
              </a:ext>
            </a:extLst>
          </p:cNvPr>
          <p:cNvSpPr/>
          <p:nvPr/>
        </p:nvSpPr>
        <p:spPr>
          <a:xfrm rot="10800000">
            <a:off x="6225212" y="3138714"/>
            <a:ext cx="696685" cy="5805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408987018"/>
      </p:ext>
    </p:extLst>
  </p:cSld>
  <p:clrMapOvr>
    <a:masterClrMapping/>
  </p:clrMapOvr>
  <mc:AlternateContent xmlns:mc="http://schemas.openxmlformats.org/markup-compatibility/2006" xmlns:p14="http://schemas.microsoft.com/office/powerpoint/2010/main">
    <mc:Choice Requires="p14">
      <p:transition spd="slow" p14:dur="2000" advTm="64675"/>
    </mc:Choice>
    <mc:Fallback xmlns="">
      <p:transition spd="slow" advTm="64675"/>
    </mc:Fallback>
  </mc:AlternateContent>
  <p:extLst>
    <p:ext uri="{3A86A75C-4F4B-4683-9AE1-C65F6400EC91}">
      <p14:laserTraceLst xmlns:p14="http://schemas.microsoft.com/office/powerpoint/2010/main">
        <p14:tracePtLst>
          <p14:tracePt t="11243" x="7035800" y="1403350"/>
          <p14:tracePt t="11306" x="7023100" y="1403350"/>
          <p14:tracePt t="11313" x="7016750" y="1403350"/>
          <p14:tracePt t="11320" x="7010400" y="1403350"/>
          <p14:tracePt t="11331" x="7004050" y="1403350"/>
          <p14:tracePt t="11348" x="6978650" y="1403350"/>
          <p14:tracePt t="11364" x="6946900" y="1403350"/>
          <p14:tracePt t="11381" x="6883400" y="1397000"/>
          <p14:tracePt t="11398" x="6832600" y="1397000"/>
          <p14:tracePt t="11415" x="6762750" y="1397000"/>
          <p14:tracePt t="11431" x="6711950" y="1397000"/>
          <p14:tracePt t="11433" x="6642100" y="1397000"/>
          <p14:tracePt t="11448" x="6616700" y="1403350"/>
          <p14:tracePt t="11464" x="6515100" y="1428750"/>
          <p14:tracePt t="11468" x="6489700" y="1435100"/>
          <p14:tracePt t="11481" x="6426200" y="1454150"/>
          <p14:tracePt t="11499" x="6330950" y="1492250"/>
          <p14:tracePt t="11514" x="6273800" y="1530350"/>
          <p14:tracePt t="11531" x="6229350" y="1555750"/>
          <p14:tracePt t="11548" x="6159500" y="1619250"/>
          <p14:tracePt t="11565" x="6134100" y="1657350"/>
          <p14:tracePt t="11581" x="6083300" y="1720850"/>
          <p14:tracePt t="11598" x="6064250" y="1746250"/>
          <p14:tracePt t="11615" x="6032500" y="1784350"/>
          <p14:tracePt t="11631" x="6013450" y="1803400"/>
          <p14:tracePt t="11648" x="6000750" y="1822450"/>
          <p14:tracePt t="11651" x="5994400" y="1841500"/>
          <p14:tracePt t="11664" x="5975350" y="1873250"/>
          <p14:tracePt t="11681" x="5949950" y="1917700"/>
          <p14:tracePt t="11684" x="5937250" y="1943100"/>
          <p14:tracePt t="11698" x="5886450" y="2051050"/>
          <p14:tracePt t="11715" x="5867400" y="2082800"/>
          <p14:tracePt t="11717" x="5835650" y="2152650"/>
          <p14:tracePt t="11731" x="5803900" y="2222500"/>
          <p14:tracePt t="11749" x="5765800" y="2381250"/>
          <p14:tracePt t="11765" x="5753100" y="2457450"/>
          <p14:tracePt t="11781" x="5740400" y="2546350"/>
          <p14:tracePt t="11798" x="5740400" y="2616200"/>
          <p14:tracePt t="11814" x="5740400" y="2698750"/>
          <p14:tracePt t="11831" x="5740400" y="2794000"/>
          <p14:tracePt t="11848" x="5740400" y="2857500"/>
          <p14:tracePt t="11864" x="5734050" y="2978150"/>
          <p14:tracePt t="11881" x="5734050" y="3098800"/>
          <p14:tracePt t="11898" x="5734050" y="3200400"/>
          <p14:tracePt t="11914" x="5734050" y="3270250"/>
          <p14:tracePt t="11917" x="5734050" y="3302000"/>
          <p14:tracePt t="11931" x="5740400" y="3371850"/>
          <p14:tracePt t="11949" x="5765800" y="3486150"/>
          <p14:tracePt t="11966" x="5772150" y="3549650"/>
          <p14:tracePt t="11981" x="5784850" y="3581400"/>
          <p14:tracePt t="11984" x="5791200" y="3613150"/>
          <p14:tracePt t="11998" x="5829300" y="3740150"/>
          <p14:tracePt t="12014" x="5848350" y="3829050"/>
          <p14:tracePt t="12031" x="5880100" y="3994150"/>
          <p14:tracePt t="12048" x="5899150" y="4095750"/>
          <p14:tracePt t="12064" x="5918200" y="4203700"/>
          <p14:tracePt t="12081" x="5943600" y="4318000"/>
          <p14:tracePt t="12098" x="5988050" y="4502150"/>
          <p14:tracePt t="12114" x="6013450" y="4603750"/>
          <p14:tracePt t="12131" x="6051550" y="4699000"/>
          <p14:tracePt t="12135" x="6064250" y="4743450"/>
          <p14:tracePt t="12148" x="6083300" y="4800600"/>
          <p14:tracePt t="12167" x="6127750" y="4940300"/>
          <p14:tracePt t="12181" x="6178550" y="5067300"/>
          <p14:tracePt t="12201" x="6242050" y="5213350"/>
          <p14:tracePt t="12215" x="6305550" y="5321300"/>
          <p14:tracePt t="12233" x="6375400" y="5435600"/>
          <p14:tracePt t="12248" x="6438900" y="5537200"/>
          <p14:tracePt t="12266" x="6546850" y="5689600"/>
          <p14:tracePt t="12281" x="6661150" y="5816600"/>
          <p14:tracePt t="12298" x="6724650" y="5892800"/>
          <p14:tracePt t="12315" x="6851650" y="6007100"/>
          <p14:tracePt t="12331" x="6953250" y="6076950"/>
          <p14:tracePt t="12348" x="7023100" y="6108700"/>
          <p14:tracePt t="12364" x="7156450" y="6159500"/>
          <p14:tracePt t="12381" x="7321550" y="6197600"/>
          <p14:tracePt t="12398" x="7493000" y="6223000"/>
          <p14:tracePt t="12414" x="7607300" y="6235700"/>
          <p14:tracePt t="12431" x="7835900" y="6267450"/>
          <p14:tracePt t="12432" x="7912100" y="6273800"/>
          <p14:tracePt t="12449" x="8166100" y="6305550"/>
          <p14:tracePt t="12465" x="8407400" y="6324600"/>
          <p14:tracePt t="12481" x="8521700" y="6330950"/>
          <p14:tracePt t="12498" x="8699500" y="6337300"/>
          <p14:tracePt t="12515" x="8858250" y="6337300"/>
          <p14:tracePt t="12532" x="9029700" y="6337300"/>
          <p14:tracePt t="12548" x="9194800" y="6330950"/>
          <p14:tracePt t="12564" x="9302750" y="6318250"/>
          <p14:tracePt t="12581" x="9493250" y="6299200"/>
          <p14:tracePt t="12598" x="9696450" y="6292850"/>
          <p14:tracePt t="12614" x="9804400" y="6286500"/>
          <p14:tracePt t="12631" x="10001250" y="6286500"/>
          <p14:tracePt t="12648" x="10109200" y="6280150"/>
          <p14:tracePt t="12665" x="10306050" y="6280150"/>
          <p14:tracePt t="12667" x="10369550" y="6273800"/>
          <p14:tracePt t="12681" x="10426700" y="6273800"/>
          <p14:tracePt t="12699" x="10693400" y="6254750"/>
          <p14:tracePt t="12715" x="10814050" y="6235700"/>
          <p14:tracePt t="12731" x="10934700" y="6210300"/>
          <p14:tracePt t="12749" x="11137900" y="6159500"/>
          <p14:tracePt t="12765" x="11233150" y="6115050"/>
          <p14:tracePt t="12781" x="11315700" y="6076950"/>
          <p14:tracePt t="12798" x="11430000" y="6032500"/>
          <p14:tracePt t="12814" x="11499850" y="6000750"/>
          <p14:tracePt t="12831" x="11614150" y="5949950"/>
          <p14:tracePt t="12848" x="11690350" y="5924550"/>
          <p14:tracePt t="12865" x="11817350" y="5867400"/>
          <p14:tracePt t="12881" x="11899900" y="5829300"/>
          <p14:tracePt t="12898" x="12007850" y="5772150"/>
          <p14:tracePt t="12901" x="12039600" y="5753100"/>
          <p14:tracePt t="12915" x="12058650" y="5734050"/>
          <p14:tracePt t="12931" x="12115800" y="5689600"/>
          <p14:tracePt t="12933" x="12134850" y="5670550"/>
          <p14:tracePt t="13185" x="12179300" y="2362200"/>
          <p14:tracePt t="13191" x="12160250" y="2336800"/>
          <p14:tracePt t="13200" x="12109450" y="2279650"/>
          <p14:tracePt t="13215" x="12033250" y="2184400"/>
          <p14:tracePt t="13231" x="11944350" y="2076450"/>
          <p14:tracePt t="13249" x="11849100" y="1962150"/>
          <p14:tracePt t="13265" x="11772900" y="1866900"/>
          <p14:tracePt t="13281" x="11690350" y="1765300"/>
          <p14:tracePt t="13298" x="11620500" y="1689100"/>
          <p14:tracePt t="13314" x="11557000" y="1631950"/>
          <p14:tracePt t="13331" x="11518900" y="1612900"/>
          <p14:tracePt t="13348" x="11493500" y="1600200"/>
          <p14:tracePt t="13364" x="11449050" y="1600200"/>
          <p14:tracePt t="13381" x="11404600" y="1600200"/>
          <p14:tracePt t="13398" x="11341100" y="1606550"/>
          <p14:tracePt t="13400" x="11303000" y="1612900"/>
          <p14:tracePt t="13415" x="11252200" y="1619250"/>
          <p14:tracePt t="13431" x="11156950" y="1625600"/>
          <p14:tracePt t="13433" x="11125200" y="1631950"/>
          <p14:tracePt t="13449" x="11017250" y="1638300"/>
          <p14:tracePt t="13465" x="10877550" y="1651000"/>
          <p14:tracePt t="13481" x="10731500" y="1670050"/>
          <p14:tracePt t="13498" x="10591800" y="1695450"/>
          <p14:tracePt t="13515" x="10458450" y="1714500"/>
          <p14:tracePt t="13532" x="10337800" y="1733550"/>
          <p14:tracePt t="13548" x="10274300" y="1746250"/>
          <p14:tracePt t="13564" x="10140950" y="1758950"/>
          <p14:tracePt t="13581" x="9963150" y="1765300"/>
          <p14:tracePt t="13598" x="9861550" y="1771650"/>
          <p14:tracePt t="13601" x="9804400" y="1771650"/>
          <p14:tracePt t="13614" x="9645650" y="1778000"/>
          <p14:tracePt t="13631" x="9518650" y="1790700"/>
          <p14:tracePt t="13648" x="9271000" y="1816100"/>
          <p14:tracePt t="13664" x="9124950" y="1835150"/>
          <p14:tracePt t="13668" x="8928100" y="1873250"/>
          <p14:tracePt t="13681" x="8858250" y="1885950"/>
          <p14:tracePt t="13699" x="8534400" y="1968500"/>
          <p14:tracePt t="13715" x="8369300" y="2025650"/>
          <p14:tracePt t="13732" x="8274050" y="2057400"/>
          <p14:tracePt t="13749" x="8102600" y="2139950"/>
          <p14:tracePt t="13765" x="7905750" y="2228850"/>
          <p14:tracePt t="13782" x="7797800" y="2273300"/>
          <p14:tracePt t="13798" x="7594600" y="2349500"/>
          <p14:tracePt t="13815" x="7404100" y="2406650"/>
          <p14:tracePt t="13819" x="7353300" y="2425700"/>
          <p14:tracePt t="13831" x="7308850" y="2438400"/>
          <p14:tracePt t="13848" x="7156450" y="2495550"/>
          <p14:tracePt t="13851" x="7112000" y="2520950"/>
          <p14:tracePt t="13864" x="7054850" y="2546350"/>
          <p14:tracePt t="13881" x="6940550" y="2603500"/>
          <p14:tracePt t="13898" x="6699250" y="2711450"/>
          <p14:tracePt t="13915" x="6565900" y="2781300"/>
          <p14:tracePt t="13917" x="6407150" y="2895600"/>
          <p14:tracePt t="13931" x="6350000" y="2946400"/>
          <p14:tracePt t="13949" x="6197600" y="3117850"/>
          <p14:tracePt t="13965" x="6121400" y="3244850"/>
          <p14:tracePt t="13981" x="6096000" y="3333750"/>
          <p14:tracePt t="13998" x="6089650" y="3390900"/>
          <p14:tracePt t="14014" x="6076950" y="3473450"/>
          <p14:tracePt t="14031" x="6076950" y="3549650"/>
          <p14:tracePt t="14048" x="6076950" y="3606800"/>
          <p14:tracePt t="14064" x="6076950" y="3708400"/>
          <p14:tracePt t="14081" x="6076950" y="3816350"/>
          <p14:tracePt t="14098" x="6076950" y="3892550"/>
          <p14:tracePt t="14115" x="6083300" y="4013200"/>
          <p14:tracePt t="14131" x="6089650" y="4083050"/>
          <p14:tracePt t="14149" x="6108700" y="4152900"/>
          <p14:tracePt t="14164" x="6108700" y="4159250"/>
          <p14:tracePt t="14181" x="6108700" y="4165600"/>
          <p14:tracePt t="14281" x="0" y="0"/>
        </p14:tracePtLst>
        <p14:tracePtLst>
          <p14:tracePt t="28442" x="7499350" y="3035300"/>
          <p14:tracePt t="28450" x="7480300" y="3016250"/>
          <p14:tracePt t="28456" x="7448550" y="3003550"/>
          <p14:tracePt t="28468" x="7442200" y="2997200"/>
          <p14:tracePt t="28482" x="7397750" y="2978150"/>
          <p14:tracePt t="28501" x="7378700" y="2965450"/>
          <p14:tracePt t="28515" x="7353300" y="2946400"/>
          <p14:tracePt t="28532" x="7334250" y="2946400"/>
          <p14:tracePt t="28548" x="7308850" y="2940050"/>
          <p14:tracePt t="28566" x="7283450" y="2933700"/>
          <p14:tracePt t="28570" x="7270750" y="2933700"/>
          <p14:tracePt t="28581" x="7226300" y="2933700"/>
          <p14:tracePt t="28598" x="7175500" y="2933700"/>
          <p14:tracePt t="28601" x="7099300" y="2933700"/>
          <p14:tracePt t="28615" x="7016750" y="2940050"/>
          <p14:tracePt t="28632" x="6870700" y="2940050"/>
          <p14:tracePt t="28634" x="6807200" y="2952750"/>
          <p14:tracePt t="28648" x="6731000" y="2952750"/>
          <p14:tracePt t="28665" x="6591300" y="2978150"/>
          <p14:tracePt t="28681" x="6515100" y="3003550"/>
          <p14:tracePt t="28699" x="6470650" y="3028950"/>
          <p14:tracePt t="28716" x="6438900" y="3060700"/>
          <p14:tracePt t="28732" x="6407150" y="3098800"/>
          <p14:tracePt t="28748" x="6350000" y="3155950"/>
          <p14:tracePt t="28765" x="6248400" y="3257550"/>
          <p14:tracePt t="28781" x="6153150" y="3352800"/>
          <p14:tracePt t="28798" x="6089650" y="3429000"/>
          <p14:tracePt t="28815" x="5988050" y="3549650"/>
          <p14:tracePt t="28831" x="5899150" y="3695700"/>
          <p14:tracePt t="28848" x="5861050" y="3810000"/>
          <p14:tracePt t="28865" x="5842000" y="3898900"/>
          <p14:tracePt t="28867" x="5842000" y="3937000"/>
          <p14:tracePt t="28881" x="5842000" y="3968750"/>
          <p14:tracePt t="28899" x="5861050" y="4057650"/>
          <p14:tracePt t="28915" x="5886450" y="4114800"/>
          <p14:tracePt t="28931" x="5937250" y="4191000"/>
          <p14:tracePt t="28949" x="5988050" y="4260850"/>
          <p14:tracePt t="28965" x="6045200" y="4337050"/>
          <p14:tracePt t="28981" x="6108700" y="4406900"/>
          <p14:tracePt t="28998" x="6172200" y="4464050"/>
          <p14:tracePt t="29015" x="6229350" y="4514850"/>
          <p14:tracePt t="29032" x="6286500" y="4559300"/>
          <p14:tracePt t="29048" x="6337300" y="4610100"/>
          <p14:tracePt t="29065" x="6407150" y="4667250"/>
          <p14:tracePt t="29082" x="6457950" y="4699000"/>
          <p14:tracePt t="29099" x="6578600" y="4762500"/>
          <p14:tracePt t="29102" x="6623050" y="4787900"/>
          <p14:tracePt t="29115" x="6724650" y="4826000"/>
          <p14:tracePt t="29132" x="6889750" y="4870450"/>
          <p14:tracePt t="29133" x="7010400" y="4883150"/>
          <p14:tracePt t="29148" x="7181850" y="4889500"/>
          <p14:tracePt t="29168" x="7334250" y="4889500"/>
          <p14:tracePt t="29181" x="7435850" y="4883150"/>
          <p14:tracePt t="29199" x="7493000" y="4870450"/>
          <p14:tracePt t="29215" x="7543800" y="4838700"/>
          <p14:tracePt t="29232" x="7575550" y="4819650"/>
          <p14:tracePt t="29249" x="7600950" y="4806950"/>
          <p14:tracePt t="29265" x="7645400" y="4762500"/>
          <p14:tracePt t="29282" x="7689850" y="4718050"/>
          <p14:tracePt t="29298" x="7753350" y="4648200"/>
          <p14:tracePt t="29315" x="7823200" y="4584700"/>
          <p14:tracePt t="29332" x="7905750" y="4495800"/>
          <p14:tracePt t="29348" x="7994650" y="4381500"/>
          <p14:tracePt t="29365" x="8083550" y="4248150"/>
          <p14:tracePt t="29368" x="8102600" y="4203700"/>
          <p14:tracePt t="29382" x="8128000" y="4165600"/>
          <p14:tracePt t="29399" x="8191500" y="3924300"/>
          <p14:tracePt t="29415" x="8191500" y="3835400"/>
          <p14:tracePt t="29432" x="8191500" y="3765550"/>
          <p14:tracePt t="29449" x="8140700" y="3651250"/>
          <p14:tracePt t="29467" x="8102600" y="3575050"/>
          <p14:tracePt t="29471" x="8070850" y="3524250"/>
          <p14:tracePt t="29482" x="8058150" y="3511550"/>
          <p14:tracePt t="29498" x="8013700" y="3435350"/>
          <p14:tracePt t="29515" x="7988300" y="3397250"/>
          <p14:tracePt t="29532" x="7956550" y="3352800"/>
          <p14:tracePt t="29548" x="7937500" y="3333750"/>
          <p14:tracePt t="29565" x="7924800" y="3314700"/>
          <p14:tracePt t="29581" x="7918450" y="3302000"/>
          <p14:tracePt t="29598" x="7912100" y="3295650"/>
          <p14:tracePt t="29615" x="7912100" y="3289300"/>
          <p14:tracePt t="29633" x="0" y="0"/>
        </p14:tracePtLst>
        <p14:tracePtLst>
          <p14:tracePt t="30546" x="10401300" y="3968750"/>
          <p14:tracePt t="30565" x="10331450" y="3930650"/>
          <p14:tracePt t="30582" x="10299700" y="3911600"/>
          <p14:tracePt t="30584" x="10287000" y="3905250"/>
          <p14:tracePt t="30598" x="10248900" y="3886200"/>
          <p14:tracePt t="30615" x="10223500" y="3873500"/>
          <p14:tracePt t="30617" x="10210800" y="3867150"/>
          <p14:tracePt t="30632" x="10191750" y="3867150"/>
          <p14:tracePt t="30649" x="10134600" y="3860800"/>
          <p14:tracePt t="30665" x="10109200" y="3854450"/>
          <p14:tracePt t="30682" x="10077450" y="3854450"/>
          <p14:tracePt t="30698" x="10052050" y="3854450"/>
          <p14:tracePt t="30715" x="9994900" y="3854450"/>
          <p14:tracePt t="30732" x="9950450" y="3854450"/>
          <p14:tracePt t="30749" x="9899650" y="3854450"/>
          <p14:tracePt t="30765" x="9829800" y="3854450"/>
          <p14:tracePt t="30782" x="9747250" y="3860800"/>
          <p14:tracePt t="30798" x="9671050" y="3873500"/>
          <p14:tracePt t="30815" x="9588500" y="3898900"/>
          <p14:tracePt t="30817" x="9544050" y="3911600"/>
          <p14:tracePt t="30832" x="9480550" y="3930650"/>
          <p14:tracePt t="30848" x="9442450" y="3949700"/>
          <p14:tracePt t="30851" x="9423400" y="3956050"/>
          <p14:tracePt t="30865" x="9398000" y="3968750"/>
          <p14:tracePt t="30881" x="9372600" y="3987800"/>
          <p14:tracePt t="30884" x="9359900" y="3994150"/>
          <p14:tracePt t="30898" x="9340850" y="4013200"/>
          <p14:tracePt t="30915" x="9315450" y="4032250"/>
          <p14:tracePt t="30931" x="9290050" y="4064000"/>
          <p14:tracePt t="30948" x="9258300" y="4095750"/>
          <p14:tracePt t="30965" x="9188450" y="4178300"/>
          <p14:tracePt t="30982" x="9118600" y="4267200"/>
          <p14:tracePt t="30998" x="9061450" y="4356100"/>
          <p14:tracePt t="31015" x="8991600" y="4483100"/>
          <p14:tracePt t="31032" x="8972550" y="4552950"/>
          <p14:tracePt t="31048" x="8966200" y="4584700"/>
          <p14:tracePt t="31052" x="8966200" y="4603750"/>
          <p14:tracePt t="31065" x="8972550" y="4622800"/>
          <p14:tracePt t="31082" x="8991600" y="4673600"/>
          <p14:tracePt t="31083" x="9017000" y="4711700"/>
          <p14:tracePt t="31098" x="9042400" y="4743450"/>
          <p14:tracePt t="31115" x="9156700" y="4876800"/>
          <p14:tracePt t="31131" x="9188450" y="4908550"/>
          <p14:tracePt t="31148" x="9321800" y="5010150"/>
          <p14:tracePt t="31165" x="9385300" y="5041900"/>
          <p14:tracePt t="31182" x="9429750" y="5054600"/>
          <p14:tracePt t="31200" x="9480550" y="5067300"/>
          <p14:tracePt t="31215" x="9537700" y="5073650"/>
          <p14:tracePt t="31232" x="9601200" y="5086350"/>
          <p14:tracePt t="31248" x="9690100" y="5092700"/>
          <p14:tracePt t="31265" x="9798050" y="5092700"/>
          <p14:tracePt t="31282" x="9925050" y="5092700"/>
          <p14:tracePt t="31298" x="10020300" y="5092700"/>
          <p14:tracePt t="31315" x="10153650" y="5092700"/>
          <p14:tracePt t="31317" x="10185400" y="5092700"/>
          <p14:tracePt t="31331" x="10255250" y="5092700"/>
          <p14:tracePt t="31348" x="10426700" y="5092700"/>
          <p14:tracePt t="31365" x="10528300" y="5080000"/>
          <p14:tracePt t="31382" x="10610850" y="5067300"/>
          <p14:tracePt t="31398" x="10680700" y="5041900"/>
          <p14:tracePt t="31415" x="10750550" y="5010150"/>
          <p14:tracePt t="31432" x="10820400" y="4965700"/>
          <p14:tracePt t="31448" x="10883900" y="4914900"/>
          <p14:tracePt t="31465" x="10947400" y="4845050"/>
          <p14:tracePt t="31482" x="10985500" y="4806950"/>
          <p14:tracePt t="31498" x="11029950" y="4756150"/>
          <p14:tracePt t="31515" x="11074400" y="4711700"/>
          <p14:tracePt t="31532" x="11093450" y="4679950"/>
          <p14:tracePt t="31548" x="11118850" y="4635500"/>
          <p14:tracePt t="31551" x="11125200" y="4616450"/>
          <p14:tracePt t="31565" x="11131550" y="4603750"/>
          <p14:tracePt t="31581" x="11144250" y="4546600"/>
          <p14:tracePt t="31583" x="11144250" y="4527550"/>
          <p14:tracePt t="31599" x="11144250" y="4464050"/>
          <p14:tracePt t="31615" x="11131550" y="4387850"/>
          <p14:tracePt t="31631" x="11093450" y="4305300"/>
          <p14:tracePt t="31648" x="11049000" y="4229100"/>
          <p14:tracePt t="31665" x="11004550" y="4171950"/>
          <p14:tracePt t="31682" x="10941050" y="4083050"/>
          <p14:tracePt t="31698" x="10883900" y="4019550"/>
          <p14:tracePt t="31715" x="10820400" y="3968750"/>
          <p14:tracePt t="31732" x="10744200" y="3911600"/>
          <p14:tracePt t="31748" x="10655300" y="3854450"/>
          <p14:tracePt t="31765" x="10560050" y="3810000"/>
          <p14:tracePt t="31782" x="10433050" y="3759200"/>
          <p14:tracePt t="31798" x="10331450" y="3727450"/>
          <p14:tracePt t="31815" x="10217150" y="3702050"/>
          <p14:tracePt t="31818" x="10147300" y="3689350"/>
          <p14:tracePt t="31832" x="10090150" y="3683000"/>
          <p14:tracePt t="31848" x="10007600" y="3670300"/>
          <p14:tracePt t="31850" x="9994900" y="3670300"/>
          <p14:tracePt t="31867" x="9937750" y="3670300"/>
          <p14:tracePt t="31882" x="9874250" y="3670300"/>
          <p14:tracePt t="31900" x="9804400" y="3670300"/>
          <p14:tracePt t="31915" x="9728200" y="3683000"/>
          <p14:tracePt t="31932" x="9658350" y="3695700"/>
          <p14:tracePt t="31949" x="9588500" y="3714750"/>
          <p14:tracePt t="31965" x="9531350" y="3746500"/>
          <p14:tracePt t="31982" x="9499600" y="3765550"/>
          <p14:tracePt t="31998" x="9423400" y="3816350"/>
          <p14:tracePt t="32015" x="9385300" y="3841750"/>
          <p14:tracePt t="32032" x="9321800" y="3892550"/>
          <p14:tracePt t="32035" x="9302750" y="3911600"/>
          <p14:tracePt t="32048" x="9283700" y="3924300"/>
          <p14:tracePt t="32065" x="9226550" y="3968750"/>
          <p14:tracePt t="32067" x="9213850" y="3981450"/>
          <p14:tracePt t="32082" x="9201150" y="3994150"/>
          <p14:tracePt t="32099" x="9163050" y="4038600"/>
          <p14:tracePt t="32115" x="9150350" y="4057650"/>
          <p14:tracePt t="32132" x="9137650" y="4108450"/>
          <p14:tracePt t="32148" x="9131300" y="4146550"/>
          <p14:tracePt t="32165" x="9124950" y="4191000"/>
          <p14:tracePt t="32182" x="9131300" y="4254500"/>
          <p14:tracePt t="32198" x="9137650" y="4279900"/>
          <p14:tracePt t="32215" x="9163050" y="4318000"/>
          <p14:tracePt t="32232" x="9182100" y="4343400"/>
          <p14:tracePt t="32248" x="9188450" y="4362450"/>
          <p14:tracePt t="32265" x="9213850" y="4394200"/>
          <p14:tracePt t="32282" x="9239250" y="4413250"/>
          <p14:tracePt t="32298" x="9251950" y="4432300"/>
          <p14:tracePt t="32315" x="9271000" y="4445000"/>
          <p14:tracePt t="32332" x="9315450" y="4470400"/>
          <p14:tracePt t="32334" x="9328150" y="4476750"/>
          <p14:tracePt t="32349" x="9359900" y="4495800"/>
          <p14:tracePt t="32365" x="9423400" y="4527550"/>
          <p14:tracePt t="32382" x="9467850" y="4546600"/>
          <p14:tracePt t="32398" x="9512300" y="4565650"/>
          <p14:tracePt t="32415" x="9588500" y="4584700"/>
          <p14:tracePt t="32432" x="9613900" y="4597400"/>
          <p14:tracePt t="32449" x="9632950" y="4603750"/>
          <p14:tracePt t="32466" x="9645650" y="4603750"/>
          <p14:tracePt t="32482" x="9658350" y="4603750"/>
          <p14:tracePt t="32499" x="9677400" y="4603750"/>
          <p14:tracePt t="32515" x="9696450" y="4603750"/>
          <p14:tracePt t="32532" x="9728200" y="4610100"/>
          <p14:tracePt t="32548" x="9759950" y="4622800"/>
          <p14:tracePt t="32566" x="9785350" y="4622800"/>
          <p14:tracePt t="32568" x="9791700" y="4622800"/>
          <p14:tracePt t="32581" x="9804400" y="4622800"/>
          <p14:tracePt t="32598" x="9810750" y="4622800"/>
          <p14:tracePt t="32769" x="0" y="0"/>
        </p14:tracePtLst>
        <p14:tracePtLst>
          <p14:tracePt t="39941" x="10039350" y="3778250"/>
          <p14:tracePt t="39947" x="10033000" y="3771900"/>
          <p14:tracePt t="39954" x="10026650" y="3771900"/>
          <p14:tracePt t="39972" x="10020300" y="3771900"/>
          <p14:tracePt t="39986" x="10013950" y="3771900"/>
          <p14:tracePt t="39998" x="10007600" y="3765550"/>
          <p14:tracePt t="40015" x="9988550" y="3759200"/>
          <p14:tracePt t="40032" x="9956800" y="3746500"/>
          <p14:tracePt t="40034" x="9944100" y="3746500"/>
          <p14:tracePt t="40050" x="9880600" y="3740150"/>
          <p14:tracePt t="40065" x="9829800" y="3740150"/>
          <p14:tracePt t="40083" x="9721850" y="3746500"/>
          <p14:tracePt t="40099" x="9671050" y="3752850"/>
          <p14:tracePt t="40117" x="9620250" y="3765550"/>
          <p14:tracePt t="40132" x="9601200" y="3771900"/>
          <p14:tracePt t="40150" x="9594850" y="3778250"/>
          <p14:tracePt t="40165" x="9588500" y="3784600"/>
          <p14:tracePt t="40183" x="9575800" y="3784600"/>
          <p14:tracePt t="40199" x="9569450" y="3790950"/>
          <p14:tracePt t="40215" x="9556750" y="3803650"/>
          <p14:tracePt t="40232" x="9531350" y="3822700"/>
          <p14:tracePt t="40249" x="9493250" y="3854450"/>
          <p14:tracePt t="40265" x="9442450" y="3898900"/>
          <p14:tracePt t="40283" x="9347200" y="3975100"/>
          <p14:tracePt t="40299" x="9334500" y="3981450"/>
          <p14:tracePt t="40316" x="9264650" y="4051300"/>
          <p14:tracePt t="40332" x="9245600" y="4070350"/>
          <p14:tracePt t="40348" x="9226550" y="4089400"/>
          <p14:tracePt t="40365" x="9220200" y="4102100"/>
          <p14:tracePt t="40382" x="9220200" y="4108450"/>
          <p14:tracePt t="40406" x="9213850" y="4108450"/>
          <p14:tracePt t="40415" x="9213850" y="4121150"/>
          <p14:tracePt t="40432" x="9201150" y="4127500"/>
          <p14:tracePt t="40449" x="9188450" y="4140200"/>
          <p14:tracePt t="40465" x="9163050" y="4152900"/>
          <p14:tracePt t="40482" x="9137650" y="4171950"/>
          <p14:tracePt t="40485" x="9124950" y="4184650"/>
          <p14:tracePt t="40499" x="9112250" y="4191000"/>
          <p14:tracePt t="40515" x="9099550" y="4197350"/>
          <p14:tracePt t="40518" x="9099550" y="4203700"/>
          <p14:tracePt t="40532" x="9093200" y="4203700"/>
          <p14:tracePt t="40548" x="9086850" y="4210050"/>
          <p14:tracePt t="40565" x="9086850" y="4216400"/>
          <p14:tracePt t="40582" x="9074150" y="4222750"/>
          <p14:tracePt t="40598" x="9067800" y="4229100"/>
          <p14:tracePt t="40615" x="9055100" y="4241800"/>
          <p14:tracePt t="40632" x="9042400" y="4254500"/>
          <p14:tracePt t="40648" x="9036050" y="4260850"/>
          <p14:tracePt t="40665" x="9023350" y="4273550"/>
          <p14:tracePt t="40682" x="9017000" y="4279900"/>
          <p14:tracePt t="40699" x="9017000" y="4286250"/>
          <p14:tracePt t="40715" x="9017000" y="4298950"/>
          <p14:tracePt t="40732" x="9017000" y="4305300"/>
          <p14:tracePt t="40748" x="9017000" y="4318000"/>
          <p14:tracePt t="40751" x="9017000" y="4330700"/>
          <p14:tracePt t="40765" x="9017000" y="4337050"/>
          <p14:tracePt t="40782" x="9017000" y="4362450"/>
          <p14:tracePt t="40783" x="9017000" y="4368800"/>
          <p14:tracePt t="40799" x="9023350" y="4368800"/>
          <p14:tracePt t="40816" x="9036050" y="4394200"/>
          <p14:tracePt t="40832" x="9048750" y="4406900"/>
          <p14:tracePt t="40848" x="9067800" y="4419600"/>
          <p14:tracePt t="40865" x="9093200" y="4419600"/>
          <p14:tracePt t="40882" x="9144000" y="4432300"/>
          <p14:tracePt t="40898" x="9201150" y="4432300"/>
          <p14:tracePt t="40915" x="9290050" y="4432300"/>
          <p14:tracePt t="40933" x="9353550" y="4432300"/>
          <p14:tracePt t="40949" x="9410700" y="4432300"/>
          <p14:tracePt t="40952" x="9436100" y="4432300"/>
          <p14:tracePt t="40967" x="9455150" y="4438650"/>
          <p14:tracePt t="40982" x="9486900" y="4445000"/>
          <p14:tracePt t="40985" x="9493250" y="4445000"/>
          <p14:tracePt t="40998" x="9525000" y="4451350"/>
          <p14:tracePt t="41015" x="9563100" y="4457700"/>
          <p14:tracePt t="41018" x="9569450" y="4457700"/>
          <p14:tracePt t="41032" x="9582150" y="4457700"/>
          <p14:tracePt t="41049" x="9626600" y="4457700"/>
          <p14:tracePt t="41051" x="9652000" y="4457700"/>
          <p14:tracePt t="41065" x="9671050" y="4457700"/>
          <p14:tracePt t="41082" x="9696450" y="4457700"/>
          <p14:tracePt t="41098" x="9709150" y="4457700"/>
          <p14:tracePt t="41115" x="9721850" y="4457700"/>
          <p14:tracePt t="41132" x="9721850" y="4445000"/>
          <p14:tracePt t="41148" x="9734550" y="4438650"/>
          <p14:tracePt t="41165" x="9740900" y="4425950"/>
          <p14:tracePt t="41182" x="9753600" y="4381500"/>
          <p14:tracePt t="41185" x="9753600" y="4368800"/>
          <p14:tracePt t="41199" x="9753600" y="4356100"/>
          <p14:tracePt t="41215" x="9753600" y="4324350"/>
          <p14:tracePt t="41232" x="9734550" y="4292600"/>
          <p14:tracePt t="41249" x="9721850" y="4273550"/>
          <p14:tracePt t="41251" x="9709150" y="4267200"/>
          <p14:tracePt t="41265" x="9702800" y="4267200"/>
          <p14:tracePt t="41268" x="9690100" y="4254500"/>
          <p14:tracePt t="41282" x="9671050" y="4241800"/>
          <p14:tracePt t="41299" x="9632950" y="4229100"/>
          <p14:tracePt t="41316" x="9594850" y="4222750"/>
          <p14:tracePt t="41332" x="9525000" y="4197350"/>
          <p14:tracePt t="41349" x="9480550" y="4184650"/>
          <p14:tracePt t="41365" x="9448800" y="4178300"/>
          <p14:tracePt t="41382" x="9410700" y="4171950"/>
          <p14:tracePt t="41399" x="9359900" y="4159250"/>
          <p14:tracePt t="41415" x="9277350" y="4159250"/>
          <p14:tracePt t="41432" x="9175750" y="4159250"/>
          <p14:tracePt t="41449" x="9118600" y="4165600"/>
          <p14:tracePt t="41453" x="9086850" y="4171950"/>
          <p14:tracePt t="41467" x="9017000" y="4184650"/>
          <p14:tracePt t="41483" x="8959850" y="4210050"/>
          <p14:tracePt t="41499" x="8953500" y="4210050"/>
          <p14:tracePt t="41533" x="8953500" y="4216400"/>
          <p14:tracePt t="41548" x="8953500" y="4229100"/>
          <p14:tracePt t="41566" x="8947150" y="4254500"/>
          <p14:tracePt t="41582" x="8947150" y="4273550"/>
          <p14:tracePt t="41598" x="8940800" y="4305300"/>
          <p14:tracePt t="41615" x="8940800" y="4318000"/>
          <p14:tracePt t="41632" x="8940800" y="4330700"/>
          <p14:tracePt t="41670" x="8940800" y="4337050"/>
          <p14:tracePt t="41686" x="8947150" y="4343400"/>
          <p14:tracePt t="41702" x="8953500" y="4349750"/>
          <p14:tracePt t="41715" x="8959850" y="4349750"/>
          <p14:tracePt t="41734" x="9017000" y="4368800"/>
          <p14:tracePt t="41749" x="9080500" y="4381500"/>
          <p14:tracePt t="41768" x="9156700" y="4387850"/>
          <p14:tracePt t="41782" x="9182100" y="4387850"/>
          <p14:tracePt t="41800" x="9251950" y="4387850"/>
          <p14:tracePt t="41815" x="9277350" y="4381500"/>
          <p14:tracePt t="41833" x="9309100" y="4362450"/>
          <p14:tracePt t="41848" x="9309100" y="4356100"/>
          <p14:tracePt t="41865" x="9340850" y="4318000"/>
          <p14:tracePt t="41866" x="0" y="0"/>
        </p14:tracePtLst>
        <p14:tracePtLst>
          <p14:tracePt t="50678" x="10331450" y="2755900"/>
          <p14:tracePt t="50683" x="10325100" y="2755900"/>
          <p14:tracePt t="50757" x="10318750" y="2755900"/>
          <p14:tracePt t="50773" x="10312400" y="2755900"/>
          <p14:tracePt t="50789" x="10299700" y="2755900"/>
          <p14:tracePt t="50805" x="10280650" y="2755900"/>
          <p14:tracePt t="50812" x="10274300" y="2749550"/>
          <p14:tracePt t="50820" x="10248900" y="2736850"/>
          <p14:tracePt t="50832" x="10229850" y="2736850"/>
          <p14:tracePt t="50849" x="10191750" y="2724150"/>
          <p14:tracePt t="50853" x="10160000" y="2711450"/>
          <p14:tracePt t="50866" x="10147300" y="2705100"/>
          <p14:tracePt t="50882" x="10102850" y="2705100"/>
          <p14:tracePt t="50884" x="10096500" y="2705100"/>
          <p14:tracePt t="50899" x="10071100" y="2705100"/>
          <p14:tracePt t="50916" x="10045700" y="2705100"/>
          <p14:tracePt t="50932" x="10026650" y="2705100"/>
          <p14:tracePt t="50949" x="10020300" y="2705100"/>
          <p14:tracePt t="50966" x="10013950" y="2711450"/>
          <p14:tracePt t="50982" x="10007600" y="2711450"/>
          <p14:tracePt t="50999" x="10001250" y="2711450"/>
          <p14:tracePt t="51015" x="9988550" y="2711450"/>
          <p14:tracePt t="51032" x="9969500" y="2717800"/>
          <p14:tracePt t="51049" x="9931400" y="2724150"/>
          <p14:tracePt t="51065" x="9893300" y="2743200"/>
          <p14:tracePt t="51082" x="9848850" y="2749550"/>
          <p14:tracePt t="51099" x="9798050" y="2762250"/>
          <p14:tracePt t="51115" x="9779000" y="2762250"/>
          <p14:tracePt t="51132" x="9766300" y="2768600"/>
          <p14:tracePt t="51149" x="9753600" y="2774950"/>
          <p14:tracePt t="51151" x="9747250" y="2774950"/>
          <p14:tracePt t="51168" x="9728200" y="2781300"/>
          <p14:tracePt t="51182" x="9702800" y="2787650"/>
          <p14:tracePt t="51199" x="9658350" y="2806700"/>
          <p14:tracePt t="51216" x="9613900" y="2825750"/>
          <p14:tracePt t="51232" x="9575800" y="2838450"/>
          <p14:tracePt t="51249" x="9525000" y="2870200"/>
          <p14:tracePt t="51265" x="9486900" y="2895600"/>
          <p14:tracePt t="51282" x="9461500" y="2914650"/>
          <p14:tracePt t="51299" x="9429750" y="2933700"/>
          <p14:tracePt t="51316" x="9410700" y="2952750"/>
          <p14:tracePt t="51332" x="9372600" y="2990850"/>
          <p14:tracePt t="51349" x="9347200" y="3009900"/>
          <p14:tracePt t="51352" x="9334500" y="3028950"/>
          <p14:tracePt t="51365" x="9283700" y="3073400"/>
          <p14:tracePt t="51382" x="9232900" y="3124200"/>
          <p14:tracePt t="51385" x="9213850" y="3143250"/>
          <p14:tracePt t="51399" x="9194800" y="3162300"/>
          <p14:tracePt t="51416" x="9144000" y="3225800"/>
          <p14:tracePt t="51432" x="9124950" y="3251200"/>
          <p14:tracePt t="51449" x="9105900" y="3276600"/>
          <p14:tracePt t="51467" x="9093200" y="3302000"/>
          <p14:tracePt t="51483" x="9086850" y="3327400"/>
          <p14:tracePt t="51499" x="9080500" y="3340100"/>
          <p14:tracePt t="51563" x="9080500" y="3346450"/>
          <p14:tracePt t="51578" x="9080500" y="3352800"/>
          <p14:tracePt t="51594" x="9080500" y="3365500"/>
          <p14:tracePt t="51603" x="9074150" y="3365500"/>
          <p14:tracePt t="51615" x="9074150" y="3371850"/>
          <p14:tracePt t="51632" x="9067800" y="3384550"/>
          <p14:tracePt t="51649" x="9061450" y="3390900"/>
          <p14:tracePt t="51667" x="9055100" y="3397250"/>
          <p14:tracePt t="51684" x="9055100" y="3403600"/>
          <p14:tracePt t="51699" x="9055100" y="3409950"/>
          <p14:tracePt t="51715" x="9048750" y="3409950"/>
          <p14:tracePt t="51732" x="9048750" y="3416300"/>
          <p14:tracePt t="51749" x="9048750" y="3422650"/>
          <p14:tracePt t="51765" x="9048750" y="3435350"/>
          <p14:tracePt t="51782" x="9048750" y="3460750"/>
          <p14:tracePt t="51799" x="9048750" y="3467100"/>
          <p14:tracePt t="51802" x="9048750" y="3473450"/>
          <p14:tracePt t="51815" x="9048750" y="3479800"/>
          <p14:tracePt t="51832" x="9061450" y="3486150"/>
          <p14:tracePt t="51849" x="9067800" y="3498850"/>
          <p14:tracePt t="51865" x="9067800" y="3505200"/>
          <p14:tracePt t="51868" x="9074150" y="3511550"/>
          <p14:tracePt t="51882" x="9080500" y="3511550"/>
          <p14:tracePt t="51899" x="9099550" y="3536950"/>
          <p14:tracePt t="51915" x="9112250" y="3549650"/>
          <p14:tracePt t="51932" x="9131300" y="3562350"/>
          <p14:tracePt t="51949" x="9144000" y="3575050"/>
          <p14:tracePt t="51966" x="9163050" y="3581400"/>
          <p14:tracePt t="51982" x="9175750" y="3587750"/>
          <p14:tracePt t="51999" x="9188450" y="3594100"/>
          <p14:tracePt t="52015" x="9194800" y="3600450"/>
          <p14:tracePt t="52032" x="9207500" y="3606800"/>
          <p14:tracePt t="52049" x="9220200" y="3606800"/>
          <p14:tracePt t="52065" x="9226550" y="3606800"/>
          <p14:tracePt t="52082" x="9245600" y="3606800"/>
          <p14:tracePt t="52099" x="9258300" y="3606800"/>
          <p14:tracePt t="52116" x="9277350" y="3606800"/>
          <p14:tracePt t="52132" x="9290050" y="3606800"/>
          <p14:tracePt t="52135" x="9302750" y="3606800"/>
          <p14:tracePt t="52149" x="9315450" y="3606800"/>
          <p14:tracePt t="52166" x="9340850" y="3606800"/>
          <p14:tracePt t="52182" x="9366250" y="3606800"/>
          <p14:tracePt t="52199" x="9398000" y="3600450"/>
          <p14:tracePt t="52216" x="9429750" y="3594100"/>
          <p14:tracePt t="52233" x="9455150" y="3581400"/>
          <p14:tracePt t="52249" x="9480550" y="3575050"/>
          <p14:tracePt t="52265" x="9493250" y="3568700"/>
          <p14:tracePt t="52283" x="9505950" y="3568700"/>
          <p14:tracePt t="52299" x="9525000" y="3556000"/>
          <p14:tracePt t="52302" x="9525000" y="3549650"/>
          <p14:tracePt t="52316" x="9531350" y="3549650"/>
          <p14:tracePt t="52332" x="9544050" y="3543300"/>
          <p14:tracePt t="52349" x="9563100" y="3536950"/>
          <p14:tracePt t="52365" x="9575800" y="3530600"/>
          <p14:tracePt t="52368" x="9582150" y="3524250"/>
          <p14:tracePt t="52382" x="9594850" y="3524250"/>
          <p14:tracePt t="52399" x="9620250" y="3505200"/>
          <p14:tracePt t="52416" x="9639300" y="3486150"/>
          <p14:tracePt t="52433" x="9652000" y="3467100"/>
          <p14:tracePt t="52450" x="9652000" y="3460750"/>
          <p14:tracePt t="52466" x="9652000" y="3448050"/>
          <p14:tracePt t="52482" x="9652000" y="3435350"/>
          <p14:tracePt t="52499" x="9652000" y="3409950"/>
          <p14:tracePt t="52516" x="9632950" y="3378200"/>
          <p14:tracePt t="52532" x="9613900" y="3352800"/>
          <p14:tracePt t="52549" x="9588500" y="3327400"/>
          <p14:tracePt t="52566" x="9563100" y="3308350"/>
          <p14:tracePt t="52570" x="9550400" y="3295650"/>
          <p14:tracePt t="52582" x="9537700" y="3289300"/>
          <p14:tracePt t="52599" x="9512300" y="3282950"/>
          <p14:tracePt t="52601" x="9499600" y="3276600"/>
          <p14:tracePt t="52615" x="9486900" y="3276600"/>
          <p14:tracePt t="52632" x="9474200" y="3276600"/>
          <p14:tracePt t="52635" x="9467850" y="3276600"/>
          <p14:tracePt t="52649" x="9442450" y="3276600"/>
          <p14:tracePt t="52666" x="9391650" y="3276600"/>
          <p14:tracePt t="52682" x="9347200" y="3289300"/>
          <p14:tracePt t="52700" x="9290050" y="3295650"/>
          <p14:tracePt t="52716" x="9207500" y="3308350"/>
          <p14:tracePt t="52732" x="9169400" y="3308350"/>
          <p14:tracePt t="52749" x="9150350" y="3308350"/>
          <p14:tracePt t="52766" x="9137650" y="3308350"/>
          <p14:tracePt t="52782" x="9131300" y="3314700"/>
          <p14:tracePt t="52799" x="9118600" y="3314700"/>
          <p14:tracePt t="52803" x="9118600" y="3321050"/>
          <p14:tracePt t="52816" x="9112250" y="3327400"/>
          <p14:tracePt t="52849" x="9105900" y="3333750"/>
          <p14:tracePt t="52882" x="9099550" y="3333750"/>
          <p14:tracePt t="52900" x="9093200" y="3340100"/>
          <p14:tracePt t="52916" x="9093200" y="3346450"/>
          <p14:tracePt t="52932" x="9086850" y="3352800"/>
          <p14:tracePt t="52949" x="9086850" y="3359150"/>
          <p14:tracePt t="53062" x="0" y="0"/>
        </p14:tracePtLst>
        <p14:tracePtLst>
          <p14:tracePt t="54111" x="9937750" y="3302000"/>
          <p14:tracePt t="54116" x="9931400" y="3302000"/>
          <p14:tracePt t="54132" x="9918700" y="3295650"/>
          <p14:tracePt t="54149" x="9912350" y="3295650"/>
          <p14:tracePt t="54165" x="9906000" y="3289300"/>
          <p14:tracePt t="54182" x="9899650" y="3289300"/>
          <p14:tracePt t="54200" x="9893300" y="3289300"/>
          <p14:tracePt t="54216" x="9880600" y="3289300"/>
          <p14:tracePt t="54232" x="9861550" y="3289300"/>
          <p14:tracePt t="54249" x="9836150" y="3295650"/>
          <p14:tracePt t="54265" x="9804400" y="3308350"/>
          <p14:tracePt t="54282" x="9772650" y="3321050"/>
          <p14:tracePt t="54299" x="9747250" y="3333750"/>
          <p14:tracePt t="54316" x="9721850" y="3346450"/>
          <p14:tracePt t="54319" x="9715500" y="3352800"/>
          <p14:tracePt t="54332" x="9702800" y="3359150"/>
          <p14:tracePt t="54349" x="9690100" y="3378200"/>
          <p14:tracePt t="54351" x="9683750" y="3384550"/>
          <p14:tracePt t="54366" x="9671050" y="3409950"/>
          <p14:tracePt t="54382" x="9664700" y="3435350"/>
          <p14:tracePt t="54399" x="9664700" y="3448050"/>
          <p14:tracePt t="54416" x="9658350" y="3467100"/>
          <p14:tracePt t="54432" x="9652000" y="3486150"/>
          <p14:tracePt t="54449" x="9652000" y="3517900"/>
          <p14:tracePt t="54466" x="9652000" y="3543300"/>
          <p14:tracePt t="54482" x="9658350" y="3568700"/>
          <p14:tracePt t="54499" x="9664700" y="3600450"/>
          <p14:tracePt t="54516" x="9683750" y="3625850"/>
          <p14:tracePt t="54533" x="9702800" y="3651250"/>
          <p14:tracePt t="54549" x="9721850" y="3663950"/>
          <p14:tracePt t="54552" x="9728200" y="3663950"/>
          <p14:tracePt t="54565" x="9747250" y="3670300"/>
          <p14:tracePt t="54582" x="9779000" y="3670300"/>
          <p14:tracePt t="54584" x="9791700" y="3670300"/>
          <p14:tracePt t="54599" x="9817100" y="3670300"/>
          <p14:tracePt t="54616" x="9912350" y="3657600"/>
          <p14:tracePt t="54632" x="9975850" y="3644900"/>
          <p14:tracePt t="54649" x="10020300" y="3632200"/>
          <p14:tracePt t="54665" x="10045700" y="3619500"/>
          <p14:tracePt t="54682" x="10058400" y="3613150"/>
          <p14:tracePt t="54699" x="10064750" y="3606800"/>
          <p14:tracePt t="54715" x="10071100" y="3600450"/>
          <p14:tracePt t="54737" x="10071100" y="3594100"/>
          <p14:tracePt t="54749" x="10077450" y="3594100"/>
          <p14:tracePt t="54766" x="10083800" y="3575050"/>
          <p14:tracePt t="54782" x="10083800" y="3562350"/>
          <p14:tracePt t="54786" x="10083800" y="3543300"/>
          <p14:tracePt t="54799" x="10083800" y="3530600"/>
          <p14:tracePt t="54816" x="10083800" y="3505200"/>
          <p14:tracePt t="54820" x="10071100" y="3486150"/>
          <p14:tracePt t="54832" x="10071100" y="3479800"/>
          <p14:tracePt t="54850" x="10058400" y="3460750"/>
          <p14:tracePt t="54866" x="10052050" y="3460750"/>
          <p14:tracePt t="54914" x="0" y="0"/>
        </p14:tracePtLst>
      </p14:laserTraceLst>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Spyder </a:t>
            </a:r>
            <a:endParaRPr lang="nl-BE" dirty="0"/>
          </a:p>
        </p:txBody>
      </p:sp>
      <p:sp>
        <p:nvSpPr>
          <p:cNvPr id="7" name="Text Placeholder 6"/>
          <p:cNvSpPr>
            <a:spLocks noGrp="1"/>
          </p:cNvSpPr>
          <p:nvPr>
            <p:ph type="body" idx="1"/>
          </p:nvPr>
        </p:nvSpPr>
        <p:spPr/>
        <p:txBody>
          <a:bodyPr/>
          <a:lstStyle/>
          <a:p>
            <a:r>
              <a:rPr lang="nl-BE" dirty="0" err="1"/>
              <a:t>Another</a:t>
            </a:r>
            <a:r>
              <a:rPr lang="nl-BE" dirty="0"/>
              <a:t> IDE</a:t>
            </a:r>
            <a:br>
              <a:rPr lang="nl-BE" dirty="0"/>
            </a:br>
            <a:r>
              <a:rPr lang="nl-BE" dirty="0" err="1"/>
              <a:t>Optional</a:t>
            </a:r>
            <a:r>
              <a:rPr lang="nl-BE" dirty="0"/>
              <a:t> </a:t>
            </a:r>
            <a:r>
              <a:rPr lang="nl-BE" dirty="0" err="1"/>
              <a:t>material</a:t>
            </a:r>
            <a:endParaRPr lang="nl-BE" dirty="0"/>
          </a:p>
        </p:txBody>
      </p:sp>
    </p:spTree>
    <p:extLst>
      <p:ext uri="{BB962C8B-B14F-4D97-AF65-F5344CB8AC3E}">
        <p14:creationId xmlns:p14="http://schemas.microsoft.com/office/powerpoint/2010/main" val="4243163866"/>
      </p:ext>
    </p:extLst>
  </p:cSld>
  <p:clrMapOvr>
    <a:masterClrMapping/>
  </p:clrMapOvr>
  <mc:AlternateContent xmlns:mc="http://schemas.openxmlformats.org/markup-compatibility/2006" xmlns:p14="http://schemas.microsoft.com/office/powerpoint/2010/main">
    <mc:Choice Requires="p14">
      <p:transition spd="slow" p14:dur="2000" advTm="40684"/>
    </mc:Choice>
    <mc:Fallback xmlns="">
      <p:transition spd="slow" advTm="40684"/>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 </a:t>
            </a:r>
            <a:r>
              <a:rPr lang="en-US" dirty="0" err="1"/>
              <a:t>Spyder</a:t>
            </a:r>
            <a:endParaRPr lang="nl-BE" dirty="0"/>
          </a:p>
        </p:txBody>
      </p:sp>
      <p:sp>
        <p:nvSpPr>
          <p:cNvPr id="3" name="Content Placeholder 2"/>
          <p:cNvSpPr>
            <a:spLocks noGrp="1"/>
          </p:cNvSpPr>
          <p:nvPr>
            <p:ph idx="1"/>
          </p:nvPr>
        </p:nvSpPr>
        <p:spPr>
          <a:xfrm>
            <a:off x="838200" y="1825625"/>
            <a:ext cx="4921332" cy="4351338"/>
          </a:xfrm>
        </p:spPr>
        <p:txBody>
          <a:bodyPr>
            <a:normAutofit fontScale="77500" lnSpcReduction="20000"/>
          </a:bodyPr>
          <a:lstStyle/>
          <a:p>
            <a:r>
              <a:rPr lang="en-US" dirty="0"/>
              <a:t>Integrate different aspects of programming and running code.</a:t>
            </a:r>
          </a:p>
          <a:p>
            <a:r>
              <a:rPr lang="en-US" dirty="0" err="1"/>
              <a:t>SPyDER</a:t>
            </a:r>
            <a:r>
              <a:rPr lang="en-US" dirty="0"/>
              <a:t>: "</a:t>
            </a:r>
            <a:r>
              <a:rPr lang="en-US" i="1" dirty="0"/>
              <a:t>Scientific Python Development </a:t>
            </a:r>
            <a:r>
              <a:rPr lang="en-US" i="1" dirty="0" err="1"/>
              <a:t>EnviRonment</a:t>
            </a:r>
            <a:r>
              <a:rPr lang="en-US" dirty="0"/>
              <a:t>“</a:t>
            </a:r>
            <a:br>
              <a:rPr lang="en-US" dirty="0"/>
            </a:br>
            <a:r>
              <a:rPr lang="nl-BE" dirty="0">
                <a:hlinkClick r:id="rId3"/>
              </a:rPr>
              <a:t>https://www.spyder-ide.org/</a:t>
            </a:r>
            <a:r>
              <a:rPr lang="en-US" dirty="0"/>
              <a:t> </a:t>
            </a:r>
          </a:p>
          <a:p>
            <a:r>
              <a:rPr lang="en-US" dirty="0"/>
              <a:t>Several tools in one integrated environment (</a:t>
            </a:r>
            <a:r>
              <a:rPr lang="en-US" dirty="0" err="1"/>
              <a:t>cfr</a:t>
            </a:r>
            <a:r>
              <a:rPr lang="en-US" dirty="0"/>
              <a:t> MATLAB desktop)</a:t>
            </a:r>
          </a:p>
          <a:p>
            <a:pPr lvl="1"/>
            <a:r>
              <a:rPr lang="en-US" dirty="0"/>
              <a:t>a code editor</a:t>
            </a:r>
          </a:p>
          <a:p>
            <a:pPr lvl="1"/>
            <a:r>
              <a:rPr lang="en-US" dirty="0" err="1"/>
              <a:t>IPython</a:t>
            </a:r>
            <a:r>
              <a:rPr lang="en-US" dirty="0"/>
              <a:t> interpreter / console</a:t>
            </a:r>
          </a:p>
          <a:p>
            <a:pPr lvl="1"/>
            <a:r>
              <a:rPr lang="en-US" dirty="0"/>
              <a:t>variable inspector </a:t>
            </a:r>
          </a:p>
          <a:p>
            <a:pPr lvl="1"/>
            <a:r>
              <a:rPr lang="en-US" dirty="0"/>
              <a:t>control icons</a:t>
            </a:r>
          </a:p>
          <a:p>
            <a:r>
              <a:rPr lang="en-US" dirty="0"/>
              <a:t>Documentation: </a:t>
            </a:r>
            <a:r>
              <a:rPr lang="en-US" dirty="0">
                <a:hlinkClick r:id="rId4"/>
              </a:rPr>
              <a:t>https://docs.spyder-ide.org/current/index.html</a:t>
            </a:r>
            <a:r>
              <a:rPr lang="en-US" dirty="0"/>
              <a:t> </a:t>
            </a:r>
          </a:p>
          <a:p>
            <a:endParaRPr lang="en-US" dirty="0"/>
          </a:p>
        </p:txBody>
      </p:sp>
      <p:pic>
        <p:nvPicPr>
          <p:cNvPr id="5" name="Picture 4">
            <a:extLst>
              <a:ext uri="{FF2B5EF4-FFF2-40B4-BE49-F238E27FC236}">
                <a16:creationId xmlns:a16="http://schemas.microsoft.com/office/drawing/2014/main" id="{33366853-9743-A7D3-2326-59DE6117AB2D}"/>
              </a:ext>
            </a:extLst>
          </p:cNvPr>
          <p:cNvPicPr>
            <a:picLocks noChangeAspect="1"/>
          </p:cNvPicPr>
          <p:nvPr/>
        </p:nvPicPr>
        <p:blipFill>
          <a:blip r:embed="rId5"/>
          <a:stretch>
            <a:fillRect/>
          </a:stretch>
        </p:blipFill>
        <p:spPr>
          <a:xfrm>
            <a:off x="5571470" y="2039816"/>
            <a:ext cx="6620530" cy="3506812"/>
          </a:xfrm>
          <a:prstGeom prst="rect">
            <a:avLst/>
          </a:prstGeom>
        </p:spPr>
      </p:pic>
    </p:spTree>
    <p:extLst>
      <p:ext uri="{BB962C8B-B14F-4D97-AF65-F5344CB8AC3E}">
        <p14:creationId xmlns:p14="http://schemas.microsoft.com/office/powerpoint/2010/main" val="4252905756"/>
      </p:ext>
    </p:extLst>
  </p:cSld>
  <p:clrMapOvr>
    <a:masterClrMapping/>
  </p:clrMapOvr>
  <mc:AlternateContent xmlns:mc="http://schemas.openxmlformats.org/markup-compatibility/2006" xmlns:p14="http://schemas.microsoft.com/office/powerpoint/2010/main">
    <mc:Choice Requires="p14">
      <p:transition spd="slow" p14:dur="2000" advTm="64675"/>
    </mc:Choice>
    <mc:Fallback xmlns="">
      <p:transition spd="slow" advTm="64675"/>
    </mc:Fallback>
  </mc:AlternateContent>
  <p:extLst>
    <p:ext uri="{3A86A75C-4F4B-4683-9AE1-C65F6400EC91}">
      <p14:laserTraceLst xmlns:p14="http://schemas.microsoft.com/office/powerpoint/2010/main">
        <p14:tracePtLst>
          <p14:tracePt t="11243" x="7035800" y="1403350"/>
          <p14:tracePt t="11306" x="7023100" y="1403350"/>
          <p14:tracePt t="11313" x="7016750" y="1403350"/>
          <p14:tracePt t="11320" x="7010400" y="1403350"/>
          <p14:tracePt t="11331" x="7004050" y="1403350"/>
          <p14:tracePt t="11348" x="6978650" y="1403350"/>
          <p14:tracePt t="11364" x="6946900" y="1403350"/>
          <p14:tracePt t="11381" x="6883400" y="1397000"/>
          <p14:tracePt t="11398" x="6832600" y="1397000"/>
          <p14:tracePt t="11415" x="6762750" y="1397000"/>
          <p14:tracePt t="11431" x="6711950" y="1397000"/>
          <p14:tracePt t="11433" x="6642100" y="1397000"/>
          <p14:tracePt t="11448" x="6616700" y="1403350"/>
          <p14:tracePt t="11464" x="6515100" y="1428750"/>
          <p14:tracePt t="11468" x="6489700" y="1435100"/>
          <p14:tracePt t="11481" x="6426200" y="1454150"/>
          <p14:tracePt t="11499" x="6330950" y="1492250"/>
          <p14:tracePt t="11514" x="6273800" y="1530350"/>
          <p14:tracePt t="11531" x="6229350" y="1555750"/>
          <p14:tracePt t="11548" x="6159500" y="1619250"/>
          <p14:tracePt t="11565" x="6134100" y="1657350"/>
          <p14:tracePt t="11581" x="6083300" y="1720850"/>
          <p14:tracePt t="11598" x="6064250" y="1746250"/>
          <p14:tracePt t="11615" x="6032500" y="1784350"/>
          <p14:tracePt t="11631" x="6013450" y="1803400"/>
          <p14:tracePt t="11648" x="6000750" y="1822450"/>
          <p14:tracePt t="11651" x="5994400" y="1841500"/>
          <p14:tracePt t="11664" x="5975350" y="1873250"/>
          <p14:tracePt t="11681" x="5949950" y="1917700"/>
          <p14:tracePt t="11684" x="5937250" y="1943100"/>
          <p14:tracePt t="11698" x="5886450" y="2051050"/>
          <p14:tracePt t="11715" x="5867400" y="2082800"/>
          <p14:tracePt t="11717" x="5835650" y="2152650"/>
          <p14:tracePt t="11731" x="5803900" y="2222500"/>
          <p14:tracePt t="11749" x="5765800" y="2381250"/>
          <p14:tracePt t="11765" x="5753100" y="2457450"/>
          <p14:tracePt t="11781" x="5740400" y="2546350"/>
          <p14:tracePt t="11798" x="5740400" y="2616200"/>
          <p14:tracePt t="11814" x="5740400" y="2698750"/>
          <p14:tracePt t="11831" x="5740400" y="2794000"/>
          <p14:tracePt t="11848" x="5740400" y="2857500"/>
          <p14:tracePt t="11864" x="5734050" y="2978150"/>
          <p14:tracePt t="11881" x="5734050" y="3098800"/>
          <p14:tracePt t="11898" x="5734050" y="3200400"/>
          <p14:tracePt t="11914" x="5734050" y="3270250"/>
          <p14:tracePt t="11917" x="5734050" y="3302000"/>
          <p14:tracePt t="11931" x="5740400" y="3371850"/>
          <p14:tracePt t="11949" x="5765800" y="3486150"/>
          <p14:tracePt t="11966" x="5772150" y="3549650"/>
          <p14:tracePt t="11981" x="5784850" y="3581400"/>
          <p14:tracePt t="11984" x="5791200" y="3613150"/>
          <p14:tracePt t="11998" x="5829300" y="3740150"/>
          <p14:tracePt t="12014" x="5848350" y="3829050"/>
          <p14:tracePt t="12031" x="5880100" y="3994150"/>
          <p14:tracePt t="12048" x="5899150" y="4095750"/>
          <p14:tracePt t="12064" x="5918200" y="4203700"/>
          <p14:tracePt t="12081" x="5943600" y="4318000"/>
          <p14:tracePt t="12098" x="5988050" y="4502150"/>
          <p14:tracePt t="12114" x="6013450" y="4603750"/>
          <p14:tracePt t="12131" x="6051550" y="4699000"/>
          <p14:tracePt t="12135" x="6064250" y="4743450"/>
          <p14:tracePt t="12148" x="6083300" y="4800600"/>
          <p14:tracePt t="12167" x="6127750" y="4940300"/>
          <p14:tracePt t="12181" x="6178550" y="5067300"/>
          <p14:tracePt t="12201" x="6242050" y="5213350"/>
          <p14:tracePt t="12215" x="6305550" y="5321300"/>
          <p14:tracePt t="12233" x="6375400" y="5435600"/>
          <p14:tracePt t="12248" x="6438900" y="5537200"/>
          <p14:tracePt t="12266" x="6546850" y="5689600"/>
          <p14:tracePt t="12281" x="6661150" y="5816600"/>
          <p14:tracePt t="12298" x="6724650" y="5892800"/>
          <p14:tracePt t="12315" x="6851650" y="6007100"/>
          <p14:tracePt t="12331" x="6953250" y="6076950"/>
          <p14:tracePt t="12348" x="7023100" y="6108700"/>
          <p14:tracePt t="12364" x="7156450" y="6159500"/>
          <p14:tracePt t="12381" x="7321550" y="6197600"/>
          <p14:tracePt t="12398" x="7493000" y="6223000"/>
          <p14:tracePt t="12414" x="7607300" y="6235700"/>
          <p14:tracePt t="12431" x="7835900" y="6267450"/>
          <p14:tracePt t="12432" x="7912100" y="6273800"/>
          <p14:tracePt t="12449" x="8166100" y="6305550"/>
          <p14:tracePt t="12465" x="8407400" y="6324600"/>
          <p14:tracePt t="12481" x="8521700" y="6330950"/>
          <p14:tracePt t="12498" x="8699500" y="6337300"/>
          <p14:tracePt t="12515" x="8858250" y="6337300"/>
          <p14:tracePt t="12532" x="9029700" y="6337300"/>
          <p14:tracePt t="12548" x="9194800" y="6330950"/>
          <p14:tracePt t="12564" x="9302750" y="6318250"/>
          <p14:tracePt t="12581" x="9493250" y="6299200"/>
          <p14:tracePt t="12598" x="9696450" y="6292850"/>
          <p14:tracePt t="12614" x="9804400" y="6286500"/>
          <p14:tracePt t="12631" x="10001250" y="6286500"/>
          <p14:tracePt t="12648" x="10109200" y="6280150"/>
          <p14:tracePt t="12665" x="10306050" y="6280150"/>
          <p14:tracePt t="12667" x="10369550" y="6273800"/>
          <p14:tracePt t="12681" x="10426700" y="6273800"/>
          <p14:tracePt t="12699" x="10693400" y="6254750"/>
          <p14:tracePt t="12715" x="10814050" y="6235700"/>
          <p14:tracePt t="12731" x="10934700" y="6210300"/>
          <p14:tracePt t="12749" x="11137900" y="6159500"/>
          <p14:tracePt t="12765" x="11233150" y="6115050"/>
          <p14:tracePt t="12781" x="11315700" y="6076950"/>
          <p14:tracePt t="12798" x="11430000" y="6032500"/>
          <p14:tracePt t="12814" x="11499850" y="6000750"/>
          <p14:tracePt t="12831" x="11614150" y="5949950"/>
          <p14:tracePt t="12848" x="11690350" y="5924550"/>
          <p14:tracePt t="12865" x="11817350" y="5867400"/>
          <p14:tracePt t="12881" x="11899900" y="5829300"/>
          <p14:tracePt t="12898" x="12007850" y="5772150"/>
          <p14:tracePt t="12901" x="12039600" y="5753100"/>
          <p14:tracePt t="12915" x="12058650" y="5734050"/>
          <p14:tracePt t="12931" x="12115800" y="5689600"/>
          <p14:tracePt t="12933" x="12134850" y="5670550"/>
          <p14:tracePt t="13185" x="12179300" y="2362200"/>
          <p14:tracePt t="13191" x="12160250" y="2336800"/>
          <p14:tracePt t="13200" x="12109450" y="2279650"/>
          <p14:tracePt t="13215" x="12033250" y="2184400"/>
          <p14:tracePt t="13231" x="11944350" y="2076450"/>
          <p14:tracePt t="13249" x="11849100" y="1962150"/>
          <p14:tracePt t="13265" x="11772900" y="1866900"/>
          <p14:tracePt t="13281" x="11690350" y="1765300"/>
          <p14:tracePt t="13298" x="11620500" y="1689100"/>
          <p14:tracePt t="13314" x="11557000" y="1631950"/>
          <p14:tracePt t="13331" x="11518900" y="1612900"/>
          <p14:tracePt t="13348" x="11493500" y="1600200"/>
          <p14:tracePt t="13364" x="11449050" y="1600200"/>
          <p14:tracePt t="13381" x="11404600" y="1600200"/>
          <p14:tracePt t="13398" x="11341100" y="1606550"/>
          <p14:tracePt t="13400" x="11303000" y="1612900"/>
          <p14:tracePt t="13415" x="11252200" y="1619250"/>
          <p14:tracePt t="13431" x="11156950" y="1625600"/>
          <p14:tracePt t="13433" x="11125200" y="1631950"/>
          <p14:tracePt t="13449" x="11017250" y="1638300"/>
          <p14:tracePt t="13465" x="10877550" y="1651000"/>
          <p14:tracePt t="13481" x="10731500" y="1670050"/>
          <p14:tracePt t="13498" x="10591800" y="1695450"/>
          <p14:tracePt t="13515" x="10458450" y="1714500"/>
          <p14:tracePt t="13532" x="10337800" y="1733550"/>
          <p14:tracePt t="13548" x="10274300" y="1746250"/>
          <p14:tracePt t="13564" x="10140950" y="1758950"/>
          <p14:tracePt t="13581" x="9963150" y="1765300"/>
          <p14:tracePt t="13598" x="9861550" y="1771650"/>
          <p14:tracePt t="13601" x="9804400" y="1771650"/>
          <p14:tracePt t="13614" x="9645650" y="1778000"/>
          <p14:tracePt t="13631" x="9518650" y="1790700"/>
          <p14:tracePt t="13648" x="9271000" y="1816100"/>
          <p14:tracePt t="13664" x="9124950" y="1835150"/>
          <p14:tracePt t="13668" x="8928100" y="1873250"/>
          <p14:tracePt t="13681" x="8858250" y="1885950"/>
          <p14:tracePt t="13699" x="8534400" y="1968500"/>
          <p14:tracePt t="13715" x="8369300" y="2025650"/>
          <p14:tracePt t="13732" x="8274050" y="2057400"/>
          <p14:tracePt t="13749" x="8102600" y="2139950"/>
          <p14:tracePt t="13765" x="7905750" y="2228850"/>
          <p14:tracePt t="13782" x="7797800" y="2273300"/>
          <p14:tracePt t="13798" x="7594600" y="2349500"/>
          <p14:tracePt t="13815" x="7404100" y="2406650"/>
          <p14:tracePt t="13819" x="7353300" y="2425700"/>
          <p14:tracePt t="13831" x="7308850" y="2438400"/>
          <p14:tracePt t="13848" x="7156450" y="2495550"/>
          <p14:tracePt t="13851" x="7112000" y="2520950"/>
          <p14:tracePt t="13864" x="7054850" y="2546350"/>
          <p14:tracePt t="13881" x="6940550" y="2603500"/>
          <p14:tracePt t="13898" x="6699250" y="2711450"/>
          <p14:tracePt t="13915" x="6565900" y="2781300"/>
          <p14:tracePt t="13917" x="6407150" y="2895600"/>
          <p14:tracePt t="13931" x="6350000" y="2946400"/>
          <p14:tracePt t="13949" x="6197600" y="3117850"/>
          <p14:tracePt t="13965" x="6121400" y="3244850"/>
          <p14:tracePt t="13981" x="6096000" y="3333750"/>
          <p14:tracePt t="13998" x="6089650" y="3390900"/>
          <p14:tracePt t="14014" x="6076950" y="3473450"/>
          <p14:tracePt t="14031" x="6076950" y="3549650"/>
          <p14:tracePt t="14048" x="6076950" y="3606800"/>
          <p14:tracePt t="14064" x="6076950" y="3708400"/>
          <p14:tracePt t="14081" x="6076950" y="3816350"/>
          <p14:tracePt t="14098" x="6076950" y="3892550"/>
          <p14:tracePt t="14115" x="6083300" y="4013200"/>
          <p14:tracePt t="14131" x="6089650" y="4083050"/>
          <p14:tracePt t="14149" x="6108700" y="4152900"/>
          <p14:tracePt t="14164" x="6108700" y="4159250"/>
          <p14:tracePt t="14181" x="6108700" y="4165600"/>
          <p14:tracePt t="14281" x="0" y="0"/>
        </p14:tracePtLst>
        <p14:tracePtLst>
          <p14:tracePt t="28442" x="7499350" y="3035300"/>
          <p14:tracePt t="28450" x="7480300" y="3016250"/>
          <p14:tracePt t="28456" x="7448550" y="3003550"/>
          <p14:tracePt t="28468" x="7442200" y="2997200"/>
          <p14:tracePt t="28482" x="7397750" y="2978150"/>
          <p14:tracePt t="28501" x="7378700" y="2965450"/>
          <p14:tracePt t="28515" x="7353300" y="2946400"/>
          <p14:tracePt t="28532" x="7334250" y="2946400"/>
          <p14:tracePt t="28548" x="7308850" y="2940050"/>
          <p14:tracePt t="28566" x="7283450" y="2933700"/>
          <p14:tracePt t="28570" x="7270750" y="2933700"/>
          <p14:tracePt t="28581" x="7226300" y="2933700"/>
          <p14:tracePt t="28598" x="7175500" y="2933700"/>
          <p14:tracePt t="28601" x="7099300" y="2933700"/>
          <p14:tracePt t="28615" x="7016750" y="2940050"/>
          <p14:tracePt t="28632" x="6870700" y="2940050"/>
          <p14:tracePt t="28634" x="6807200" y="2952750"/>
          <p14:tracePt t="28648" x="6731000" y="2952750"/>
          <p14:tracePt t="28665" x="6591300" y="2978150"/>
          <p14:tracePt t="28681" x="6515100" y="3003550"/>
          <p14:tracePt t="28699" x="6470650" y="3028950"/>
          <p14:tracePt t="28716" x="6438900" y="3060700"/>
          <p14:tracePt t="28732" x="6407150" y="3098800"/>
          <p14:tracePt t="28748" x="6350000" y="3155950"/>
          <p14:tracePt t="28765" x="6248400" y="3257550"/>
          <p14:tracePt t="28781" x="6153150" y="3352800"/>
          <p14:tracePt t="28798" x="6089650" y="3429000"/>
          <p14:tracePt t="28815" x="5988050" y="3549650"/>
          <p14:tracePt t="28831" x="5899150" y="3695700"/>
          <p14:tracePt t="28848" x="5861050" y="3810000"/>
          <p14:tracePt t="28865" x="5842000" y="3898900"/>
          <p14:tracePt t="28867" x="5842000" y="3937000"/>
          <p14:tracePt t="28881" x="5842000" y="3968750"/>
          <p14:tracePt t="28899" x="5861050" y="4057650"/>
          <p14:tracePt t="28915" x="5886450" y="4114800"/>
          <p14:tracePt t="28931" x="5937250" y="4191000"/>
          <p14:tracePt t="28949" x="5988050" y="4260850"/>
          <p14:tracePt t="28965" x="6045200" y="4337050"/>
          <p14:tracePt t="28981" x="6108700" y="4406900"/>
          <p14:tracePt t="28998" x="6172200" y="4464050"/>
          <p14:tracePt t="29015" x="6229350" y="4514850"/>
          <p14:tracePt t="29032" x="6286500" y="4559300"/>
          <p14:tracePt t="29048" x="6337300" y="4610100"/>
          <p14:tracePt t="29065" x="6407150" y="4667250"/>
          <p14:tracePt t="29082" x="6457950" y="4699000"/>
          <p14:tracePt t="29099" x="6578600" y="4762500"/>
          <p14:tracePt t="29102" x="6623050" y="4787900"/>
          <p14:tracePt t="29115" x="6724650" y="4826000"/>
          <p14:tracePt t="29132" x="6889750" y="4870450"/>
          <p14:tracePt t="29133" x="7010400" y="4883150"/>
          <p14:tracePt t="29148" x="7181850" y="4889500"/>
          <p14:tracePt t="29168" x="7334250" y="4889500"/>
          <p14:tracePt t="29181" x="7435850" y="4883150"/>
          <p14:tracePt t="29199" x="7493000" y="4870450"/>
          <p14:tracePt t="29215" x="7543800" y="4838700"/>
          <p14:tracePt t="29232" x="7575550" y="4819650"/>
          <p14:tracePt t="29249" x="7600950" y="4806950"/>
          <p14:tracePt t="29265" x="7645400" y="4762500"/>
          <p14:tracePt t="29282" x="7689850" y="4718050"/>
          <p14:tracePt t="29298" x="7753350" y="4648200"/>
          <p14:tracePt t="29315" x="7823200" y="4584700"/>
          <p14:tracePt t="29332" x="7905750" y="4495800"/>
          <p14:tracePt t="29348" x="7994650" y="4381500"/>
          <p14:tracePt t="29365" x="8083550" y="4248150"/>
          <p14:tracePt t="29368" x="8102600" y="4203700"/>
          <p14:tracePt t="29382" x="8128000" y="4165600"/>
          <p14:tracePt t="29399" x="8191500" y="3924300"/>
          <p14:tracePt t="29415" x="8191500" y="3835400"/>
          <p14:tracePt t="29432" x="8191500" y="3765550"/>
          <p14:tracePt t="29449" x="8140700" y="3651250"/>
          <p14:tracePt t="29467" x="8102600" y="3575050"/>
          <p14:tracePt t="29471" x="8070850" y="3524250"/>
          <p14:tracePt t="29482" x="8058150" y="3511550"/>
          <p14:tracePt t="29498" x="8013700" y="3435350"/>
          <p14:tracePt t="29515" x="7988300" y="3397250"/>
          <p14:tracePt t="29532" x="7956550" y="3352800"/>
          <p14:tracePt t="29548" x="7937500" y="3333750"/>
          <p14:tracePt t="29565" x="7924800" y="3314700"/>
          <p14:tracePt t="29581" x="7918450" y="3302000"/>
          <p14:tracePt t="29598" x="7912100" y="3295650"/>
          <p14:tracePt t="29615" x="7912100" y="3289300"/>
          <p14:tracePt t="29633" x="0" y="0"/>
        </p14:tracePtLst>
        <p14:tracePtLst>
          <p14:tracePt t="30546" x="10401300" y="3968750"/>
          <p14:tracePt t="30565" x="10331450" y="3930650"/>
          <p14:tracePt t="30582" x="10299700" y="3911600"/>
          <p14:tracePt t="30584" x="10287000" y="3905250"/>
          <p14:tracePt t="30598" x="10248900" y="3886200"/>
          <p14:tracePt t="30615" x="10223500" y="3873500"/>
          <p14:tracePt t="30617" x="10210800" y="3867150"/>
          <p14:tracePt t="30632" x="10191750" y="3867150"/>
          <p14:tracePt t="30649" x="10134600" y="3860800"/>
          <p14:tracePt t="30665" x="10109200" y="3854450"/>
          <p14:tracePt t="30682" x="10077450" y="3854450"/>
          <p14:tracePt t="30698" x="10052050" y="3854450"/>
          <p14:tracePt t="30715" x="9994900" y="3854450"/>
          <p14:tracePt t="30732" x="9950450" y="3854450"/>
          <p14:tracePt t="30749" x="9899650" y="3854450"/>
          <p14:tracePt t="30765" x="9829800" y="3854450"/>
          <p14:tracePt t="30782" x="9747250" y="3860800"/>
          <p14:tracePt t="30798" x="9671050" y="3873500"/>
          <p14:tracePt t="30815" x="9588500" y="3898900"/>
          <p14:tracePt t="30817" x="9544050" y="3911600"/>
          <p14:tracePt t="30832" x="9480550" y="3930650"/>
          <p14:tracePt t="30848" x="9442450" y="3949700"/>
          <p14:tracePt t="30851" x="9423400" y="3956050"/>
          <p14:tracePt t="30865" x="9398000" y="3968750"/>
          <p14:tracePt t="30881" x="9372600" y="3987800"/>
          <p14:tracePt t="30884" x="9359900" y="3994150"/>
          <p14:tracePt t="30898" x="9340850" y="4013200"/>
          <p14:tracePt t="30915" x="9315450" y="4032250"/>
          <p14:tracePt t="30931" x="9290050" y="4064000"/>
          <p14:tracePt t="30948" x="9258300" y="4095750"/>
          <p14:tracePt t="30965" x="9188450" y="4178300"/>
          <p14:tracePt t="30982" x="9118600" y="4267200"/>
          <p14:tracePt t="30998" x="9061450" y="4356100"/>
          <p14:tracePt t="31015" x="8991600" y="4483100"/>
          <p14:tracePt t="31032" x="8972550" y="4552950"/>
          <p14:tracePt t="31048" x="8966200" y="4584700"/>
          <p14:tracePt t="31052" x="8966200" y="4603750"/>
          <p14:tracePt t="31065" x="8972550" y="4622800"/>
          <p14:tracePt t="31082" x="8991600" y="4673600"/>
          <p14:tracePt t="31083" x="9017000" y="4711700"/>
          <p14:tracePt t="31098" x="9042400" y="4743450"/>
          <p14:tracePt t="31115" x="9156700" y="4876800"/>
          <p14:tracePt t="31131" x="9188450" y="4908550"/>
          <p14:tracePt t="31148" x="9321800" y="5010150"/>
          <p14:tracePt t="31165" x="9385300" y="5041900"/>
          <p14:tracePt t="31182" x="9429750" y="5054600"/>
          <p14:tracePt t="31200" x="9480550" y="5067300"/>
          <p14:tracePt t="31215" x="9537700" y="5073650"/>
          <p14:tracePt t="31232" x="9601200" y="5086350"/>
          <p14:tracePt t="31248" x="9690100" y="5092700"/>
          <p14:tracePt t="31265" x="9798050" y="5092700"/>
          <p14:tracePt t="31282" x="9925050" y="5092700"/>
          <p14:tracePt t="31298" x="10020300" y="5092700"/>
          <p14:tracePt t="31315" x="10153650" y="5092700"/>
          <p14:tracePt t="31317" x="10185400" y="5092700"/>
          <p14:tracePt t="31331" x="10255250" y="5092700"/>
          <p14:tracePt t="31348" x="10426700" y="5092700"/>
          <p14:tracePt t="31365" x="10528300" y="5080000"/>
          <p14:tracePt t="31382" x="10610850" y="5067300"/>
          <p14:tracePt t="31398" x="10680700" y="5041900"/>
          <p14:tracePt t="31415" x="10750550" y="5010150"/>
          <p14:tracePt t="31432" x="10820400" y="4965700"/>
          <p14:tracePt t="31448" x="10883900" y="4914900"/>
          <p14:tracePt t="31465" x="10947400" y="4845050"/>
          <p14:tracePt t="31482" x="10985500" y="4806950"/>
          <p14:tracePt t="31498" x="11029950" y="4756150"/>
          <p14:tracePt t="31515" x="11074400" y="4711700"/>
          <p14:tracePt t="31532" x="11093450" y="4679950"/>
          <p14:tracePt t="31548" x="11118850" y="4635500"/>
          <p14:tracePt t="31551" x="11125200" y="4616450"/>
          <p14:tracePt t="31565" x="11131550" y="4603750"/>
          <p14:tracePt t="31581" x="11144250" y="4546600"/>
          <p14:tracePt t="31583" x="11144250" y="4527550"/>
          <p14:tracePt t="31599" x="11144250" y="4464050"/>
          <p14:tracePt t="31615" x="11131550" y="4387850"/>
          <p14:tracePt t="31631" x="11093450" y="4305300"/>
          <p14:tracePt t="31648" x="11049000" y="4229100"/>
          <p14:tracePt t="31665" x="11004550" y="4171950"/>
          <p14:tracePt t="31682" x="10941050" y="4083050"/>
          <p14:tracePt t="31698" x="10883900" y="4019550"/>
          <p14:tracePt t="31715" x="10820400" y="3968750"/>
          <p14:tracePt t="31732" x="10744200" y="3911600"/>
          <p14:tracePt t="31748" x="10655300" y="3854450"/>
          <p14:tracePt t="31765" x="10560050" y="3810000"/>
          <p14:tracePt t="31782" x="10433050" y="3759200"/>
          <p14:tracePt t="31798" x="10331450" y="3727450"/>
          <p14:tracePt t="31815" x="10217150" y="3702050"/>
          <p14:tracePt t="31818" x="10147300" y="3689350"/>
          <p14:tracePt t="31832" x="10090150" y="3683000"/>
          <p14:tracePt t="31848" x="10007600" y="3670300"/>
          <p14:tracePt t="31850" x="9994900" y="3670300"/>
          <p14:tracePt t="31867" x="9937750" y="3670300"/>
          <p14:tracePt t="31882" x="9874250" y="3670300"/>
          <p14:tracePt t="31900" x="9804400" y="3670300"/>
          <p14:tracePt t="31915" x="9728200" y="3683000"/>
          <p14:tracePt t="31932" x="9658350" y="3695700"/>
          <p14:tracePt t="31949" x="9588500" y="3714750"/>
          <p14:tracePt t="31965" x="9531350" y="3746500"/>
          <p14:tracePt t="31982" x="9499600" y="3765550"/>
          <p14:tracePt t="31998" x="9423400" y="3816350"/>
          <p14:tracePt t="32015" x="9385300" y="3841750"/>
          <p14:tracePt t="32032" x="9321800" y="3892550"/>
          <p14:tracePt t="32035" x="9302750" y="3911600"/>
          <p14:tracePt t="32048" x="9283700" y="3924300"/>
          <p14:tracePt t="32065" x="9226550" y="3968750"/>
          <p14:tracePt t="32067" x="9213850" y="3981450"/>
          <p14:tracePt t="32082" x="9201150" y="3994150"/>
          <p14:tracePt t="32099" x="9163050" y="4038600"/>
          <p14:tracePt t="32115" x="9150350" y="4057650"/>
          <p14:tracePt t="32132" x="9137650" y="4108450"/>
          <p14:tracePt t="32148" x="9131300" y="4146550"/>
          <p14:tracePt t="32165" x="9124950" y="4191000"/>
          <p14:tracePt t="32182" x="9131300" y="4254500"/>
          <p14:tracePt t="32198" x="9137650" y="4279900"/>
          <p14:tracePt t="32215" x="9163050" y="4318000"/>
          <p14:tracePt t="32232" x="9182100" y="4343400"/>
          <p14:tracePt t="32248" x="9188450" y="4362450"/>
          <p14:tracePt t="32265" x="9213850" y="4394200"/>
          <p14:tracePt t="32282" x="9239250" y="4413250"/>
          <p14:tracePt t="32298" x="9251950" y="4432300"/>
          <p14:tracePt t="32315" x="9271000" y="4445000"/>
          <p14:tracePt t="32332" x="9315450" y="4470400"/>
          <p14:tracePt t="32334" x="9328150" y="4476750"/>
          <p14:tracePt t="32349" x="9359900" y="4495800"/>
          <p14:tracePt t="32365" x="9423400" y="4527550"/>
          <p14:tracePt t="32382" x="9467850" y="4546600"/>
          <p14:tracePt t="32398" x="9512300" y="4565650"/>
          <p14:tracePt t="32415" x="9588500" y="4584700"/>
          <p14:tracePt t="32432" x="9613900" y="4597400"/>
          <p14:tracePt t="32449" x="9632950" y="4603750"/>
          <p14:tracePt t="32466" x="9645650" y="4603750"/>
          <p14:tracePt t="32482" x="9658350" y="4603750"/>
          <p14:tracePt t="32499" x="9677400" y="4603750"/>
          <p14:tracePt t="32515" x="9696450" y="4603750"/>
          <p14:tracePt t="32532" x="9728200" y="4610100"/>
          <p14:tracePt t="32548" x="9759950" y="4622800"/>
          <p14:tracePt t="32566" x="9785350" y="4622800"/>
          <p14:tracePt t="32568" x="9791700" y="4622800"/>
          <p14:tracePt t="32581" x="9804400" y="4622800"/>
          <p14:tracePt t="32598" x="9810750" y="4622800"/>
          <p14:tracePt t="32769" x="0" y="0"/>
        </p14:tracePtLst>
        <p14:tracePtLst>
          <p14:tracePt t="39941" x="10039350" y="3778250"/>
          <p14:tracePt t="39947" x="10033000" y="3771900"/>
          <p14:tracePt t="39954" x="10026650" y="3771900"/>
          <p14:tracePt t="39972" x="10020300" y="3771900"/>
          <p14:tracePt t="39986" x="10013950" y="3771900"/>
          <p14:tracePt t="39998" x="10007600" y="3765550"/>
          <p14:tracePt t="40015" x="9988550" y="3759200"/>
          <p14:tracePt t="40032" x="9956800" y="3746500"/>
          <p14:tracePt t="40034" x="9944100" y="3746500"/>
          <p14:tracePt t="40050" x="9880600" y="3740150"/>
          <p14:tracePt t="40065" x="9829800" y="3740150"/>
          <p14:tracePt t="40083" x="9721850" y="3746500"/>
          <p14:tracePt t="40099" x="9671050" y="3752850"/>
          <p14:tracePt t="40117" x="9620250" y="3765550"/>
          <p14:tracePt t="40132" x="9601200" y="3771900"/>
          <p14:tracePt t="40150" x="9594850" y="3778250"/>
          <p14:tracePt t="40165" x="9588500" y="3784600"/>
          <p14:tracePt t="40183" x="9575800" y="3784600"/>
          <p14:tracePt t="40199" x="9569450" y="3790950"/>
          <p14:tracePt t="40215" x="9556750" y="3803650"/>
          <p14:tracePt t="40232" x="9531350" y="3822700"/>
          <p14:tracePt t="40249" x="9493250" y="3854450"/>
          <p14:tracePt t="40265" x="9442450" y="3898900"/>
          <p14:tracePt t="40283" x="9347200" y="3975100"/>
          <p14:tracePt t="40299" x="9334500" y="3981450"/>
          <p14:tracePt t="40316" x="9264650" y="4051300"/>
          <p14:tracePt t="40332" x="9245600" y="4070350"/>
          <p14:tracePt t="40348" x="9226550" y="4089400"/>
          <p14:tracePt t="40365" x="9220200" y="4102100"/>
          <p14:tracePt t="40382" x="9220200" y="4108450"/>
          <p14:tracePt t="40406" x="9213850" y="4108450"/>
          <p14:tracePt t="40415" x="9213850" y="4121150"/>
          <p14:tracePt t="40432" x="9201150" y="4127500"/>
          <p14:tracePt t="40449" x="9188450" y="4140200"/>
          <p14:tracePt t="40465" x="9163050" y="4152900"/>
          <p14:tracePt t="40482" x="9137650" y="4171950"/>
          <p14:tracePt t="40485" x="9124950" y="4184650"/>
          <p14:tracePt t="40499" x="9112250" y="4191000"/>
          <p14:tracePt t="40515" x="9099550" y="4197350"/>
          <p14:tracePt t="40518" x="9099550" y="4203700"/>
          <p14:tracePt t="40532" x="9093200" y="4203700"/>
          <p14:tracePt t="40548" x="9086850" y="4210050"/>
          <p14:tracePt t="40565" x="9086850" y="4216400"/>
          <p14:tracePt t="40582" x="9074150" y="4222750"/>
          <p14:tracePt t="40598" x="9067800" y="4229100"/>
          <p14:tracePt t="40615" x="9055100" y="4241800"/>
          <p14:tracePt t="40632" x="9042400" y="4254500"/>
          <p14:tracePt t="40648" x="9036050" y="4260850"/>
          <p14:tracePt t="40665" x="9023350" y="4273550"/>
          <p14:tracePt t="40682" x="9017000" y="4279900"/>
          <p14:tracePt t="40699" x="9017000" y="4286250"/>
          <p14:tracePt t="40715" x="9017000" y="4298950"/>
          <p14:tracePt t="40732" x="9017000" y="4305300"/>
          <p14:tracePt t="40748" x="9017000" y="4318000"/>
          <p14:tracePt t="40751" x="9017000" y="4330700"/>
          <p14:tracePt t="40765" x="9017000" y="4337050"/>
          <p14:tracePt t="40782" x="9017000" y="4362450"/>
          <p14:tracePt t="40783" x="9017000" y="4368800"/>
          <p14:tracePt t="40799" x="9023350" y="4368800"/>
          <p14:tracePt t="40816" x="9036050" y="4394200"/>
          <p14:tracePt t="40832" x="9048750" y="4406900"/>
          <p14:tracePt t="40848" x="9067800" y="4419600"/>
          <p14:tracePt t="40865" x="9093200" y="4419600"/>
          <p14:tracePt t="40882" x="9144000" y="4432300"/>
          <p14:tracePt t="40898" x="9201150" y="4432300"/>
          <p14:tracePt t="40915" x="9290050" y="4432300"/>
          <p14:tracePt t="40933" x="9353550" y="4432300"/>
          <p14:tracePt t="40949" x="9410700" y="4432300"/>
          <p14:tracePt t="40952" x="9436100" y="4432300"/>
          <p14:tracePt t="40967" x="9455150" y="4438650"/>
          <p14:tracePt t="40982" x="9486900" y="4445000"/>
          <p14:tracePt t="40985" x="9493250" y="4445000"/>
          <p14:tracePt t="40998" x="9525000" y="4451350"/>
          <p14:tracePt t="41015" x="9563100" y="4457700"/>
          <p14:tracePt t="41018" x="9569450" y="4457700"/>
          <p14:tracePt t="41032" x="9582150" y="4457700"/>
          <p14:tracePt t="41049" x="9626600" y="4457700"/>
          <p14:tracePt t="41051" x="9652000" y="4457700"/>
          <p14:tracePt t="41065" x="9671050" y="4457700"/>
          <p14:tracePt t="41082" x="9696450" y="4457700"/>
          <p14:tracePt t="41098" x="9709150" y="4457700"/>
          <p14:tracePt t="41115" x="9721850" y="4457700"/>
          <p14:tracePt t="41132" x="9721850" y="4445000"/>
          <p14:tracePt t="41148" x="9734550" y="4438650"/>
          <p14:tracePt t="41165" x="9740900" y="4425950"/>
          <p14:tracePt t="41182" x="9753600" y="4381500"/>
          <p14:tracePt t="41185" x="9753600" y="4368800"/>
          <p14:tracePt t="41199" x="9753600" y="4356100"/>
          <p14:tracePt t="41215" x="9753600" y="4324350"/>
          <p14:tracePt t="41232" x="9734550" y="4292600"/>
          <p14:tracePt t="41249" x="9721850" y="4273550"/>
          <p14:tracePt t="41251" x="9709150" y="4267200"/>
          <p14:tracePt t="41265" x="9702800" y="4267200"/>
          <p14:tracePt t="41268" x="9690100" y="4254500"/>
          <p14:tracePt t="41282" x="9671050" y="4241800"/>
          <p14:tracePt t="41299" x="9632950" y="4229100"/>
          <p14:tracePt t="41316" x="9594850" y="4222750"/>
          <p14:tracePt t="41332" x="9525000" y="4197350"/>
          <p14:tracePt t="41349" x="9480550" y="4184650"/>
          <p14:tracePt t="41365" x="9448800" y="4178300"/>
          <p14:tracePt t="41382" x="9410700" y="4171950"/>
          <p14:tracePt t="41399" x="9359900" y="4159250"/>
          <p14:tracePt t="41415" x="9277350" y="4159250"/>
          <p14:tracePt t="41432" x="9175750" y="4159250"/>
          <p14:tracePt t="41449" x="9118600" y="4165600"/>
          <p14:tracePt t="41453" x="9086850" y="4171950"/>
          <p14:tracePt t="41467" x="9017000" y="4184650"/>
          <p14:tracePt t="41483" x="8959850" y="4210050"/>
          <p14:tracePt t="41499" x="8953500" y="4210050"/>
          <p14:tracePt t="41533" x="8953500" y="4216400"/>
          <p14:tracePt t="41548" x="8953500" y="4229100"/>
          <p14:tracePt t="41566" x="8947150" y="4254500"/>
          <p14:tracePt t="41582" x="8947150" y="4273550"/>
          <p14:tracePt t="41598" x="8940800" y="4305300"/>
          <p14:tracePt t="41615" x="8940800" y="4318000"/>
          <p14:tracePt t="41632" x="8940800" y="4330700"/>
          <p14:tracePt t="41670" x="8940800" y="4337050"/>
          <p14:tracePt t="41686" x="8947150" y="4343400"/>
          <p14:tracePt t="41702" x="8953500" y="4349750"/>
          <p14:tracePt t="41715" x="8959850" y="4349750"/>
          <p14:tracePt t="41734" x="9017000" y="4368800"/>
          <p14:tracePt t="41749" x="9080500" y="4381500"/>
          <p14:tracePt t="41768" x="9156700" y="4387850"/>
          <p14:tracePt t="41782" x="9182100" y="4387850"/>
          <p14:tracePt t="41800" x="9251950" y="4387850"/>
          <p14:tracePt t="41815" x="9277350" y="4381500"/>
          <p14:tracePt t="41833" x="9309100" y="4362450"/>
          <p14:tracePt t="41848" x="9309100" y="4356100"/>
          <p14:tracePt t="41865" x="9340850" y="4318000"/>
          <p14:tracePt t="41866" x="0" y="0"/>
        </p14:tracePtLst>
        <p14:tracePtLst>
          <p14:tracePt t="50678" x="10331450" y="2755900"/>
          <p14:tracePt t="50683" x="10325100" y="2755900"/>
          <p14:tracePt t="50757" x="10318750" y="2755900"/>
          <p14:tracePt t="50773" x="10312400" y="2755900"/>
          <p14:tracePt t="50789" x="10299700" y="2755900"/>
          <p14:tracePt t="50805" x="10280650" y="2755900"/>
          <p14:tracePt t="50812" x="10274300" y="2749550"/>
          <p14:tracePt t="50820" x="10248900" y="2736850"/>
          <p14:tracePt t="50832" x="10229850" y="2736850"/>
          <p14:tracePt t="50849" x="10191750" y="2724150"/>
          <p14:tracePt t="50853" x="10160000" y="2711450"/>
          <p14:tracePt t="50866" x="10147300" y="2705100"/>
          <p14:tracePt t="50882" x="10102850" y="2705100"/>
          <p14:tracePt t="50884" x="10096500" y="2705100"/>
          <p14:tracePt t="50899" x="10071100" y="2705100"/>
          <p14:tracePt t="50916" x="10045700" y="2705100"/>
          <p14:tracePt t="50932" x="10026650" y="2705100"/>
          <p14:tracePt t="50949" x="10020300" y="2705100"/>
          <p14:tracePt t="50966" x="10013950" y="2711450"/>
          <p14:tracePt t="50982" x="10007600" y="2711450"/>
          <p14:tracePt t="50999" x="10001250" y="2711450"/>
          <p14:tracePt t="51015" x="9988550" y="2711450"/>
          <p14:tracePt t="51032" x="9969500" y="2717800"/>
          <p14:tracePt t="51049" x="9931400" y="2724150"/>
          <p14:tracePt t="51065" x="9893300" y="2743200"/>
          <p14:tracePt t="51082" x="9848850" y="2749550"/>
          <p14:tracePt t="51099" x="9798050" y="2762250"/>
          <p14:tracePt t="51115" x="9779000" y="2762250"/>
          <p14:tracePt t="51132" x="9766300" y="2768600"/>
          <p14:tracePt t="51149" x="9753600" y="2774950"/>
          <p14:tracePt t="51151" x="9747250" y="2774950"/>
          <p14:tracePt t="51168" x="9728200" y="2781300"/>
          <p14:tracePt t="51182" x="9702800" y="2787650"/>
          <p14:tracePt t="51199" x="9658350" y="2806700"/>
          <p14:tracePt t="51216" x="9613900" y="2825750"/>
          <p14:tracePt t="51232" x="9575800" y="2838450"/>
          <p14:tracePt t="51249" x="9525000" y="2870200"/>
          <p14:tracePt t="51265" x="9486900" y="2895600"/>
          <p14:tracePt t="51282" x="9461500" y="2914650"/>
          <p14:tracePt t="51299" x="9429750" y="2933700"/>
          <p14:tracePt t="51316" x="9410700" y="2952750"/>
          <p14:tracePt t="51332" x="9372600" y="2990850"/>
          <p14:tracePt t="51349" x="9347200" y="3009900"/>
          <p14:tracePt t="51352" x="9334500" y="3028950"/>
          <p14:tracePt t="51365" x="9283700" y="3073400"/>
          <p14:tracePt t="51382" x="9232900" y="3124200"/>
          <p14:tracePt t="51385" x="9213850" y="3143250"/>
          <p14:tracePt t="51399" x="9194800" y="3162300"/>
          <p14:tracePt t="51416" x="9144000" y="3225800"/>
          <p14:tracePt t="51432" x="9124950" y="3251200"/>
          <p14:tracePt t="51449" x="9105900" y="3276600"/>
          <p14:tracePt t="51467" x="9093200" y="3302000"/>
          <p14:tracePt t="51483" x="9086850" y="3327400"/>
          <p14:tracePt t="51499" x="9080500" y="3340100"/>
          <p14:tracePt t="51563" x="9080500" y="3346450"/>
          <p14:tracePt t="51578" x="9080500" y="3352800"/>
          <p14:tracePt t="51594" x="9080500" y="3365500"/>
          <p14:tracePt t="51603" x="9074150" y="3365500"/>
          <p14:tracePt t="51615" x="9074150" y="3371850"/>
          <p14:tracePt t="51632" x="9067800" y="3384550"/>
          <p14:tracePt t="51649" x="9061450" y="3390900"/>
          <p14:tracePt t="51667" x="9055100" y="3397250"/>
          <p14:tracePt t="51684" x="9055100" y="3403600"/>
          <p14:tracePt t="51699" x="9055100" y="3409950"/>
          <p14:tracePt t="51715" x="9048750" y="3409950"/>
          <p14:tracePt t="51732" x="9048750" y="3416300"/>
          <p14:tracePt t="51749" x="9048750" y="3422650"/>
          <p14:tracePt t="51765" x="9048750" y="3435350"/>
          <p14:tracePt t="51782" x="9048750" y="3460750"/>
          <p14:tracePt t="51799" x="9048750" y="3467100"/>
          <p14:tracePt t="51802" x="9048750" y="3473450"/>
          <p14:tracePt t="51815" x="9048750" y="3479800"/>
          <p14:tracePt t="51832" x="9061450" y="3486150"/>
          <p14:tracePt t="51849" x="9067800" y="3498850"/>
          <p14:tracePt t="51865" x="9067800" y="3505200"/>
          <p14:tracePt t="51868" x="9074150" y="3511550"/>
          <p14:tracePt t="51882" x="9080500" y="3511550"/>
          <p14:tracePt t="51899" x="9099550" y="3536950"/>
          <p14:tracePt t="51915" x="9112250" y="3549650"/>
          <p14:tracePt t="51932" x="9131300" y="3562350"/>
          <p14:tracePt t="51949" x="9144000" y="3575050"/>
          <p14:tracePt t="51966" x="9163050" y="3581400"/>
          <p14:tracePt t="51982" x="9175750" y="3587750"/>
          <p14:tracePt t="51999" x="9188450" y="3594100"/>
          <p14:tracePt t="52015" x="9194800" y="3600450"/>
          <p14:tracePt t="52032" x="9207500" y="3606800"/>
          <p14:tracePt t="52049" x="9220200" y="3606800"/>
          <p14:tracePt t="52065" x="9226550" y="3606800"/>
          <p14:tracePt t="52082" x="9245600" y="3606800"/>
          <p14:tracePt t="52099" x="9258300" y="3606800"/>
          <p14:tracePt t="52116" x="9277350" y="3606800"/>
          <p14:tracePt t="52132" x="9290050" y="3606800"/>
          <p14:tracePt t="52135" x="9302750" y="3606800"/>
          <p14:tracePt t="52149" x="9315450" y="3606800"/>
          <p14:tracePt t="52166" x="9340850" y="3606800"/>
          <p14:tracePt t="52182" x="9366250" y="3606800"/>
          <p14:tracePt t="52199" x="9398000" y="3600450"/>
          <p14:tracePt t="52216" x="9429750" y="3594100"/>
          <p14:tracePt t="52233" x="9455150" y="3581400"/>
          <p14:tracePt t="52249" x="9480550" y="3575050"/>
          <p14:tracePt t="52265" x="9493250" y="3568700"/>
          <p14:tracePt t="52283" x="9505950" y="3568700"/>
          <p14:tracePt t="52299" x="9525000" y="3556000"/>
          <p14:tracePt t="52302" x="9525000" y="3549650"/>
          <p14:tracePt t="52316" x="9531350" y="3549650"/>
          <p14:tracePt t="52332" x="9544050" y="3543300"/>
          <p14:tracePt t="52349" x="9563100" y="3536950"/>
          <p14:tracePt t="52365" x="9575800" y="3530600"/>
          <p14:tracePt t="52368" x="9582150" y="3524250"/>
          <p14:tracePt t="52382" x="9594850" y="3524250"/>
          <p14:tracePt t="52399" x="9620250" y="3505200"/>
          <p14:tracePt t="52416" x="9639300" y="3486150"/>
          <p14:tracePt t="52433" x="9652000" y="3467100"/>
          <p14:tracePt t="52450" x="9652000" y="3460750"/>
          <p14:tracePt t="52466" x="9652000" y="3448050"/>
          <p14:tracePt t="52482" x="9652000" y="3435350"/>
          <p14:tracePt t="52499" x="9652000" y="3409950"/>
          <p14:tracePt t="52516" x="9632950" y="3378200"/>
          <p14:tracePt t="52532" x="9613900" y="3352800"/>
          <p14:tracePt t="52549" x="9588500" y="3327400"/>
          <p14:tracePt t="52566" x="9563100" y="3308350"/>
          <p14:tracePt t="52570" x="9550400" y="3295650"/>
          <p14:tracePt t="52582" x="9537700" y="3289300"/>
          <p14:tracePt t="52599" x="9512300" y="3282950"/>
          <p14:tracePt t="52601" x="9499600" y="3276600"/>
          <p14:tracePt t="52615" x="9486900" y="3276600"/>
          <p14:tracePt t="52632" x="9474200" y="3276600"/>
          <p14:tracePt t="52635" x="9467850" y="3276600"/>
          <p14:tracePt t="52649" x="9442450" y="3276600"/>
          <p14:tracePt t="52666" x="9391650" y="3276600"/>
          <p14:tracePt t="52682" x="9347200" y="3289300"/>
          <p14:tracePt t="52700" x="9290050" y="3295650"/>
          <p14:tracePt t="52716" x="9207500" y="3308350"/>
          <p14:tracePt t="52732" x="9169400" y="3308350"/>
          <p14:tracePt t="52749" x="9150350" y="3308350"/>
          <p14:tracePt t="52766" x="9137650" y="3308350"/>
          <p14:tracePt t="52782" x="9131300" y="3314700"/>
          <p14:tracePt t="52799" x="9118600" y="3314700"/>
          <p14:tracePt t="52803" x="9118600" y="3321050"/>
          <p14:tracePt t="52816" x="9112250" y="3327400"/>
          <p14:tracePt t="52849" x="9105900" y="3333750"/>
          <p14:tracePt t="52882" x="9099550" y="3333750"/>
          <p14:tracePt t="52900" x="9093200" y="3340100"/>
          <p14:tracePt t="52916" x="9093200" y="3346450"/>
          <p14:tracePt t="52932" x="9086850" y="3352800"/>
          <p14:tracePt t="52949" x="9086850" y="3359150"/>
          <p14:tracePt t="53062" x="0" y="0"/>
        </p14:tracePtLst>
        <p14:tracePtLst>
          <p14:tracePt t="54111" x="9937750" y="3302000"/>
          <p14:tracePt t="54116" x="9931400" y="3302000"/>
          <p14:tracePt t="54132" x="9918700" y="3295650"/>
          <p14:tracePt t="54149" x="9912350" y="3295650"/>
          <p14:tracePt t="54165" x="9906000" y="3289300"/>
          <p14:tracePt t="54182" x="9899650" y="3289300"/>
          <p14:tracePt t="54200" x="9893300" y="3289300"/>
          <p14:tracePt t="54216" x="9880600" y="3289300"/>
          <p14:tracePt t="54232" x="9861550" y="3289300"/>
          <p14:tracePt t="54249" x="9836150" y="3295650"/>
          <p14:tracePt t="54265" x="9804400" y="3308350"/>
          <p14:tracePt t="54282" x="9772650" y="3321050"/>
          <p14:tracePt t="54299" x="9747250" y="3333750"/>
          <p14:tracePt t="54316" x="9721850" y="3346450"/>
          <p14:tracePt t="54319" x="9715500" y="3352800"/>
          <p14:tracePt t="54332" x="9702800" y="3359150"/>
          <p14:tracePt t="54349" x="9690100" y="3378200"/>
          <p14:tracePt t="54351" x="9683750" y="3384550"/>
          <p14:tracePt t="54366" x="9671050" y="3409950"/>
          <p14:tracePt t="54382" x="9664700" y="3435350"/>
          <p14:tracePt t="54399" x="9664700" y="3448050"/>
          <p14:tracePt t="54416" x="9658350" y="3467100"/>
          <p14:tracePt t="54432" x="9652000" y="3486150"/>
          <p14:tracePt t="54449" x="9652000" y="3517900"/>
          <p14:tracePt t="54466" x="9652000" y="3543300"/>
          <p14:tracePt t="54482" x="9658350" y="3568700"/>
          <p14:tracePt t="54499" x="9664700" y="3600450"/>
          <p14:tracePt t="54516" x="9683750" y="3625850"/>
          <p14:tracePt t="54533" x="9702800" y="3651250"/>
          <p14:tracePt t="54549" x="9721850" y="3663950"/>
          <p14:tracePt t="54552" x="9728200" y="3663950"/>
          <p14:tracePt t="54565" x="9747250" y="3670300"/>
          <p14:tracePt t="54582" x="9779000" y="3670300"/>
          <p14:tracePt t="54584" x="9791700" y="3670300"/>
          <p14:tracePt t="54599" x="9817100" y="3670300"/>
          <p14:tracePt t="54616" x="9912350" y="3657600"/>
          <p14:tracePt t="54632" x="9975850" y="3644900"/>
          <p14:tracePt t="54649" x="10020300" y="3632200"/>
          <p14:tracePt t="54665" x="10045700" y="3619500"/>
          <p14:tracePt t="54682" x="10058400" y="3613150"/>
          <p14:tracePt t="54699" x="10064750" y="3606800"/>
          <p14:tracePt t="54715" x="10071100" y="3600450"/>
          <p14:tracePt t="54737" x="10071100" y="3594100"/>
          <p14:tracePt t="54749" x="10077450" y="3594100"/>
          <p14:tracePt t="54766" x="10083800" y="3575050"/>
          <p14:tracePt t="54782" x="10083800" y="3562350"/>
          <p14:tracePt t="54786" x="10083800" y="3543300"/>
          <p14:tracePt t="54799" x="10083800" y="3530600"/>
          <p14:tracePt t="54816" x="10083800" y="3505200"/>
          <p14:tracePt t="54820" x="10071100" y="3486150"/>
          <p14:tracePt t="54832" x="10071100" y="3479800"/>
          <p14:tracePt t="54850" x="10058400" y="3460750"/>
          <p14:tracePt t="54866" x="10052050" y="3460750"/>
          <p14:tracePt t="54914" x="0" y="0"/>
        </p14:tracePtLst>
      </p14:laserTraceLst>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 </a:t>
            </a:r>
            <a:r>
              <a:rPr lang="en-US" dirty="0" err="1"/>
              <a:t>Spyder</a:t>
            </a:r>
            <a:endParaRPr lang="nl-BE" dirty="0"/>
          </a:p>
        </p:txBody>
      </p:sp>
      <p:sp>
        <p:nvSpPr>
          <p:cNvPr id="3" name="Content Placeholder 2"/>
          <p:cNvSpPr>
            <a:spLocks noGrp="1"/>
          </p:cNvSpPr>
          <p:nvPr>
            <p:ph idx="1"/>
          </p:nvPr>
        </p:nvSpPr>
        <p:spPr/>
        <p:txBody>
          <a:bodyPr>
            <a:normAutofit/>
          </a:bodyPr>
          <a:lstStyle/>
          <a:p>
            <a:r>
              <a:rPr lang="en-US" dirty="0" err="1"/>
              <a:t>Spyder</a:t>
            </a:r>
            <a:r>
              <a:rPr lang="en-US" dirty="0"/>
              <a:t> for code development. </a:t>
            </a:r>
          </a:p>
          <a:p>
            <a:pPr lvl="1"/>
            <a:r>
              <a:rPr lang="en-US" dirty="0"/>
              <a:t>Command window: </a:t>
            </a:r>
            <a:r>
              <a:rPr lang="en-US" dirty="0">
                <a:latin typeface="Courier New" panose="02070309020205020404" pitchFamily="49" charset="0"/>
                <a:cs typeface="Courier New" panose="02070309020205020404" pitchFamily="49" charset="0"/>
              </a:rPr>
              <a:t>spyder</a:t>
            </a:r>
          </a:p>
          <a:p>
            <a:endParaRPr lang="en-US" dirty="0">
              <a:cs typeface="Courier New" panose="02070309020205020404" pitchFamily="49" charset="0"/>
            </a:endParaRPr>
          </a:p>
          <a:p>
            <a:r>
              <a:rPr lang="en-US" dirty="0">
                <a:cs typeface="Courier New" panose="02070309020205020404" pitchFamily="49" charset="0"/>
              </a:rPr>
              <a:t>Magic commands apply</a:t>
            </a:r>
          </a:p>
          <a:p>
            <a:pPr lvl="1"/>
            <a:r>
              <a:rPr lang="en-US" dirty="0">
                <a:cs typeface="Courier New" panose="02070309020205020404" pitchFamily="49" charset="0"/>
              </a:rPr>
              <a:t>Clear Console: </a:t>
            </a:r>
          </a:p>
          <a:p>
            <a:pPr lvl="2"/>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cls</a:t>
            </a:r>
            <a:endParaRPr lang="en-US" dirty="0">
              <a:latin typeface="Courier New" panose="02070309020205020404" pitchFamily="49" charset="0"/>
              <a:cs typeface="Courier New" panose="02070309020205020404" pitchFamily="49" charset="0"/>
            </a:endParaRPr>
          </a:p>
          <a:p>
            <a:pPr lvl="1"/>
            <a:r>
              <a:rPr lang="en-US" dirty="0">
                <a:cs typeface="Courier New" panose="02070309020205020404" pitchFamily="49" charset="0"/>
              </a:rPr>
              <a:t>Clear all variables from </a:t>
            </a:r>
            <a:br>
              <a:rPr lang="en-US" dirty="0">
                <a:cs typeface="Courier New" panose="02070309020205020404" pitchFamily="49" charset="0"/>
              </a:rPr>
            </a:br>
            <a:r>
              <a:rPr lang="en-US" dirty="0">
                <a:cs typeface="Courier New" panose="02070309020205020404" pitchFamily="49" charset="0"/>
              </a:rPr>
              <a:t>Variable Explorer (reset the namespace):</a:t>
            </a:r>
          </a:p>
          <a:p>
            <a:pPr lvl="2"/>
            <a:r>
              <a:rPr lang="en-US" dirty="0">
                <a:latin typeface="Courier New" panose="02070309020205020404" pitchFamily="49" charset="0"/>
                <a:cs typeface="Courier New" panose="02070309020205020404" pitchFamily="49" charset="0"/>
              </a:rPr>
              <a:t>%reset</a:t>
            </a:r>
          </a:p>
          <a:p>
            <a:pPr lvl="1"/>
            <a:r>
              <a:rPr lang="en-US" dirty="0">
                <a:cs typeface="Courier New" panose="02070309020205020404" pitchFamily="49" charset="0"/>
              </a:rPr>
              <a:t>With </a:t>
            </a:r>
            <a:r>
              <a:rPr lang="en-US" dirty="0" err="1">
                <a:latin typeface="Courier New" panose="02070309020205020404" pitchFamily="49" charset="0"/>
                <a:cs typeface="Courier New" panose="02070309020205020404" pitchFamily="49" charset="0"/>
              </a:rPr>
              <a:t>automagic</a:t>
            </a:r>
            <a:r>
              <a:rPr lang="en-US" dirty="0">
                <a:latin typeface="Courier New" panose="02070309020205020404" pitchFamily="49" charset="0"/>
                <a:cs typeface="Courier New" panose="02070309020205020404" pitchFamily="49" charset="0"/>
              </a:rPr>
              <a:t> on</a:t>
            </a:r>
            <a:r>
              <a:rPr lang="en-US" dirty="0">
                <a:cs typeface="Courier New" panose="02070309020205020404" pitchFamily="49" charset="0"/>
              </a:rPr>
              <a:t>, % prefix not needed</a:t>
            </a:r>
          </a:p>
          <a:p>
            <a:pPr marL="0" indent="0">
              <a:buNone/>
            </a:pPr>
            <a:endParaRPr lang="en-US" dirty="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7146284" y="810071"/>
            <a:ext cx="4945700" cy="3069422"/>
          </a:xfrm>
          <a:prstGeom prst="rect">
            <a:avLst/>
          </a:prstGeom>
        </p:spPr>
      </p:pic>
    </p:spTree>
    <p:extLst>
      <p:ext uri="{BB962C8B-B14F-4D97-AF65-F5344CB8AC3E}">
        <p14:creationId xmlns:p14="http://schemas.microsoft.com/office/powerpoint/2010/main" val="3295182958"/>
      </p:ext>
    </p:extLst>
  </p:cSld>
  <p:clrMapOvr>
    <a:masterClrMapping/>
  </p:clrMapOvr>
  <mc:AlternateContent xmlns:mc="http://schemas.openxmlformats.org/markup-compatibility/2006" xmlns:p14="http://schemas.microsoft.com/office/powerpoint/2010/main">
    <mc:Choice Requires="p14">
      <p:transition spd="slow" p14:dur="2000" advTm="78263"/>
    </mc:Choice>
    <mc:Fallback xmlns="">
      <p:transition spd="slow" advTm="78263"/>
    </mc:Fallback>
  </mc:AlternateContent>
  <p:extLst>
    <p:ext uri="{3A86A75C-4F4B-4683-9AE1-C65F6400EC91}">
      <p14:laserTraceLst xmlns:p14="http://schemas.microsoft.com/office/powerpoint/2010/main">
        <p14:tracePtLst>
          <p14:tracePt t="18476" x="10566400" y="2768600"/>
          <p14:tracePt t="18660" x="10560050" y="2762250"/>
          <p14:tracePt t="18677" x="10560050" y="2755900"/>
          <p14:tracePt t="18684" x="10553700" y="2755900"/>
          <p14:tracePt t="18693" x="10547350" y="2749550"/>
          <p14:tracePt t="18708" x="10541000" y="2743200"/>
          <p14:tracePt t="18725" x="10528300" y="2743200"/>
          <p14:tracePt t="18741" x="10515600" y="2730500"/>
          <p14:tracePt t="18758" x="10490200" y="2711450"/>
          <p14:tracePt t="18774" x="10464800" y="2698750"/>
          <p14:tracePt t="18791" x="10420350" y="2686050"/>
          <p14:tracePt t="18807" x="10363200" y="2660650"/>
          <p14:tracePt t="18824" x="10299700" y="2635250"/>
          <p14:tracePt t="18841" x="10229850" y="2628900"/>
          <p14:tracePt t="18857" x="10160000" y="2622550"/>
          <p14:tracePt t="18874" x="10083800" y="2622550"/>
          <p14:tracePt t="18878" x="10052050" y="2622550"/>
          <p14:tracePt t="18891" x="10020300" y="2622550"/>
          <p14:tracePt t="18908" x="9956800" y="2628900"/>
          <p14:tracePt t="18910" x="9925050" y="2641600"/>
          <p14:tracePt t="18924" x="9899650" y="2647950"/>
          <p14:tracePt t="18941" x="9804400" y="2679700"/>
          <p14:tracePt t="18957" x="9747250" y="2698750"/>
          <p14:tracePt t="18974" x="9721850" y="2717800"/>
          <p14:tracePt t="18991" x="9702800" y="2724150"/>
          <p14:tracePt t="19008" x="9696450" y="2724150"/>
          <p14:tracePt t="19025" x="9696450" y="2736850"/>
          <p14:tracePt t="19042" x="9696450" y="2755900"/>
          <p14:tracePt t="19045" x="9696450" y="2768600"/>
          <p14:tracePt t="19058" x="9696450" y="2787650"/>
          <p14:tracePt t="19074" x="9696450" y="2838450"/>
          <p14:tracePt t="19091" x="9696450" y="2889250"/>
          <p14:tracePt t="19107" x="9715500" y="2952750"/>
          <p14:tracePt t="19111" x="9728200" y="2990850"/>
          <p14:tracePt t="19124" x="9747250" y="3016250"/>
          <p14:tracePt t="19141" x="9779000" y="3086100"/>
          <p14:tracePt t="19143" x="9798050" y="3124200"/>
          <p14:tracePt t="19157" x="9810750" y="3149600"/>
          <p14:tracePt t="19174" x="9861550" y="3213100"/>
          <p14:tracePt t="19176" x="9867900" y="3219450"/>
          <p14:tracePt t="19191" x="9931400" y="3263900"/>
          <p14:tracePt t="19207" x="9982200" y="3276600"/>
          <p14:tracePt t="19224" x="10083800" y="3282950"/>
          <p14:tracePt t="19241" x="10210800" y="3282950"/>
          <p14:tracePt t="19258" x="10293350" y="3270250"/>
          <p14:tracePt t="19276" x="10414000" y="3244850"/>
          <p14:tracePt t="19279" x="10471150" y="3232150"/>
          <p14:tracePt t="19291" x="10528300" y="3219450"/>
          <p14:tracePt t="19307" x="10636250" y="3187700"/>
          <p14:tracePt t="19324" x="10693400" y="3168650"/>
          <p14:tracePt t="19341" x="10750550" y="3149600"/>
          <p14:tracePt t="19343" x="10775950" y="3130550"/>
          <p14:tracePt t="19358" x="10814050" y="3105150"/>
          <p14:tracePt t="19374" x="10864850" y="3073400"/>
          <p14:tracePt t="19377" x="10902950" y="3041650"/>
          <p14:tracePt t="19391" x="10922000" y="3028950"/>
          <p14:tracePt t="19407" x="10966450" y="2978150"/>
          <p14:tracePt t="19409" x="10985500" y="2952750"/>
          <p14:tracePt t="19424" x="10998200" y="2933700"/>
          <p14:tracePt t="19441" x="11017250" y="2876550"/>
          <p14:tracePt t="19457" x="11017250" y="2857500"/>
          <p14:tracePt t="19474" x="11017250" y="2832100"/>
          <p14:tracePt t="19491" x="11004550" y="2819400"/>
          <p14:tracePt t="19507" x="10979150" y="2806700"/>
          <p14:tracePt t="19524" x="10966450" y="2800350"/>
          <p14:tracePt t="19541" x="10909300" y="2794000"/>
          <p14:tracePt t="19557" x="10852150" y="2794000"/>
          <p14:tracePt t="19575" x="10807700" y="2794000"/>
          <p14:tracePt t="19578" x="10782300" y="2794000"/>
          <p14:tracePt t="19591" x="10706100" y="2794000"/>
          <p14:tracePt t="19608" x="10636250" y="2794000"/>
          <p14:tracePt t="19610" x="10604500" y="2794000"/>
          <p14:tracePt t="19624" x="10566400" y="2794000"/>
          <p14:tracePt t="19641" x="10471150" y="2806700"/>
          <p14:tracePt t="19643" x="10433050" y="2806700"/>
          <p14:tracePt t="19657" x="10426700" y="2813050"/>
          <p14:tracePt t="19674" x="10394950" y="2825750"/>
          <p14:tracePt t="19676" x="10388600" y="2838450"/>
          <p14:tracePt t="19691" x="10382250" y="2857500"/>
          <p14:tracePt t="19708" x="10375900" y="2882900"/>
          <p14:tracePt t="19724" x="10375900" y="2914650"/>
          <p14:tracePt t="19741" x="10382250" y="2952750"/>
          <p14:tracePt t="19760" x="10414000" y="3009900"/>
          <p14:tracePt t="19774" x="10464800" y="3060700"/>
          <p14:tracePt t="19792" x="10541000" y="3111500"/>
          <p14:tracePt t="19807" x="10623550" y="3117850"/>
          <p14:tracePt t="19826" x="10674350" y="3117850"/>
          <p14:tracePt t="19829" x="10725150" y="3117850"/>
          <p14:tracePt t="19841" x="10750550" y="3117850"/>
          <p14:tracePt t="19859" x="10814050" y="3111500"/>
          <p14:tracePt t="19874" x="10839450" y="3098800"/>
          <p14:tracePt t="19891" x="10871200" y="3086100"/>
          <p14:tracePt t="19894" x="10877550" y="3079750"/>
          <p14:tracePt t="19907" x="10883900" y="3073400"/>
          <p14:tracePt t="19924" x="10883900" y="3067050"/>
          <p14:tracePt t="19926" x="10890250" y="3067050"/>
          <p14:tracePt t="20111" x="0" y="0"/>
        </p14:tracePtLst>
        <p14:tracePtLst>
          <p14:tracePt t="43636" x="7670800" y="939800"/>
          <p14:tracePt t="43674" x="7670800" y="933450"/>
          <p14:tracePt t="43699" x="7670800" y="927100"/>
          <p14:tracePt t="43706" x="7670800" y="920750"/>
          <p14:tracePt t="43722" x="7664450" y="920750"/>
          <p14:tracePt t="43730" x="7664450" y="914400"/>
          <p14:tracePt t="43746" x="7658100" y="914400"/>
          <p14:tracePt t="43770" x="7651750" y="914400"/>
          <p14:tracePt t="43786" x="7639050" y="914400"/>
          <p14:tracePt t="43795" x="7632700" y="914400"/>
          <p14:tracePt t="43808" x="7626350" y="914400"/>
          <p14:tracePt t="43825" x="7588250" y="914400"/>
          <p14:tracePt t="43828" x="7562850" y="920750"/>
          <p14:tracePt t="43842" x="7537450" y="927100"/>
          <p14:tracePt t="43858" x="7473950" y="946150"/>
          <p14:tracePt t="43860" x="7454900" y="952500"/>
          <p14:tracePt t="43877" x="7410450" y="971550"/>
          <p14:tracePt t="43892" x="7378700" y="977900"/>
          <p14:tracePt t="43908" x="7353300" y="990600"/>
          <p14:tracePt t="43925" x="7334250" y="1003300"/>
          <p14:tracePt t="43941" x="7302500" y="1022350"/>
          <p14:tracePt t="43958" x="7289800" y="1022350"/>
          <p14:tracePt t="43975" x="7277100" y="1028700"/>
          <p14:tracePt t="43993" x="7258050" y="1041400"/>
          <p14:tracePt t="44009" x="7251700" y="1041400"/>
          <p14:tracePt t="44025" x="7239000" y="1054100"/>
          <p14:tracePt t="44042" x="7232650" y="1054100"/>
          <p14:tracePt t="44058" x="7232650" y="1060450"/>
          <p14:tracePt t="44075" x="7226300" y="1066800"/>
          <p14:tracePt t="44092" x="7213600" y="1073150"/>
          <p14:tracePt t="44094" x="7213600" y="1079500"/>
          <p14:tracePt t="44119" x="7213600" y="1085850"/>
          <p14:tracePt t="44127" x="7207250" y="1085850"/>
          <p14:tracePt t="44142" x="7207250" y="1092200"/>
          <p14:tracePt t="44158" x="7207250" y="1111250"/>
          <p14:tracePt t="44175" x="7207250" y="1123950"/>
          <p14:tracePt t="44191" x="7207250" y="1149350"/>
          <p14:tracePt t="44208" x="7213600" y="1174750"/>
          <p14:tracePt t="44225" x="7232650" y="1206500"/>
          <p14:tracePt t="44242" x="7251700" y="1231900"/>
          <p14:tracePt t="44259" x="7264400" y="1238250"/>
          <p14:tracePt t="44275" x="7283450" y="1250950"/>
          <p14:tracePt t="44292" x="7302500" y="1263650"/>
          <p14:tracePt t="44294" x="7308850" y="1263650"/>
          <p14:tracePt t="44308" x="7315200" y="1270000"/>
          <p14:tracePt t="44325" x="7359650" y="1289050"/>
          <p14:tracePt t="44341" x="7404100" y="1314450"/>
          <p14:tracePt t="44358" x="7448550" y="1327150"/>
          <p14:tracePt t="44361" x="7467600" y="1333500"/>
          <p14:tracePt t="44375" x="7493000" y="1346200"/>
          <p14:tracePt t="44391" x="7581900" y="1358900"/>
          <p14:tracePt t="44408" x="7620000" y="1365250"/>
          <p14:tracePt t="44425" x="7639050" y="1371600"/>
          <p14:tracePt t="44443" x="7670800" y="1377950"/>
          <p14:tracePt t="44458" x="7708900" y="1390650"/>
          <p14:tracePt t="44475" x="7740650" y="1397000"/>
          <p14:tracePt t="44492" x="7791450" y="1409700"/>
          <p14:tracePt t="44510" x="7854950" y="1422400"/>
          <p14:tracePt t="44512" x="7867650" y="1422400"/>
          <p14:tracePt t="44525" x="7899400" y="1422400"/>
          <p14:tracePt t="44542" x="7950200" y="1428750"/>
          <p14:tracePt t="44545" x="7988300" y="1428750"/>
          <p14:tracePt t="44559" x="8007350" y="1428750"/>
          <p14:tracePt t="44575" x="8058150" y="1428750"/>
          <p14:tracePt t="44577" x="8070850" y="1428750"/>
          <p14:tracePt t="44591" x="8108950" y="1428750"/>
          <p14:tracePt t="44608" x="8153400" y="1428750"/>
          <p14:tracePt t="44610" x="8172450" y="1428750"/>
          <p14:tracePt t="44625" x="8204200" y="1422400"/>
          <p14:tracePt t="44642" x="8261350" y="1422400"/>
          <p14:tracePt t="44658" x="8280400" y="1422400"/>
          <p14:tracePt t="44675" x="8337550" y="1422400"/>
          <p14:tracePt t="44691" x="8420100" y="1422400"/>
          <p14:tracePt t="44708" x="8464550" y="1422400"/>
          <p14:tracePt t="44725" x="8559800" y="1409700"/>
          <p14:tracePt t="44742" x="8623300" y="1397000"/>
          <p14:tracePt t="44759" x="8737600" y="1377950"/>
          <p14:tracePt t="44775" x="8794750" y="1365250"/>
          <p14:tracePt t="44778" x="8820150" y="1358900"/>
          <p14:tracePt t="44792" x="8845550" y="1358900"/>
          <p14:tracePt t="44809" x="8934450" y="1346200"/>
          <p14:tracePt t="44811" x="8953500" y="1333500"/>
          <p14:tracePt t="44825" x="8972550" y="1327150"/>
          <p14:tracePt t="44841" x="9061450" y="1295400"/>
          <p14:tracePt t="44858" x="9086850" y="1276350"/>
          <p14:tracePt t="44875" x="9099550" y="1263650"/>
          <p14:tracePt t="44876" x="9118600" y="1257300"/>
          <p14:tracePt t="44891" x="9137650" y="1238250"/>
          <p14:tracePt t="44908" x="9150350" y="1219200"/>
          <p14:tracePt t="44925" x="9169400" y="1200150"/>
          <p14:tracePt t="44941" x="9182100" y="1168400"/>
          <p14:tracePt t="44958" x="9188450" y="1149350"/>
          <p14:tracePt t="44975" x="9188450" y="1130300"/>
          <p14:tracePt t="44980" x="9188450" y="1123950"/>
          <p14:tracePt t="44991" x="9188450" y="1111250"/>
          <p14:tracePt t="45009" x="9182100" y="1085850"/>
          <p14:tracePt t="45025" x="9163050" y="1060450"/>
          <p14:tracePt t="45042" x="9131300" y="1028700"/>
          <p14:tracePt t="45044" x="9118600" y="1016000"/>
          <p14:tracePt t="45058" x="9105900" y="1003300"/>
          <p14:tracePt t="45075" x="9067800" y="977900"/>
          <p14:tracePt t="45077" x="9055100" y="965200"/>
          <p14:tracePt t="45092" x="9029700" y="952500"/>
          <p14:tracePt t="45108" x="8991600" y="939800"/>
          <p14:tracePt t="45125" x="8972550" y="933450"/>
          <p14:tracePt t="45142" x="8902700" y="933450"/>
          <p14:tracePt t="45158" x="8807450" y="933450"/>
          <p14:tracePt t="45175" x="8743950" y="933450"/>
          <p14:tracePt t="45191" x="8642350" y="933450"/>
          <p14:tracePt t="45208" x="8597900" y="933450"/>
          <p14:tracePt t="45225" x="8528050" y="933450"/>
          <p14:tracePt t="45242" x="8496300" y="939800"/>
          <p14:tracePt t="45259" x="8458200" y="946150"/>
          <p14:tracePt t="45276" x="8388350" y="958850"/>
          <p14:tracePt t="45279" x="8362950" y="965200"/>
          <p14:tracePt t="45292" x="8324850" y="977900"/>
          <p14:tracePt t="45308" x="8261350" y="996950"/>
          <p14:tracePt t="45310" x="8229600" y="1003300"/>
          <p14:tracePt t="45325" x="8128000" y="1022350"/>
          <p14:tracePt t="45342" x="8039100" y="1054100"/>
          <p14:tracePt t="45358" x="7975600" y="1073150"/>
          <p14:tracePt t="45375" x="7943850" y="1085850"/>
          <p14:tracePt t="45392" x="7918450" y="1098550"/>
          <p14:tracePt t="45408" x="7905750" y="1117600"/>
          <p14:tracePt t="45425" x="7886700" y="1136650"/>
          <p14:tracePt t="45441" x="7880350" y="1155700"/>
          <p14:tracePt t="45458" x="7874000" y="1174750"/>
          <p14:tracePt t="45475" x="7874000" y="1193800"/>
          <p14:tracePt t="45492" x="7874000" y="1212850"/>
          <p14:tracePt t="45508" x="7874000" y="1231900"/>
          <p14:tracePt t="45526" x="7886700" y="1257300"/>
          <p14:tracePt t="45542" x="7899400" y="1282700"/>
          <p14:tracePt t="45544" x="7905750" y="1301750"/>
          <p14:tracePt t="45558" x="7918450" y="1314450"/>
          <p14:tracePt t="45575" x="7943850" y="1352550"/>
          <p14:tracePt t="45577" x="7956550" y="1365250"/>
          <p14:tracePt t="45591" x="7988300" y="1403350"/>
          <p14:tracePt t="45608" x="8007350" y="1416050"/>
          <p14:tracePt t="45625" x="8032750" y="1435100"/>
          <p14:tracePt t="45641" x="8051800" y="1447800"/>
          <p14:tracePt t="45658" x="8077200" y="1460500"/>
          <p14:tracePt t="45675" x="8102600" y="1466850"/>
          <p14:tracePt t="45691" x="8128000" y="1479550"/>
          <p14:tracePt t="45708" x="8147050" y="1485900"/>
          <p14:tracePt t="45725" x="8153400" y="1485900"/>
          <p14:tracePt t="45771" x="8159750" y="1485900"/>
          <p14:tracePt t="45803" x="0" y="0"/>
        </p14:tracePtLst>
      </p14:laserTraceLst>
    </p:ext>
  </p:extLs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Spyder</a:t>
            </a:r>
            <a:r>
              <a:rPr lang="en-US" dirty="0"/>
              <a:t> Help</a:t>
            </a:r>
            <a:endParaRPr lang="nl-BE" dirty="0"/>
          </a:p>
        </p:txBody>
      </p:sp>
      <p:sp>
        <p:nvSpPr>
          <p:cNvPr id="3" name="Content Placeholder 2"/>
          <p:cNvSpPr>
            <a:spLocks noGrp="1"/>
          </p:cNvSpPr>
          <p:nvPr>
            <p:ph idx="1"/>
          </p:nvPr>
        </p:nvSpPr>
        <p:spPr/>
        <p:txBody>
          <a:bodyPr/>
          <a:lstStyle/>
          <a:p>
            <a:r>
              <a:rPr lang="en-US" dirty="0"/>
              <a:t>Help on </a:t>
            </a:r>
            <a:r>
              <a:rPr lang="en-US" dirty="0" err="1"/>
              <a:t>Spyder</a:t>
            </a:r>
            <a:r>
              <a:rPr lang="en-US" dirty="0"/>
              <a:t> from Help menu</a:t>
            </a:r>
          </a:p>
          <a:p>
            <a:r>
              <a:rPr lang="en-US" dirty="0"/>
              <a:t>Help related to Python</a:t>
            </a:r>
          </a:p>
          <a:p>
            <a:pPr lvl="1"/>
            <a:r>
              <a:rPr lang="en-US" dirty="0"/>
              <a:t>Select a command and press </a:t>
            </a:r>
            <a:r>
              <a:rPr lang="en-US" dirty="0">
                <a:latin typeface="Courier New" panose="02070309020205020404" pitchFamily="49" charset="0"/>
                <a:cs typeface="Courier New" panose="02070309020205020404" pitchFamily="49" charset="0"/>
              </a:rPr>
              <a:t>ctrl-I</a:t>
            </a:r>
          </a:p>
          <a:p>
            <a:pPr lvl="2"/>
            <a:r>
              <a:rPr lang="en-US" dirty="0">
                <a:cs typeface="Courier New" panose="02070309020205020404" pitchFamily="49" charset="0"/>
              </a:rPr>
              <a:t>Information opens in help window</a:t>
            </a:r>
          </a:p>
          <a:p>
            <a:pPr lvl="1"/>
            <a:r>
              <a:rPr lang="en-US" dirty="0">
                <a:cs typeface="Courier New" panose="02070309020205020404" pitchFamily="49" charset="0"/>
              </a:rPr>
              <a:t>Enter object in help window</a:t>
            </a:r>
          </a:p>
          <a:p>
            <a:r>
              <a:rPr lang="en-US" dirty="0">
                <a:cs typeface="Courier New" panose="02070309020205020404" pitchFamily="49" charset="0"/>
              </a:rPr>
              <a:t>help(command) in console</a:t>
            </a:r>
            <a:endParaRPr lang="nl-BE" dirty="0">
              <a:cs typeface="Courier New" panose="02070309020205020404" pitchFamily="49" charset="0"/>
            </a:endParaRPr>
          </a:p>
        </p:txBody>
      </p:sp>
      <p:pic>
        <p:nvPicPr>
          <p:cNvPr id="4" name="Picture 3"/>
          <p:cNvPicPr>
            <a:picLocks noChangeAspect="1"/>
          </p:cNvPicPr>
          <p:nvPr/>
        </p:nvPicPr>
        <p:blipFill>
          <a:blip r:embed="rId2"/>
          <a:stretch>
            <a:fillRect/>
          </a:stretch>
        </p:blipFill>
        <p:spPr>
          <a:xfrm>
            <a:off x="9930491" y="69302"/>
            <a:ext cx="2103664" cy="2343436"/>
          </a:xfrm>
          <a:prstGeom prst="rect">
            <a:avLst/>
          </a:prstGeom>
        </p:spPr>
      </p:pic>
      <p:pic>
        <p:nvPicPr>
          <p:cNvPr id="5" name="Picture 4"/>
          <p:cNvPicPr>
            <a:picLocks noChangeAspect="1"/>
          </p:cNvPicPr>
          <p:nvPr/>
        </p:nvPicPr>
        <p:blipFill>
          <a:blip r:embed="rId3"/>
          <a:stretch>
            <a:fillRect/>
          </a:stretch>
        </p:blipFill>
        <p:spPr>
          <a:xfrm>
            <a:off x="7813220" y="2480206"/>
            <a:ext cx="4234543" cy="2561956"/>
          </a:xfrm>
          <a:prstGeom prst="rect">
            <a:avLst/>
          </a:prstGeom>
        </p:spPr>
      </p:pic>
      <p:pic>
        <p:nvPicPr>
          <p:cNvPr id="6" name="Picture 5"/>
          <p:cNvPicPr>
            <a:picLocks noChangeAspect="1"/>
          </p:cNvPicPr>
          <p:nvPr/>
        </p:nvPicPr>
        <p:blipFill>
          <a:blip r:embed="rId4"/>
          <a:stretch>
            <a:fillRect/>
          </a:stretch>
        </p:blipFill>
        <p:spPr>
          <a:xfrm>
            <a:off x="8858250" y="5197723"/>
            <a:ext cx="3175905" cy="1633821"/>
          </a:xfrm>
          <a:prstGeom prst="rect">
            <a:avLst/>
          </a:prstGeom>
        </p:spPr>
      </p:pic>
      <p:pic>
        <p:nvPicPr>
          <p:cNvPr id="7" name="Picture 6"/>
          <p:cNvPicPr>
            <a:picLocks noChangeAspect="1"/>
          </p:cNvPicPr>
          <p:nvPr/>
        </p:nvPicPr>
        <p:blipFill>
          <a:blip r:embed="rId5"/>
          <a:stretch>
            <a:fillRect/>
          </a:stretch>
        </p:blipFill>
        <p:spPr>
          <a:xfrm>
            <a:off x="383721" y="4882732"/>
            <a:ext cx="4099832" cy="1517784"/>
          </a:xfrm>
          <a:prstGeom prst="rect">
            <a:avLst/>
          </a:prstGeom>
        </p:spPr>
      </p:pic>
    </p:spTree>
    <p:extLst>
      <p:ext uri="{BB962C8B-B14F-4D97-AF65-F5344CB8AC3E}">
        <p14:creationId xmlns:p14="http://schemas.microsoft.com/office/powerpoint/2010/main" val="741411546"/>
      </p:ext>
    </p:extLst>
  </p:cSld>
  <p:clrMapOvr>
    <a:masterClrMapping/>
  </p:clrMapOvr>
  <mc:AlternateContent xmlns:mc="http://schemas.openxmlformats.org/markup-compatibility/2006" xmlns:p14="http://schemas.microsoft.com/office/powerpoint/2010/main">
    <mc:Choice Requires="p14">
      <p:transition spd="slow" p14:dur="2000" advTm="59814"/>
    </mc:Choice>
    <mc:Fallback xmlns="">
      <p:transition spd="slow" advTm="59814"/>
    </mc:Fallback>
  </mc:AlternateContent>
  <p:extLst>
    <p:ext uri="{3A86A75C-4F4B-4683-9AE1-C65F6400EC91}">
      <p14:laserTraceLst xmlns:p14="http://schemas.microsoft.com/office/powerpoint/2010/main">
        <p14:tracePtLst>
          <p14:tracePt t="22217" x="8267700" y="3663950"/>
          <p14:tracePt t="22296" x="8261350" y="3663950"/>
          <p14:tracePt t="22320" x="8255000" y="3663950"/>
          <p14:tracePt t="22344" x="8248650" y="3663950"/>
          <p14:tracePt t="22376" x="8242300" y="3663950"/>
          <p14:tracePt t="22408" x="8235950" y="3663950"/>
          <p14:tracePt t="22416" x="8229600" y="3663950"/>
          <p14:tracePt t="22432" x="8223250" y="3663950"/>
          <p14:tracePt t="22456" x="8223250" y="3670300"/>
          <p14:tracePt t="22474" x="8216900" y="3670300"/>
          <p14:tracePt t="22504" x="8210550" y="3676650"/>
          <p14:tracePt t="22512" x="8204200" y="3676650"/>
          <p14:tracePt t="22521" x="8204200" y="3683000"/>
          <p14:tracePt t="22538" x="8197850" y="3683000"/>
          <p14:tracePt t="22554" x="8197850" y="3689350"/>
          <p14:tracePt t="22570" x="8191500" y="3689350"/>
          <p14:tracePt t="22603" x="8185150" y="3695700"/>
          <p14:tracePt t="22610" x="8178800" y="3695700"/>
          <p14:tracePt t="22626" x="8172450" y="3695700"/>
          <p14:tracePt t="22650" x="8166100" y="3702050"/>
          <p14:tracePt t="22658" x="8159750" y="3708400"/>
          <p14:tracePt t="22669" x="8153400" y="3708400"/>
          <p14:tracePt t="22686" x="8147050" y="3714750"/>
          <p14:tracePt t="22703" x="8140700" y="3714750"/>
          <p14:tracePt t="22705" x="8134350" y="3714750"/>
          <p14:tracePt t="22720" x="8128000" y="3721100"/>
          <p14:tracePt t="22736" x="8121650" y="3727450"/>
          <p14:tracePt t="22738" x="8115300" y="3733800"/>
          <p14:tracePt t="22753" x="8102600" y="3740150"/>
          <p14:tracePt t="22770" x="8083550" y="3752850"/>
          <p14:tracePt t="22786" x="8070850" y="3765550"/>
          <p14:tracePt t="22805" x="8064500" y="3765550"/>
          <p14:tracePt t="22828" x="8064500" y="3771900"/>
          <p14:tracePt t="22836" x="8058150" y="3771900"/>
          <p14:tracePt t="22853" x="8058150" y="3778250"/>
          <p14:tracePt t="22870" x="8045450" y="3784600"/>
          <p14:tracePt t="22889" x="8039100" y="3790950"/>
          <p14:tracePt t="22903" x="8032750" y="3803650"/>
          <p14:tracePt t="22920" x="8026400" y="3816350"/>
          <p14:tracePt t="22936" x="8013700" y="3822700"/>
          <p14:tracePt t="22953" x="8013700" y="3829050"/>
          <p14:tracePt t="22970" x="8007350" y="3829050"/>
          <p14:tracePt t="22971" x="8007350" y="3835400"/>
          <p14:tracePt t="22986" x="8007350" y="3841750"/>
          <p14:tracePt t="23003" x="8001000" y="3854450"/>
          <p14:tracePt t="23020" x="7994650" y="3867150"/>
          <p14:tracePt t="23036" x="7994650" y="3879850"/>
          <p14:tracePt t="23053" x="7994650" y="3886200"/>
          <p14:tracePt t="23070" x="7994650" y="3892550"/>
          <p14:tracePt t="23086" x="7994650" y="3898900"/>
          <p14:tracePt t="23103" x="7994650" y="3905250"/>
          <p14:tracePt t="23119" x="8001000" y="3911600"/>
          <p14:tracePt t="23136" x="8007350" y="3917950"/>
          <p14:tracePt t="23153" x="8007350" y="3924300"/>
          <p14:tracePt t="23170" x="8013700" y="3930650"/>
          <p14:tracePt t="23186" x="8026400" y="3937000"/>
          <p14:tracePt t="23203" x="8045450" y="3949700"/>
          <p14:tracePt t="23207" x="8051800" y="3956050"/>
          <p14:tracePt t="23219" x="8064500" y="3956050"/>
          <p14:tracePt t="23236" x="8083550" y="3968750"/>
          <p14:tracePt t="23238" x="8096250" y="3968750"/>
          <p14:tracePt t="23253" x="8108950" y="3975100"/>
          <p14:tracePt t="23269" x="8147050" y="3987800"/>
          <p14:tracePt t="23286" x="8172450" y="3987800"/>
          <p14:tracePt t="23303" x="8204200" y="3987800"/>
          <p14:tracePt t="23320" x="8229600" y="3987800"/>
          <p14:tracePt t="23336" x="8261350" y="3987800"/>
          <p14:tracePt t="23353" x="8293100" y="3987800"/>
          <p14:tracePt t="23369" x="8331200" y="3987800"/>
          <p14:tracePt t="23386" x="8362950" y="3987800"/>
          <p14:tracePt t="23403" x="8388350" y="3987800"/>
          <p14:tracePt t="23419" x="8420100" y="3987800"/>
          <p14:tracePt t="23436" x="8451850" y="3987800"/>
          <p14:tracePt t="23453" x="8464550" y="3987800"/>
          <p14:tracePt t="23470" x="8489950" y="3981450"/>
          <p14:tracePt t="23472" x="8496300" y="3975100"/>
          <p14:tracePt t="23486" x="8509000" y="3968750"/>
          <p14:tracePt t="23503" x="8521700" y="3962400"/>
          <p14:tracePt t="23504" x="8521700" y="3956050"/>
          <p14:tracePt t="23520" x="8528050" y="3943350"/>
          <p14:tracePt t="23536" x="8534400" y="3937000"/>
          <p14:tracePt t="23553" x="8540750" y="3917950"/>
          <p14:tracePt t="23570" x="8540750" y="3886200"/>
          <p14:tracePt t="23587" x="8540750" y="3867150"/>
          <p14:tracePt t="23603" x="8540750" y="3835400"/>
          <p14:tracePt t="23620" x="8540750" y="3797300"/>
          <p14:tracePt t="23636" x="8521700" y="3752850"/>
          <p14:tracePt t="23653" x="8502650" y="3727450"/>
          <p14:tracePt t="23670" x="8470900" y="3695700"/>
          <p14:tracePt t="23686" x="8420100" y="3644900"/>
          <p14:tracePt t="23703" x="8382000" y="3619500"/>
          <p14:tracePt t="23719" x="8343900" y="3606800"/>
          <p14:tracePt t="23736" x="8312150" y="3594100"/>
          <p14:tracePt t="23738" x="8305800" y="3587750"/>
          <p14:tracePt t="23753" x="8286750" y="3581400"/>
          <p14:tracePt t="23770" x="8255000" y="3568700"/>
          <p14:tracePt t="23786" x="8216900" y="3556000"/>
          <p14:tracePt t="23803" x="8197850" y="3549650"/>
          <p14:tracePt t="23820" x="8159750" y="3536950"/>
          <p14:tracePt t="23836" x="8121650" y="3511550"/>
          <p14:tracePt t="23853" x="8096250" y="3505200"/>
          <p14:tracePt t="23870" x="8077200" y="3498850"/>
          <p14:tracePt t="23886" x="8064500" y="3498850"/>
          <p14:tracePt t="23903" x="8039100" y="3498850"/>
          <p14:tracePt t="23920" x="8001000" y="3517900"/>
          <p14:tracePt t="23936" x="7975600" y="3530600"/>
          <p14:tracePt t="23953" x="7956550" y="3543300"/>
          <p14:tracePt t="23970" x="7943850" y="3543300"/>
          <p14:tracePt t="23991" x="7943850" y="3549650"/>
          <p14:tracePt t="24021" x="7937500" y="3549650"/>
          <p14:tracePt t="24028" x="7937500" y="3556000"/>
          <p14:tracePt t="24044" x="7931150" y="3568700"/>
          <p14:tracePt t="24053" x="7924800" y="3581400"/>
          <p14:tracePt t="24070" x="7918450" y="3600450"/>
          <p14:tracePt t="24087" x="7912100" y="3619500"/>
          <p14:tracePt t="24103" x="7912100" y="3638550"/>
          <p14:tracePt t="24120" x="7912100" y="3644900"/>
          <p14:tracePt t="24136" x="7905750" y="3657600"/>
          <p14:tracePt t="24153" x="7905750" y="3670300"/>
          <p14:tracePt t="24156" x="7905750" y="3676650"/>
          <p14:tracePt t="24169" x="7905750" y="3683000"/>
          <p14:tracePt t="24186" x="7905750" y="3695700"/>
          <p14:tracePt t="24203" x="7905750" y="3708400"/>
          <p14:tracePt t="24220" x="7905750" y="3714750"/>
          <p14:tracePt t="24222" x="7905750" y="3721100"/>
          <p14:tracePt t="24246" x="7905750" y="3727450"/>
          <p14:tracePt t="24254" x="7905750" y="3733800"/>
          <p14:tracePt t="24270" x="7905750" y="3740150"/>
          <p14:tracePt t="24286" x="7905750" y="3746500"/>
          <p14:tracePt t="24303" x="7905750" y="3759200"/>
          <p14:tracePt t="24319" x="7912100" y="3771900"/>
          <p14:tracePt t="24336" x="7912100" y="3778250"/>
          <p14:tracePt t="24353" x="7912100" y="3784600"/>
          <p14:tracePt t="24370" x="7912100" y="3790950"/>
          <p14:tracePt t="24386" x="7912100" y="3797300"/>
          <p14:tracePt t="24537" x="0" y="0"/>
        </p14:tracePtLst>
      </p14:laserTraceLst>
    </p:ext>
  </p:extLs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 in Spyder console</a:t>
            </a:r>
            <a:endParaRPr lang="nl-BE" dirty="0"/>
          </a:p>
        </p:txBody>
      </p:sp>
      <p:sp>
        <p:nvSpPr>
          <p:cNvPr id="3" name="Content Placeholder 2"/>
          <p:cNvSpPr>
            <a:spLocks noGrp="1"/>
          </p:cNvSpPr>
          <p:nvPr>
            <p:ph idx="1"/>
          </p:nvPr>
        </p:nvSpPr>
        <p:spPr/>
        <p:txBody>
          <a:bodyPr/>
          <a:lstStyle/>
          <a:p>
            <a:r>
              <a:rPr lang="en-US" dirty="0"/>
              <a:t>Run a .</a:t>
            </a:r>
            <a:r>
              <a:rPr lang="en-US" dirty="0" err="1"/>
              <a:t>py</a:t>
            </a:r>
            <a:r>
              <a:rPr lang="en-US" dirty="0"/>
              <a:t> file from the console</a:t>
            </a:r>
          </a:p>
          <a:p>
            <a:pPr lvl="1"/>
            <a:r>
              <a:rPr lang="en-US" dirty="0">
                <a:latin typeface="Courier New" panose="02070309020205020404" pitchFamily="49" charset="0"/>
                <a:cs typeface="Courier New" panose="02070309020205020404" pitchFamily="49" charset="0"/>
              </a:rPr>
              <a:t>run script.py</a:t>
            </a:r>
          </a:p>
          <a:p>
            <a:r>
              <a:rPr lang="en-US" dirty="0">
                <a:cs typeface="Courier New" panose="02070309020205020404" pitchFamily="49" charset="0"/>
              </a:rPr>
              <a:t>Tab </a:t>
            </a:r>
            <a:r>
              <a:rPr lang="en-US" dirty="0" err="1">
                <a:cs typeface="Courier New" panose="02070309020205020404" pitchFamily="49" charset="0"/>
              </a:rPr>
              <a:t>autocompletion</a:t>
            </a:r>
            <a:r>
              <a:rPr lang="en-US" dirty="0">
                <a:cs typeface="Courier New" panose="02070309020205020404" pitchFamily="49" charset="0"/>
              </a:rPr>
              <a:t> works!</a:t>
            </a:r>
            <a:endParaRPr lang="nl-BE" dirty="0">
              <a:cs typeface="Courier New" panose="02070309020205020404" pitchFamily="49" charset="0"/>
            </a:endParaRPr>
          </a:p>
          <a:p>
            <a:endParaRPr lang="en-US" dirty="0"/>
          </a:p>
        </p:txBody>
      </p:sp>
      <p:pic>
        <p:nvPicPr>
          <p:cNvPr id="7" name="Picture 6">
            <a:extLst>
              <a:ext uri="{FF2B5EF4-FFF2-40B4-BE49-F238E27FC236}">
                <a16:creationId xmlns:a16="http://schemas.microsoft.com/office/drawing/2014/main" id="{24ED21FD-28D8-D4E2-BE34-242F590A8A41}"/>
              </a:ext>
            </a:extLst>
          </p:cNvPr>
          <p:cNvPicPr>
            <a:picLocks noChangeAspect="1"/>
          </p:cNvPicPr>
          <p:nvPr/>
        </p:nvPicPr>
        <p:blipFill>
          <a:blip r:embed="rId2"/>
          <a:stretch>
            <a:fillRect/>
          </a:stretch>
        </p:blipFill>
        <p:spPr>
          <a:xfrm>
            <a:off x="5115697" y="3072167"/>
            <a:ext cx="7076303" cy="3763912"/>
          </a:xfrm>
          <a:prstGeom prst="rect">
            <a:avLst/>
          </a:prstGeom>
        </p:spPr>
      </p:pic>
    </p:spTree>
    <p:extLst>
      <p:ext uri="{BB962C8B-B14F-4D97-AF65-F5344CB8AC3E}">
        <p14:creationId xmlns:p14="http://schemas.microsoft.com/office/powerpoint/2010/main" val="1928241768"/>
      </p:ext>
    </p:extLst>
  </p:cSld>
  <p:clrMapOvr>
    <a:masterClrMapping/>
  </p:clrMapOvr>
  <mc:AlternateContent xmlns:mc="http://schemas.openxmlformats.org/markup-compatibility/2006" xmlns:p14="http://schemas.microsoft.com/office/powerpoint/2010/main">
    <mc:Choice Requires="p14">
      <p:transition spd="slow" p14:dur="2000" advTm="19707"/>
    </mc:Choice>
    <mc:Fallback xmlns="">
      <p:transition spd="slow" advTm="19707"/>
    </mc:Fallback>
  </mc:AlternateContent>
  <p:extLst>
    <p:ext uri="{3A86A75C-4F4B-4683-9AE1-C65F6400EC91}">
      <p14:laserTraceLst xmlns:p14="http://schemas.microsoft.com/office/powerpoint/2010/main">
        <p14:tracePtLst>
          <p14:tracePt t="10556" x="7454900" y="5772150"/>
          <p14:tracePt t="10588" x="7454900" y="5765800"/>
          <p14:tracePt t="10721" x="7454900" y="5759450"/>
          <p14:tracePt t="10738" x="7461250" y="5759450"/>
          <p14:tracePt t="10837" x="7467600" y="5759450"/>
          <p14:tracePt t="10869" x="7473950" y="5759450"/>
          <p14:tracePt t="10886" x="7480300" y="5759450"/>
          <p14:tracePt t="10918" x="7486650" y="5759450"/>
          <p14:tracePt t="10997" x="7493000" y="5759450"/>
          <p14:tracePt t="11062" x="7499350" y="5759450"/>
          <p14:tracePt t="11086" x="7505700" y="5759450"/>
          <p14:tracePt t="11093" x="7512050" y="5759450"/>
          <p14:tracePt t="11119" x="7518400" y="5759450"/>
          <p14:tracePt t="11126" x="7518400" y="5765800"/>
          <p14:tracePt t="11135" x="7524750" y="5765800"/>
          <p14:tracePt t="11151" x="7531100" y="5772150"/>
          <p14:tracePt t="11162" x="7537450" y="5772150"/>
          <p14:tracePt t="11181" x="7543800" y="5772150"/>
          <p14:tracePt t="11184" x="7543800" y="5778500"/>
          <p14:tracePt t="11196" x="7550150" y="5778500"/>
          <p14:tracePt t="11215" x="7562850" y="5778500"/>
          <p14:tracePt t="11230" x="7575550" y="5778500"/>
          <p14:tracePt t="11247" x="7581900" y="5778500"/>
          <p14:tracePt t="11262" x="7588250" y="5778500"/>
          <p14:tracePt t="11281" x="7594600" y="5778500"/>
          <p14:tracePt t="11296" x="7607300" y="5778500"/>
          <p14:tracePt t="11314" x="7613650" y="5772150"/>
          <p14:tracePt t="11329" x="7632700" y="5759450"/>
          <p14:tracePt t="11346" x="7645400" y="5740400"/>
          <p14:tracePt t="11362" x="7658100" y="5727700"/>
          <p14:tracePt t="11379" x="7670800" y="5721350"/>
          <p14:tracePt t="11395" x="7670800" y="5715000"/>
          <p14:tracePt t="11412" x="7677150" y="5702300"/>
          <p14:tracePt t="11429" x="7683500" y="5689600"/>
          <p14:tracePt t="11445" x="7683500" y="5664200"/>
          <p14:tracePt t="11449" x="7683500" y="5651500"/>
          <p14:tracePt t="11463" x="7683500" y="5626100"/>
          <p14:tracePt t="11479" x="7683500" y="5594350"/>
          <p14:tracePt t="11496" x="7677150" y="5581650"/>
          <p14:tracePt t="11512" x="7664450" y="5549900"/>
          <p14:tracePt t="11529" x="7651750" y="5524500"/>
          <p14:tracePt t="11545" x="7632700" y="5505450"/>
          <p14:tracePt t="11562" x="7607300" y="5486400"/>
          <p14:tracePt t="11579" x="7600950" y="5480050"/>
          <p14:tracePt t="11596" x="7575550" y="5467350"/>
          <p14:tracePt t="11612" x="7562850" y="5461000"/>
          <p14:tracePt t="11629" x="7556500" y="5461000"/>
          <p14:tracePt t="11646" x="7543800" y="5461000"/>
          <p14:tracePt t="11662" x="7524750" y="5461000"/>
          <p14:tracePt t="11679" x="7512050" y="5461000"/>
          <p14:tracePt t="11683" x="7499350" y="5461000"/>
          <p14:tracePt t="11696" x="7486650" y="5467350"/>
          <p14:tracePt t="11714" x="7461250" y="5480050"/>
          <p14:tracePt t="11730" x="7454900" y="5486400"/>
          <p14:tracePt t="11746" x="7448550" y="5492750"/>
          <p14:tracePt t="11762" x="7442200" y="5492750"/>
          <p14:tracePt t="11796" x="7435850" y="5505450"/>
          <p14:tracePt t="11812" x="7423150" y="5524500"/>
          <p14:tracePt t="11829" x="7410450" y="5556250"/>
          <p14:tracePt t="11846" x="7404100" y="5588000"/>
          <p14:tracePt t="11862" x="7397750" y="5607050"/>
          <p14:tracePt t="11879" x="7397750" y="5626100"/>
          <p14:tracePt t="11896" x="7397750" y="5632450"/>
          <p14:tracePt t="11912" x="7397750" y="5638800"/>
          <p14:tracePt t="11941" x="7397750" y="5645150"/>
          <p14:tracePt t="11948" x="7397750" y="5651500"/>
          <p14:tracePt t="11964" x="7397750" y="5657850"/>
          <p14:tracePt t="11980" x="7397750" y="5683250"/>
          <p14:tracePt t="11997" x="7404100" y="5702300"/>
          <p14:tracePt t="12012" x="7416800" y="5721350"/>
          <p14:tracePt t="12029" x="7423150" y="5740400"/>
          <p14:tracePt t="12046" x="7442200" y="5759450"/>
          <p14:tracePt t="12062" x="7454900" y="5778500"/>
          <p14:tracePt t="12079" x="7467600" y="5791200"/>
          <p14:tracePt t="12095" x="7480300" y="5803900"/>
          <p14:tracePt t="12112" x="7493000" y="5822950"/>
          <p14:tracePt t="12129" x="7524750" y="5848350"/>
          <p14:tracePt t="12147" x="7550150" y="5867400"/>
          <p14:tracePt t="12150" x="7562850" y="5873750"/>
          <p14:tracePt t="12162" x="7575550" y="5880100"/>
          <p14:tracePt t="12179" x="7626350" y="5892800"/>
          <p14:tracePt t="12181" x="7639050" y="5899150"/>
          <p14:tracePt t="12196" x="7645400" y="5899150"/>
          <p14:tracePt t="12212" x="7670800" y="5899150"/>
          <p14:tracePt t="12215" x="7677150" y="5899150"/>
          <p14:tracePt t="12230" x="7696200" y="5899150"/>
          <p14:tracePt t="12246" x="7702550" y="5899150"/>
          <p14:tracePt t="12262" x="7715250" y="5899150"/>
          <p14:tracePt t="12279" x="7721600" y="5899150"/>
          <p14:tracePt t="12296" x="7721600" y="5892800"/>
          <p14:tracePt t="12433" x="7721600" y="5886450"/>
          <p14:tracePt t="12451" x="0" y="0"/>
        </p14:tracePtLst>
        <p14:tracePtLst>
          <p14:tracePt t="13550" x="7708900" y="5810250"/>
          <p14:tracePt t="13700" x="7715250" y="5810250"/>
          <p14:tracePt t="13708" x="7734300" y="5810250"/>
          <p14:tracePt t="13717" x="7759700" y="5810250"/>
          <p14:tracePt t="13730" x="7804150" y="5810250"/>
          <p14:tracePt t="13746" x="7918450" y="5816600"/>
          <p14:tracePt t="13762" x="8051800" y="5816600"/>
          <p14:tracePt t="13779" x="8204200" y="5816600"/>
          <p14:tracePt t="13796" x="8318500" y="5810250"/>
          <p14:tracePt t="13798" x="8382000" y="5803900"/>
          <p14:tracePt t="13812" x="8407400" y="5791200"/>
          <p14:tracePt t="13829" x="8470900" y="5772150"/>
          <p14:tracePt t="13845" x="8483600" y="5772150"/>
          <p14:tracePt t="13862" x="8483600" y="5765800"/>
          <p14:tracePt t="13887" x="8489950" y="5765800"/>
          <p14:tracePt t="14186" x="0" y="0"/>
        </p14:tracePtLst>
      </p14:laserTraceLst>
    </p:ext>
  </p:extLs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 in </a:t>
            </a:r>
            <a:r>
              <a:rPr lang="en-US" dirty="0" err="1"/>
              <a:t>Spyder</a:t>
            </a:r>
            <a:endParaRPr lang="nl-BE" dirty="0"/>
          </a:p>
        </p:txBody>
      </p:sp>
      <p:sp>
        <p:nvSpPr>
          <p:cNvPr id="3" name="Content Placeholder 2"/>
          <p:cNvSpPr>
            <a:spLocks noGrp="1"/>
          </p:cNvSpPr>
          <p:nvPr>
            <p:ph idx="1"/>
          </p:nvPr>
        </p:nvSpPr>
        <p:spPr>
          <a:xfrm>
            <a:off x="838200" y="1825625"/>
            <a:ext cx="5257800" cy="4351338"/>
          </a:xfrm>
        </p:spPr>
        <p:txBody>
          <a:bodyPr>
            <a:normAutofit fontScale="92500" lnSpcReduction="10000"/>
          </a:bodyPr>
          <a:lstStyle/>
          <a:p>
            <a:r>
              <a:rPr lang="en-US" dirty="0"/>
              <a:t>Run scripts either using the icons or through the Run menu. </a:t>
            </a:r>
          </a:p>
          <a:p>
            <a:r>
              <a:rPr lang="en-US" i="1" dirty="0"/>
              <a:t>Run selection or current line </a:t>
            </a:r>
            <a:r>
              <a:rPr lang="en-US" dirty="0"/>
              <a:t>will run a highlighted portion of the script.   </a:t>
            </a:r>
          </a:p>
          <a:p>
            <a:r>
              <a:rPr lang="en-US" dirty="0"/>
              <a:t>Create </a:t>
            </a:r>
            <a:r>
              <a:rPr lang="en-US" b="1" dirty="0"/>
              <a:t>cells </a:t>
            </a:r>
            <a:r>
              <a:rPr lang="en-US" dirty="0"/>
              <a:t>by enclosing chunks of code with lines consisting of </a:t>
            </a:r>
            <a:br>
              <a:rPr lang="en-US" dirty="0"/>
            </a:br>
            <a:r>
              <a:rPr lang="nl-BE" dirty="0">
                <a:latin typeface="Courier New" panose="02070309020205020404" pitchFamily="49" charset="0"/>
                <a:cs typeface="Courier New" panose="02070309020205020404" pitchFamily="49" charset="0"/>
              </a:rPr>
              <a:t>#%%</a:t>
            </a:r>
            <a:br>
              <a:rPr lang="nl-BE" dirty="0">
                <a:latin typeface="Courier New" panose="02070309020205020404" pitchFamily="49" charset="0"/>
                <a:cs typeface="Courier New" panose="02070309020205020404" pitchFamily="49" charset="0"/>
              </a:rPr>
            </a:br>
            <a:r>
              <a:rPr lang="en-US" i="1" dirty="0"/>
              <a:t>Run cell/green arrow with a box </a:t>
            </a:r>
            <a:r>
              <a:rPr lang="en-US" dirty="0"/>
              <a:t>runs the cell.  </a:t>
            </a:r>
          </a:p>
          <a:p>
            <a:r>
              <a:rPr lang="en-US" i="1" dirty="0"/>
              <a:t>File: first_prog_1.py</a:t>
            </a:r>
          </a:p>
        </p:txBody>
      </p:sp>
      <p:pic>
        <p:nvPicPr>
          <p:cNvPr id="7" name="Picture 6">
            <a:extLst>
              <a:ext uri="{FF2B5EF4-FFF2-40B4-BE49-F238E27FC236}">
                <a16:creationId xmlns:a16="http://schemas.microsoft.com/office/drawing/2014/main" id="{D295B331-7ED8-10BC-BBAB-1F64C0A54CE7}"/>
              </a:ext>
            </a:extLst>
          </p:cNvPr>
          <p:cNvPicPr>
            <a:picLocks noChangeAspect="1"/>
          </p:cNvPicPr>
          <p:nvPr/>
        </p:nvPicPr>
        <p:blipFill>
          <a:blip r:embed="rId2"/>
          <a:stretch>
            <a:fillRect/>
          </a:stretch>
        </p:blipFill>
        <p:spPr>
          <a:xfrm>
            <a:off x="6096000" y="1825625"/>
            <a:ext cx="6132512" cy="3261906"/>
          </a:xfrm>
          <a:prstGeom prst="rect">
            <a:avLst/>
          </a:prstGeom>
        </p:spPr>
      </p:pic>
    </p:spTree>
    <p:extLst>
      <p:ext uri="{BB962C8B-B14F-4D97-AF65-F5344CB8AC3E}">
        <p14:creationId xmlns:p14="http://schemas.microsoft.com/office/powerpoint/2010/main" val="209787718"/>
      </p:ext>
    </p:extLst>
  </p:cSld>
  <p:clrMapOvr>
    <a:masterClrMapping/>
  </p:clrMapOvr>
  <mc:AlternateContent xmlns:mc="http://schemas.openxmlformats.org/markup-compatibility/2006" xmlns:p14="http://schemas.microsoft.com/office/powerpoint/2010/main">
    <mc:Choice Requires="p14">
      <p:transition spd="slow" p14:dur="2000" advTm="52084"/>
    </mc:Choice>
    <mc:Fallback xmlns="">
      <p:transition spd="slow" advTm="52084"/>
    </mc:Fallback>
  </mc:AlternateContent>
  <p:extLst>
    <p:ext uri="{3A86A75C-4F4B-4683-9AE1-C65F6400EC91}">
      <p14:laserTraceLst xmlns:p14="http://schemas.microsoft.com/office/powerpoint/2010/main">
        <p14:tracePtLst>
          <p14:tracePt t="38889" x="7315200" y="1676400"/>
          <p14:tracePt t="38901" x="7308850" y="1676400"/>
          <p14:tracePt t="38941" x="7302500" y="1676400"/>
          <p14:tracePt t="38949" x="7302500" y="1670050"/>
          <p14:tracePt t="38965" x="7296150" y="1670050"/>
          <p14:tracePt t="38974" x="7289800" y="1670050"/>
          <p14:tracePt t="38992" x="7283450" y="1670050"/>
          <p14:tracePt t="39006" x="7270750" y="1670050"/>
          <p14:tracePt t="39024" x="7232650" y="1670050"/>
          <p14:tracePt t="39039" x="7175500" y="1670050"/>
          <p14:tracePt t="39072" x="6997700" y="1670050"/>
          <p14:tracePt t="39090" x="6915150" y="1670050"/>
          <p14:tracePt t="39105" x="6819900" y="1670050"/>
          <p14:tracePt t="39139" x="6711950" y="1670050"/>
          <p14:tracePt t="39156" x="6661150" y="1670050"/>
          <p14:tracePt t="39159" x="6635750" y="1670050"/>
          <p14:tracePt t="39172" x="6629400" y="1670050"/>
          <p14:tracePt t="39205" x="6597650" y="1682750"/>
          <p14:tracePt t="39207" x="6591300" y="1689100"/>
          <p14:tracePt t="39224" x="6572250" y="1689100"/>
          <p14:tracePt t="39256" x="6534150" y="1701800"/>
          <p14:tracePt t="39273" x="6502400" y="1708150"/>
          <p14:tracePt t="39306" x="6438900" y="1727200"/>
          <p14:tracePt t="39322" x="6407150" y="1739900"/>
          <p14:tracePt t="39339" x="6343650" y="1758950"/>
          <p14:tracePt t="39373" x="6292850" y="1784350"/>
          <p14:tracePt t="39378" x="6280150" y="1790700"/>
          <p14:tracePt t="39389" x="6280150" y="1797050"/>
          <p14:tracePt t="39422" x="6261100" y="1835150"/>
          <p14:tracePt t="39439" x="6261100" y="1841500"/>
          <p14:tracePt t="39474" x="6261100" y="1873250"/>
          <p14:tracePt t="39490" x="6261100" y="1892300"/>
          <p14:tracePt t="39523" x="6280150" y="1962150"/>
          <p14:tracePt t="39540" x="6292850" y="2000250"/>
          <p14:tracePt t="39572" x="6337300" y="2063750"/>
          <p14:tracePt t="39589" x="6350000" y="2082800"/>
          <p14:tracePt t="39622" x="6432550" y="2165350"/>
          <p14:tracePt t="39639" x="6464300" y="2190750"/>
          <p14:tracePt t="39656" x="6521450" y="2241550"/>
          <p14:tracePt t="39661" x="6546850" y="2260600"/>
          <p14:tracePt t="39689" x="6616700" y="2317750"/>
          <p14:tracePt t="39692" x="6635750" y="2324100"/>
          <p14:tracePt t="39706" x="6648450" y="2336800"/>
          <p14:tracePt t="39723" x="6692900" y="2362200"/>
          <p14:tracePt t="39739" x="6711950" y="2374900"/>
          <p14:tracePt t="39772" x="6762750" y="2406650"/>
          <p14:tracePt t="39789" x="6788150" y="2419350"/>
          <p14:tracePt t="39822" x="6838950" y="2444750"/>
          <p14:tracePt t="39839" x="6864350" y="2451100"/>
          <p14:tracePt t="39873" x="6940550" y="2476500"/>
          <p14:tracePt t="39889" x="6978650" y="2482850"/>
          <p14:tracePt t="39922" x="7061200" y="2489200"/>
          <p14:tracePt t="39926" x="7092950" y="2495550"/>
          <p14:tracePt t="39939" x="7124700" y="2495550"/>
          <p14:tracePt t="39974" x="7245350" y="2495550"/>
          <p14:tracePt t="39990" x="7283450" y="2495550"/>
          <p14:tracePt t="40022" x="7346950" y="2495550"/>
          <p14:tracePt t="40039" x="7372350" y="2495550"/>
          <p14:tracePt t="40072" x="7442200" y="2489200"/>
          <p14:tracePt t="40089" x="7473950" y="2489200"/>
          <p14:tracePt t="40122" x="7518400" y="2470150"/>
          <p14:tracePt t="40139" x="7550150" y="2470150"/>
          <p14:tracePt t="40172" x="7626350" y="2451100"/>
          <p14:tracePt t="40176" x="7651750" y="2438400"/>
          <p14:tracePt t="40189" x="7683500" y="2432050"/>
          <p14:tracePt t="40223" x="7804150" y="2393950"/>
          <p14:tracePt t="40240" x="7842250" y="2381250"/>
          <p14:tracePt t="40272" x="7886700" y="2368550"/>
          <p14:tracePt t="40289" x="7918450" y="2362200"/>
          <p14:tracePt t="40322" x="7943850" y="2349500"/>
          <p14:tracePt t="40339" x="7956550" y="2343150"/>
          <p14:tracePt t="40372" x="7975600" y="2330450"/>
          <p14:tracePt t="40389" x="7988300" y="2311400"/>
          <p14:tracePt t="40422" x="8007350" y="2279650"/>
          <p14:tracePt t="40426" x="8013700" y="2273300"/>
          <p14:tracePt t="40439" x="8013700" y="2260600"/>
          <p14:tracePt t="40473" x="8026400" y="2209800"/>
          <p14:tracePt t="40492" x="8032750" y="2197100"/>
          <p14:tracePt t="40523" x="8039100" y="2152650"/>
          <p14:tracePt t="40540" x="8045450" y="2114550"/>
          <p14:tracePt t="40572" x="8045450" y="2051050"/>
          <p14:tracePt t="40589" x="8039100" y="2019300"/>
          <p14:tracePt t="40622" x="8013700" y="1955800"/>
          <p14:tracePt t="40641" x="7988300" y="1911350"/>
          <p14:tracePt t="40644" x="7975600" y="1898650"/>
          <p14:tracePt t="40673" x="7943850" y="1854200"/>
          <p14:tracePt t="40675" x="7924800" y="1828800"/>
          <p14:tracePt t="40691" x="7912100" y="1809750"/>
          <p14:tracePt t="40723" x="7842250" y="1739900"/>
          <p14:tracePt t="40740" x="7816850" y="1720850"/>
          <p14:tracePt t="40772" x="7747000" y="1663700"/>
          <p14:tracePt t="40789" x="7689850" y="1631950"/>
          <p14:tracePt t="40822" x="7594600" y="1581150"/>
          <p14:tracePt t="40839" x="7518400" y="1555750"/>
          <p14:tracePt t="40872" x="7353300" y="1517650"/>
          <p14:tracePt t="40889" x="7308850" y="1511300"/>
          <p14:tracePt t="40922" x="7150100" y="1511300"/>
          <p14:tracePt t="40939" x="7112000" y="1511300"/>
          <p14:tracePt t="40942" x="7080250" y="1511300"/>
          <p14:tracePt t="40973" x="6985000" y="1511300"/>
          <p14:tracePt t="40989" x="6934200" y="1517650"/>
          <p14:tracePt t="41022" x="6889750" y="1517650"/>
          <p14:tracePt t="41039" x="6864350" y="1517650"/>
          <p14:tracePt t="41073" x="6813550" y="1530350"/>
          <p14:tracePt t="41089" x="6775450" y="1536700"/>
          <p14:tracePt t="41122" x="6686550" y="1555750"/>
          <p14:tracePt t="41125" x="6654800" y="1568450"/>
          <p14:tracePt t="41139" x="6642100" y="1574800"/>
          <p14:tracePt t="41172" x="6578600" y="1593850"/>
          <p14:tracePt t="41189" x="6572250" y="1600200"/>
          <p14:tracePt t="41223" x="6546850" y="1612900"/>
          <p14:tracePt t="41240" x="6540500" y="1631950"/>
          <p14:tracePt t="41273" x="6521450" y="1689100"/>
          <p14:tracePt t="41289" x="6521450" y="1720850"/>
          <p14:tracePt t="41323" x="6515100" y="1784350"/>
          <p14:tracePt t="41339" x="6515100" y="1809750"/>
          <p14:tracePt t="41372" x="6515100" y="1841500"/>
          <p14:tracePt t="41375" x="6515100" y="1847850"/>
          <p14:tracePt t="41389" x="6515100" y="1860550"/>
          <p14:tracePt t="41423" x="6527800" y="1905000"/>
          <p14:tracePt t="41425" x="6527800" y="1924050"/>
          <p14:tracePt t="41439" x="6527800" y="1955800"/>
          <p14:tracePt t="41473" x="6559550" y="2070100"/>
          <p14:tracePt t="41491" x="6559550" y="2095500"/>
          <p14:tracePt t="41522" x="6572250" y="2127250"/>
          <p14:tracePt t="41539" x="6578600" y="2133600"/>
          <p14:tracePt t="41572" x="6591300" y="2159000"/>
          <p14:tracePt t="41589" x="6591300" y="2171700"/>
          <p14:tracePt t="41622" x="6610350" y="2197100"/>
          <p14:tracePt t="41626" x="6610350" y="2209800"/>
          <p14:tracePt t="41639" x="6616700" y="2209800"/>
          <p14:tracePt t="41672" x="6629400" y="2228850"/>
          <p14:tracePt t="41675" x="6629400" y="2235200"/>
          <p14:tracePt t="41689" x="6635750" y="2241550"/>
          <p14:tracePt t="41723" x="6648450" y="2266950"/>
          <p14:tracePt t="41739" x="6661150" y="2273300"/>
          <p14:tracePt t="41773" x="6680200" y="2298700"/>
          <p14:tracePt t="41790" x="6699250" y="2311400"/>
          <p14:tracePt t="41823" x="6718300" y="2336800"/>
          <p14:tracePt t="41839" x="6737350" y="2349500"/>
          <p14:tracePt t="41873" x="6769100" y="2368550"/>
          <p14:tracePt t="41875" x="6769100" y="2374900"/>
          <p14:tracePt t="41889" x="6775450" y="2374900"/>
          <p14:tracePt t="41923" x="6788150" y="2381250"/>
          <p14:tracePt t="41941" x="6794500" y="2381250"/>
          <p14:tracePt t="41974" x="6800850" y="2381250"/>
          <p14:tracePt t="41990" x="6807200" y="2381250"/>
          <p14:tracePt t="42022" x="6826250" y="2393950"/>
          <p14:tracePt t="42039" x="6845300" y="2393950"/>
          <p14:tracePt t="42073" x="6896100" y="2400300"/>
          <p14:tracePt t="42089" x="6915150" y="2406650"/>
          <p14:tracePt t="42122" x="6972300" y="2413000"/>
          <p14:tracePt t="42126" x="6985000" y="2413000"/>
          <p14:tracePt t="42141" x="6997700" y="2419350"/>
          <p14:tracePt t="42173" x="7048500" y="2425700"/>
          <p14:tracePt t="42189" x="7061200" y="2425700"/>
          <p14:tracePt t="42224" x="7080250" y="2425700"/>
          <p14:tracePt t="42263" x="7086600" y="2425700"/>
          <p14:tracePt t="42344" x="7092950" y="2425700"/>
          <p14:tracePt t="42360" x="7099300" y="2425700"/>
          <p14:tracePt t="42367" x="7105650" y="2425700"/>
          <p14:tracePt t="42376" x="7112000" y="2432050"/>
          <p14:tracePt t="42391" x="7118350" y="2432050"/>
          <p14:tracePt t="42422" x="7131050" y="2432050"/>
          <p14:tracePt t="42562" x="0" y="0"/>
        </p14:tracePtLst>
      </p14:laserTraceLst>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scripts in </a:t>
            </a:r>
            <a:r>
              <a:rPr lang="en-US" dirty="0" err="1"/>
              <a:t>Spyder</a:t>
            </a:r>
            <a:endParaRPr lang="nl-BE" dirty="0"/>
          </a:p>
        </p:txBody>
      </p:sp>
      <p:sp>
        <p:nvSpPr>
          <p:cNvPr id="3" name="Content Placeholder 2"/>
          <p:cNvSpPr>
            <a:spLocks noGrp="1"/>
          </p:cNvSpPr>
          <p:nvPr>
            <p:ph idx="1"/>
          </p:nvPr>
        </p:nvSpPr>
        <p:spPr>
          <a:xfrm>
            <a:off x="838200" y="1825625"/>
            <a:ext cx="5257800" cy="4351338"/>
          </a:xfrm>
        </p:spPr>
        <p:txBody>
          <a:bodyPr>
            <a:normAutofit/>
          </a:bodyPr>
          <a:lstStyle/>
          <a:p>
            <a:r>
              <a:rPr lang="en-US" dirty="0"/>
              <a:t>A yellow triangle beside a line indicates a syntax error or potential problem.  </a:t>
            </a:r>
          </a:p>
          <a:p>
            <a:r>
              <a:rPr lang="en-US" dirty="0"/>
              <a:t>Tab completion for names familiar to it.  It can show a list of members of a package for your selection, and when you have chosen a function it can show you a list of its arguments.</a:t>
            </a:r>
          </a:p>
          <a:p>
            <a:pPr marL="0" indent="0">
              <a:buNone/>
            </a:pPr>
            <a:endParaRPr lang="nl-BE" dirty="0"/>
          </a:p>
        </p:txBody>
      </p:sp>
      <p:pic>
        <p:nvPicPr>
          <p:cNvPr id="6" name="Picture 5"/>
          <p:cNvPicPr>
            <a:picLocks noChangeAspect="1"/>
          </p:cNvPicPr>
          <p:nvPr/>
        </p:nvPicPr>
        <p:blipFill>
          <a:blip r:embed="rId2"/>
          <a:stretch>
            <a:fillRect/>
          </a:stretch>
        </p:blipFill>
        <p:spPr>
          <a:xfrm>
            <a:off x="7407185" y="1825625"/>
            <a:ext cx="2171700" cy="1133475"/>
          </a:xfrm>
          <a:prstGeom prst="rect">
            <a:avLst/>
          </a:prstGeom>
        </p:spPr>
      </p:pic>
    </p:spTree>
    <p:extLst>
      <p:ext uri="{BB962C8B-B14F-4D97-AF65-F5344CB8AC3E}">
        <p14:creationId xmlns:p14="http://schemas.microsoft.com/office/powerpoint/2010/main" val="1932924501"/>
      </p:ext>
    </p:extLst>
  </p:cSld>
  <p:clrMapOvr>
    <a:masterClrMapping/>
  </p:clrMapOvr>
  <mc:AlternateContent xmlns:mc="http://schemas.openxmlformats.org/markup-compatibility/2006" xmlns:p14="http://schemas.microsoft.com/office/powerpoint/2010/main">
    <mc:Choice Requires="p14">
      <p:transition spd="slow" p14:dur="2000" advTm="59586"/>
    </mc:Choice>
    <mc:Fallback xmlns="">
      <p:transition spd="slow" advTm="59586"/>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83A05-1050-A3F2-3FD3-48338A0B277B}"/>
              </a:ext>
            </a:extLst>
          </p:cNvPr>
          <p:cNvSpPr>
            <a:spLocks noGrp="1"/>
          </p:cNvSpPr>
          <p:nvPr>
            <p:ph type="title"/>
          </p:nvPr>
        </p:nvSpPr>
        <p:spPr/>
        <p:txBody>
          <a:bodyPr/>
          <a:lstStyle/>
          <a:p>
            <a:r>
              <a:rPr lang="en-US" dirty="0"/>
              <a:t>Debugging in Spyder</a:t>
            </a:r>
          </a:p>
        </p:txBody>
      </p:sp>
      <p:sp>
        <p:nvSpPr>
          <p:cNvPr id="3" name="Content Placeholder 2">
            <a:extLst>
              <a:ext uri="{FF2B5EF4-FFF2-40B4-BE49-F238E27FC236}">
                <a16:creationId xmlns:a16="http://schemas.microsoft.com/office/drawing/2014/main" id="{977039CE-8DCE-3F2D-1CB0-0E6040D8A55A}"/>
              </a:ext>
            </a:extLst>
          </p:cNvPr>
          <p:cNvSpPr>
            <a:spLocks noGrp="1"/>
          </p:cNvSpPr>
          <p:nvPr>
            <p:ph idx="1"/>
          </p:nvPr>
        </p:nvSpPr>
        <p:spPr/>
        <p:txBody>
          <a:bodyPr>
            <a:normAutofit/>
          </a:bodyPr>
          <a:lstStyle/>
          <a:p>
            <a:r>
              <a:rPr lang="en-US" dirty="0"/>
              <a:t>Debugging tool</a:t>
            </a:r>
          </a:p>
          <a:p>
            <a:pPr lvl="1"/>
            <a:r>
              <a:rPr lang="en-US" dirty="0"/>
              <a:t>The Debug menu at the top contains a list of all the options for debugging </a:t>
            </a:r>
          </a:p>
          <a:p>
            <a:pPr lvl="1"/>
            <a:r>
              <a:rPr lang="en-US" dirty="0"/>
              <a:t>The navigation bar also has  the icons associated with those tasks.</a:t>
            </a:r>
          </a:p>
        </p:txBody>
      </p:sp>
      <p:pic>
        <p:nvPicPr>
          <p:cNvPr id="5" name="Picture 4">
            <a:extLst>
              <a:ext uri="{FF2B5EF4-FFF2-40B4-BE49-F238E27FC236}">
                <a16:creationId xmlns:a16="http://schemas.microsoft.com/office/drawing/2014/main" id="{3D0BDE0A-FB33-6498-AD69-74E34E23B999}"/>
              </a:ext>
            </a:extLst>
          </p:cNvPr>
          <p:cNvPicPr>
            <a:picLocks noChangeAspect="1"/>
          </p:cNvPicPr>
          <p:nvPr/>
        </p:nvPicPr>
        <p:blipFill>
          <a:blip r:embed="rId3"/>
          <a:stretch>
            <a:fillRect/>
          </a:stretch>
        </p:blipFill>
        <p:spPr>
          <a:xfrm>
            <a:off x="838200" y="3214687"/>
            <a:ext cx="3009900" cy="2962275"/>
          </a:xfrm>
          <a:prstGeom prst="rect">
            <a:avLst/>
          </a:prstGeom>
        </p:spPr>
      </p:pic>
      <p:pic>
        <p:nvPicPr>
          <p:cNvPr id="7" name="Picture 6">
            <a:extLst>
              <a:ext uri="{FF2B5EF4-FFF2-40B4-BE49-F238E27FC236}">
                <a16:creationId xmlns:a16="http://schemas.microsoft.com/office/drawing/2014/main" id="{DEA57EBA-568A-90A5-10B8-3FE4662855D9}"/>
              </a:ext>
            </a:extLst>
          </p:cNvPr>
          <p:cNvPicPr>
            <a:picLocks noChangeAspect="1"/>
          </p:cNvPicPr>
          <p:nvPr/>
        </p:nvPicPr>
        <p:blipFill>
          <a:blip r:embed="rId4"/>
          <a:stretch>
            <a:fillRect/>
          </a:stretch>
        </p:blipFill>
        <p:spPr>
          <a:xfrm>
            <a:off x="4038600" y="3752849"/>
            <a:ext cx="8153400" cy="942975"/>
          </a:xfrm>
          <a:prstGeom prst="rect">
            <a:avLst/>
          </a:prstGeom>
        </p:spPr>
      </p:pic>
    </p:spTree>
    <p:extLst>
      <p:ext uri="{BB962C8B-B14F-4D97-AF65-F5344CB8AC3E}">
        <p14:creationId xmlns:p14="http://schemas.microsoft.com/office/powerpoint/2010/main" val="1197334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62A6C-FAD8-2AE3-19ED-7C35BEA90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66EA21-D128-6387-B479-07E8D2939DD7}"/>
              </a:ext>
            </a:extLst>
          </p:cNvPr>
          <p:cNvSpPr>
            <a:spLocks noGrp="1"/>
          </p:cNvSpPr>
          <p:nvPr>
            <p:ph type="title"/>
          </p:nvPr>
        </p:nvSpPr>
        <p:spPr>
          <a:xfrm>
            <a:off x="630936" y="639520"/>
            <a:ext cx="3429000" cy="1719072"/>
          </a:xfrm>
        </p:spPr>
        <p:txBody>
          <a:bodyPr anchor="b">
            <a:normAutofit/>
          </a:bodyPr>
          <a:lstStyle/>
          <a:p>
            <a:r>
              <a:rPr lang="en-US" sz="3800" dirty="0"/>
              <a:t>Backdoor:</a:t>
            </a:r>
            <a:br>
              <a:rPr lang="en-US" sz="3800" dirty="0"/>
            </a:br>
            <a:r>
              <a:rPr lang="en-US" sz="3800" dirty="0"/>
              <a:t>Python Environment</a:t>
            </a:r>
            <a:endParaRPr lang="nl-BE" sz="3800" dirty="0"/>
          </a:p>
        </p:txBody>
      </p:sp>
      <p:sp>
        <p:nvSpPr>
          <p:cNvPr id="3" name="Content Placeholder 2">
            <a:extLst>
              <a:ext uri="{FF2B5EF4-FFF2-40B4-BE49-F238E27FC236}">
                <a16:creationId xmlns:a16="http://schemas.microsoft.com/office/drawing/2014/main" id="{B8E7F046-5DB1-6DF4-1246-6A85D6F7713D}"/>
              </a:ext>
            </a:extLst>
          </p:cNvPr>
          <p:cNvSpPr>
            <a:spLocks noGrp="1"/>
          </p:cNvSpPr>
          <p:nvPr>
            <p:ph idx="1"/>
          </p:nvPr>
        </p:nvSpPr>
        <p:spPr>
          <a:xfrm>
            <a:off x="630936" y="2807208"/>
            <a:ext cx="3429000" cy="3410712"/>
          </a:xfrm>
        </p:spPr>
        <p:txBody>
          <a:bodyPr anchor="t">
            <a:normAutofit/>
          </a:bodyPr>
          <a:lstStyle/>
          <a:p>
            <a:r>
              <a:rPr lang="en-US" sz="2000" dirty="0" err="1">
                <a:cs typeface="Courier New" panose="02070309020205020404" pitchFamily="49" charset="0"/>
              </a:rPr>
              <a:t>Jupyterlite</a:t>
            </a:r>
            <a:r>
              <a:rPr lang="en-US" sz="2000" dirty="0">
                <a:cs typeface="Courier New" panose="02070309020205020404" pitchFamily="49" charset="0"/>
              </a:rPr>
              <a:t>: </a:t>
            </a:r>
            <a:r>
              <a:rPr lang="en-US" sz="2000" dirty="0">
                <a:cs typeface="Courier New" panose="02070309020205020404" pitchFamily="49" charset="0"/>
                <a:hlinkClick r:id="rId2"/>
              </a:rPr>
              <a:t>https://jupyter.org/try-jupyter/lab/</a:t>
            </a:r>
            <a:endParaRPr lang="en-US" sz="2000" dirty="0">
              <a:cs typeface="Courier New" panose="02070309020205020404" pitchFamily="49" charset="0"/>
            </a:endParaRPr>
          </a:p>
          <a:p>
            <a:r>
              <a:rPr lang="en-US" sz="2000" dirty="0" err="1">
                <a:cs typeface="Courier New" panose="02070309020205020404" pitchFamily="49" charset="0"/>
              </a:rPr>
              <a:t>JupyterLab</a:t>
            </a:r>
            <a:r>
              <a:rPr lang="en-US" sz="2000" dirty="0">
                <a:cs typeface="Courier New" panose="02070309020205020404" pitchFamily="49" charset="0"/>
              </a:rPr>
              <a:t> in the browser</a:t>
            </a:r>
          </a:p>
          <a:p>
            <a:r>
              <a:rPr lang="en-US" sz="2000" dirty="0">
                <a:cs typeface="Courier New" panose="02070309020205020404" pitchFamily="49" charset="0"/>
              </a:rPr>
              <a:t>Choose the ‘Python 3.13 (</a:t>
            </a:r>
            <a:r>
              <a:rPr lang="en-US" sz="2000" dirty="0" err="1">
                <a:cs typeface="Courier New" panose="02070309020205020404" pitchFamily="49" charset="0"/>
              </a:rPr>
              <a:t>XPython</a:t>
            </a:r>
            <a:r>
              <a:rPr lang="en-US" sz="2000" dirty="0">
                <a:cs typeface="Courier New" panose="02070309020205020404" pitchFamily="49" charset="0"/>
              </a:rPr>
              <a:t>)’ kernel</a:t>
            </a:r>
          </a:p>
          <a:p>
            <a:r>
              <a:rPr lang="en-US" sz="2000" dirty="0">
                <a:cs typeface="Courier New" panose="02070309020205020404" pitchFamily="49" charset="0"/>
              </a:rPr>
              <a:t>Download your </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ipynb</a:t>
            </a:r>
            <a:r>
              <a:rPr lang="en-US" sz="2000" dirty="0">
                <a:latin typeface="Courier New" panose="02070309020205020404" pitchFamily="49" charset="0"/>
                <a:cs typeface="Courier New" panose="02070309020205020404" pitchFamily="49" charset="0"/>
              </a:rPr>
              <a:t> </a:t>
            </a:r>
            <a:r>
              <a:rPr lang="en-US" sz="2000" dirty="0">
                <a:cs typeface="Courier New" panose="02070309020205020404" pitchFamily="49" charset="0"/>
              </a:rPr>
              <a:t>notebooks before closing</a:t>
            </a:r>
          </a:p>
          <a:p>
            <a:endParaRPr lang="en-US" sz="2000" dirty="0">
              <a:latin typeface="Courier New" panose="02070309020205020404" pitchFamily="49" charset="0"/>
              <a:cs typeface="Courier New" panose="02070309020205020404" pitchFamily="49" charset="0"/>
            </a:endParaRPr>
          </a:p>
        </p:txBody>
      </p:sp>
      <p:pic>
        <p:nvPicPr>
          <p:cNvPr id="7" name="Picture 6" descr="A screenshot of a computer&#10;&#10;AI-generated content may be incorrect.">
            <a:extLst>
              <a:ext uri="{FF2B5EF4-FFF2-40B4-BE49-F238E27FC236}">
                <a16:creationId xmlns:a16="http://schemas.microsoft.com/office/drawing/2014/main" id="{A3B2958E-BE96-37D7-8F42-59671244FD36}"/>
              </a:ext>
            </a:extLst>
          </p:cNvPr>
          <p:cNvPicPr>
            <a:picLocks noChangeAspect="1"/>
          </p:cNvPicPr>
          <p:nvPr/>
        </p:nvPicPr>
        <p:blipFill>
          <a:blip r:embed="rId3"/>
          <a:stretch>
            <a:fillRect/>
          </a:stretch>
        </p:blipFill>
        <p:spPr>
          <a:xfrm>
            <a:off x="4654296" y="702031"/>
            <a:ext cx="6903720" cy="5453938"/>
          </a:xfrm>
          <a:prstGeom prst="rect">
            <a:avLst/>
          </a:prstGeom>
        </p:spPr>
      </p:pic>
    </p:spTree>
    <p:extLst>
      <p:ext uri="{BB962C8B-B14F-4D97-AF65-F5344CB8AC3E}">
        <p14:creationId xmlns:p14="http://schemas.microsoft.com/office/powerpoint/2010/main" val="24676926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Jupyterlab</a:t>
            </a:r>
            <a:r>
              <a:rPr lang="en-US" dirty="0"/>
              <a:t> / </a:t>
            </a:r>
            <a:r>
              <a:rPr lang="en-US" dirty="0" err="1"/>
              <a:t>Jupyter</a:t>
            </a:r>
            <a:r>
              <a:rPr lang="en-US" dirty="0"/>
              <a:t> notebook</a:t>
            </a:r>
            <a:endParaRPr lang="nl-BE" dirty="0"/>
          </a:p>
        </p:txBody>
      </p:sp>
      <p:sp>
        <p:nvSpPr>
          <p:cNvPr id="5" name="Text Placeholder 4"/>
          <p:cNvSpPr>
            <a:spLocks noGrp="1"/>
          </p:cNvSpPr>
          <p:nvPr>
            <p:ph type="body" idx="1"/>
          </p:nvPr>
        </p:nvSpPr>
        <p:spPr/>
        <p:txBody>
          <a:bodyPr/>
          <a:lstStyle/>
          <a:p>
            <a:r>
              <a:rPr lang="en-US" dirty="0" err="1"/>
              <a:t>getting_started_jupyter.ipynb</a:t>
            </a:r>
            <a:endParaRPr lang="nl-BE" dirty="0"/>
          </a:p>
        </p:txBody>
      </p:sp>
    </p:spTree>
    <p:extLst>
      <p:ext uri="{BB962C8B-B14F-4D97-AF65-F5344CB8AC3E}">
        <p14:creationId xmlns:p14="http://schemas.microsoft.com/office/powerpoint/2010/main" val="3432493701"/>
      </p:ext>
    </p:extLst>
  </p:cSld>
  <p:clrMapOvr>
    <a:masterClrMapping/>
  </p:clrMapOvr>
  <mc:AlternateContent xmlns:mc="http://schemas.openxmlformats.org/markup-compatibility/2006" xmlns:p14="http://schemas.microsoft.com/office/powerpoint/2010/main">
    <mc:Choice Requires="p14">
      <p:transition spd="slow" p14:dur="2000" advTm="26630"/>
    </mc:Choice>
    <mc:Fallback xmlns="">
      <p:transition spd="slow" advTm="2663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Jupyter</a:t>
            </a:r>
            <a:r>
              <a:rPr lang="en-US" dirty="0"/>
              <a:t>) notebook</a:t>
            </a:r>
            <a:endParaRPr lang="nl-BE" dirty="0"/>
          </a:p>
        </p:txBody>
      </p:sp>
      <p:sp>
        <p:nvSpPr>
          <p:cNvPr id="3" name="Content Placeholder 2"/>
          <p:cNvSpPr>
            <a:spLocks noGrp="1"/>
          </p:cNvSpPr>
          <p:nvPr>
            <p:ph idx="1"/>
          </p:nvPr>
        </p:nvSpPr>
        <p:spPr/>
        <p:txBody>
          <a:bodyPr>
            <a:normAutofit/>
          </a:bodyPr>
          <a:lstStyle/>
          <a:p>
            <a:r>
              <a:rPr lang="en-US" dirty="0"/>
              <a:t>A nice idea popularized by Mathematica is a “notebook” interface, where you can run and re-run commands</a:t>
            </a:r>
          </a:p>
          <a:p>
            <a:r>
              <a:rPr lang="en-US" dirty="0"/>
              <a:t>Easily mix code with text, comments, and mix code with the results of that code; including graphics, …</a:t>
            </a:r>
          </a:p>
          <a:p>
            <a:r>
              <a:rPr lang="nl-BE" dirty="0">
                <a:hlinkClick r:id="rId3"/>
              </a:rPr>
              <a:t>https://realpython.com/jupyter-notebook-introduction/</a:t>
            </a:r>
            <a:endParaRPr lang="nl-BE" dirty="0"/>
          </a:p>
          <a:p>
            <a:r>
              <a:rPr lang="en-US" dirty="0">
                <a:hlinkClick r:id="rId4"/>
              </a:rPr>
              <a:t>https://docs.anaconda.com/ae-notebooks/4.2.2/user-guide/basic-tasks/apps/jupyter/</a:t>
            </a:r>
            <a:r>
              <a:rPr lang="en-US" dirty="0"/>
              <a:t> </a:t>
            </a:r>
          </a:p>
          <a:p>
            <a:endParaRPr lang="nl-BE" dirty="0"/>
          </a:p>
        </p:txBody>
      </p:sp>
    </p:spTree>
    <p:extLst>
      <p:ext uri="{BB962C8B-B14F-4D97-AF65-F5344CB8AC3E}">
        <p14:creationId xmlns:p14="http://schemas.microsoft.com/office/powerpoint/2010/main" val="3633205979"/>
      </p:ext>
    </p:extLst>
  </p:cSld>
  <p:clrMapOvr>
    <a:masterClrMapping/>
  </p:clrMapOvr>
  <mc:AlternateContent xmlns:mc="http://schemas.openxmlformats.org/markup-compatibility/2006" xmlns:p14="http://schemas.microsoft.com/office/powerpoint/2010/main">
    <mc:Choice Requires="p14">
      <p:transition spd="slow" p14:dur="2000" advTm="62801"/>
    </mc:Choice>
    <mc:Fallback xmlns="">
      <p:transition spd="slow" advTm="62801"/>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
            </a:r>
            <a:r>
              <a:rPr lang="en-US" dirty="0" err="1"/>
              <a:t>Jupyter</a:t>
            </a:r>
            <a:r>
              <a:rPr lang="en-US" dirty="0"/>
              <a:t>) notebook</a:t>
            </a:r>
            <a:endParaRPr lang="nl-BE" dirty="0"/>
          </a:p>
        </p:txBody>
      </p:sp>
      <p:sp>
        <p:nvSpPr>
          <p:cNvPr id="3" name="Content Placeholder 2"/>
          <p:cNvSpPr>
            <a:spLocks noGrp="1"/>
          </p:cNvSpPr>
          <p:nvPr>
            <p:ph idx="1"/>
          </p:nvPr>
        </p:nvSpPr>
        <p:spPr/>
        <p:txBody>
          <a:bodyPr/>
          <a:lstStyle/>
          <a:p>
            <a:r>
              <a:rPr lang="en-US" dirty="0"/>
              <a:t>Excellent for</a:t>
            </a:r>
          </a:p>
          <a:p>
            <a:pPr lvl="1"/>
            <a:r>
              <a:rPr lang="en-US" dirty="0"/>
              <a:t>Explorative programming</a:t>
            </a:r>
          </a:p>
          <a:p>
            <a:pPr lvl="1"/>
            <a:r>
              <a:rPr lang="en-US" dirty="0"/>
              <a:t>Data exploration</a:t>
            </a:r>
          </a:p>
          <a:p>
            <a:pPr lvl="1"/>
            <a:r>
              <a:rPr lang="en-US" dirty="0"/>
              <a:t>Communication, especially across domains</a:t>
            </a:r>
          </a:p>
          <a:p>
            <a:pPr lvl="1"/>
            <a:r>
              <a:rPr lang="en-US" dirty="0"/>
              <a:t>Combine code, graphs, results and text for education</a:t>
            </a:r>
          </a:p>
          <a:p>
            <a:r>
              <a:rPr lang="en-US" dirty="0"/>
              <a:t>Problems?</a:t>
            </a:r>
          </a:p>
          <a:p>
            <a:pPr lvl="1"/>
            <a:r>
              <a:rPr lang="en-US" dirty="0"/>
              <a:t>What was (re-)executed, what not?</a:t>
            </a:r>
          </a:p>
          <a:p>
            <a:pPr lvl="1"/>
            <a:r>
              <a:rPr lang="en-US" dirty="0"/>
              <a:t>Version control: not straightforward</a:t>
            </a:r>
          </a:p>
          <a:p>
            <a:pPr lvl="1"/>
            <a:endParaRPr lang="en-US" dirty="0"/>
          </a:p>
          <a:p>
            <a:r>
              <a:rPr lang="nl-BE" sz="1800" dirty="0">
                <a:hlinkClick r:id="rId2"/>
              </a:rPr>
              <a:t>https://github.com/gjbex/training-material/blob/master/Python/python_intro.pptx</a:t>
            </a:r>
            <a:endParaRPr lang="en-US" sz="1800" dirty="0"/>
          </a:p>
          <a:p>
            <a:endParaRPr lang="nl-BE" dirty="0"/>
          </a:p>
        </p:txBody>
      </p:sp>
    </p:spTree>
    <p:extLst>
      <p:ext uri="{BB962C8B-B14F-4D97-AF65-F5344CB8AC3E}">
        <p14:creationId xmlns:p14="http://schemas.microsoft.com/office/powerpoint/2010/main" val="2949469719"/>
      </p:ext>
    </p:extLst>
  </p:cSld>
  <p:clrMapOvr>
    <a:masterClrMapping/>
  </p:clrMapOvr>
  <mc:AlternateContent xmlns:mc="http://schemas.openxmlformats.org/markup-compatibility/2006" xmlns:p14="http://schemas.microsoft.com/office/powerpoint/2010/main">
    <mc:Choice Requires="p14">
      <p:transition spd="slow" p14:dur="2000" advTm="83412"/>
    </mc:Choice>
    <mc:Fallback xmlns="">
      <p:transition spd="slow" advTm="83412"/>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5692F-8B59-0933-16B3-0BFFD46C39E2}"/>
              </a:ext>
            </a:extLst>
          </p:cNvPr>
          <p:cNvSpPr>
            <a:spLocks noGrp="1"/>
          </p:cNvSpPr>
          <p:nvPr>
            <p:ph type="title"/>
          </p:nvPr>
        </p:nvSpPr>
        <p:spPr/>
        <p:txBody>
          <a:bodyPr/>
          <a:lstStyle/>
          <a:p>
            <a:r>
              <a:rPr lang="nl-BE" dirty="0" err="1"/>
              <a:t>Jupyter</a:t>
            </a:r>
            <a:r>
              <a:rPr lang="nl-BE" dirty="0"/>
              <a:t> notebook </a:t>
            </a:r>
            <a:r>
              <a:rPr lang="nl-BE" dirty="0" err="1"/>
              <a:t>vs</a:t>
            </a:r>
            <a:r>
              <a:rPr lang="nl-BE" dirty="0"/>
              <a:t> </a:t>
            </a:r>
            <a:r>
              <a:rPr lang="nl-BE" dirty="0" err="1"/>
              <a:t>Jupyterlab</a:t>
            </a:r>
            <a:endParaRPr lang="en-BE" dirty="0"/>
          </a:p>
        </p:txBody>
      </p:sp>
      <p:sp>
        <p:nvSpPr>
          <p:cNvPr id="3" name="Content Placeholder 2">
            <a:extLst>
              <a:ext uri="{FF2B5EF4-FFF2-40B4-BE49-F238E27FC236}">
                <a16:creationId xmlns:a16="http://schemas.microsoft.com/office/drawing/2014/main" id="{198D607A-AC44-31B2-3D0D-83638ACA7885}"/>
              </a:ext>
            </a:extLst>
          </p:cNvPr>
          <p:cNvSpPr>
            <a:spLocks noGrp="1"/>
          </p:cNvSpPr>
          <p:nvPr>
            <p:ph idx="1"/>
          </p:nvPr>
        </p:nvSpPr>
        <p:spPr/>
        <p:txBody>
          <a:bodyPr>
            <a:normAutofit/>
          </a:bodyPr>
          <a:lstStyle/>
          <a:p>
            <a:r>
              <a:rPr lang="en-US" dirty="0" err="1"/>
              <a:t>JupyterLab</a:t>
            </a:r>
            <a:r>
              <a:rPr lang="en-US" dirty="0"/>
              <a:t> and </a:t>
            </a:r>
            <a:r>
              <a:rPr lang="en-US" dirty="0" err="1"/>
              <a:t>Jupyter</a:t>
            </a:r>
            <a:r>
              <a:rPr lang="en-US" dirty="0"/>
              <a:t> Notebook serve as interactive computing environments, they differ in their user interface, functionality, and flexibility. </a:t>
            </a:r>
          </a:p>
          <a:p>
            <a:r>
              <a:rPr lang="en-US" dirty="0" err="1"/>
              <a:t>Jupyter</a:t>
            </a:r>
            <a:r>
              <a:rPr lang="en-US" dirty="0"/>
              <a:t> Notebook has a simpler, more lightweight interface.</a:t>
            </a:r>
          </a:p>
          <a:p>
            <a:r>
              <a:rPr lang="en-US" dirty="0" err="1"/>
              <a:t>JupyterLab</a:t>
            </a:r>
            <a:r>
              <a:rPr lang="en-US" dirty="0"/>
              <a:t> offers a more versatile and feature-rich interface , it gives a more IDE-like experience.</a:t>
            </a:r>
          </a:p>
          <a:p>
            <a:pPr marL="0" indent="0">
              <a:buNone/>
            </a:pPr>
            <a:endParaRPr lang="en-US" dirty="0"/>
          </a:p>
        </p:txBody>
      </p:sp>
    </p:spTree>
    <p:extLst>
      <p:ext uri="{BB962C8B-B14F-4D97-AF65-F5344CB8AC3E}">
        <p14:creationId xmlns:p14="http://schemas.microsoft.com/office/powerpoint/2010/main" val="10986486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5BEE6-854D-3CD4-273D-3334364F700C}"/>
              </a:ext>
            </a:extLst>
          </p:cNvPr>
          <p:cNvSpPr>
            <a:spLocks noGrp="1"/>
          </p:cNvSpPr>
          <p:nvPr>
            <p:ph type="title"/>
          </p:nvPr>
        </p:nvSpPr>
        <p:spPr/>
        <p:txBody>
          <a:bodyPr/>
          <a:lstStyle/>
          <a:p>
            <a:r>
              <a:rPr lang="en-US" dirty="0" err="1"/>
              <a:t>JupyterLab</a:t>
            </a:r>
            <a:endParaRPr lang="en-BE" dirty="0"/>
          </a:p>
        </p:txBody>
      </p:sp>
      <p:sp>
        <p:nvSpPr>
          <p:cNvPr id="3" name="Content Placeholder 2">
            <a:extLst>
              <a:ext uri="{FF2B5EF4-FFF2-40B4-BE49-F238E27FC236}">
                <a16:creationId xmlns:a16="http://schemas.microsoft.com/office/drawing/2014/main" id="{20CBBDB7-9FA0-4124-518E-B721D5B317ED}"/>
              </a:ext>
            </a:extLst>
          </p:cNvPr>
          <p:cNvSpPr>
            <a:spLocks noGrp="1"/>
          </p:cNvSpPr>
          <p:nvPr>
            <p:ph idx="1"/>
          </p:nvPr>
        </p:nvSpPr>
        <p:spPr/>
        <p:txBody>
          <a:bodyPr>
            <a:normAutofit fontScale="77500" lnSpcReduction="20000"/>
          </a:bodyPr>
          <a:lstStyle/>
          <a:p>
            <a:r>
              <a:rPr lang="en-US" dirty="0"/>
              <a:t>Interactive Development Environment for working with notebooks, code and data.</a:t>
            </a:r>
          </a:p>
          <a:p>
            <a:r>
              <a:rPr lang="en-US" dirty="0"/>
              <a:t>Next-generation user interface for Project </a:t>
            </a:r>
            <a:r>
              <a:rPr lang="en-US" dirty="0" err="1"/>
              <a:t>Jupyter</a:t>
            </a:r>
            <a:r>
              <a:rPr lang="en-US" dirty="0"/>
              <a:t>. </a:t>
            </a:r>
          </a:p>
          <a:p>
            <a:r>
              <a:rPr lang="en-US" dirty="0"/>
              <a:t>It offers all the familiar building blocks of the classic </a:t>
            </a:r>
            <a:r>
              <a:rPr lang="en-US" dirty="0" err="1"/>
              <a:t>Jupyter</a:t>
            </a:r>
            <a:r>
              <a:rPr lang="en-US" dirty="0"/>
              <a:t> Notebook (notebook, terminal, text editor, file browser, rich outputs, etc.) in a flexible and powerful user </a:t>
            </a:r>
            <a:r>
              <a:rPr lang="en-US" dirty="0" err="1"/>
              <a:t>inteface</a:t>
            </a:r>
            <a:r>
              <a:rPr lang="en-US" dirty="0"/>
              <a:t>. </a:t>
            </a:r>
            <a:br>
              <a:rPr lang="en-US" dirty="0"/>
            </a:br>
            <a:r>
              <a:rPr lang="en-US" dirty="0"/>
              <a:t>Eventually, </a:t>
            </a:r>
            <a:r>
              <a:rPr lang="en-US" dirty="0" err="1"/>
              <a:t>JupyterLab</a:t>
            </a:r>
            <a:r>
              <a:rPr lang="en-US" dirty="0"/>
              <a:t> will replace the classic </a:t>
            </a:r>
            <a:r>
              <a:rPr lang="en-US" dirty="0" err="1"/>
              <a:t>Jupyter</a:t>
            </a:r>
            <a:r>
              <a:rPr lang="en-US" dirty="0"/>
              <a:t> Notebook.</a:t>
            </a:r>
          </a:p>
          <a:p>
            <a:pPr lvl="1"/>
            <a:r>
              <a:rPr lang="en-US" dirty="0"/>
              <a:t>File support: </a:t>
            </a:r>
            <a:r>
              <a:rPr lang="en-US" dirty="0" err="1"/>
              <a:t>JupyterLab</a:t>
            </a:r>
            <a:r>
              <a:rPr lang="en-US" dirty="0"/>
              <a:t> provides built-in support for a wider range of file formats and includes integrated terminals and code consoles.</a:t>
            </a:r>
          </a:p>
          <a:p>
            <a:pPr lvl="1"/>
            <a:r>
              <a:rPr lang="en-US" dirty="0"/>
              <a:t>Extensibility: </a:t>
            </a:r>
            <a:r>
              <a:rPr lang="en-US" dirty="0" err="1"/>
              <a:t>JupyterLab</a:t>
            </a:r>
            <a:r>
              <a:rPr lang="en-US" dirty="0"/>
              <a:t> is designed to be extensible, enabling users to install additional extensions and customize the environment to meet their specific needs.</a:t>
            </a:r>
          </a:p>
          <a:p>
            <a:pPr lvl="1"/>
            <a:r>
              <a:rPr lang="en-US" dirty="0"/>
              <a:t>Compatibility: </a:t>
            </a:r>
            <a:r>
              <a:rPr lang="en-US" dirty="0" err="1"/>
              <a:t>JupyterLab</a:t>
            </a:r>
            <a:r>
              <a:rPr lang="en-US" dirty="0"/>
              <a:t> is compatible with existing </a:t>
            </a:r>
            <a:r>
              <a:rPr lang="en-US" dirty="0" err="1"/>
              <a:t>Jupyter</a:t>
            </a:r>
            <a:r>
              <a:rPr lang="en-US" dirty="0"/>
              <a:t> Notebook files and kernels, allowing users to transition smoothly between the two interfaces.</a:t>
            </a:r>
          </a:p>
          <a:p>
            <a:r>
              <a:rPr lang="nl-BE" dirty="0">
                <a:hlinkClick r:id="rId2"/>
              </a:rPr>
              <a:t>https://realpython.com/using-jupyterlab/</a:t>
            </a:r>
          </a:p>
          <a:p>
            <a:r>
              <a:rPr lang="nl-BE" dirty="0">
                <a:hlinkClick r:id="rId2"/>
              </a:rPr>
              <a:t>https://saturncloud.io/glossary/jupyter-notebook-vs-jupyterlab/</a:t>
            </a:r>
            <a:r>
              <a:rPr lang="en-US" dirty="0"/>
              <a:t> </a:t>
            </a:r>
          </a:p>
          <a:p>
            <a:r>
              <a:rPr lang="en-US" dirty="0">
                <a:hlinkClick r:id="rId3"/>
              </a:rPr>
              <a:t>https://www.youtube.com/watch?v=yjjE-MJD5TI</a:t>
            </a:r>
            <a:r>
              <a:rPr lang="en-US" dirty="0"/>
              <a:t> (Cornell CAC </a:t>
            </a:r>
            <a:r>
              <a:rPr lang="en-US" dirty="0" err="1"/>
              <a:t>JupyterLab</a:t>
            </a:r>
            <a:r>
              <a:rPr lang="en-US" dirty="0"/>
              <a:t> tutorial)</a:t>
            </a:r>
            <a:endParaRPr lang="en-BE" dirty="0"/>
          </a:p>
        </p:txBody>
      </p:sp>
    </p:spTree>
    <p:extLst>
      <p:ext uri="{BB962C8B-B14F-4D97-AF65-F5344CB8AC3E}">
        <p14:creationId xmlns:p14="http://schemas.microsoft.com/office/powerpoint/2010/main" val="13829748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JupyterLab</a:t>
            </a:r>
            <a:r>
              <a:rPr lang="en-US" dirty="0"/>
              <a:t>: how to launch?</a:t>
            </a:r>
            <a:endParaRPr lang="nl-BE" dirty="0"/>
          </a:p>
        </p:txBody>
      </p:sp>
      <p:sp>
        <p:nvSpPr>
          <p:cNvPr id="3" name="Content Placeholder 2"/>
          <p:cNvSpPr>
            <a:spLocks noGrp="1"/>
          </p:cNvSpPr>
          <p:nvPr>
            <p:ph idx="1"/>
          </p:nvPr>
        </p:nvSpPr>
        <p:spPr/>
        <p:txBody>
          <a:bodyPr>
            <a:normAutofit fontScale="92500" lnSpcReduction="20000"/>
          </a:bodyPr>
          <a:lstStyle/>
          <a:p>
            <a:r>
              <a:rPr lang="en-US" dirty="0" err="1"/>
              <a:t>VSCode</a:t>
            </a:r>
            <a:r>
              <a:rPr lang="en-US" dirty="0"/>
              <a:t> natively supports </a:t>
            </a:r>
            <a:r>
              <a:rPr lang="en-US" dirty="0" err="1"/>
              <a:t>Jupyter</a:t>
            </a:r>
            <a:r>
              <a:rPr lang="en-US" dirty="0"/>
              <a:t> Notebook files </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ipynb</a:t>
            </a:r>
            <a:endParaRPr lang="en-US" sz="2400"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Install </a:t>
            </a:r>
            <a:r>
              <a:rPr lang="en-US" dirty="0" err="1">
                <a:cs typeface="Courier New" panose="02070309020205020404" pitchFamily="49" charset="0"/>
              </a:rPr>
              <a:t>JupyterLab</a:t>
            </a:r>
            <a:r>
              <a:rPr lang="en-US" dirty="0">
                <a:cs typeface="Courier New" panose="02070309020205020404" pitchFamily="49" charset="0"/>
              </a:rPr>
              <a:t> in </a:t>
            </a:r>
            <a:r>
              <a:rPr lang="en-US" dirty="0" err="1">
                <a:cs typeface="Courier New" panose="02070309020205020404" pitchFamily="49" charset="0"/>
              </a:rPr>
              <a:t>conda</a:t>
            </a:r>
            <a:r>
              <a:rPr lang="en-US" dirty="0">
                <a:cs typeface="Courier New" panose="02070309020205020404" pitchFamily="49" charset="0"/>
              </a:rPr>
              <a:t>: </a:t>
            </a:r>
            <a:br>
              <a:rPr lang="en-US" dirty="0">
                <a:cs typeface="Courier New" panose="02070309020205020404" pitchFamily="49" charset="0"/>
              </a:rPr>
            </a:br>
            <a:r>
              <a:rPr lang="en-US" sz="2600" dirty="0" err="1">
                <a:latin typeface="Courier New" panose="02070309020205020404" pitchFamily="49" charset="0"/>
                <a:cs typeface="Courier New" panose="02070309020205020404" pitchFamily="49" charset="0"/>
              </a:rPr>
              <a:t>conda</a:t>
            </a:r>
            <a:r>
              <a:rPr lang="en-US" sz="2600" dirty="0">
                <a:latin typeface="Courier New" panose="02070309020205020404" pitchFamily="49" charset="0"/>
                <a:cs typeface="Courier New" panose="02070309020205020404" pitchFamily="49" charset="0"/>
              </a:rPr>
              <a:t> install </a:t>
            </a:r>
            <a:r>
              <a:rPr lang="en-US" sz="2600" dirty="0" err="1">
                <a:latin typeface="Courier New" panose="02070309020205020404" pitchFamily="49" charset="0"/>
                <a:cs typeface="Courier New" panose="02070309020205020404" pitchFamily="49" charset="0"/>
              </a:rPr>
              <a:t>jupyterlab</a:t>
            </a:r>
            <a:r>
              <a:rPr lang="en-US" sz="2600" dirty="0">
                <a:latin typeface="Courier New" panose="02070309020205020404" pitchFamily="49" charset="0"/>
                <a:cs typeface="Courier New" panose="02070309020205020404" pitchFamily="49" charset="0"/>
              </a:rPr>
              <a:t> –c </a:t>
            </a:r>
            <a:r>
              <a:rPr lang="en-US" sz="2600" dirty="0" err="1">
                <a:latin typeface="Courier New" panose="02070309020205020404" pitchFamily="49" charset="0"/>
                <a:cs typeface="Courier New" panose="02070309020205020404" pitchFamily="49" charset="0"/>
              </a:rPr>
              <a:t>conda</a:t>
            </a:r>
            <a:r>
              <a:rPr lang="en-US" sz="2600" dirty="0">
                <a:latin typeface="Courier New" panose="02070309020205020404" pitchFamily="49" charset="0"/>
                <a:cs typeface="Courier New" panose="02070309020205020404" pitchFamily="49" charset="0"/>
              </a:rPr>
              <a:t>-forge</a:t>
            </a:r>
          </a:p>
          <a:p>
            <a:r>
              <a:rPr lang="en-US" dirty="0"/>
              <a:t>Anaconda Navigator: </a:t>
            </a:r>
          </a:p>
          <a:p>
            <a:pPr lvl="1"/>
            <a:r>
              <a:rPr lang="en-US" dirty="0"/>
              <a:t>Start menu</a:t>
            </a:r>
          </a:p>
          <a:p>
            <a:pPr lvl="1"/>
            <a:r>
              <a:rPr lang="en-US" dirty="0"/>
              <a:t>Launch </a:t>
            </a:r>
            <a:r>
              <a:rPr lang="en-US" b="1" dirty="0" err="1"/>
              <a:t>JupyterLab</a:t>
            </a:r>
            <a:endParaRPr lang="en-US" b="1" dirty="0"/>
          </a:p>
          <a:p>
            <a:r>
              <a:rPr lang="en-US" dirty="0"/>
              <a:t>Anaconda prompt</a:t>
            </a:r>
          </a:p>
          <a:p>
            <a:pPr lvl="1"/>
            <a:r>
              <a:rPr lang="en-US" dirty="0"/>
              <a:t>Open  terminal and navigate to the </a:t>
            </a:r>
            <a:r>
              <a:rPr lang="en-US" b="1" dirty="0"/>
              <a:t>directory</a:t>
            </a:r>
            <a:r>
              <a:rPr lang="en-US" dirty="0"/>
              <a:t> where you would like to save your notebook</a:t>
            </a:r>
          </a:p>
          <a:p>
            <a:pPr lvl="1"/>
            <a:r>
              <a:rPr lang="en-US" dirty="0"/>
              <a:t>Note: </a:t>
            </a:r>
            <a:r>
              <a:rPr lang="en-US" dirty="0" err="1"/>
              <a:t>JupyterLab</a:t>
            </a:r>
            <a:r>
              <a:rPr lang="en-US" dirty="0"/>
              <a:t> treats the directory from which it is launched as the top-level directory</a:t>
            </a:r>
          </a:p>
          <a:p>
            <a:pPr lvl="1"/>
            <a:r>
              <a:rPr lang="en-US" dirty="0" err="1">
                <a:latin typeface="Courier New" panose="02070309020205020404" pitchFamily="49" charset="0"/>
                <a:cs typeface="Courier New" panose="02070309020205020404" pitchFamily="49" charset="0"/>
              </a:rPr>
              <a:t>jupyter</a:t>
            </a:r>
            <a:r>
              <a:rPr lang="en-US" dirty="0">
                <a:latin typeface="Courier New" panose="02070309020205020404" pitchFamily="49" charset="0"/>
                <a:cs typeface="Courier New" panose="02070309020205020404" pitchFamily="49" charset="0"/>
              </a:rPr>
              <a:t> lab</a:t>
            </a:r>
          </a:p>
          <a:p>
            <a:pPr lvl="1"/>
            <a:r>
              <a:rPr lang="en-US" dirty="0">
                <a:cs typeface="Courier New" panose="02070309020205020404" pitchFamily="49" charset="0"/>
              </a:rPr>
              <a:t>Options possible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jupyter</a:t>
            </a:r>
            <a:r>
              <a:rPr lang="en-US" dirty="0">
                <a:latin typeface="Courier New" panose="02070309020205020404" pitchFamily="49" charset="0"/>
                <a:cs typeface="Courier New" panose="02070309020205020404" pitchFamily="49" charset="0"/>
              </a:rPr>
              <a:t> lab --browser=</a:t>
            </a:r>
            <a:r>
              <a:rPr lang="en-US" dirty="0" err="1">
                <a:latin typeface="Courier New" panose="02070309020205020404" pitchFamily="49" charset="0"/>
                <a:cs typeface="Courier New" panose="02070309020205020404" pitchFamily="49" charset="0"/>
              </a:rPr>
              <a:t>firefox</a:t>
            </a:r>
            <a:endParaRPr lang="en-US" dirty="0">
              <a:latin typeface="Courier New" panose="02070309020205020404" pitchFamily="49" charset="0"/>
              <a:cs typeface="Courier New" panose="02070309020205020404" pitchFamily="49" charset="0"/>
            </a:endParaRPr>
          </a:p>
          <a:p>
            <a:endParaRPr lang="nl-BE" dirty="0"/>
          </a:p>
        </p:txBody>
      </p:sp>
      <p:pic>
        <p:nvPicPr>
          <p:cNvPr id="5" name="Picture 4">
            <a:extLst>
              <a:ext uri="{FF2B5EF4-FFF2-40B4-BE49-F238E27FC236}">
                <a16:creationId xmlns:a16="http://schemas.microsoft.com/office/drawing/2014/main" id="{82CDE640-6EA7-42FA-A84D-B2D8F368ED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90950" y="230188"/>
            <a:ext cx="707136" cy="914400"/>
          </a:xfrm>
          <a:prstGeom prst="rect">
            <a:avLst/>
          </a:prstGeom>
        </p:spPr>
      </p:pic>
    </p:spTree>
    <p:extLst>
      <p:ext uri="{BB962C8B-B14F-4D97-AF65-F5344CB8AC3E}">
        <p14:creationId xmlns:p14="http://schemas.microsoft.com/office/powerpoint/2010/main" val="260834316"/>
      </p:ext>
    </p:extLst>
  </p:cSld>
  <p:clrMapOvr>
    <a:masterClrMapping/>
  </p:clrMapOvr>
  <mc:AlternateContent xmlns:mc="http://schemas.openxmlformats.org/markup-compatibility/2006" xmlns:p14="http://schemas.microsoft.com/office/powerpoint/2010/main">
    <mc:Choice Requires="p14">
      <p:transition spd="slow" p14:dur="2000" advTm="64930"/>
    </mc:Choice>
    <mc:Fallback xmlns="">
      <p:transition spd="slow" advTm="6493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76E647C-916E-723F-BCA6-EEF104681A14}"/>
              </a:ext>
            </a:extLst>
          </p:cNvPr>
          <p:cNvSpPr>
            <a:spLocks noGrp="1"/>
          </p:cNvSpPr>
          <p:nvPr>
            <p:ph type="title"/>
          </p:nvPr>
        </p:nvSpPr>
        <p:spPr/>
        <p:txBody>
          <a:bodyPr/>
          <a:lstStyle/>
          <a:p>
            <a:r>
              <a:rPr lang="nl-BE" dirty="0" err="1"/>
              <a:t>Jupyterlab</a:t>
            </a:r>
            <a:r>
              <a:rPr lang="nl-BE" dirty="0"/>
              <a:t> interface</a:t>
            </a:r>
          </a:p>
        </p:txBody>
      </p:sp>
      <p:sp>
        <p:nvSpPr>
          <p:cNvPr id="7" name="Content Placeholder 6">
            <a:extLst>
              <a:ext uri="{FF2B5EF4-FFF2-40B4-BE49-F238E27FC236}">
                <a16:creationId xmlns:a16="http://schemas.microsoft.com/office/drawing/2014/main" id="{4CB36012-9E88-4EFC-35A6-15C963B49A97}"/>
              </a:ext>
            </a:extLst>
          </p:cNvPr>
          <p:cNvSpPr>
            <a:spLocks noGrp="1"/>
          </p:cNvSpPr>
          <p:nvPr>
            <p:ph sz="half" idx="2"/>
          </p:nvPr>
        </p:nvSpPr>
        <p:spPr>
          <a:xfrm>
            <a:off x="838200" y="1887014"/>
            <a:ext cx="5181600" cy="4351338"/>
          </a:xfrm>
        </p:spPr>
        <p:txBody>
          <a:bodyPr>
            <a:normAutofit fontScale="85000" lnSpcReduction="20000"/>
          </a:bodyPr>
          <a:lstStyle/>
          <a:p>
            <a:pPr marL="0" indent="0">
              <a:buNone/>
            </a:pPr>
            <a:r>
              <a:rPr lang="en-US" dirty="0">
                <a:hlinkClick r:id="rId2"/>
              </a:rPr>
              <a:t>https://jupyterlab.readthedocs.io/en/stable/user/interface.html</a:t>
            </a:r>
            <a:r>
              <a:rPr lang="en-US" dirty="0"/>
              <a:t> </a:t>
            </a:r>
          </a:p>
          <a:p>
            <a:pPr marL="0" indent="0">
              <a:buNone/>
            </a:pPr>
            <a:r>
              <a:rPr lang="en-US" dirty="0"/>
              <a:t>Interface can be tweaked</a:t>
            </a:r>
          </a:p>
          <a:p>
            <a:pPr marL="514350" indent="-514350">
              <a:buFont typeface="+mj-lt"/>
              <a:buAutoNum type="arabicPeriod"/>
            </a:pPr>
            <a:r>
              <a:rPr lang="en-US" dirty="0"/>
              <a:t>Left panel:</a:t>
            </a:r>
          </a:p>
          <a:p>
            <a:pPr marL="971550" lvl="1" indent="-514350">
              <a:buFont typeface="+mj-lt"/>
              <a:buAutoNum type="arabicPeriod"/>
            </a:pPr>
            <a:r>
              <a:rPr lang="en-US" dirty="0"/>
              <a:t>File browser</a:t>
            </a:r>
          </a:p>
          <a:p>
            <a:pPr marL="1428750" lvl="2" indent="-514350">
              <a:buFont typeface="+mj-lt"/>
              <a:buAutoNum type="arabicPeriod"/>
            </a:pPr>
            <a:r>
              <a:rPr lang="en-US" dirty="0"/>
              <a:t>New launcher</a:t>
            </a:r>
          </a:p>
          <a:p>
            <a:pPr marL="1428750" lvl="2" indent="-514350">
              <a:buFont typeface="+mj-lt"/>
              <a:buAutoNum type="arabicPeriod"/>
            </a:pPr>
            <a:r>
              <a:rPr lang="en-US" dirty="0"/>
              <a:t>New folder</a:t>
            </a:r>
          </a:p>
          <a:p>
            <a:pPr marL="1428750" lvl="2" indent="-514350">
              <a:buFont typeface="+mj-lt"/>
              <a:buAutoNum type="arabicPeriod"/>
            </a:pPr>
            <a:r>
              <a:rPr lang="en-US" dirty="0"/>
              <a:t>Upload files</a:t>
            </a:r>
          </a:p>
          <a:p>
            <a:pPr marL="971550" lvl="1" indent="-514350">
              <a:buFont typeface="+mj-lt"/>
              <a:buAutoNum type="arabicPeriod"/>
            </a:pPr>
            <a:r>
              <a:rPr lang="en-US" dirty="0"/>
              <a:t>Running terminals and kernels</a:t>
            </a:r>
          </a:p>
          <a:p>
            <a:pPr marL="514350" indent="-514350">
              <a:buFont typeface="+mj-lt"/>
              <a:buAutoNum type="arabicPeriod"/>
            </a:pPr>
            <a:r>
              <a:rPr lang="en-US" dirty="0"/>
              <a:t>Center panel: main work area containing tabs of documents and activities</a:t>
            </a:r>
          </a:p>
          <a:p>
            <a:pPr marL="514350" indent="-514350">
              <a:buFont typeface="+mj-lt"/>
              <a:buAutoNum type="arabicPeriod"/>
            </a:pPr>
            <a:r>
              <a:rPr lang="en-US" dirty="0"/>
              <a:t>Right panel: shows various properties</a:t>
            </a:r>
            <a:endParaRPr lang="nl-BE" dirty="0"/>
          </a:p>
        </p:txBody>
      </p:sp>
      <p:pic>
        <p:nvPicPr>
          <p:cNvPr id="11" name="Picture 10">
            <a:extLst>
              <a:ext uri="{FF2B5EF4-FFF2-40B4-BE49-F238E27FC236}">
                <a16:creationId xmlns:a16="http://schemas.microsoft.com/office/drawing/2014/main" id="{96937981-53A9-616C-ABDB-504059DB7473}"/>
              </a:ext>
            </a:extLst>
          </p:cNvPr>
          <p:cNvPicPr>
            <a:picLocks noChangeAspect="1"/>
          </p:cNvPicPr>
          <p:nvPr/>
        </p:nvPicPr>
        <p:blipFill>
          <a:blip r:embed="rId3"/>
          <a:stretch>
            <a:fillRect/>
          </a:stretch>
        </p:blipFill>
        <p:spPr>
          <a:xfrm>
            <a:off x="6096000" y="2141537"/>
            <a:ext cx="6096000" cy="2917825"/>
          </a:xfrm>
          <a:prstGeom prst="rect">
            <a:avLst/>
          </a:prstGeom>
        </p:spPr>
      </p:pic>
    </p:spTree>
    <p:extLst>
      <p:ext uri="{BB962C8B-B14F-4D97-AF65-F5344CB8AC3E}">
        <p14:creationId xmlns:p14="http://schemas.microsoft.com/office/powerpoint/2010/main" val="3811761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76FF-86B3-35E8-AF90-F9CAB3801FB2}"/>
              </a:ext>
            </a:extLst>
          </p:cNvPr>
          <p:cNvSpPr>
            <a:spLocks noGrp="1"/>
          </p:cNvSpPr>
          <p:nvPr>
            <p:ph type="title"/>
          </p:nvPr>
        </p:nvSpPr>
        <p:spPr/>
        <p:txBody>
          <a:bodyPr/>
          <a:lstStyle/>
          <a:p>
            <a:r>
              <a:rPr lang="en-US" dirty="0" err="1"/>
              <a:t>JupyterLab</a:t>
            </a:r>
            <a:r>
              <a:rPr lang="en-US" dirty="0"/>
              <a:t> interface</a:t>
            </a:r>
          </a:p>
        </p:txBody>
      </p:sp>
      <p:sp>
        <p:nvSpPr>
          <p:cNvPr id="3" name="Content Placeholder 2">
            <a:extLst>
              <a:ext uri="{FF2B5EF4-FFF2-40B4-BE49-F238E27FC236}">
                <a16:creationId xmlns:a16="http://schemas.microsoft.com/office/drawing/2014/main" id="{247240BD-F542-6E65-602E-BA119CC01842}"/>
              </a:ext>
            </a:extLst>
          </p:cNvPr>
          <p:cNvSpPr>
            <a:spLocks noGrp="1"/>
          </p:cNvSpPr>
          <p:nvPr>
            <p:ph idx="1"/>
          </p:nvPr>
        </p:nvSpPr>
        <p:spPr>
          <a:xfrm>
            <a:off x="838200" y="1825625"/>
            <a:ext cx="4969476" cy="4351338"/>
          </a:xfrm>
        </p:spPr>
        <p:txBody>
          <a:bodyPr/>
          <a:lstStyle/>
          <a:p>
            <a:pPr marL="514350" indent="-514350">
              <a:buFont typeface="+mj-lt"/>
              <a:buAutoNum type="arabicPeriod"/>
            </a:pPr>
            <a:r>
              <a:rPr lang="en-US" dirty="0"/>
              <a:t>Launch your notebook</a:t>
            </a:r>
          </a:p>
          <a:p>
            <a:pPr marL="514350" indent="-514350">
              <a:buFont typeface="+mj-lt"/>
              <a:buAutoNum type="arabicPeriod"/>
            </a:pPr>
            <a:r>
              <a:rPr lang="en-US" dirty="0"/>
              <a:t>Launch Python kernel</a:t>
            </a:r>
          </a:p>
          <a:p>
            <a:pPr marL="514350" indent="-514350">
              <a:buFont typeface="+mj-lt"/>
              <a:buAutoNum type="arabicPeriod"/>
            </a:pPr>
            <a:r>
              <a:rPr lang="en-US" dirty="0"/>
              <a:t>Launch another application (i.e. terminal)</a:t>
            </a:r>
          </a:p>
        </p:txBody>
      </p:sp>
      <p:pic>
        <p:nvPicPr>
          <p:cNvPr id="7" name="Picture 6">
            <a:extLst>
              <a:ext uri="{FF2B5EF4-FFF2-40B4-BE49-F238E27FC236}">
                <a16:creationId xmlns:a16="http://schemas.microsoft.com/office/drawing/2014/main" id="{A6AC1734-7B6F-F8EC-750C-D97763C493D6}"/>
              </a:ext>
            </a:extLst>
          </p:cNvPr>
          <p:cNvPicPr>
            <a:picLocks noChangeAspect="1"/>
          </p:cNvPicPr>
          <p:nvPr/>
        </p:nvPicPr>
        <p:blipFill>
          <a:blip r:embed="rId2"/>
          <a:stretch>
            <a:fillRect/>
          </a:stretch>
        </p:blipFill>
        <p:spPr>
          <a:xfrm>
            <a:off x="5807676" y="1330381"/>
            <a:ext cx="6206171" cy="4197237"/>
          </a:xfrm>
          <a:prstGeom prst="rect">
            <a:avLst/>
          </a:prstGeom>
        </p:spPr>
      </p:pic>
    </p:spTree>
    <p:extLst>
      <p:ext uri="{BB962C8B-B14F-4D97-AF65-F5344CB8AC3E}">
        <p14:creationId xmlns:p14="http://schemas.microsoft.com/office/powerpoint/2010/main" val="14898666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31303-5BA4-CD1A-20F0-E42AF7787D90}"/>
              </a:ext>
            </a:extLst>
          </p:cNvPr>
          <p:cNvSpPr>
            <a:spLocks noGrp="1"/>
          </p:cNvSpPr>
          <p:nvPr>
            <p:ph type="title"/>
          </p:nvPr>
        </p:nvSpPr>
        <p:spPr/>
        <p:txBody>
          <a:bodyPr/>
          <a:lstStyle/>
          <a:p>
            <a:r>
              <a:rPr lang="en-US" dirty="0" err="1"/>
              <a:t>JupyterLab</a:t>
            </a:r>
            <a:r>
              <a:rPr lang="en-US" dirty="0"/>
              <a:t> interface</a:t>
            </a:r>
          </a:p>
        </p:txBody>
      </p:sp>
      <p:sp>
        <p:nvSpPr>
          <p:cNvPr id="3" name="Content Placeholder 2">
            <a:extLst>
              <a:ext uri="{FF2B5EF4-FFF2-40B4-BE49-F238E27FC236}">
                <a16:creationId xmlns:a16="http://schemas.microsoft.com/office/drawing/2014/main" id="{4E7D5BCA-1F1C-E94E-0400-47B3E4E3CCFD}"/>
              </a:ext>
            </a:extLst>
          </p:cNvPr>
          <p:cNvSpPr>
            <a:spLocks noGrp="1"/>
          </p:cNvSpPr>
          <p:nvPr>
            <p:ph idx="1"/>
          </p:nvPr>
        </p:nvSpPr>
        <p:spPr/>
        <p:txBody>
          <a:bodyPr/>
          <a:lstStyle/>
          <a:p>
            <a:r>
              <a:rPr lang="en-US" dirty="0"/>
              <a:t>Menu bar: different options that may be used to manipulate the way the notebook functions.</a:t>
            </a:r>
          </a:p>
          <a:p>
            <a:r>
              <a:rPr lang="en-US" dirty="0"/>
              <a:t>Toolbar: a quick way of performing the most-used operations within the notebook.</a:t>
            </a:r>
          </a:p>
          <a:p>
            <a:r>
              <a:rPr lang="en-US" dirty="0"/>
              <a:t>Cell: the notebook cell.</a:t>
            </a:r>
          </a:p>
          <a:p>
            <a:endParaRPr lang="en-US" dirty="0"/>
          </a:p>
        </p:txBody>
      </p:sp>
      <p:pic>
        <p:nvPicPr>
          <p:cNvPr id="7" name="Picture 6">
            <a:extLst>
              <a:ext uri="{FF2B5EF4-FFF2-40B4-BE49-F238E27FC236}">
                <a16:creationId xmlns:a16="http://schemas.microsoft.com/office/drawing/2014/main" id="{AA65F0B3-573B-0696-28F2-A94F10CBED87}"/>
              </a:ext>
            </a:extLst>
          </p:cNvPr>
          <p:cNvPicPr>
            <a:picLocks noChangeAspect="1"/>
          </p:cNvPicPr>
          <p:nvPr/>
        </p:nvPicPr>
        <p:blipFill>
          <a:blip r:embed="rId2"/>
          <a:stretch>
            <a:fillRect/>
          </a:stretch>
        </p:blipFill>
        <p:spPr>
          <a:xfrm>
            <a:off x="2965621" y="4153350"/>
            <a:ext cx="8893003" cy="2704649"/>
          </a:xfrm>
          <a:prstGeom prst="rect">
            <a:avLst/>
          </a:prstGeom>
        </p:spPr>
      </p:pic>
    </p:spTree>
    <p:extLst>
      <p:ext uri="{BB962C8B-B14F-4D97-AF65-F5344CB8AC3E}">
        <p14:creationId xmlns:p14="http://schemas.microsoft.com/office/powerpoint/2010/main" val="12620708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5B288-1FF2-4F77-64EB-CB685CD98DC6}"/>
              </a:ext>
            </a:extLst>
          </p:cNvPr>
          <p:cNvSpPr>
            <a:spLocks noGrp="1"/>
          </p:cNvSpPr>
          <p:nvPr>
            <p:ph type="title"/>
          </p:nvPr>
        </p:nvSpPr>
        <p:spPr/>
        <p:txBody>
          <a:bodyPr/>
          <a:lstStyle/>
          <a:p>
            <a:r>
              <a:rPr lang="en-US" dirty="0" err="1"/>
              <a:t>JupyterLab</a:t>
            </a:r>
            <a:r>
              <a:rPr lang="en-US" dirty="0"/>
              <a:t> Notebook</a:t>
            </a:r>
          </a:p>
        </p:txBody>
      </p:sp>
      <p:sp>
        <p:nvSpPr>
          <p:cNvPr id="3" name="Content Placeholder 2">
            <a:extLst>
              <a:ext uri="{FF2B5EF4-FFF2-40B4-BE49-F238E27FC236}">
                <a16:creationId xmlns:a16="http://schemas.microsoft.com/office/drawing/2014/main" id="{86C3FA20-4A27-1414-8C53-1AB611BE59B4}"/>
              </a:ext>
            </a:extLst>
          </p:cNvPr>
          <p:cNvSpPr>
            <a:spLocks noGrp="1"/>
          </p:cNvSpPr>
          <p:nvPr>
            <p:ph idx="1"/>
          </p:nvPr>
        </p:nvSpPr>
        <p:spPr/>
        <p:txBody>
          <a:bodyPr>
            <a:normAutofit/>
          </a:bodyPr>
          <a:lstStyle/>
          <a:p>
            <a:r>
              <a:rPr lang="en-GB" dirty="0"/>
              <a:t>The notebook consists of a sequence of cells. </a:t>
            </a:r>
          </a:p>
          <a:p>
            <a:pPr lvl="1"/>
            <a:r>
              <a:rPr lang="en-GB" dirty="0"/>
              <a:t>A cell is a multiline text input field</a:t>
            </a:r>
          </a:p>
          <a:p>
            <a:pPr lvl="1"/>
            <a:r>
              <a:rPr lang="en-GB" dirty="0"/>
              <a:t>The execution behaviour of a cell is determined by the cell’s type. </a:t>
            </a:r>
          </a:p>
          <a:p>
            <a:r>
              <a:rPr lang="en-GB" dirty="0"/>
              <a:t>3 types of cells:</a:t>
            </a:r>
          </a:p>
          <a:p>
            <a:pPr lvl="1"/>
            <a:r>
              <a:rPr lang="en-GB" b="1" dirty="0"/>
              <a:t>Code</a:t>
            </a:r>
            <a:r>
              <a:rPr lang="en-GB" dirty="0"/>
              <a:t> cells allow you to edit and write new code, with full syntax highlighting and tab completion. The programming language depends on the kernel chosen.</a:t>
            </a:r>
          </a:p>
          <a:p>
            <a:pPr lvl="1" algn="just"/>
            <a:r>
              <a:rPr lang="en-GB" b="1" dirty="0"/>
              <a:t>Markdown</a:t>
            </a:r>
            <a:r>
              <a:rPr lang="en-GB" dirty="0"/>
              <a:t> cells allow to alternate descriptive text with code</a:t>
            </a:r>
          </a:p>
          <a:p>
            <a:pPr lvl="1" algn="just"/>
            <a:r>
              <a:rPr lang="en-GB" b="1" dirty="0"/>
              <a:t>Raw</a:t>
            </a:r>
            <a:r>
              <a:rPr lang="en-GB" dirty="0">
                <a:solidFill>
                  <a:srgbClr val="FF0000"/>
                </a:solidFill>
              </a:rPr>
              <a:t> </a:t>
            </a:r>
            <a:r>
              <a:rPr lang="en-GB" dirty="0"/>
              <a:t>cells provide a place in which you can write output directly. Raw cells are not evaluated by the notebook.</a:t>
            </a:r>
            <a:endParaRPr lang="en-GB" sz="2800" dirty="0"/>
          </a:p>
          <a:p>
            <a:pPr algn="just"/>
            <a:endParaRPr lang="en-GB" sz="2800" dirty="0"/>
          </a:p>
          <a:p>
            <a:endParaRPr lang="en-GB" dirty="0"/>
          </a:p>
          <a:p>
            <a:endParaRPr lang="en-US" dirty="0"/>
          </a:p>
        </p:txBody>
      </p:sp>
    </p:spTree>
    <p:extLst>
      <p:ext uri="{BB962C8B-B14F-4D97-AF65-F5344CB8AC3E}">
        <p14:creationId xmlns:p14="http://schemas.microsoft.com/office/powerpoint/2010/main" val="15256893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2522-5E04-7DDE-250F-FD51CC2FF798}"/>
              </a:ext>
            </a:extLst>
          </p:cNvPr>
          <p:cNvSpPr>
            <a:spLocks noGrp="1"/>
          </p:cNvSpPr>
          <p:nvPr>
            <p:ph type="title"/>
          </p:nvPr>
        </p:nvSpPr>
        <p:spPr/>
        <p:txBody>
          <a:bodyPr/>
          <a:lstStyle/>
          <a:p>
            <a:r>
              <a:rPr lang="en-US" dirty="0" err="1"/>
              <a:t>JupyterLab</a:t>
            </a:r>
            <a:r>
              <a:rPr lang="en-US" dirty="0"/>
              <a:t> shortcuts</a:t>
            </a:r>
            <a:endParaRPr lang="en-BE" dirty="0"/>
          </a:p>
        </p:txBody>
      </p:sp>
      <p:sp>
        <p:nvSpPr>
          <p:cNvPr id="3" name="Content Placeholder 2">
            <a:extLst>
              <a:ext uri="{FF2B5EF4-FFF2-40B4-BE49-F238E27FC236}">
                <a16:creationId xmlns:a16="http://schemas.microsoft.com/office/drawing/2014/main" id="{0EF222B0-C1D4-1A20-2718-D22FCF8878D7}"/>
              </a:ext>
            </a:extLst>
          </p:cNvPr>
          <p:cNvSpPr>
            <a:spLocks noGrp="1"/>
          </p:cNvSpPr>
          <p:nvPr>
            <p:ph idx="1"/>
          </p:nvPr>
        </p:nvSpPr>
        <p:spPr/>
        <p:txBody>
          <a:bodyPr>
            <a:normAutofit fontScale="92500" lnSpcReduction="20000"/>
          </a:bodyPr>
          <a:lstStyle/>
          <a:p>
            <a:pPr marL="0" indent="0">
              <a:buNone/>
            </a:pPr>
            <a:r>
              <a:rPr lang="en-US" dirty="0"/>
              <a:t>The essential shortcuts:</a:t>
            </a:r>
          </a:p>
          <a:p>
            <a:r>
              <a:rPr lang="en-US" b="1" dirty="0"/>
              <a:t>Shift-Enter</a:t>
            </a:r>
            <a:r>
              <a:rPr lang="en-US" dirty="0"/>
              <a:t>: run cell and move to the next</a:t>
            </a:r>
          </a:p>
          <a:p>
            <a:pPr lvl="1"/>
            <a:r>
              <a:rPr lang="en-US" dirty="0"/>
              <a:t>Execute  the  current  cell,  show  any  output,  and  jump  to  the  next  cell  below. If Shift-Enter is  invoked  on  the  last  cell,  it creates  a  new  cell  below.   </a:t>
            </a:r>
            <a:br>
              <a:rPr lang="en-US" dirty="0"/>
            </a:br>
            <a:r>
              <a:rPr lang="en-US" dirty="0"/>
              <a:t>This  is  equivalent  to  clicking the Cell, Run menu item, or the Play button in the toolbar.</a:t>
            </a:r>
          </a:p>
          <a:p>
            <a:r>
              <a:rPr lang="en-US" b="1" dirty="0"/>
              <a:t>Ctrl-Enter</a:t>
            </a:r>
            <a:r>
              <a:rPr lang="en-US" dirty="0"/>
              <a:t>: run cell and stay in that cell</a:t>
            </a:r>
          </a:p>
          <a:p>
            <a:pPr lvl="1"/>
            <a:r>
              <a:rPr lang="en-US" dirty="0"/>
              <a:t>Execute  the  current  cell,  show  any  output. </a:t>
            </a:r>
          </a:p>
          <a:p>
            <a:r>
              <a:rPr lang="en-US" b="1" dirty="0"/>
              <a:t>Esc</a:t>
            </a:r>
            <a:r>
              <a:rPr lang="en-US" dirty="0"/>
              <a:t>: Command mode. </a:t>
            </a:r>
          </a:p>
          <a:p>
            <a:pPr lvl="1"/>
            <a:r>
              <a:rPr lang="en-US" dirty="0"/>
              <a:t>In command mode, you can navigate around the notebook using keyboard shortcuts.</a:t>
            </a:r>
          </a:p>
          <a:p>
            <a:r>
              <a:rPr lang="en-US" b="1" dirty="0"/>
              <a:t>Enter</a:t>
            </a:r>
            <a:r>
              <a:rPr lang="en-US" dirty="0"/>
              <a:t>: Edit mode. </a:t>
            </a:r>
          </a:p>
          <a:p>
            <a:pPr lvl="1"/>
            <a:r>
              <a:rPr lang="en-US" dirty="0"/>
              <a:t>In edit mode, you can edit text in cells</a:t>
            </a:r>
          </a:p>
          <a:p>
            <a:endParaRPr lang="en-BE" dirty="0"/>
          </a:p>
        </p:txBody>
      </p:sp>
    </p:spTree>
    <p:extLst>
      <p:ext uri="{BB962C8B-B14F-4D97-AF65-F5344CB8AC3E}">
        <p14:creationId xmlns:p14="http://schemas.microsoft.com/office/powerpoint/2010/main" val="32259830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993E5-D4E5-EE92-6F57-00A82090021B}"/>
              </a:ext>
            </a:extLst>
          </p:cNvPr>
          <p:cNvSpPr>
            <a:spLocks noGrp="1"/>
          </p:cNvSpPr>
          <p:nvPr>
            <p:ph type="title"/>
          </p:nvPr>
        </p:nvSpPr>
        <p:spPr/>
        <p:txBody>
          <a:bodyPr/>
          <a:lstStyle/>
          <a:p>
            <a:r>
              <a:rPr lang="nl-BE" dirty="0" err="1"/>
              <a:t>Jupyterlab</a:t>
            </a:r>
            <a:r>
              <a:rPr lang="nl-BE" dirty="0"/>
              <a:t> </a:t>
            </a:r>
            <a:r>
              <a:rPr lang="nl-BE" dirty="0" err="1"/>
              <a:t>shutdown</a:t>
            </a:r>
            <a:endParaRPr lang="nl-BE" dirty="0"/>
          </a:p>
        </p:txBody>
      </p:sp>
      <p:sp>
        <p:nvSpPr>
          <p:cNvPr id="3" name="Content Placeholder 2">
            <a:extLst>
              <a:ext uri="{FF2B5EF4-FFF2-40B4-BE49-F238E27FC236}">
                <a16:creationId xmlns:a16="http://schemas.microsoft.com/office/drawing/2014/main" id="{46369D21-BDEC-6AC1-DBFE-C54E5216CF3B}"/>
              </a:ext>
            </a:extLst>
          </p:cNvPr>
          <p:cNvSpPr>
            <a:spLocks noGrp="1"/>
          </p:cNvSpPr>
          <p:nvPr>
            <p:ph idx="1"/>
          </p:nvPr>
        </p:nvSpPr>
        <p:spPr/>
        <p:txBody>
          <a:bodyPr/>
          <a:lstStyle/>
          <a:p>
            <a:r>
              <a:rPr lang="en-US" dirty="0"/>
              <a:t>Make sure everything is saved</a:t>
            </a:r>
          </a:p>
          <a:p>
            <a:r>
              <a:rPr lang="en-US" dirty="0"/>
              <a:t>Download your notebook(s) if needed</a:t>
            </a:r>
          </a:p>
          <a:p>
            <a:r>
              <a:rPr lang="en-US" dirty="0"/>
              <a:t>Use File → Shut Down to close the application</a:t>
            </a:r>
          </a:p>
          <a:p>
            <a:r>
              <a:rPr lang="en-US" dirty="0"/>
              <a:t>Close the browser (tab)</a:t>
            </a:r>
            <a:endParaRPr lang="nl-BE" dirty="0"/>
          </a:p>
        </p:txBody>
      </p:sp>
    </p:spTree>
    <p:extLst>
      <p:ext uri="{BB962C8B-B14F-4D97-AF65-F5344CB8AC3E}">
        <p14:creationId xmlns:p14="http://schemas.microsoft.com/office/powerpoint/2010/main" val="8649179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notebook</a:t>
            </a:r>
            <a:endParaRPr lang="nl-BE" dirty="0"/>
          </a:p>
        </p:txBody>
      </p:sp>
      <p:sp>
        <p:nvSpPr>
          <p:cNvPr id="3" name="Content Placeholder 2"/>
          <p:cNvSpPr>
            <a:spLocks noGrp="1"/>
          </p:cNvSpPr>
          <p:nvPr>
            <p:ph idx="1"/>
          </p:nvPr>
        </p:nvSpPr>
        <p:spPr>
          <a:xfrm>
            <a:off x="838200" y="1825625"/>
            <a:ext cx="4871720" cy="4351338"/>
          </a:xfrm>
        </p:spPr>
        <p:txBody>
          <a:bodyPr>
            <a:normAutofit/>
          </a:bodyPr>
          <a:lstStyle/>
          <a:p>
            <a:r>
              <a:rPr lang="en-US" dirty="0"/>
              <a:t>Notebook Dashboard, specifically designed for managing your </a:t>
            </a:r>
            <a:r>
              <a:rPr lang="en-US" dirty="0" err="1"/>
              <a:t>Jupyter</a:t>
            </a:r>
            <a:r>
              <a:rPr lang="en-US" dirty="0"/>
              <a:t> Notebooks. </a:t>
            </a:r>
          </a:p>
          <a:p>
            <a:r>
              <a:rPr lang="en-US" dirty="0"/>
              <a:t>Use it as the </a:t>
            </a:r>
            <a:r>
              <a:rPr lang="en-US" dirty="0" err="1"/>
              <a:t>launchpad</a:t>
            </a:r>
            <a:r>
              <a:rPr lang="en-US" dirty="0"/>
              <a:t> for exploring, editing and creating your notebooks.</a:t>
            </a:r>
          </a:p>
          <a:p>
            <a:pPr marL="0" indent="0">
              <a:buNone/>
            </a:pPr>
            <a:endParaRPr lang="nl-BE" dirty="0"/>
          </a:p>
        </p:txBody>
      </p:sp>
      <p:pic>
        <p:nvPicPr>
          <p:cNvPr id="4" name="Picture 3"/>
          <p:cNvPicPr>
            <a:picLocks noChangeAspect="1"/>
          </p:cNvPicPr>
          <p:nvPr/>
        </p:nvPicPr>
        <p:blipFill>
          <a:blip r:embed="rId3"/>
          <a:stretch>
            <a:fillRect/>
          </a:stretch>
        </p:blipFill>
        <p:spPr>
          <a:xfrm>
            <a:off x="6133893" y="1825625"/>
            <a:ext cx="5784421" cy="3596323"/>
          </a:xfrm>
          <a:prstGeom prst="rect">
            <a:avLst/>
          </a:prstGeom>
        </p:spPr>
      </p:pic>
    </p:spTree>
    <p:extLst>
      <p:ext uri="{BB962C8B-B14F-4D97-AF65-F5344CB8AC3E}">
        <p14:creationId xmlns:p14="http://schemas.microsoft.com/office/powerpoint/2010/main" val="3741845997"/>
      </p:ext>
    </p:extLst>
  </p:cSld>
  <p:clrMapOvr>
    <a:masterClrMapping/>
  </p:clrMapOvr>
  <mc:AlternateContent xmlns:mc="http://schemas.openxmlformats.org/markup-compatibility/2006" xmlns:p14="http://schemas.microsoft.com/office/powerpoint/2010/main">
    <mc:Choice Requires="p14">
      <p:transition spd="slow" p14:dur="2000" advTm="38945"/>
    </mc:Choice>
    <mc:Fallback xmlns="">
      <p:transition spd="slow" advTm="38945"/>
    </mc:Fallback>
  </mc:AlternateContent>
  <p:extLst>
    <p:ext uri="{3A86A75C-4F4B-4683-9AE1-C65F6400EC91}">
      <p14:laserTraceLst xmlns:p14="http://schemas.microsoft.com/office/powerpoint/2010/main">
        <p14:tracePtLst>
          <p14:tracePt t="1543" x="8274050" y="1136650"/>
          <p14:tracePt t="1573" x="7956550" y="1123950"/>
          <p14:tracePt t="1575" x="7874000" y="1123950"/>
          <p14:tracePt t="1585" x="7785100" y="1117600"/>
          <p14:tracePt t="1616" x="7588250" y="1117600"/>
          <p14:tracePt t="1623" x="7556500" y="1117600"/>
          <p14:tracePt t="1630" x="7531100" y="1117600"/>
          <p14:tracePt t="1644" x="7493000" y="1117600"/>
          <p14:tracePt t="1661" x="7442200" y="1117600"/>
          <p14:tracePt t="1663" x="7397750" y="1123950"/>
          <p14:tracePt t="1678" x="7378700" y="1136650"/>
          <p14:tracePt t="1682" x="7315200" y="1149350"/>
          <p14:tracePt t="1695" x="7239000" y="1162050"/>
          <p14:tracePt t="1713" x="7105650" y="1187450"/>
          <p14:tracePt t="1728" x="7010400" y="1200150"/>
          <p14:tracePt t="1746" x="6934200" y="1200150"/>
          <p14:tracePt t="1761" x="6877050" y="1206500"/>
          <p14:tracePt t="1778" x="6838950" y="1206500"/>
          <p14:tracePt t="1794" x="6788150" y="1225550"/>
          <p14:tracePt t="1811" x="6718300" y="1244600"/>
          <p14:tracePt t="1827" x="6629400" y="1289050"/>
          <p14:tracePt t="1844" x="6515100" y="1333500"/>
          <p14:tracePt t="1861" x="6407150" y="1377950"/>
          <p14:tracePt t="1878" x="6324600" y="1409700"/>
          <p14:tracePt t="1881" x="6273800" y="1428750"/>
          <p14:tracePt t="1894" x="6229350" y="1454150"/>
          <p14:tracePt t="1912" x="6159500" y="1485900"/>
          <p14:tracePt t="1913" x="6102350" y="1517650"/>
          <p14:tracePt t="1928" x="6038850" y="1555750"/>
          <p14:tracePt t="1944" x="6000750" y="1581150"/>
          <p14:tracePt t="1946" x="5975350" y="1593850"/>
          <p14:tracePt t="1964" x="5892800" y="1657350"/>
          <p14:tracePt t="1978" x="5816600" y="1727200"/>
          <p14:tracePt t="1994" x="5746750" y="1797050"/>
          <p14:tracePt t="2011" x="5708650" y="1835150"/>
          <p14:tracePt t="2027" x="5664200" y="1879600"/>
          <p14:tracePt t="2044" x="5638800" y="1924050"/>
          <p14:tracePt t="2061" x="5619750" y="1968500"/>
          <p14:tracePt t="2078" x="5607050" y="2012950"/>
          <p14:tracePt t="2094" x="5594350" y="2044700"/>
          <p14:tracePt t="2111" x="5581650" y="2127250"/>
          <p14:tracePt t="2116" x="5575300" y="2152650"/>
          <p14:tracePt t="2128" x="5568950" y="2184400"/>
          <p14:tracePt t="2146" x="5543550" y="2317750"/>
          <p14:tracePt t="2161" x="5543550" y="2349500"/>
          <p14:tracePt t="2178" x="5530850" y="2489200"/>
          <p14:tracePt t="2194" x="5530850" y="2584450"/>
          <p14:tracePt t="2211" x="5530850" y="2609850"/>
          <p14:tracePt t="2212" x="5530850" y="2628900"/>
          <p14:tracePt t="2228" x="5530850" y="2673350"/>
          <p14:tracePt t="2244" x="5537200" y="2749550"/>
          <p14:tracePt t="2261" x="5537200" y="2794000"/>
          <p14:tracePt t="2278" x="5543550" y="2832100"/>
          <p14:tracePt t="2294" x="5549900" y="2876550"/>
          <p14:tracePt t="2311" x="5575300" y="2965450"/>
          <p14:tracePt t="2328" x="5588000" y="3028950"/>
          <p14:tracePt t="2344" x="5600700" y="3098800"/>
          <p14:tracePt t="2361" x="5607050" y="3181350"/>
          <p14:tracePt t="2378" x="5613400" y="3282950"/>
          <p14:tracePt t="2382" x="5619750" y="3327400"/>
          <p14:tracePt t="2396" x="5626100" y="3378200"/>
          <p14:tracePt t="2411" x="5645150" y="3492500"/>
          <p14:tracePt t="2414" x="5651500" y="3517900"/>
          <p14:tracePt t="2428" x="5657850" y="3575050"/>
          <p14:tracePt t="2444" x="5676900" y="3651250"/>
          <p14:tracePt t="2461" x="5689600" y="3695700"/>
          <p14:tracePt t="2477" x="5702300" y="3727450"/>
          <p14:tracePt t="2494" x="5721350" y="3803650"/>
          <p14:tracePt t="2511" x="5740400" y="3854450"/>
          <p14:tracePt t="2528" x="5759450" y="3917950"/>
          <p14:tracePt t="2544" x="5784850" y="3981450"/>
          <p14:tracePt t="2561" x="5835650" y="4121150"/>
          <p14:tracePt t="2578" x="5867400" y="4203700"/>
          <p14:tracePt t="2595" x="5899150" y="4292600"/>
          <p14:tracePt t="2611" x="5930900" y="4381500"/>
          <p14:tracePt t="2614" x="5949950" y="4425950"/>
          <p14:tracePt t="2628" x="5969000" y="4470400"/>
          <p14:tracePt t="2644" x="6000750" y="4559300"/>
          <p14:tracePt t="2648" x="6019800" y="4603750"/>
          <p14:tracePt t="2661" x="6032500" y="4648200"/>
          <p14:tracePt t="2678" x="6096000" y="4787900"/>
          <p14:tracePt t="2694" x="6140450" y="4876800"/>
          <p14:tracePt t="2711" x="6184900" y="4959350"/>
          <p14:tracePt t="2728" x="6223000" y="5035550"/>
          <p14:tracePt t="2744" x="6267450" y="5105400"/>
          <p14:tracePt t="2761" x="6311900" y="5168900"/>
          <p14:tracePt t="2778" x="6362700" y="5219700"/>
          <p14:tracePt t="2794" x="6407150" y="5283200"/>
          <p14:tracePt t="2811" x="6464300" y="5340350"/>
          <p14:tracePt t="2828" x="6527800" y="5410200"/>
          <p14:tracePt t="2844" x="6610350" y="5486400"/>
          <p14:tracePt t="2861" x="6686550" y="5549900"/>
          <p14:tracePt t="2878" x="6762750" y="5607050"/>
          <p14:tracePt t="2881" x="6800850" y="5632450"/>
          <p14:tracePt t="2895" x="6838950" y="5657850"/>
          <p14:tracePt t="2913" x="6915150" y="5702300"/>
          <p14:tracePt t="2928" x="6997700" y="5740400"/>
          <p14:tracePt t="2944" x="7086600" y="5765800"/>
          <p14:tracePt t="2961" x="7175500" y="5791200"/>
          <p14:tracePt t="2978" x="7219950" y="5803900"/>
          <p14:tracePt t="2994" x="7308850" y="5822950"/>
          <p14:tracePt t="3011" x="7404100" y="5848350"/>
          <p14:tracePt t="3028" x="7499350" y="5867400"/>
          <p14:tracePt t="3044" x="7556500" y="5880100"/>
          <p14:tracePt t="3061" x="7677150" y="5899150"/>
          <p14:tracePt t="3078" x="7797800" y="5924550"/>
          <p14:tracePt t="3095" x="7924800" y="5937250"/>
          <p14:tracePt t="3111" x="8039100" y="5956300"/>
          <p14:tracePt t="3128" x="8255000" y="5969000"/>
          <p14:tracePt t="3145" x="8356600" y="5981700"/>
          <p14:tracePt t="3147" x="8407400" y="5988050"/>
          <p14:tracePt t="3161" x="8458200" y="5988050"/>
          <p14:tracePt t="3178" x="8680450" y="6013450"/>
          <p14:tracePt t="3194" x="8775700" y="6019800"/>
          <p14:tracePt t="3212" x="8877300" y="6026150"/>
          <p14:tracePt t="3227" x="9061450" y="6038850"/>
          <p14:tracePt t="3244" x="9182100" y="6038850"/>
          <p14:tracePt t="3261" x="9290050" y="6045200"/>
          <p14:tracePt t="3278" x="9404350" y="6057900"/>
          <p14:tracePt t="3294" x="9505950" y="6057900"/>
          <p14:tracePt t="3311" x="9607550" y="6064250"/>
          <p14:tracePt t="3328" x="9702800" y="6064250"/>
          <p14:tracePt t="3345" x="9880600" y="6064250"/>
          <p14:tracePt t="3363" x="9982200" y="6051550"/>
          <p14:tracePt t="3367" x="10039350" y="6038850"/>
          <p14:tracePt t="3378" x="10083800" y="6032500"/>
          <p14:tracePt t="3395" x="10160000" y="6019800"/>
          <p14:tracePt t="3397" x="10198100" y="6013450"/>
          <p14:tracePt t="3411" x="10229850" y="6007100"/>
          <p14:tracePt t="3429" x="10331450" y="5994400"/>
          <p14:tracePt t="3444" x="10382250" y="5981700"/>
          <p14:tracePt t="3462" x="10439400" y="5969000"/>
          <p14:tracePt t="3478" x="10496550" y="5962650"/>
          <p14:tracePt t="3494" x="10541000" y="5956300"/>
          <p14:tracePt t="3511" x="10604500" y="5943600"/>
          <p14:tracePt t="3528" x="10661650" y="5930900"/>
          <p14:tracePt t="3544" x="10712450" y="5918200"/>
          <p14:tracePt t="3561" x="10775950" y="5918200"/>
          <p14:tracePt t="3578" x="10833100" y="5911850"/>
          <p14:tracePt t="3594" x="10896600" y="5899150"/>
          <p14:tracePt t="3611" x="10941050" y="5880100"/>
          <p14:tracePt t="3629" x="10991850" y="5867400"/>
          <p14:tracePt t="3632" x="11010900" y="5854700"/>
          <p14:tracePt t="3645" x="11036300" y="5848350"/>
          <p14:tracePt t="3662" x="11087100" y="5829300"/>
          <p14:tracePt t="3663" x="11112500" y="5816600"/>
          <p14:tracePt t="3678" x="11182350" y="5778500"/>
          <p14:tracePt t="3694" x="11220450" y="5753100"/>
          <p14:tracePt t="3711" x="11264900" y="5727700"/>
          <p14:tracePt t="3728" x="11309350" y="5695950"/>
          <p14:tracePt t="3744" x="11353800" y="5664200"/>
          <p14:tracePt t="3761" x="11385550" y="5626100"/>
          <p14:tracePt t="3777" x="11430000" y="5581650"/>
          <p14:tracePt t="3794" x="11493500" y="5518150"/>
          <p14:tracePt t="3811" x="11544300" y="5454650"/>
          <p14:tracePt t="3828" x="11601450" y="5403850"/>
          <p14:tracePt t="3844" x="11645900" y="5365750"/>
          <p14:tracePt t="3861" x="11690350" y="5327650"/>
          <p14:tracePt t="3865" x="11709400" y="5302250"/>
          <p14:tracePt t="3878" x="11766550" y="5257800"/>
          <p14:tracePt t="3894" x="11811000" y="5213350"/>
          <p14:tracePt t="3897" x="11830050" y="5200650"/>
          <p14:tracePt t="3911" x="11849100" y="5181600"/>
          <p14:tracePt t="3928" x="11880850" y="5143500"/>
          <p14:tracePt t="3944" x="11899900" y="5111750"/>
          <p14:tracePt t="3961" x="11925300" y="5080000"/>
          <p14:tracePt t="3977" x="11957050" y="5010150"/>
          <p14:tracePt t="3994" x="11969750" y="4978400"/>
          <p14:tracePt t="4011" x="11982450" y="4927600"/>
          <p14:tracePt t="4027" x="12001500" y="4864100"/>
          <p14:tracePt t="4044" x="12020550" y="4775200"/>
          <p14:tracePt t="4061" x="12058650" y="4629150"/>
          <p14:tracePt t="4078" x="12065000" y="4578350"/>
          <p14:tracePt t="4094" x="12084050" y="4489450"/>
          <p14:tracePt t="4111" x="12090400" y="4394200"/>
          <p14:tracePt t="4128" x="12103100" y="4279900"/>
          <p14:tracePt t="4131" x="12103100" y="4241800"/>
          <p14:tracePt t="4145" x="12103100" y="4152900"/>
          <p14:tracePt t="4162" x="12096750" y="4076700"/>
          <p14:tracePt t="4164" x="12071350" y="3981450"/>
          <p14:tracePt t="4179" x="12052300" y="3898900"/>
          <p14:tracePt t="4194" x="12020550" y="3778250"/>
          <p14:tracePt t="4211" x="11995150" y="3670300"/>
          <p14:tracePt t="4228" x="11982450" y="3613150"/>
          <p14:tracePt t="4245" x="11963400" y="3511550"/>
          <p14:tracePt t="4261" x="11957050" y="3454400"/>
          <p14:tracePt t="4277" x="11944350" y="3384550"/>
          <p14:tracePt t="4295" x="11931650" y="3257550"/>
          <p14:tracePt t="4311" x="11918950" y="3181350"/>
          <p14:tracePt t="4328" x="11899900" y="3098800"/>
          <p14:tracePt t="4331" x="11880850" y="3003550"/>
          <p14:tracePt t="4344" x="11868150" y="2946400"/>
          <p14:tracePt t="4361" x="11830050" y="2851150"/>
          <p14:tracePt t="4379" x="11785600" y="2673350"/>
          <p14:tracePt t="4395" x="11747500" y="2565400"/>
          <p14:tracePt t="4397" x="11728450" y="2514600"/>
          <p14:tracePt t="4412" x="11715750" y="2463800"/>
          <p14:tracePt t="4428" x="11620500" y="2209800"/>
          <p14:tracePt t="4444" x="11582400" y="2114550"/>
          <p14:tracePt t="4461" x="11518900" y="1968500"/>
          <p14:tracePt t="4478" x="11499850" y="1911350"/>
          <p14:tracePt t="4494" x="11461750" y="1847850"/>
          <p14:tracePt t="4511" x="11423650" y="1778000"/>
          <p14:tracePt t="4528" x="11404600" y="1752600"/>
          <p14:tracePt t="4544" x="11366500" y="1689100"/>
          <p14:tracePt t="4561" x="11347450" y="1657350"/>
          <p14:tracePt t="4578" x="11309350" y="1612900"/>
          <p14:tracePt t="4594" x="11283950" y="1581150"/>
          <p14:tracePt t="4597" x="11239500" y="1536700"/>
          <p14:tracePt t="4611" x="11226800" y="1517650"/>
          <p14:tracePt t="4629" x="11150600" y="1454150"/>
          <p14:tracePt t="4645" x="11137900" y="1447800"/>
          <p14:tracePt t="4663" x="11080750" y="1403350"/>
          <p14:tracePt t="4678" x="10998200" y="1358900"/>
          <p14:tracePt t="4694" x="10947400" y="1333500"/>
          <p14:tracePt t="4711" x="10890250" y="1301750"/>
          <p14:tracePt t="4728" x="10820400" y="1276350"/>
          <p14:tracePt t="4744" x="10750550" y="1257300"/>
          <p14:tracePt t="4761" x="10629900" y="1244600"/>
          <p14:tracePt t="4778" x="10553700" y="1238250"/>
          <p14:tracePt t="4794" x="10464800" y="1238250"/>
          <p14:tracePt t="4811" x="10369550" y="1250950"/>
          <p14:tracePt t="4828" x="10267950" y="1263650"/>
          <p14:tracePt t="4831" x="10217150" y="1276350"/>
          <p14:tracePt t="4844" x="10153650" y="1289050"/>
          <p14:tracePt t="4861" x="10033000" y="1308100"/>
          <p14:tracePt t="4865" x="9975850" y="1314450"/>
          <p14:tracePt t="4880" x="9855200" y="1327150"/>
          <p14:tracePt t="4894" x="9785350" y="1327150"/>
          <p14:tracePt t="4912" x="9601200" y="1333500"/>
          <p14:tracePt t="4928" x="9480550" y="1339850"/>
          <p14:tracePt t="4944" x="9353550" y="1352550"/>
          <p14:tracePt t="4961" x="9232900" y="1371600"/>
          <p14:tracePt t="4978" x="9118600" y="1384300"/>
          <p14:tracePt t="4994" x="8985250" y="1416050"/>
          <p14:tracePt t="5011" x="8921750" y="1422400"/>
          <p14:tracePt t="5028" x="8870950" y="1428750"/>
          <p14:tracePt t="5045" x="8832850" y="1435100"/>
          <p14:tracePt t="5061" x="8794750" y="1441450"/>
          <p14:tracePt t="5078" x="8737600" y="1447800"/>
          <p14:tracePt t="5081" x="8693150" y="1454150"/>
          <p14:tracePt t="5094" x="8655050" y="1454150"/>
          <p14:tracePt t="5111" x="8553450" y="1466850"/>
          <p14:tracePt t="5113" x="8509000" y="1473200"/>
          <p14:tracePt t="5128" x="8426450" y="1473200"/>
          <p14:tracePt t="5145" x="8318500" y="1473200"/>
          <p14:tracePt t="5161" x="8223250" y="1473200"/>
          <p14:tracePt t="5178" x="8166100" y="1473200"/>
          <p14:tracePt t="5194" x="8064500" y="1473200"/>
          <p14:tracePt t="5211" x="7962900" y="1473200"/>
          <p14:tracePt t="5227" x="7886700" y="1479550"/>
          <p14:tracePt t="5244" x="7778750" y="1492250"/>
          <p14:tracePt t="5261" x="7689850" y="1511300"/>
          <p14:tracePt t="5278" x="7620000" y="1524000"/>
          <p14:tracePt t="5294" x="7537450" y="1536700"/>
          <p14:tracePt t="5311" x="7473950" y="1549400"/>
          <p14:tracePt t="5328" x="7423150" y="1555750"/>
          <p14:tracePt t="5344" x="7385050" y="1568450"/>
          <p14:tracePt t="5347" x="7353300" y="1581150"/>
          <p14:tracePt t="5361" x="7346950" y="1581150"/>
          <p14:tracePt t="5379" x="7302500" y="1600200"/>
          <p14:tracePt t="5395" x="7264400" y="1625600"/>
          <p14:tracePt t="5411" x="7219950" y="1651000"/>
          <p14:tracePt t="5429" x="7200900" y="1663700"/>
          <p14:tracePt t="5445" x="7188200" y="1670050"/>
          <p14:tracePt t="5461" x="7175500" y="1682750"/>
          <p14:tracePt t="5478" x="7169150" y="1689100"/>
          <p14:tracePt t="5494" x="7150100" y="1701800"/>
          <p14:tracePt t="5511" x="7143750" y="1714500"/>
          <p14:tracePt t="5528" x="7131050" y="1727200"/>
          <p14:tracePt t="5544" x="7124700" y="1733550"/>
          <p14:tracePt t="5561" x="7124700" y="1746250"/>
          <p14:tracePt t="6500" x="0" y="0"/>
        </p14:tracePtLst>
        <p14:tracePtLst>
          <p14:tracePt t="17556" x="11582400" y="2590800"/>
          <p14:tracePt t="17707" x="11576050" y="2590800"/>
          <p14:tracePt t="17717" x="11569700" y="2590800"/>
          <p14:tracePt t="17725" x="11563350" y="2590800"/>
          <p14:tracePt t="17732" x="11557000" y="2590800"/>
          <p14:tracePt t="17745" x="11550650" y="2597150"/>
          <p14:tracePt t="17761" x="11531600" y="2603500"/>
          <p14:tracePt t="17763" x="11518900" y="2603500"/>
          <p14:tracePt t="17778" x="11512550" y="2609850"/>
          <p14:tracePt t="17795" x="11506200" y="2616200"/>
          <p14:tracePt t="17853" x="11506200" y="2622550"/>
          <p14:tracePt t="17860" x="11499850" y="2622550"/>
          <p14:tracePt t="17878" x="11493500" y="2641600"/>
          <p14:tracePt t="17896" x="11493500" y="2660650"/>
          <p14:tracePt t="17911" x="11487150" y="2679700"/>
          <p14:tracePt t="17928" x="11480800" y="2692400"/>
          <p14:tracePt t="17945" x="11480800" y="2698750"/>
          <p14:tracePt t="17961" x="11480800" y="2705100"/>
          <p14:tracePt t="17997" x="11480800" y="2711450"/>
          <p14:tracePt t="18021" x="11480800" y="2717800"/>
          <p14:tracePt t="18029" x="11480800" y="2724150"/>
          <p14:tracePt t="18045" x="11480800" y="2730500"/>
          <p14:tracePt t="18061" x="11480800" y="2743200"/>
          <p14:tracePt t="18078" x="11480800" y="2749550"/>
          <p14:tracePt t="18095" x="11480800" y="2755900"/>
          <p14:tracePt t="18113" x="11480800" y="2762250"/>
          <p14:tracePt t="18135" x="11480800" y="2774950"/>
          <p14:tracePt t="18150" x="11480800" y="2781300"/>
          <p14:tracePt t="18161" x="11487150" y="2787650"/>
          <p14:tracePt t="18178" x="11493500" y="2800350"/>
          <p14:tracePt t="18195" x="11499850" y="2813050"/>
          <p14:tracePt t="18212" x="11506200" y="2832100"/>
          <p14:tracePt t="18228" x="11512550" y="2844800"/>
          <p14:tracePt t="18245" x="11518900" y="2857500"/>
          <p14:tracePt t="18261" x="11518900" y="2870200"/>
          <p14:tracePt t="18278" x="11525250" y="2876550"/>
          <p14:tracePt t="18303" x="11525250" y="2882900"/>
          <p14:tracePt t="18312" x="11525250" y="2889250"/>
          <p14:tracePt t="18328" x="11531600" y="2895600"/>
          <p14:tracePt t="18345" x="11544300" y="2901950"/>
          <p14:tracePt t="18361" x="11550650" y="2908300"/>
          <p14:tracePt t="18378" x="11557000" y="2914650"/>
          <p14:tracePt t="18395" x="11563350" y="2921000"/>
          <p14:tracePt t="18411" x="11569700" y="2921000"/>
          <p14:tracePt t="18428" x="11576050" y="2927350"/>
          <p14:tracePt t="18444" x="11582400" y="2927350"/>
          <p14:tracePt t="18462" x="11595100" y="2927350"/>
          <p14:tracePt t="18478" x="11607800" y="2927350"/>
          <p14:tracePt t="18495" x="11614150" y="2927350"/>
          <p14:tracePt t="18512" x="11620500" y="2933700"/>
          <p14:tracePt t="18528" x="11633200" y="2933700"/>
          <p14:tracePt t="18545" x="11639550" y="2933700"/>
          <p14:tracePt t="18561" x="11652250" y="2933700"/>
          <p14:tracePt t="18578" x="11664950" y="2933700"/>
          <p14:tracePt t="18595" x="11677650" y="2933700"/>
          <p14:tracePt t="18611" x="11690350" y="2933700"/>
          <p14:tracePt t="18629" x="11696700" y="2933700"/>
          <p14:tracePt t="18645" x="11709400" y="2933700"/>
          <p14:tracePt t="18663" x="11715750" y="2933700"/>
          <p14:tracePt t="18678" x="11728450" y="2927350"/>
          <p14:tracePt t="18695" x="11734800" y="2927350"/>
          <p14:tracePt t="18712" x="11747500" y="2921000"/>
          <p14:tracePt t="18728" x="11753850" y="2914650"/>
          <p14:tracePt t="18745" x="11753850" y="2908300"/>
          <p14:tracePt t="18747" x="11760200" y="2901950"/>
          <p14:tracePt t="18763" x="11766550" y="2901950"/>
          <p14:tracePt t="18778" x="11766550" y="2895600"/>
          <p14:tracePt t="18794" x="11772900" y="2882900"/>
          <p14:tracePt t="18811" x="11779250" y="2882900"/>
          <p14:tracePt t="18828" x="11779250" y="2876550"/>
          <p14:tracePt t="18845" x="11785600" y="2876550"/>
          <p14:tracePt t="18861" x="11785600" y="2870200"/>
          <p14:tracePt t="18895" x="11791950" y="2863850"/>
          <p14:tracePt t="18911" x="11791950" y="2851150"/>
          <p14:tracePt t="18928" x="11798300" y="2838450"/>
          <p14:tracePt t="18945" x="11798300" y="2819400"/>
          <p14:tracePt t="18961" x="11798300" y="2813050"/>
          <p14:tracePt t="18966" x="11798300" y="2806700"/>
          <p14:tracePt t="18978" x="11798300" y="2787650"/>
          <p14:tracePt t="18995" x="11798300" y="2768600"/>
          <p14:tracePt t="19011" x="11791950" y="2743200"/>
          <p14:tracePt t="19028" x="11785600" y="2730500"/>
          <p14:tracePt t="19045" x="11772900" y="2717800"/>
          <p14:tracePt t="19061" x="11772900" y="2705100"/>
          <p14:tracePt t="19078" x="11772900" y="2698750"/>
          <p14:tracePt t="19095" x="11766550" y="2686050"/>
          <p14:tracePt t="19112" x="11760200" y="2679700"/>
          <p14:tracePt t="19128" x="11753850" y="2667000"/>
          <p14:tracePt t="19145" x="11741150" y="2647950"/>
          <p14:tracePt t="19162" x="11734800" y="2641600"/>
          <p14:tracePt t="19178" x="11722100" y="2628900"/>
          <p14:tracePt t="19199" x="11709400" y="2622550"/>
          <p14:tracePt t="19216" x="11696700" y="2616200"/>
          <p14:tracePt t="19231" x="11696700" y="2609850"/>
          <p14:tracePt t="19245" x="11690350" y="2609850"/>
          <p14:tracePt t="19261" x="11684000" y="2603500"/>
          <p14:tracePt t="19279" x="11671300" y="2603500"/>
          <p14:tracePt t="19311" x="11664950" y="2597150"/>
          <p14:tracePt t="19328" x="11658600" y="2597150"/>
          <p14:tracePt t="19345" x="11645900" y="2597150"/>
          <p14:tracePt t="19361" x="11633200" y="2597150"/>
          <p14:tracePt t="19378" x="11614150" y="2597150"/>
          <p14:tracePt t="19395" x="11601450" y="2597150"/>
          <p14:tracePt t="19411" x="11576050" y="2609850"/>
          <p14:tracePt t="19415" x="11569700" y="2609850"/>
          <p14:tracePt t="19428" x="11563350" y="2609850"/>
          <p14:tracePt t="19445" x="11557000" y="2616200"/>
          <p14:tracePt t="19449" x="11544300" y="2622550"/>
          <p14:tracePt t="19467" x="11537950" y="2628900"/>
          <p14:tracePt t="19481" x="11531600" y="2635250"/>
          <p14:tracePt t="19494" x="11525250" y="2635250"/>
          <p14:tracePt t="19511" x="11525250" y="2641600"/>
          <p14:tracePt t="19514" x="11525250" y="2647950"/>
          <p14:tracePt t="19529" x="11518900" y="2654300"/>
          <p14:tracePt t="19545" x="11518900" y="2667000"/>
          <p14:tracePt t="19561" x="11512550" y="2673350"/>
          <p14:tracePt t="19578" x="11512550" y="2686050"/>
          <p14:tracePt t="19595" x="11512550" y="2692400"/>
          <p14:tracePt t="19611" x="11512550" y="2711450"/>
          <p14:tracePt t="19630" x="11512550" y="2736850"/>
          <p14:tracePt t="19645" x="11512550" y="2762250"/>
          <p14:tracePt t="19661" x="11512550" y="2781300"/>
          <p14:tracePt t="19678" x="11512550" y="2787650"/>
          <p14:tracePt t="19695" x="11518900" y="2794000"/>
          <p14:tracePt t="19711" x="11525250" y="2800350"/>
          <p14:tracePt t="19730" x="11525250" y="2806700"/>
          <p14:tracePt t="19744" x="11531600" y="2806700"/>
          <p14:tracePt t="19761" x="11531600" y="2813050"/>
          <p14:tracePt t="19778" x="11537950" y="2819400"/>
          <p14:tracePt t="19795" x="11537950" y="2825750"/>
          <p14:tracePt t="19811" x="11544300" y="2825750"/>
          <p14:tracePt t="19845" x="11550650" y="2825750"/>
          <p14:tracePt t="19863" x="11550650" y="2832100"/>
          <p14:tracePt t="20246" x="0" y="0"/>
        </p14:tracePtLst>
      </p14:laserTraceLst>
    </p:ext>
  </p:extLs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notebook</a:t>
            </a:r>
            <a:endParaRPr lang="nl-BE" dirty="0"/>
          </a:p>
        </p:txBody>
      </p:sp>
      <p:sp>
        <p:nvSpPr>
          <p:cNvPr id="6" name="Content Placeholder 5"/>
          <p:cNvSpPr>
            <a:spLocks noGrp="1"/>
          </p:cNvSpPr>
          <p:nvPr>
            <p:ph idx="1"/>
          </p:nvPr>
        </p:nvSpPr>
        <p:spPr/>
        <p:txBody>
          <a:bodyPr/>
          <a:lstStyle/>
          <a:p>
            <a:r>
              <a:rPr lang="en-US" dirty="0" err="1"/>
              <a:t>Jupyter</a:t>
            </a:r>
            <a:r>
              <a:rPr lang="en-US" dirty="0"/>
              <a:t> is essentially an advanced word processor.</a:t>
            </a:r>
          </a:p>
          <a:p>
            <a:pPr fontAlgn="base"/>
            <a:r>
              <a:rPr lang="en-US" dirty="0"/>
              <a:t> A kernel is a "computational engine" that executes the code contained in a notebook document.</a:t>
            </a:r>
          </a:p>
          <a:p>
            <a:pPr fontAlgn="base"/>
            <a:r>
              <a:rPr lang="en-US" dirty="0"/>
              <a:t>A cell is a container for text to be displayed in the notebook or code to be executed by the notebook's kernel.</a:t>
            </a:r>
          </a:p>
          <a:p>
            <a:endParaRPr lang="nl-BE" dirty="0"/>
          </a:p>
        </p:txBody>
      </p:sp>
      <p:pic>
        <p:nvPicPr>
          <p:cNvPr id="8" name="Picture 7"/>
          <p:cNvPicPr>
            <a:picLocks noChangeAspect="1"/>
          </p:cNvPicPr>
          <p:nvPr/>
        </p:nvPicPr>
        <p:blipFill>
          <a:blip r:embed="rId2"/>
          <a:stretch>
            <a:fillRect/>
          </a:stretch>
        </p:blipFill>
        <p:spPr>
          <a:xfrm>
            <a:off x="838200" y="4001294"/>
            <a:ext cx="10801350" cy="2657475"/>
          </a:xfrm>
          <a:prstGeom prst="rect">
            <a:avLst/>
          </a:prstGeom>
        </p:spPr>
      </p:pic>
    </p:spTree>
    <p:extLst>
      <p:ext uri="{BB962C8B-B14F-4D97-AF65-F5344CB8AC3E}">
        <p14:creationId xmlns:p14="http://schemas.microsoft.com/office/powerpoint/2010/main" val="2888494572"/>
      </p:ext>
    </p:extLst>
  </p:cSld>
  <p:clrMapOvr>
    <a:masterClrMapping/>
  </p:clrMapOvr>
  <mc:AlternateContent xmlns:mc="http://schemas.openxmlformats.org/markup-compatibility/2006" xmlns:p14="http://schemas.microsoft.com/office/powerpoint/2010/main">
    <mc:Choice Requires="p14">
      <p:transition spd="slow" p14:dur="2000" advTm="39358"/>
    </mc:Choice>
    <mc:Fallback xmlns="">
      <p:transition spd="slow" advTm="39358"/>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639520"/>
            <a:ext cx="3429000" cy="1719072"/>
          </a:xfrm>
        </p:spPr>
        <p:txBody>
          <a:bodyPr anchor="b">
            <a:normAutofit/>
          </a:bodyPr>
          <a:lstStyle/>
          <a:p>
            <a:r>
              <a:rPr lang="en-US" sz="5400"/>
              <a:t>Jupyter notebook</a:t>
            </a:r>
            <a:endParaRPr lang="nl-BE" sz="5400"/>
          </a:p>
        </p:txBody>
      </p:sp>
      <p:sp>
        <p:nvSpPr>
          <p:cNvPr id="9"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30936" y="2807208"/>
            <a:ext cx="3429000" cy="3410712"/>
          </a:xfrm>
        </p:spPr>
        <p:txBody>
          <a:bodyPr anchor="t">
            <a:normAutofit/>
          </a:bodyPr>
          <a:lstStyle/>
          <a:p>
            <a:r>
              <a:rPr lang="en-US" sz="2200" dirty="0"/>
              <a:t>Browse to the folder in which you would like to create your first notebook, </a:t>
            </a:r>
          </a:p>
          <a:p>
            <a:r>
              <a:rPr lang="en-US" sz="2200" dirty="0"/>
              <a:t>Click the "New" drop-down button in the top-right and </a:t>
            </a:r>
          </a:p>
          <a:p>
            <a:r>
              <a:rPr lang="en-US" sz="2200" dirty="0"/>
              <a:t>Select "Python 3.13" (or the version of your choice).</a:t>
            </a:r>
          </a:p>
          <a:p>
            <a:endParaRPr lang="en-US" sz="2200" dirty="0"/>
          </a:p>
        </p:txBody>
      </p:sp>
      <p:pic>
        <p:nvPicPr>
          <p:cNvPr id="6" name="Picture 5" descr="A screenshot of a computer&#10;&#10;AI-generated content may be incorrect.">
            <a:extLst>
              <a:ext uri="{FF2B5EF4-FFF2-40B4-BE49-F238E27FC236}">
                <a16:creationId xmlns:a16="http://schemas.microsoft.com/office/drawing/2014/main" id="{632F3552-D235-8B7C-B46C-EFE7E4F44140}"/>
              </a:ext>
            </a:extLst>
          </p:cNvPr>
          <p:cNvPicPr>
            <a:picLocks noChangeAspect="1"/>
          </p:cNvPicPr>
          <p:nvPr/>
        </p:nvPicPr>
        <p:blipFill>
          <a:blip r:embed="rId2"/>
          <a:stretch>
            <a:fillRect/>
          </a:stretch>
        </p:blipFill>
        <p:spPr>
          <a:xfrm>
            <a:off x="4654296" y="702031"/>
            <a:ext cx="6903720" cy="5453938"/>
          </a:xfrm>
          <a:prstGeom prst="rect">
            <a:avLst/>
          </a:prstGeom>
        </p:spPr>
      </p:pic>
      <p:sp>
        <p:nvSpPr>
          <p:cNvPr id="7" name="Arrow: Right 6">
            <a:extLst>
              <a:ext uri="{FF2B5EF4-FFF2-40B4-BE49-F238E27FC236}">
                <a16:creationId xmlns:a16="http://schemas.microsoft.com/office/drawing/2014/main" id="{D6011244-7652-6077-DD13-0322B5F6E62D}"/>
              </a:ext>
            </a:extLst>
          </p:cNvPr>
          <p:cNvSpPr/>
          <p:nvPr/>
        </p:nvSpPr>
        <p:spPr>
          <a:xfrm rot="18871530">
            <a:off x="10578593" y="2381586"/>
            <a:ext cx="522514" cy="4209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3579729842"/>
      </p:ext>
    </p:extLst>
  </p:cSld>
  <p:clrMapOvr>
    <a:masterClrMapping/>
  </p:clrMapOvr>
  <mc:AlternateContent xmlns:mc="http://schemas.openxmlformats.org/markup-compatibility/2006" xmlns:p14="http://schemas.microsoft.com/office/powerpoint/2010/main">
    <mc:Choice Requires="p14">
      <p:transition spd="slow" p14:dur="2000" advTm="29711"/>
    </mc:Choice>
    <mc:Fallback xmlns="">
      <p:transition spd="slow" advTm="29711"/>
    </mc:Fallback>
  </mc:AlternateContent>
  <p:extLst>
    <p:ext uri="{3A86A75C-4F4B-4683-9AE1-C65F6400EC91}">
      <p14:laserTraceLst xmlns:p14="http://schemas.microsoft.com/office/powerpoint/2010/main">
        <p14:tracePtLst>
          <p14:tracePt t="10172" x="9709150" y="4159250"/>
          <p14:tracePt t="10177" x="9702800" y="4159250"/>
          <p14:tracePt t="10192" x="9690100" y="4159250"/>
          <p14:tracePt t="10209" x="9677400" y="4159250"/>
          <p14:tracePt t="10242" x="9658350" y="4171950"/>
          <p14:tracePt t="10259" x="9652000" y="4178300"/>
          <p14:tracePt t="10292" x="9639300" y="4184650"/>
          <p14:tracePt t="10309" x="9620250" y="4197350"/>
          <p14:tracePt t="10342" x="9563100" y="4241800"/>
          <p14:tracePt t="10345" x="9556750" y="4241800"/>
          <p14:tracePt t="10361" x="9525000" y="4260850"/>
          <p14:tracePt t="10393" x="9480550" y="4292600"/>
          <p14:tracePt t="10409" x="9467850" y="4305300"/>
          <p14:tracePt t="10442" x="9461500" y="4318000"/>
          <p14:tracePt t="10459" x="9455150" y="4330700"/>
          <p14:tracePt t="10492" x="9448800" y="4356100"/>
          <p14:tracePt t="10509" x="9448800" y="4368800"/>
          <p14:tracePt t="10544" x="9448800" y="4387850"/>
          <p14:tracePt t="10548" x="9448800" y="4394200"/>
          <p14:tracePt t="10563" x="9448800" y="4400550"/>
          <p14:tracePt t="10579" x="9455150" y="4413250"/>
          <p14:tracePt t="10609" x="9455150" y="4432300"/>
          <p14:tracePt t="10612" x="9455150" y="4438650"/>
          <p14:tracePt t="10627" x="9461500" y="4457700"/>
          <p14:tracePt t="10659" x="9480550" y="4514850"/>
          <p14:tracePt t="10677" x="9493250" y="4546600"/>
          <p14:tracePt t="10709" x="9537700" y="4629150"/>
          <p14:tracePt t="10726" x="9556750" y="4648200"/>
          <p14:tracePt t="10759" x="9575800" y="4667250"/>
          <p14:tracePt t="10789" x="9582150" y="4667250"/>
          <p14:tracePt t="10813" x="9588500" y="4667250"/>
          <p14:tracePt t="10829" x="9601200" y="4667250"/>
          <p14:tracePt t="10859" x="9639300" y="4686300"/>
          <p14:tracePt t="10876" x="9690100" y="4699000"/>
          <p14:tracePt t="10878" x="9709150" y="4705350"/>
          <p14:tracePt t="10909" x="9804400" y="4724400"/>
          <p14:tracePt t="10926" x="9836150" y="4730750"/>
          <p14:tracePt t="10959" x="9893300" y="4743450"/>
          <p14:tracePt t="10975" x="9925050" y="4749800"/>
          <p14:tracePt t="11009" x="10026650" y="4756150"/>
          <p14:tracePt t="11025" x="10102850" y="4756150"/>
          <p14:tracePt t="11059" x="10274300" y="4749800"/>
          <p14:tracePt t="11063" x="10337800" y="4743450"/>
          <p14:tracePt t="11076" x="10363200" y="4743450"/>
          <p14:tracePt t="11109" x="10471150" y="4724400"/>
          <p14:tracePt t="11111" x="10477500" y="4724400"/>
          <p14:tracePt t="11126" x="10496550" y="4711700"/>
          <p14:tracePt t="11159" x="10521950" y="4673600"/>
          <p14:tracePt t="11175" x="10528300" y="4648200"/>
          <p14:tracePt t="11209" x="10534650" y="4584700"/>
          <p14:tracePt t="11226" x="10534650" y="4540250"/>
          <p14:tracePt t="11259" x="10521950" y="4476750"/>
          <p14:tracePt t="11276" x="10502900" y="4432300"/>
          <p14:tracePt t="11309" x="10471150" y="4356100"/>
          <p14:tracePt t="11314" x="10458450" y="4337050"/>
          <p14:tracePt t="11325" x="10452100" y="4324350"/>
          <p14:tracePt t="11359" x="10401300" y="4267200"/>
          <p14:tracePt t="11364" x="10388600" y="4260850"/>
          <p14:tracePt t="11376" x="10363200" y="4241800"/>
          <p14:tracePt t="11409" x="10274300" y="4222750"/>
          <p14:tracePt t="11425" x="10217150" y="4222750"/>
          <p14:tracePt t="11459" x="10115550" y="4222750"/>
          <p14:tracePt t="11466" x="10096500" y="4222750"/>
          <p14:tracePt t="11475" x="10083800" y="4222750"/>
          <p14:tracePt t="11509" x="10007600" y="4222750"/>
          <p14:tracePt t="11527" x="9956800" y="4222750"/>
          <p14:tracePt t="11561" x="9886950" y="4222750"/>
          <p14:tracePt t="11563" x="9867900" y="4222750"/>
          <p14:tracePt t="11576" x="9823450" y="4222750"/>
          <p14:tracePt t="11609" x="9747250" y="4222750"/>
          <p14:tracePt t="11611" x="9728200" y="4222750"/>
          <p14:tracePt t="11625" x="9709150" y="4222750"/>
          <p14:tracePt t="11628" x="9690100" y="4229100"/>
          <p14:tracePt t="11659" x="9626600" y="4260850"/>
          <p14:tracePt t="11676" x="9613900" y="4267200"/>
          <p14:tracePt t="11709" x="9607550" y="4273550"/>
          <p14:tracePt t="11726" x="9601200" y="4279900"/>
          <p14:tracePt t="11782" x="0" y="0"/>
        </p14:tracePtLst>
      </p14:laserTraceLst>
    </p:ext>
  </p:extLs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basics of editing</a:t>
            </a:r>
            <a:endParaRPr lang="nl-BE" dirty="0"/>
          </a:p>
        </p:txBody>
      </p:sp>
      <p:sp>
        <p:nvSpPr>
          <p:cNvPr id="3" name="Content Placeholder 2"/>
          <p:cNvSpPr>
            <a:spLocks noGrp="1"/>
          </p:cNvSpPr>
          <p:nvPr>
            <p:ph idx="1"/>
          </p:nvPr>
        </p:nvSpPr>
        <p:spPr/>
        <p:txBody>
          <a:bodyPr>
            <a:normAutofit fontScale="92500" lnSpcReduction="10000"/>
          </a:bodyPr>
          <a:lstStyle/>
          <a:p>
            <a:r>
              <a:rPr lang="en-US" dirty="0" err="1"/>
              <a:t>Jupyter</a:t>
            </a:r>
            <a:r>
              <a:rPr lang="en-US" dirty="0"/>
              <a:t> notebook:  sequence of cells</a:t>
            </a:r>
          </a:p>
          <a:p>
            <a:pPr lvl="1"/>
            <a:r>
              <a:rPr lang="en-US" b="1" dirty="0"/>
              <a:t>Code</a:t>
            </a:r>
          </a:p>
          <a:p>
            <a:pPr lvl="2"/>
            <a:r>
              <a:rPr lang="nl-BE" dirty="0"/>
              <a:t>Label “In [ ]” in front of </a:t>
            </a:r>
            <a:r>
              <a:rPr lang="nl-BE" dirty="0" err="1"/>
              <a:t>the</a:t>
            </a:r>
            <a:r>
              <a:rPr lang="nl-BE" dirty="0"/>
              <a:t> code</a:t>
            </a:r>
          </a:p>
          <a:p>
            <a:pPr lvl="2"/>
            <a:r>
              <a:rPr lang="en-US" dirty="0"/>
              <a:t>a * will appear when executing</a:t>
            </a:r>
          </a:p>
          <a:p>
            <a:pPr lvl="2"/>
            <a:r>
              <a:rPr lang="en-US" dirty="0"/>
              <a:t>replaced by a number that always increases by one with each cell execution. This allows for keeping track of the order in which the cells in the notebook have been executed.</a:t>
            </a:r>
            <a:endParaRPr lang="nl-BE" dirty="0"/>
          </a:p>
          <a:p>
            <a:pPr lvl="1"/>
            <a:r>
              <a:rPr lang="en-US" b="1" dirty="0"/>
              <a:t>Markdown</a:t>
            </a:r>
          </a:p>
          <a:p>
            <a:r>
              <a:rPr lang="en-US" dirty="0"/>
              <a:t>Important shortcut: </a:t>
            </a:r>
            <a:r>
              <a:rPr lang="en-US" dirty="0" err="1"/>
              <a:t>ctrl+Enter</a:t>
            </a:r>
            <a:r>
              <a:rPr lang="en-US" dirty="0"/>
              <a:t>  (execute cell)</a:t>
            </a:r>
          </a:p>
          <a:p>
            <a:r>
              <a:rPr lang="en-US" dirty="0"/>
              <a:t>Color code</a:t>
            </a:r>
          </a:p>
          <a:p>
            <a:pPr lvl="1"/>
            <a:r>
              <a:rPr lang="en-US" dirty="0"/>
              <a:t>Blue bar on the left: active cell in command mode</a:t>
            </a:r>
          </a:p>
          <a:p>
            <a:pPr lvl="1"/>
            <a:r>
              <a:rPr lang="en-US" dirty="0"/>
              <a:t>Click in cell, changes in  edit mode – Green bar</a:t>
            </a:r>
          </a:p>
          <a:p>
            <a:r>
              <a:rPr lang="en-US" dirty="0" err="1"/>
              <a:t>Jupyter</a:t>
            </a:r>
            <a:r>
              <a:rPr lang="en-US" dirty="0"/>
              <a:t> will periodically </a:t>
            </a:r>
            <a:r>
              <a:rPr lang="en-US" dirty="0" err="1"/>
              <a:t>autosave</a:t>
            </a:r>
            <a:r>
              <a:rPr lang="en-US" dirty="0"/>
              <a:t> the notebook</a:t>
            </a:r>
          </a:p>
          <a:p>
            <a:pPr lvl="1"/>
            <a:endParaRPr lang="nl-BE" dirty="0"/>
          </a:p>
        </p:txBody>
      </p:sp>
    </p:spTree>
    <p:extLst>
      <p:ext uri="{BB962C8B-B14F-4D97-AF65-F5344CB8AC3E}">
        <p14:creationId xmlns:p14="http://schemas.microsoft.com/office/powerpoint/2010/main" val="3457703416"/>
      </p:ext>
    </p:extLst>
  </p:cSld>
  <p:clrMapOvr>
    <a:masterClrMapping/>
  </p:clrMapOvr>
  <mc:AlternateContent xmlns:mc="http://schemas.openxmlformats.org/markup-compatibility/2006" xmlns:p14="http://schemas.microsoft.com/office/powerpoint/2010/main">
    <mc:Choice Requires="p14">
      <p:transition spd="slow" p14:dur="2000" advTm="60501"/>
    </mc:Choice>
    <mc:Fallback xmlns="">
      <p:transition spd="slow" advTm="60501"/>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basics of editing</a:t>
            </a:r>
            <a:endParaRPr lang="nl-BE" dirty="0"/>
          </a:p>
        </p:txBody>
      </p:sp>
      <p:sp>
        <p:nvSpPr>
          <p:cNvPr id="3" name="Content Placeholder 2"/>
          <p:cNvSpPr>
            <a:spLocks noGrp="1"/>
          </p:cNvSpPr>
          <p:nvPr>
            <p:ph idx="1"/>
          </p:nvPr>
        </p:nvSpPr>
        <p:spPr/>
        <p:txBody>
          <a:bodyPr>
            <a:normAutofit fontScale="85000" lnSpcReduction="20000"/>
          </a:bodyPr>
          <a:lstStyle/>
          <a:p>
            <a:r>
              <a:rPr lang="en-US" dirty="0"/>
              <a:t>try to know the basic shortcuts</a:t>
            </a:r>
          </a:p>
          <a:p>
            <a:r>
              <a:rPr lang="en-US" b="1" dirty="0"/>
              <a:t>Command mode </a:t>
            </a:r>
            <a:r>
              <a:rPr lang="en-US" dirty="0"/>
              <a:t>shortcuts:</a:t>
            </a:r>
          </a:p>
          <a:p>
            <a:pPr lvl="1"/>
            <a:r>
              <a:rPr lang="en-US" dirty="0"/>
              <a:t>Basic navigation: enter, </a:t>
            </a:r>
            <a:r>
              <a:rPr lang="en-US" b="1" dirty="0"/>
              <a:t>shift-enter</a:t>
            </a:r>
            <a:r>
              <a:rPr lang="en-US" dirty="0"/>
              <a:t>, up/k, down/j</a:t>
            </a:r>
          </a:p>
          <a:p>
            <a:pPr lvl="1"/>
            <a:r>
              <a:rPr lang="en-US" dirty="0"/>
              <a:t>Saving the notebook: s</a:t>
            </a:r>
          </a:p>
          <a:p>
            <a:pPr lvl="1"/>
            <a:r>
              <a:rPr lang="en-US" dirty="0"/>
              <a:t>Change Cell types: y, m, 1-6, t</a:t>
            </a:r>
          </a:p>
          <a:p>
            <a:pPr lvl="2"/>
            <a:r>
              <a:rPr lang="en-US" dirty="0"/>
              <a:t>m to change the current cell to Markdown, </a:t>
            </a:r>
          </a:p>
          <a:p>
            <a:pPr lvl="2"/>
            <a:r>
              <a:rPr lang="en-US" dirty="0"/>
              <a:t>y to change it back to code</a:t>
            </a:r>
          </a:p>
          <a:p>
            <a:pPr lvl="1"/>
            <a:r>
              <a:rPr lang="en-US" dirty="0"/>
              <a:t>Cell creation: a, b</a:t>
            </a:r>
          </a:p>
          <a:p>
            <a:pPr lvl="2"/>
            <a:r>
              <a:rPr lang="en-US" dirty="0"/>
              <a:t>a to insert a new cell above the current cell, </a:t>
            </a:r>
          </a:p>
          <a:p>
            <a:pPr lvl="2"/>
            <a:r>
              <a:rPr lang="en-US" dirty="0"/>
              <a:t>b to insert a new cell below</a:t>
            </a:r>
          </a:p>
          <a:p>
            <a:pPr lvl="1"/>
            <a:r>
              <a:rPr lang="en-US" dirty="0"/>
              <a:t>Cell editing: x, c, v, d, z</a:t>
            </a:r>
          </a:p>
          <a:p>
            <a:pPr lvl="2"/>
            <a:r>
              <a:rPr lang="en-US" dirty="0"/>
              <a:t>c copy selected cells</a:t>
            </a:r>
          </a:p>
          <a:p>
            <a:pPr lvl="2"/>
            <a:r>
              <a:rPr lang="en-US" dirty="0"/>
              <a:t>x cut selected cells</a:t>
            </a:r>
          </a:p>
          <a:p>
            <a:pPr lvl="2"/>
            <a:r>
              <a:rPr lang="en-US" dirty="0"/>
              <a:t>v paste copied cells</a:t>
            </a:r>
          </a:p>
          <a:p>
            <a:pPr lvl="2"/>
            <a:r>
              <a:rPr lang="en-US" dirty="0"/>
              <a:t>d + d (press the key twice) to delete the current cell</a:t>
            </a:r>
          </a:p>
          <a:p>
            <a:pPr lvl="2"/>
            <a:r>
              <a:rPr lang="en-US" dirty="0"/>
              <a:t>z undo cell deletion</a:t>
            </a:r>
            <a:endParaRPr lang="nl-BE"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pic>
        <p:nvPicPr>
          <p:cNvPr id="4" name="Picture 3"/>
          <p:cNvPicPr>
            <a:picLocks noChangeAspect="1"/>
          </p:cNvPicPr>
          <p:nvPr/>
        </p:nvPicPr>
        <p:blipFill>
          <a:blip r:embed="rId4"/>
          <a:stretch>
            <a:fillRect/>
          </a:stretch>
        </p:blipFill>
        <p:spPr>
          <a:xfrm>
            <a:off x="7145305" y="2367729"/>
            <a:ext cx="5046695" cy="3267129"/>
          </a:xfrm>
          <a:prstGeom prst="rect">
            <a:avLst/>
          </a:prstGeom>
        </p:spPr>
      </p:pic>
    </p:spTree>
    <p:extLst>
      <p:ext uri="{BB962C8B-B14F-4D97-AF65-F5344CB8AC3E}">
        <p14:creationId xmlns:p14="http://schemas.microsoft.com/office/powerpoint/2010/main" val="536283628"/>
      </p:ext>
    </p:extLst>
  </p:cSld>
  <p:clrMapOvr>
    <a:masterClrMapping/>
  </p:clrMapOvr>
  <mc:AlternateContent xmlns:mc="http://schemas.openxmlformats.org/markup-compatibility/2006" xmlns:p14="http://schemas.microsoft.com/office/powerpoint/2010/main">
    <mc:Choice Requires="p14">
      <p:transition spd="slow" p14:dur="2000" advTm="53632"/>
    </mc:Choice>
    <mc:Fallback xmlns="">
      <p:transition spd="slow" advTm="53632"/>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basics of editing</a:t>
            </a:r>
            <a:endParaRPr lang="nl-BE" dirty="0"/>
          </a:p>
        </p:txBody>
      </p:sp>
      <p:sp>
        <p:nvSpPr>
          <p:cNvPr id="3" name="Content Placeholder 2"/>
          <p:cNvSpPr>
            <a:spLocks noGrp="1"/>
          </p:cNvSpPr>
          <p:nvPr>
            <p:ph idx="1"/>
          </p:nvPr>
        </p:nvSpPr>
        <p:spPr/>
        <p:txBody>
          <a:bodyPr/>
          <a:lstStyle/>
          <a:p>
            <a:r>
              <a:rPr lang="en-US" dirty="0"/>
              <a:t>Raw </a:t>
            </a:r>
            <a:r>
              <a:rPr lang="en-US" dirty="0" err="1"/>
              <a:t>nbconvert</a:t>
            </a:r>
            <a:r>
              <a:rPr lang="en-US" dirty="0"/>
              <a:t> cells</a:t>
            </a:r>
          </a:p>
          <a:p>
            <a:pPr lvl="1"/>
            <a:r>
              <a:rPr lang="en-US" dirty="0"/>
              <a:t>only of any use if you intend to use the command line tool </a:t>
            </a:r>
            <a:r>
              <a:rPr lang="en-US" dirty="0" err="1"/>
              <a:t>nbconvert</a:t>
            </a:r>
            <a:r>
              <a:rPr lang="en-US" dirty="0"/>
              <a:t> to convert the notebook to another format (such as HTML or Latex). When you do, cells marked as Raw </a:t>
            </a:r>
            <a:r>
              <a:rPr lang="en-US" dirty="0" err="1"/>
              <a:t>NBConvert</a:t>
            </a:r>
            <a:r>
              <a:rPr lang="en-US" dirty="0"/>
              <a:t> Format will be converted in a way specific to the output you're targeting.</a:t>
            </a:r>
          </a:p>
          <a:p>
            <a:r>
              <a:rPr lang="en-US" dirty="0">
                <a:hlinkClick r:id="rId3"/>
              </a:rPr>
              <a:t>https://www.codecademy.com/articles/getting-started-with-jupyter</a:t>
            </a:r>
            <a:r>
              <a:rPr lang="en-US" dirty="0"/>
              <a:t> </a:t>
            </a:r>
          </a:p>
        </p:txBody>
      </p:sp>
    </p:spTree>
    <p:extLst>
      <p:ext uri="{BB962C8B-B14F-4D97-AF65-F5344CB8AC3E}">
        <p14:creationId xmlns:p14="http://schemas.microsoft.com/office/powerpoint/2010/main" val="4154477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85521-77EB-E063-FC13-B3EC4814B88F}"/>
              </a:ext>
            </a:extLst>
          </p:cNvPr>
          <p:cNvSpPr>
            <a:spLocks noGrp="1"/>
          </p:cNvSpPr>
          <p:nvPr>
            <p:ph type="title"/>
          </p:nvPr>
        </p:nvSpPr>
        <p:spPr/>
        <p:txBody>
          <a:bodyPr/>
          <a:lstStyle/>
          <a:p>
            <a:r>
              <a:rPr lang="en-US" dirty="0"/>
              <a:t>Close and Shutdown </a:t>
            </a:r>
            <a:r>
              <a:rPr lang="en-US" dirty="0" err="1"/>
              <a:t>Jupyter</a:t>
            </a:r>
            <a:r>
              <a:rPr lang="en-US" dirty="0"/>
              <a:t> Notebook</a:t>
            </a:r>
          </a:p>
        </p:txBody>
      </p:sp>
      <p:sp>
        <p:nvSpPr>
          <p:cNvPr id="3" name="Content Placeholder 2">
            <a:extLst>
              <a:ext uri="{FF2B5EF4-FFF2-40B4-BE49-F238E27FC236}">
                <a16:creationId xmlns:a16="http://schemas.microsoft.com/office/drawing/2014/main" id="{DD3B42E9-25DC-CC13-60E3-EE8F593A3389}"/>
              </a:ext>
            </a:extLst>
          </p:cNvPr>
          <p:cNvSpPr>
            <a:spLocks noGrp="1"/>
          </p:cNvSpPr>
          <p:nvPr>
            <p:ph idx="1"/>
          </p:nvPr>
        </p:nvSpPr>
        <p:spPr>
          <a:xfrm>
            <a:off x="838200" y="1825625"/>
            <a:ext cx="5862766" cy="4351338"/>
          </a:xfrm>
        </p:spPr>
        <p:txBody>
          <a:bodyPr>
            <a:normAutofit fontScale="85000" lnSpcReduction="20000"/>
          </a:bodyPr>
          <a:lstStyle/>
          <a:p>
            <a:r>
              <a:rPr lang="en-US" dirty="0"/>
              <a:t>Close </a:t>
            </a:r>
            <a:r>
              <a:rPr lang="en-US" dirty="0" err="1"/>
              <a:t>Jupyter</a:t>
            </a:r>
            <a:r>
              <a:rPr lang="en-US" dirty="0"/>
              <a:t> Notebook files</a:t>
            </a:r>
          </a:p>
          <a:p>
            <a:pPr lvl="1"/>
            <a:r>
              <a:rPr lang="en-US" dirty="0"/>
              <a:t>Close the browser tab displaying the notebook, but you still need Shutdown the notebook from the dashboard.</a:t>
            </a:r>
          </a:p>
          <a:p>
            <a:pPr lvl="1"/>
            <a:r>
              <a:rPr lang="en-US" dirty="0"/>
              <a:t>To Shutdown a </a:t>
            </a:r>
            <a:r>
              <a:rPr lang="en-US" dirty="0" err="1"/>
              <a:t>Jupyter</a:t>
            </a:r>
            <a:r>
              <a:rPr lang="en-US" dirty="0"/>
              <a:t> Notebook file (.</a:t>
            </a:r>
            <a:r>
              <a:rPr lang="en-US" dirty="0" err="1"/>
              <a:t>ipynb</a:t>
            </a:r>
            <a:r>
              <a:rPr lang="en-US" dirty="0"/>
              <a:t>), click in the checkbox to left of the filename. An orange button  (</a:t>
            </a:r>
            <a:r>
              <a:rPr lang="en-US" b="1" dirty="0"/>
              <a:t>Shutdown</a:t>
            </a:r>
            <a:r>
              <a:rPr lang="en-US" dirty="0"/>
              <a:t>) appears in the dashboard menu; click on it to Shutdown any file that is checked in the list.</a:t>
            </a:r>
          </a:p>
          <a:p>
            <a:r>
              <a:rPr lang="en-US" dirty="0"/>
              <a:t>Shutdown the </a:t>
            </a:r>
            <a:r>
              <a:rPr lang="en-US" dirty="0" err="1"/>
              <a:t>Jupyter</a:t>
            </a:r>
            <a:r>
              <a:rPr lang="en-US" dirty="0"/>
              <a:t> Notebook Local Server</a:t>
            </a:r>
          </a:p>
          <a:p>
            <a:pPr lvl="1"/>
            <a:r>
              <a:rPr lang="en-US" dirty="0"/>
              <a:t>After all of your notebooks are closed and shut down, you can end your </a:t>
            </a:r>
            <a:r>
              <a:rPr lang="en-US" dirty="0" err="1"/>
              <a:t>Jupyter</a:t>
            </a:r>
            <a:r>
              <a:rPr lang="en-US" dirty="0"/>
              <a:t> Notebook session by clicking on the </a:t>
            </a:r>
            <a:r>
              <a:rPr lang="en-US" b="1" dirty="0"/>
              <a:t>Quit</a:t>
            </a:r>
            <a:r>
              <a:rPr lang="en-US" dirty="0"/>
              <a:t> button at the top right of the dashboard. </a:t>
            </a:r>
          </a:p>
          <a:p>
            <a:pPr lvl="1"/>
            <a:r>
              <a:rPr lang="en-US" dirty="0"/>
              <a:t>Close the terminal by typing the command exit</a:t>
            </a:r>
          </a:p>
        </p:txBody>
      </p:sp>
      <p:pic>
        <p:nvPicPr>
          <p:cNvPr id="5" name="Picture 4">
            <a:extLst>
              <a:ext uri="{FF2B5EF4-FFF2-40B4-BE49-F238E27FC236}">
                <a16:creationId xmlns:a16="http://schemas.microsoft.com/office/drawing/2014/main" id="{4DEDDF7C-29D6-C051-DF6E-4CEEE474B7BE}"/>
              </a:ext>
            </a:extLst>
          </p:cNvPr>
          <p:cNvPicPr>
            <a:picLocks noChangeAspect="1"/>
          </p:cNvPicPr>
          <p:nvPr/>
        </p:nvPicPr>
        <p:blipFill>
          <a:blip r:embed="rId2"/>
          <a:stretch>
            <a:fillRect/>
          </a:stretch>
        </p:blipFill>
        <p:spPr>
          <a:xfrm>
            <a:off x="7617933" y="1301509"/>
            <a:ext cx="4574067" cy="3559518"/>
          </a:xfrm>
          <a:prstGeom prst="rect">
            <a:avLst/>
          </a:prstGeom>
        </p:spPr>
      </p:pic>
      <p:pic>
        <p:nvPicPr>
          <p:cNvPr id="7" name="Picture 6">
            <a:extLst>
              <a:ext uri="{FF2B5EF4-FFF2-40B4-BE49-F238E27FC236}">
                <a16:creationId xmlns:a16="http://schemas.microsoft.com/office/drawing/2014/main" id="{CF79E608-5166-A335-FEDA-CEDE75230DFD}"/>
              </a:ext>
            </a:extLst>
          </p:cNvPr>
          <p:cNvPicPr>
            <a:picLocks noChangeAspect="1"/>
          </p:cNvPicPr>
          <p:nvPr/>
        </p:nvPicPr>
        <p:blipFill>
          <a:blip r:embed="rId3"/>
          <a:stretch>
            <a:fillRect/>
          </a:stretch>
        </p:blipFill>
        <p:spPr>
          <a:xfrm>
            <a:off x="7293318" y="4891919"/>
            <a:ext cx="4898682" cy="1966081"/>
          </a:xfrm>
          <a:prstGeom prst="rect">
            <a:avLst/>
          </a:prstGeom>
        </p:spPr>
      </p:pic>
    </p:spTree>
    <p:extLst>
      <p:ext uri="{BB962C8B-B14F-4D97-AF65-F5344CB8AC3E}">
        <p14:creationId xmlns:p14="http://schemas.microsoft.com/office/powerpoint/2010/main" val="3251054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Jupyter</a:t>
            </a:r>
            <a:r>
              <a:rPr lang="en-US" dirty="0"/>
              <a:t>: some tips</a:t>
            </a:r>
            <a:endParaRPr lang="nl-BE" dirty="0"/>
          </a:p>
        </p:txBody>
      </p:sp>
      <p:sp>
        <p:nvSpPr>
          <p:cNvPr id="6" name="Content Placeholder 2"/>
          <p:cNvSpPr txBox="1">
            <a:spLocks/>
          </p:cNvSpPr>
          <p:nvPr/>
        </p:nvSpPr>
        <p:spPr>
          <a:xfrm>
            <a:off x="838200" y="1825625"/>
            <a:ext cx="10515600" cy="4351338"/>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nl-BE" dirty="0"/>
              <a:t>Run a notebook on </a:t>
            </a:r>
            <a:r>
              <a:rPr lang="nl-BE" dirty="0" err="1"/>
              <a:t>the</a:t>
            </a:r>
            <a:r>
              <a:rPr lang="nl-BE" dirty="0"/>
              <a:t> </a:t>
            </a:r>
            <a:r>
              <a:rPr lang="nl-BE" dirty="0" err="1"/>
              <a:t>command</a:t>
            </a:r>
            <a:r>
              <a:rPr lang="nl-BE" dirty="0"/>
              <a:t> line </a:t>
            </a:r>
            <a:r>
              <a:rPr lang="nl-BE" dirty="0" err="1"/>
              <a:t>with</a:t>
            </a:r>
            <a:r>
              <a:rPr lang="nl-BE" dirty="0"/>
              <a:t> </a:t>
            </a:r>
            <a:r>
              <a:rPr lang="nl-BE" dirty="0" err="1">
                <a:latin typeface="Courier New" panose="02070309020205020404" pitchFamily="49" charset="0"/>
                <a:cs typeface="Courier New" panose="02070309020205020404" pitchFamily="49" charset="0"/>
              </a:rPr>
              <a:t>ipython</a:t>
            </a:r>
            <a:endParaRPr lang="en-BE" dirty="0">
              <a:latin typeface="Courier New" panose="02070309020205020404" pitchFamily="49" charset="0"/>
              <a:cs typeface="Courier New" panose="02070309020205020404" pitchFamily="49" charset="0"/>
            </a:endParaRPr>
          </a:p>
          <a:p>
            <a:r>
              <a:rPr lang="en-US" dirty="0" err="1"/>
              <a:t>Jupyter</a:t>
            </a:r>
            <a:r>
              <a:rPr lang="en-US" dirty="0"/>
              <a:t> notebook tips</a:t>
            </a:r>
            <a:br>
              <a:rPr lang="en-US" dirty="0"/>
            </a:br>
            <a:r>
              <a:rPr lang="en-US" dirty="0">
                <a:hlinkClick r:id="rId3"/>
              </a:rPr>
              <a:t>https://www.dataquest.io/blog/jupyter-notebook-tips-tricks-shortcuts/</a:t>
            </a:r>
            <a:endParaRPr lang="en-US" dirty="0"/>
          </a:p>
          <a:p>
            <a:r>
              <a:rPr lang="nl-BE" dirty="0">
                <a:hlinkClick r:id="rId4"/>
              </a:rPr>
              <a:t>https://www.dataquest.io/blog/jupyter-notebook-tutorial/</a:t>
            </a:r>
            <a:r>
              <a:rPr lang="nl-BE" dirty="0"/>
              <a:t> </a:t>
            </a:r>
          </a:p>
          <a:p>
            <a:r>
              <a:rPr lang="nl-BE" dirty="0">
                <a:hlinkClick r:id="rId5"/>
              </a:rPr>
              <a:t>https://jupyter4edu.github.io/jupyter-edu-book/</a:t>
            </a:r>
            <a:r>
              <a:rPr lang="nl-BE" dirty="0"/>
              <a:t> </a:t>
            </a:r>
          </a:p>
          <a:p>
            <a:r>
              <a:rPr lang="nl-BE" dirty="0">
                <a:hlinkClick r:id="rId6"/>
              </a:rPr>
              <a:t>https://reproducible-science-curriculum.github.io/workshop-RR-Jupyter/</a:t>
            </a:r>
            <a:r>
              <a:rPr lang="nl-BE" dirty="0"/>
              <a:t> </a:t>
            </a:r>
          </a:p>
          <a:p>
            <a:r>
              <a:rPr lang="en-US" dirty="0"/>
              <a:t>Change the default startup directory</a:t>
            </a:r>
          </a:p>
          <a:p>
            <a:pPr lvl="1"/>
            <a:r>
              <a:rPr lang="en-US" dirty="0">
                <a:hlinkClick r:id="rId7"/>
              </a:rPr>
              <a:t>https://stackoverflow.com/questions/35254852/how-to-change-the-jupyter-start-up-folder</a:t>
            </a:r>
            <a:r>
              <a:rPr lang="en-US" dirty="0"/>
              <a:t> </a:t>
            </a:r>
          </a:p>
          <a:p>
            <a:r>
              <a:rPr lang="en-US" dirty="0"/>
              <a:t>Change the default browser</a:t>
            </a:r>
          </a:p>
          <a:p>
            <a:pPr lvl="1"/>
            <a:r>
              <a:rPr lang="nl-BE" dirty="0">
                <a:hlinkClick r:id="rId8"/>
              </a:rPr>
              <a:t>https://support.anaconda.com/customer/en/portal/articles/2925919-change-default-browser-in-jupyter-notebook</a:t>
            </a:r>
            <a:r>
              <a:rPr lang="nl-BE" dirty="0"/>
              <a:t> </a:t>
            </a:r>
          </a:p>
          <a:p>
            <a:pPr marL="0" indent="0">
              <a:buNone/>
            </a:pPr>
            <a:endParaRPr lang="nl-BE" dirty="0"/>
          </a:p>
          <a:p>
            <a:pPr marL="0" indent="0">
              <a:buNone/>
            </a:pPr>
            <a:endParaRPr lang="nl-BE" dirty="0"/>
          </a:p>
          <a:p>
            <a:endParaRPr lang="nl-BE" dirty="0"/>
          </a:p>
        </p:txBody>
      </p:sp>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2187512091"/>
      </p:ext>
    </p:extLst>
  </p:cSld>
  <p:clrMapOvr>
    <a:masterClrMapping/>
  </p:clrMapOvr>
  <mc:AlternateContent xmlns:mc="http://schemas.openxmlformats.org/markup-compatibility/2006" xmlns:p14="http://schemas.microsoft.com/office/powerpoint/2010/main">
    <mc:Choice Requires="p14">
      <p:transition spd="slow" p14:dur="2000" advTm="84471"/>
    </mc:Choice>
    <mc:Fallback xmlns="">
      <p:transition spd="slow" advTm="84471"/>
    </mc:Fallback>
  </mc:AlternateContent>
  <p:extLst>
    <p:ext uri="{3A86A75C-4F4B-4683-9AE1-C65F6400EC91}">
      <p14:laserTraceLst xmlns:p14="http://schemas.microsoft.com/office/powerpoint/2010/main">
        <p14:tracePtLst>
          <p14:tracePt t="25327" x="4356100" y="3854450"/>
          <p14:tracePt t="25331" x="4337050" y="3854450"/>
          <p14:tracePt t="25341" x="4324350" y="3854450"/>
          <p14:tracePt t="25356" x="4298950" y="3854450"/>
          <p14:tracePt t="25374" x="4279900" y="3854450"/>
          <p14:tracePt t="25392" x="4267200" y="3854450"/>
          <p14:tracePt t="25406" x="4260850" y="3848100"/>
          <p14:tracePt t="25423" x="4248150" y="3848100"/>
          <p14:tracePt t="25440" x="4241800" y="3848100"/>
          <p14:tracePt t="25456" x="4229100" y="3848100"/>
          <p14:tracePt t="25473" x="4203700" y="3848100"/>
          <p14:tracePt t="25490" x="4178300" y="3848100"/>
          <p14:tracePt t="25506" x="4127500" y="3848100"/>
          <p14:tracePt t="25509" x="4089400" y="3854450"/>
          <p14:tracePt t="25523" x="4070350" y="3854450"/>
          <p14:tracePt t="25539" x="4013200" y="3860800"/>
          <p14:tracePt t="25557" x="3962400" y="3867150"/>
          <p14:tracePt t="25573" x="3898900" y="3873500"/>
          <p14:tracePt t="25590" x="3854450" y="3879850"/>
          <p14:tracePt t="25608" x="3790950" y="3879850"/>
          <p14:tracePt t="25623" x="3721100" y="3892550"/>
          <p14:tracePt t="25640" x="3676650" y="3892550"/>
          <p14:tracePt t="25656" x="3594100" y="3892550"/>
          <p14:tracePt t="25673" x="3505200" y="3892550"/>
          <p14:tracePt t="25690" x="3435350" y="3892550"/>
          <p14:tracePt t="25706" x="3403600" y="3892550"/>
          <p14:tracePt t="25723" x="3340100" y="3892550"/>
          <p14:tracePt t="25740" x="3295650" y="3892550"/>
          <p14:tracePt t="25757" x="3270250" y="3905250"/>
          <p14:tracePt t="25761" x="3257550" y="3905250"/>
          <p14:tracePt t="25773" x="3206750" y="3917950"/>
          <p14:tracePt t="25790" x="3168650" y="3943350"/>
          <p14:tracePt t="25791" x="3130550" y="3962400"/>
          <p14:tracePt t="25807" x="3028950" y="4000500"/>
          <p14:tracePt t="25823" x="2965450" y="4019550"/>
          <p14:tracePt t="25842" x="2914650" y="4032250"/>
          <p14:tracePt t="25857" x="2857500" y="4051300"/>
          <p14:tracePt t="25873" x="2838450" y="4057650"/>
          <p14:tracePt t="25889" x="2825750" y="4064000"/>
          <p14:tracePt t="25907" x="2813050" y="4070350"/>
          <p14:tracePt t="25923" x="2794000" y="4083050"/>
          <p14:tracePt t="25940" x="2781300" y="4102100"/>
          <p14:tracePt t="25956" x="2755900" y="4121150"/>
          <p14:tracePt t="25973" x="2736850" y="4146550"/>
          <p14:tracePt t="25989" x="2730500" y="4165600"/>
          <p14:tracePt t="26006" x="2724150" y="4178300"/>
          <p14:tracePt t="26023" x="2717800" y="4203700"/>
          <p14:tracePt t="26040" x="2705100" y="4235450"/>
          <p14:tracePt t="26041" x="2705100" y="4260850"/>
          <p14:tracePt t="26058" x="2698750" y="4273550"/>
          <p14:tracePt t="26073" x="2698750" y="4305300"/>
          <p14:tracePt t="26090" x="2698750" y="4324350"/>
          <p14:tracePt t="26107" x="2705100" y="4349750"/>
          <p14:tracePt t="26123" x="2717800" y="4362450"/>
          <p14:tracePt t="26140" x="2730500" y="4368800"/>
          <p14:tracePt t="26156" x="2743200" y="4375150"/>
          <p14:tracePt t="26173" x="2755900" y="4387850"/>
          <p14:tracePt t="26189" x="2774950" y="4400550"/>
          <p14:tracePt t="26206" x="2800350" y="4413250"/>
          <p14:tracePt t="26209" x="2819400" y="4419600"/>
          <p14:tracePt t="26223" x="2832100" y="4419600"/>
          <p14:tracePt t="26240" x="2870200" y="4438650"/>
          <p14:tracePt t="26241" x="2895600" y="4445000"/>
          <p14:tracePt t="26257" x="2921000" y="4464050"/>
          <p14:tracePt t="26273" x="2933700" y="4464050"/>
          <p14:tracePt t="26275" x="2952750" y="4476750"/>
          <p14:tracePt t="26290" x="2965450" y="4483100"/>
          <p14:tracePt t="26307" x="3009900" y="4495800"/>
          <p14:tracePt t="26323" x="3048000" y="4508500"/>
          <p14:tracePt t="26340" x="3105150" y="4521200"/>
          <p14:tracePt t="26357" x="3136900" y="4533900"/>
          <p14:tracePt t="26374" x="3200400" y="4546600"/>
          <p14:tracePt t="26390" x="3263900" y="4559300"/>
          <p14:tracePt t="26406" x="3295650" y="4565650"/>
          <p14:tracePt t="26423" x="3359150" y="4578350"/>
          <p14:tracePt t="26440" x="3390900" y="4584700"/>
          <p14:tracePt t="26444" x="3403600" y="4584700"/>
          <p14:tracePt t="26456" x="3435350" y="4591050"/>
          <p14:tracePt t="26473" x="3460750" y="4591050"/>
          <p14:tracePt t="26475" x="3467100" y="4591050"/>
          <p14:tracePt t="26490" x="3486150" y="4597400"/>
          <p14:tracePt t="26506" x="3530600" y="4603750"/>
          <p14:tracePt t="26523" x="3543300" y="4610100"/>
          <p14:tracePt t="26540" x="3562350" y="4610100"/>
          <p14:tracePt t="26541" x="3568700" y="4610100"/>
          <p14:tracePt t="26557" x="3594100" y="4622800"/>
          <p14:tracePt t="26573" x="3606800" y="4622800"/>
          <p14:tracePt t="26590" x="3613150" y="4622800"/>
          <p14:tracePt t="26607" x="3625850" y="4629150"/>
          <p14:tracePt t="26623" x="3632200" y="4635500"/>
          <p14:tracePt t="26640" x="3644900" y="4641850"/>
          <p14:tracePt t="26656" x="3670300" y="4648200"/>
          <p14:tracePt t="26673" x="3689350" y="4654550"/>
          <p14:tracePt t="26690" x="3721100" y="4660900"/>
          <p14:tracePt t="26706" x="3733800" y="4660900"/>
          <p14:tracePt t="26709" x="3740150" y="4660900"/>
          <p14:tracePt t="26723" x="3746500" y="4660900"/>
          <p14:tracePt t="26740" x="3752850" y="4667250"/>
          <p14:tracePt t="26791" x="3759200" y="4673600"/>
          <p14:tracePt t="26816" x="3771900" y="4673600"/>
          <p14:tracePt t="26823" x="3778250" y="4673600"/>
          <p14:tracePt t="26840" x="3803650" y="4679950"/>
          <p14:tracePt t="26857" x="3829050" y="4686300"/>
          <p14:tracePt t="26873" x="3867150" y="4686300"/>
          <p14:tracePt t="26892" x="3886200" y="4686300"/>
          <p14:tracePt t="26906" x="3905250" y="4692650"/>
          <p14:tracePt t="26923" x="3930650" y="4699000"/>
          <p14:tracePt t="26940" x="3968750" y="4711700"/>
          <p14:tracePt t="26956" x="4038600" y="4730750"/>
          <p14:tracePt t="26973" x="4089400" y="4737100"/>
          <p14:tracePt t="26975" x="4146550" y="4743450"/>
          <p14:tracePt t="26990" x="4165600" y="4749800"/>
          <p14:tracePt t="27007" x="4260850" y="4756150"/>
          <p14:tracePt t="27023" x="4298950" y="4756150"/>
          <p14:tracePt t="27040" x="4318000" y="4756150"/>
          <p14:tracePt t="27056" x="4324350" y="4756150"/>
          <p14:tracePt t="27106" x="4330700" y="4756150"/>
          <p14:tracePt t="27162" x="4330700" y="4749800"/>
          <p14:tracePt t="27390" x="0" y="0"/>
        </p14:tracePtLst>
      </p14:laserTraceLst>
    </p:ext>
  </p:extLs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See also</a:t>
            </a:r>
            <a:endParaRPr lang="nl-BE" dirty="0"/>
          </a:p>
        </p:txBody>
      </p:sp>
      <p:sp>
        <p:nvSpPr>
          <p:cNvPr id="3" name="Content Placeholder 2"/>
          <p:cNvSpPr>
            <a:spLocks noGrp="1"/>
          </p:cNvSpPr>
          <p:nvPr>
            <p:ph idx="1"/>
          </p:nvPr>
        </p:nvSpPr>
        <p:spPr/>
        <p:txBody>
          <a:bodyPr>
            <a:normAutofit fontScale="92500" lnSpcReduction="20000"/>
          </a:bodyPr>
          <a:lstStyle/>
          <a:p>
            <a:r>
              <a:rPr lang="en-US" dirty="0"/>
              <a:t>Create presentations from a notebook</a:t>
            </a:r>
          </a:p>
          <a:p>
            <a:pPr lvl="1"/>
            <a:r>
              <a:rPr lang="en-US" dirty="0">
                <a:hlinkClick r:id="rId2"/>
              </a:rPr>
              <a:t>https://dzone.com/articles/creating-presentations-with-jupyter-notebook</a:t>
            </a:r>
            <a:r>
              <a:rPr lang="en-US" dirty="0"/>
              <a:t> </a:t>
            </a:r>
          </a:p>
          <a:p>
            <a:pPr lvl="1"/>
            <a:r>
              <a:rPr lang="nl-BE" dirty="0">
                <a:hlinkClick r:id="rId3"/>
              </a:rPr>
              <a:t>https://medium.com/@mjspeck/presenting-code-using-jupyter-notebook-slides-a8a3c3b59d67</a:t>
            </a:r>
            <a:r>
              <a:rPr lang="nl-BE" dirty="0"/>
              <a:t> </a:t>
            </a:r>
          </a:p>
          <a:p>
            <a:pPr lvl="1"/>
            <a:r>
              <a:rPr lang="nl-BE" dirty="0">
                <a:hlinkClick r:id="rId4"/>
              </a:rPr>
              <a:t>https://janakiev.com/til/creating-slides-with-jupyter-notebook/</a:t>
            </a:r>
            <a:endParaRPr lang="nl-BE" dirty="0"/>
          </a:p>
          <a:p>
            <a:pPr lvl="1"/>
            <a:r>
              <a:rPr lang="nl-BE" dirty="0">
                <a:hlinkClick r:id="rId5"/>
              </a:rPr>
              <a:t>https://medium.com/learning-machine-learning/present-your-data-science-projects-with-jupyter-slides-75f20735eb0f</a:t>
            </a:r>
            <a:endParaRPr lang="nl-BE" dirty="0"/>
          </a:p>
          <a:p>
            <a:pPr lvl="1"/>
            <a:r>
              <a:rPr lang="nl-BE" dirty="0">
                <a:hlinkClick r:id="rId6"/>
              </a:rPr>
              <a:t>https://www.blog.pythonlibrary.org/2018/09/25/creating-presentations-with-jupyter-notebook/</a:t>
            </a:r>
            <a:endParaRPr lang="nl-BE" dirty="0"/>
          </a:p>
          <a:p>
            <a:r>
              <a:rPr lang="en-US" dirty="0"/>
              <a:t>Turn it into an actual slideshow: </a:t>
            </a:r>
          </a:p>
          <a:p>
            <a:pPr lvl="1"/>
            <a:r>
              <a:rPr lang="en-US" dirty="0"/>
              <a:t>save your Notebook </a:t>
            </a:r>
          </a:p>
          <a:p>
            <a:pPr lvl="1"/>
            <a:r>
              <a:rPr lang="en-US" dirty="0"/>
              <a:t>shut down the </a:t>
            </a:r>
            <a:r>
              <a:rPr lang="en-US" dirty="0" err="1"/>
              <a:t>Jupyter</a:t>
            </a:r>
            <a:r>
              <a:rPr lang="en-US" dirty="0"/>
              <a:t> Notebook server. </a:t>
            </a:r>
          </a:p>
          <a:p>
            <a:pPr lvl="1"/>
            <a:r>
              <a:rPr lang="en-US" dirty="0"/>
              <a:t>run the following command: </a:t>
            </a:r>
            <a:br>
              <a:rPr lang="en-US" dirty="0"/>
            </a:br>
            <a:r>
              <a:rPr lang="en-US" dirty="0" err="1">
                <a:latin typeface="Consolas" panose="020B0609020204030204" pitchFamily="49" charset="0"/>
              </a:rPr>
              <a:t>jupyter</a:t>
            </a:r>
            <a:r>
              <a:rPr lang="en-US" dirty="0">
                <a:latin typeface="Consolas" panose="020B0609020204030204" pitchFamily="49" charset="0"/>
              </a:rPr>
              <a:t> </a:t>
            </a:r>
            <a:r>
              <a:rPr lang="en-US" dirty="0" err="1">
                <a:latin typeface="Consolas" panose="020B0609020204030204" pitchFamily="49" charset="0"/>
              </a:rPr>
              <a:t>nbconvert</a:t>
            </a:r>
            <a:r>
              <a:rPr lang="en-US" dirty="0">
                <a:latin typeface="Consolas" panose="020B0609020204030204" pitchFamily="49" charset="0"/>
              </a:rPr>
              <a:t> </a:t>
            </a:r>
            <a:r>
              <a:rPr lang="en-US" dirty="0" err="1">
                <a:latin typeface="Consolas" panose="020B0609020204030204" pitchFamily="49" charset="0"/>
              </a:rPr>
              <a:t>slideshow.ipynb</a:t>
            </a:r>
            <a:r>
              <a:rPr lang="en-US" dirty="0">
                <a:latin typeface="Consolas" panose="020B0609020204030204" pitchFamily="49" charset="0"/>
              </a:rPr>
              <a:t> --to slides --post serve</a:t>
            </a:r>
            <a:endParaRPr lang="nl-BE" dirty="0">
              <a:latin typeface="Consolas" panose="020B0609020204030204" pitchFamily="49" charset="0"/>
            </a:endParaRPr>
          </a:p>
          <a:p>
            <a:endParaRPr lang="nl-BE" dirty="0"/>
          </a:p>
          <a:p>
            <a:endParaRPr lang="nl-BE" dirty="0"/>
          </a:p>
        </p:txBody>
      </p:sp>
      <p:pic>
        <p:nvPicPr>
          <p:cNvPr id="4" name="Picture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39325" y="365125"/>
            <a:ext cx="714475" cy="914528"/>
          </a:xfrm>
          <a:prstGeom prst="rect">
            <a:avLst/>
          </a:prstGeom>
        </p:spPr>
      </p:pic>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9125109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Google </a:t>
            </a:r>
            <a:r>
              <a:rPr lang="en-US" dirty="0" err="1"/>
              <a:t>Colab</a:t>
            </a:r>
            <a:endParaRPr lang="nl-BE" dirty="0"/>
          </a:p>
        </p:txBody>
      </p:sp>
      <p:sp>
        <p:nvSpPr>
          <p:cNvPr id="3" name="Content Placeholder 2"/>
          <p:cNvSpPr>
            <a:spLocks noGrp="1"/>
          </p:cNvSpPr>
          <p:nvPr>
            <p:ph idx="1"/>
          </p:nvPr>
        </p:nvSpPr>
        <p:spPr/>
        <p:txBody>
          <a:bodyPr/>
          <a:lstStyle/>
          <a:p>
            <a:r>
              <a:rPr lang="en-US" dirty="0"/>
              <a:t>Have your notebook on the web  - connected with your Google account</a:t>
            </a:r>
          </a:p>
          <a:p>
            <a:pPr lvl="1"/>
            <a:r>
              <a:rPr lang="en-US" dirty="0"/>
              <a:t>Have your notebook on Google drive</a:t>
            </a:r>
          </a:p>
          <a:p>
            <a:r>
              <a:rPr lang="nl-BE" dirty="0">
                <a:hlinkClick r:id="rId2"/>
              </a:rPr>
              <a:t>https://www.geeksforgeeks.org/how-to-use-google-colab/</a:t>
            </a:r>
            <a:endParaRPr lang="nl-BE" dirty="0"/>
          </a:p>
          <a:p>
            <a:r>
              <a:rPr lang="nl-BE" dirty="0">
                <a:hlinkClick r:id="rId3"/>
              </a:rPr>
              <a:t>https://towardsdatascience.com/getting-started-with-google-colab-f2fff97f594c</a:t>
            </a:r>
            <a:endParaRPr lang="nl-BE"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1530603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E220-472D-132F-1F05-5F8711DA1A99}"/>
              </a:ext>
            </a:extLst>
          </p:cNvPr>
          <p:cNvSpPr>
            <a:spLocks noGrp="1"/>
          </p:cNvSpPr>
          <p:nvPr>
            <p:ph type="title"/>
          </p:nvPr>
        </p:nvSpPr>
        <p:spPr/>
        <p:txBody>
          <a:bodyPr/>
          <a:lstStyle/>
          <a:p>
            <a:r>
              <a:rPr lang="nl-BE" dirty="0"/>
              <a:t>Scripts </a:t>
            </a:r>
            <a:r>
              <a:rPr lang="nl-BE" dirty="0" err="1"/>
              <a:t>vs</a:t>
            </a:r>
            <a:r>
              <a:rPr lang="nl-BE" dirty="0"/>
              <a:t> Notebooks</a:t>
            </a:r>
            <a:endParaRPr lang="en-BE" dirty="0"/>
          </a:p>
        </p:txBody>
      </p:sp>
      <p:sp>
        <p:nvSpPr>
          <p:cNvPr id="3" name="Text Placeholder 2">
            <a:extLst>
              <a:ext uri="{FF2B5EF4-FFF2-40B4-BE49-F238E27FC236}">
                <a16:creationId xmlns:a16="http://schemas.microsoft.com/office/drawing/2014/main" id="{D5F29C2C-E23D-529B-B229-B4B7319C75F5}"/>
              </a:ext>
            </a:extLst>
          </p:cNvPr>
          <p:cNvSpPr>
            <a:spLocks noGrp="1"/>
          </p:cNvSpPr>
          <p:nvPr>
            <p:ph type="body" idx="1"/>
          </p:nvPr>
        </p:nvSpPr>
        <p:spPr/>
        <p:txBody>
          <a:bodyPr/>
          <a:lstStyle/>
          <a:p>
            <a:endParaRPr lang="en-BE"/>
          </a:p>
        </p:txBody>
      </p:sp>
    </p:spTree>
    <p:extLst>
      <p:ext uri="{BB962C8B-B14F-4D97-AF65-F5344CB8AC3E}">
        <p14:creationId xmlns:p14="http://schemas.microsoft.com/office/powerpoint/2010/main" val="2171493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D742-9BA2-DC4E-1B08-268E2CE78C64}"/>
              </a:ext>
            </a:extLst>
          </p:cNvPr>
          <p:cNvSpPr>
            <a:spLocks noGrp="1"/>
          </p:cNvSpPr>
          <p:nvPr>
            <p:ph type="title"/>
          </p:nvPr>
        </p:nvSpPr>
        <p:spPr/>
        <p:txBody>
          <a:bodyPr/>
          <a:lstStyle/>
          <a:p>
            <a:r>
              <a:rPr lang="nl-BE" dirty="0"/>
              <a:t>Scripts </a:t>
            </a:r>
            <a:r>
              <a:rPr lang="nl-BE" dirty="0" err="1"/>
              <a:t>vs</a:t>
            </a:r>
            <a:r>
              <a:rPr lang="nl-BE" dirty="0"/>
              <a:t> notebooks: script</a:t>
            </a:r>
            <a:endParaRPr lang="en-BE" dirty="0"/>
          </a:p>
        </p:txBody>
      </p:sp>
      <p:sp>
        <p:nvSpPr>
          <p:cNvPr id="3" name="Content Placeholder 2">
            <a:extLst>
              <a:ext uri="{FF2B5EF4-FFF2-40B4-BE49-F238E27FC236}">
                <a16:creationId xmlns:a16="http://schemas.microsoft.com/office/drawing/2014/main" id="{8D90009D-9235-1E24-D4C4-3A5D6DD39A35}"/>
              </a:ext>
            </a:extLst>
          </p:cNvPr>
          <p:cNvSpPr>
            <a:spLocks noGrp="1"/>
          </p:cNvSpPr>
          <p:nvPr>
            <p:ph idx="1"/>
          </p:nvPr>
        </p:nvSpPr>
        <p:spPr/>
        <p:txBody>
          <a:bodyPr/>
          <a:lstStyle/>
          <a:p>
            <a:r>
              <a:rPr lang="en-US" b="0" i="0" dirty="0">
                <a:solidFill>
                  <a:srgbClr val="2D2D2D"/>
                </a:solidFill>
                <a:effectLst/>
              </a:rPr>
              <a:t>Python script:</a:t>
            </a:r>
          </a:p>
          <a:p>
            <a:pPr lvl="1"/>
            <a:r>
              <a:rPr lang="en-US" dirty="0">
                <a:solidFill>
                  <a:srgbClr val="2D2D2D"/>
                </a:solidFill>
              </a:rPr>
              <a:t>P</a:t>
            </a:r>
            <a:r>
              <a:rPr lang="en-US" b="0" i="0" dirty="0">
                <a:solidFill>
                  <a:srgbClr val="2D2D2D"/>
                </a:solidFill>
                <a:effectLst/>
              </a:rPr>
              <a:t>lain text file ending with the .</a:t>
            </a:r>
            <a:r>
              <a:rPr lang="en-US" b="0" i="0" dirty="0" err="1">
                <a:solidFill>
                  <a:srgbClr val="2D2D2D"/>
                </a:solidFill>
                <a:effectLst/>
              </a:rPr>
              <a:t>py</a:t>
            </a:r>
            <a:r>
              <a:rPr lang="en-US" b="0" i="0" dirty="0">
                <a:solidFill>
                  <a:srgbClr val="2D2D2D"/>
                </a:solidFill>
                <a:effectLst/>
              </a:rPr>
              <a:t> extension containing the program</a:t>
            </a:r>
          </a:p>
          <a:p>
            <a:pPr lvl="1"/>
            <a:r>
              <a:rPr lang="en-US" dirty="0">
                <a:solidFill>
                  <a:srgbClr val="2D2D2D"/>
                </a:solidFill>
              </a:rPr>
              <a:t>Created in editor, IDE</a:t>
            </a:r>
          </a:p>
          <a:p>
            <a:pPr lvl="1"/>
            <a:r>
              <a:rPr lang="en-US" dirty="0">
                <a:solidFill>
                  <a:srgbClr val="2D2D2D"/>
                </a:solidFill>
              </a:rPr>
              <a:t>Executed from the command line</a:t>
            </a:r>
          </a:p>
          <a:p>
            <a:r>
              <a:rPr lang="en-US" dirty="0" err="1"/>
              <a:t>Jupyter</a:t>
            </a:r>
            <a:r>
              <a:rPr lang="en-US" dirty="0"/>
              <a:t> Notebook: </a:t>
            </a:r>
          </a:p>
          <a:p>
            <a:pPr lvl="1"/>
            <a:r>
              <a:rPr lang="en-US" dirty="0"/>
              <a:t>Stored in notebook files, having the .</a:t>
            </a:r>
            <a:r>
              <a:rPr lang="en-US" dirty="0" err="1"/>
              <a:t>ipynb</a:t>
            </a:r>
            <a:r>
              <a:rPr lang="en-US" dirty="0"/>
              <a:t> extension.</a:t>
            </a:r>
          </a:p>
          <a:p>
            <a:pPr lvl="1"/>
            <a:r>
              <a:rPr lang="en-US" dirty="0"/>
              <a:t>Multiple cells. Each cell can contain either a block of Python code or plain text.</a:t>
            </a:r>
          </a:p>
        </p:txBody>
      </p:sp>
    </p:spTree>
    <p:extLst>
      <p:ext uri="{BB962C8B-B14F-4D97-AF65-F5344CB8AC3E}">
        <p14:creationId xmlns:p14="http://schemas.microsoft.com/office/powerpoint/2010/main" val="6730882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CBCCD-9926-4FC6-8A75-92DAE489818F}"/>
              </a:ext>
            </a:extLst>
          </p:cNvPr>
          <p:cNvSpPr>
            <a:spLocks noGrp="1"/>
          </p:cNvSpPr>
          <p:nvPr>
            <p:ph type="title"/>
          </p:nvPr>
        </p:nvSpPr>
        <p:spPr/>
        <p:txBody>
          <a:bodyPr/>
          <a:lstStyle/>
          <a:p>
            <a:r>
              <a:rPr lang="nl-BE" dirty="0"/>
              <a:t>Scripts </a:t>
            </a:r>
            <a:r>
              <a:rPr lang="nl-BE" dirty="0" err="1"/>
              <a:t>vs</a:t>
            </a:r>
            <a:r>
              <a:rPr lang="nl-BE" dirty="0"/>
              <a:t> notebooks: script</a:t>
            </a:r>
            <a:endParaRPr lang="en-BE" dirty="0"/>
          </a:p>
        </p:txBody>
      </p:sp>
      <p:sp>
        <p:nvSpPr>
          <p:cNvPr id="3" name="Content Placeholder 2">
            <a:extLst>
              <a:ext uri="{FF2B5EF4-FFF2-40B4-BE49-F238E27FC236}">
                <a16:creationId xmlns:a16="http://schemas.microsoft.com/office/drawing/2014/main" id="{7401B787-493E-7C6B-43DE-313D5C2C7AEF}"/>
              </a:ext>
            </a:extLst>
          </p:cNvPr>
          <p:cNvSpPr>
            <a:spLocks noGrp="1"/>
          </p:cNvSpPr>
          <p:nvPr>
            <p:ph idx="1"/>
          </p:nvPr>
        </p:nvSpPr>
        <p:spPr/>
        <p:txBody>
          <a:bodyPr>
            <a:normAutofit fontScale="92500" lnSpcReduction="10000"/>
          </a:bodyPr>
          <a:lstStyle/>
          <a:p>
            <a:r>
              <a:rPr lang="en-US" dirty="0"/>
              <a:t>Pros:</a:t>
            </a:r>
          </a:p>
          <a:p>
            <a:pPr lvl="1"/>
            <a:r>
              <a:rPr lang="en-US" dirty="0"/>
              <a:t>Scripts are reliable and the most common way to write Python code.</a:t>
            </a:r>
          </a:p>
          <a:p>
            <a:pPr lvl="1"/>
            <a:r>
              <a:rPr lang="en-US" dirty="0"/>
              <a:t>Top-down execution makes it less confusing to debug and reason through the code.</a:t>
            </a:r>
          </a:p>
          <a:p>
            <a:pPr lvl="1"/>
            <a:r>
              <a:rPr lang="en-US" dirty="0"/>
              <a:t>Scripts support modularity. Variables and functions inside a Python script can be imported.</a:t>
            </a:r>
          </a:p>
          <a:p>
            <a:pPr lvl="1"/>
            <a:r>
              <a:rPr lang="en-US" dirty="0"/>
              <a:t>Can be placed in version control</a:t>
            </a:r>
          </a:p>
          <a:p>
            <a:pPr lvl="1"/>
            <a:r>
              <a:rPr lang="en-US" dirty="0"/>
              <a:t>Minimal setup is required (you only need a text editor).</a:t>
            </a:r>
          </a:p>
          <a:p>
            <a:pPr lvl="1"/>
            <a:r>
              <a:rPr lang="en-US" dirty="0"/>
              <a:t>There are many text editors and IDEs with tons of features to choose from.</a:t>
            </a:r>
          </a:p>
          <a:p>
            <a:r>
              <a:rPr lang="en-US" dirty="0"/>
              <a:t>Cons:</a:t>
            </a:r>
          </a:p>
          <a:p>
            <a:pPr lvl="1"/>
            <a:r>
              <a:rPr lang="en-US" dirty="0"/>
              <a:t>Scripts are plain text files. Formatted text or figures cannot be added to them.</a:t>
            </a:r>
          </a:p>
          <a:p>
            <a:pPr lvl="1"/>
            <a:r>
              <a:rPr lang="en-US" dirty="0"/>
              <a:t>No output is saved anywhere. The script must be executed to see messages, outputs, and results.</a:t>
            </a:r>
            <a:endParaRPr lang="en-BE" dirty="0"/>
          </a:p>
        </p:txBody>
      </p:sp>
    </p:spTree>
    <p:extLst>
      <p:ext uri="{BB962C8B-B14F-4D97-AF65-F5344CB8AC3E}">
        <p14:creationId xmlns:p14="http://schemas.microsoft.com/office/powerpoint/2010/main" val="1820293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BBBF-592B-C99D-397D-209A5BE81B12}"/>
              </a:ext>
            </a:extLst>
          </p:cNvPr>
          <p:cNvSpPr>
            <a:spLocks noGrp="1"/>
          </p:cNvSpPr>
          <p:nvPr>
            <p:ph type="title"/>
          </p:nvPr>
        </p:nvSpPr>
        <p:spPr/>
        <p:txBody>
          <a:bodyPr/>
          <a:lstStyle/>
          <a:p>
            <a:r>
              <a:rPr lang="nl-BE" dirty="0"/>
              <a:t>Scripts </a:t>
            </a:r>
            <a:r>
              <a:rPr lang="nl-BE" dirty="0" err="1"/>
              <a:t>vs</a:t>
            </a:r>
            <a:r>
              <a:rPr lang="nl-BE" dirty="0"/>
              <a:t> notebooks: notebook</a:t>
            </a:r>
            <a:endParaRPr lang="en-BE" dirty="0"/>
          </a:p>
        </p:txBody>
      </p:sp>
      <p:sp>
        <p:nvSpPr>
          <p:cNvPr id="3" name="Content Placeholder 2">
            <a:extLst>
              <a:ext uri="{FF2B5EF4-FFF2-40B4-BE49-F238E27FC236}">
                <a16:creationId xmlns:a16="http://schemas.microsoft.com/office/drawing/2014/main" id="{60B50775-020A-53D6-7F1C-D7F7C297F0C3}"/>
              </a:ext>
            </a:extLst>
          </p:cNvPr>
          <p:cNvSpPr>
            <a:spLocks noGrp="1"/>
          </p:cNvSpPr>
          <p:nvPr>
            <p:ph idx="1"/>
          </p:nvPr>
        </p:nvSpPr>
        <p:spPr/>
        <p:txBody>
          <a:bodyPr>
            <a:normAutofit fontScale="92500" lnSpcReduction="20000"/>
          </a:bodyPr>
          <a:lstStyle/>
          <a:p>
            <a:r>
              <a:rPr lang="en-US" dirty="0"/>
              <a:t>Pros:</a:t>
            </a:r>
          </a:p>
          <a:p>
            <a:pPr lvl="1"/>
            <a:r>
              <a:rPr lang="en-US" dirty="0"/>
              <a:t>Code blocks can be surrounded by helpful notes, figures, and links.</a:t>
            </a:r>
          </a:p>
          <a:p>
            <a:pPr lvl="1"/>
            <a:r>
              <a:rPr lang="en-US" dirty="0"/>
              <a:t>Notebooks provide unordered execution. Code cells can be run independently from one another.</a:t>
            </a:r>
          </a:p>
          <a:p>
            <a:pPr lvl="1"/>
            <a:r>
              <a:rPr lang="en-US" dirty="0"/>
              <a:t>Output (messages, plots, etc.) appear automatically under each cell</a:t>
            </a:r>
          </a:p>
          <a:p>
            <a:pPr lvl="1"/>
            <a:r>
              <a:rPr lang="en-US" dirty="0"/>
              <a:t>Exploratory computing, prototyping </a:t>
            </a:r>
          </a:p>
          <a:p>
            <a:pPr lvl="1"/>
            <a:r>
              <a:rPr lang="en-US" dirty="0"/>
              <a:t>Sharing results</a:t>
            </a:r>
          </a:p>
          <a:p>
            <a:r>
              <a:rPr lang="en-US" dirty="0"/>
              <a:t>Cons:</a:t>
            </a:r>
          </a:p>
          <a:p>
            <a:pPr lvl="1"/>
            <a:r>
              <a:rPr lang="en-US" dirty="0"/>
              <a:t>‘Unordered’ execution can make debugging confusing, especially if you lose track of which cells were executed or not.</a:t>
            </a:r>
          </a:p>
          <a:p>
            <a:pPr lvl="1"/>
            <a:r>
              <a:rPr lang="en-US" dirty="0"/>
              <a:t>Version control is daunting</a:t>
            </a:r>
          </a:p>
          <a:p>
            <a:pPr lvl="1"/>
            <a:r>
              <a:rPr lang="en-US" dirty="0"/>
              <a:t>Require installing the </a:t>
            </a:r>
            <a:r>
              <a:rPr lang="en-US" dirty="0" err="1"/>
              <a:t>jupyter</a:t>
            </a:r>
            <a:r>
              <a:rPr lang="en-US" dirty="0"/>
              <a:t>-notebook package (relatively heavy)</a:t>
            </a:r>
          </a:p>
          <a:p>
            <a:pPr lvl="1"/>
            <a:r>
              <a:rPr lang="en-US" dirty="0"/>
              <a:t>Notebooks must be served and accessed through a web browser, making them slightly harder to use than scripts.</a:t>
            </a:r>
          </a:p>
        </p:txBody>
      </p:sp>
    </p:spTree>
    <p:extLst>
      <p:ext uri="{BB962C8B-B14F-4D97-AF65-F5344CB8AC3E}">
        <p14:creationId xmlns:p14="http://schemas.microsoft.com/office/powerpoint/2010/main" val="379448305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D38DA-BB19-6085-029B-D521FBF6A745}"/>
              </a:ext>
            </a:extLst>
          </p:cNvPr>
          <p:cNvSpPr>
            <a:spLocks noGrp="1"/>
          </p:cNvSpPr>
          <p:nvPr>
            <p:ph type="title"/>
          </p:nvPr>
        </p:nvSpPr>
        <p:spPr/>
        <p:txBody>
          <a:bodyPr/>
          <a:lstStyle/>
          <a:p>
            <a:r>
              <a:rPr lang="nl-BE" dirty="0" err="1"/>
              <a:t>What</a:t>
            </a:r>
            <a:r>
              <a:rPr lang="nl-BE" dirty="0"/>
              <a:t> </a:t>
            </a:r>
            <a:r>
              <a:rPr lang="nl-BE" dirty="0" err="1"/>
              <a:t>to</a:t>
            </a:r>
            <a:r>
              <a:rPr lang="nl-BE" dirty="0"/>
              <a:t> </a:t>
            </a:r>
            <a:r>
              <a:rPr lang="nl-BE" dirty="0" err="1"/>
              <a:t>use</a:t>
            </a:r>
            <a:r>
              <a:rPr lang="nl-BE" dirty="0"/>
              <a:t>?</a:t>
            </a:r>
            <a:endParaRPr lang="en-BE" dirty="0"/>
          </a:p>
        </p:txBody>
      </p:sp>
      <p:sp>
        <p:nvSpPr>
          <p:cNvPr id="3" name="Content Placeholder 2">
            <a:extLst>
              <a:ext uri="{FF2B5EF4-FFF2-40B4-BE49-F238E27FC236}">
                <a16:creationId xmlns:a16="http://schemas.microsoft.com/office/drawing/2014/main" id="{7EBCA735-3A35-42A4-9846-539EB27221F6}"/>
              </a:ext>
            </a:extLst>
          </p:cNvPr>
          <p:cNvSpPr>
            <a:spLocks noGrp="1"/>
          </p:cNvSpPr>
          <p:nvPr>
            <p:ph idx="1"/>
          </p:nvPr>
        </p:nvSpPr>
        <p:spPr/>
        <p:txBody>
          <a:bodyPr/>
          <a:lstStyle/>
          <a:p>
            <a:r>
              <a:rPr lang="en-US" dirty="0"/>
              <a:t>Compromise between Python scripts and </a:t>
            </a:r>
            <a:r>
              <a:rPr lang="en-US" dirty="0" err="1"/>
              <a:t>Jupyter</a:t>
            </a:r>
            <a:r>
              <a:rPr lang="en-US" dirty="0"/>
              <a:t> Notebooks</a:t>
            </a:r>
          </a:p>
          <a:p>
            <a:r>
              <a:rPr lang="en-US" dirty="0"/>
              <a:t>Start out with a Notebook: explore ideas and get a clearer picture of what is needed.</a:t>
            </a:r>
          </a:p>
          <a:p>
            <a:r>
              <a:rPr lang="en-US" dirty="0"/>
              <a:t>As the ideas grow clearer:</a:t>
            </a:r>
          </a:p>
          <a:p>
            <a:pPr lvl="1"/>
            <a:r>
              <a:rPr lang="en-US" dirty="0"/>
              <a:t>Convert your notebook to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py</a:t>
            </a:r>
            <a:r>
              <a:rPr lang="en-US" dirty="0"/>
              <a:t> script: </a:t>
            </a:r>
            <a:br>
              <a:rPr lang="en-US" dirty="0"/>
            </a:br>
            <a:r>
              <a:rPr lang="en-US" dirty="0"/>
              <a:t>e.g. in </a:t>
            </a:r>
            <a:r>
              <a:rPr lang="en-US" dirty="0" err="1"/>
              <a:t>JupyterLab</a:t>
            </a:r>
            <a:r>
              <a:rPr lang="en-US" dirty="0"/>
              <a:t>: </a:t>
            </a:r>
            <a:br>
              <a:rPr lang="en-US" dirty="0"/>
            </a:br>
            <a:r>
              <a:rPr lang="en-US" dirty="0"/>
              <a:t>    Files → Save and Export Notebook As → Executable Script</a:t>
            </a:r>
          </a:p>
          <a:p>
            <a:pPr lvl="1"/>
            <a:r>
              <a:rPr lang="en-US" dirty="0"/>
              <a:t>Put effort in using functions, modules</a:t>
            </a:r>
          </a:p>
        </p:txBody>
      </p:sp>
    </p:spTree>
    <p:extLst>
      <p:ext uri="{BB962C8B-B14F-4D97-AF65-F5344CB8AC3E}">
        <p14:creationId xmlns:p14="http://schemas.microsoft.com/office/powerpoint/2010/main" val="2155889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2E220-472D-132F-1F05-5F8711DA1A99}"/>
              </a:ext>
            </a:extLst>
          </p:cNvPr>
          <p:cNvSpPr>
            <a:spLocks noGrp="1"/>
          </p:cNvSpPr>
          <p:nvPr>
            <p:ph type="title"/>
          </p:nvPr>
        </p:nvSpPr>
        <p:spPr/>
        <p:txBody>
          <a:bodyPr/>
          <a:lstStyle/>
          <a:p>
            <a:r>
              <a:rPr lang="nl-BE" dirty="0" err="1"/>
              <a:t>Getting</a:t>
            </a:r>
            <a:r>
              <a:rPr lang="nl-BE" dirty="0"/>
              <a:t> Help</a:t>
            </a:r>
            <a:endParaRPr lang="en-BE" dirty="0"/>
          </a:p>
        </p:txBody>
      </p:sp>
      <p:sp>
        <p:nvSpPr>
          <p:cNvPr id="3" name="Text Placeholder 2">
            <a:extLst>
              <a:ext uri="{FF2B5EF4-FFF2-40B4-BE49-F238E27FC236}">
                <a16:creationId xmlns:a16="http://schemas.microsoft.com/office/drawing/2014/main" id="{D5F29C2C-E23D-529B-B229-B4B7319C75F5}"/>
              </a:ext>
            </a:extLst>
          </p:cNvPr>
          <p:cNvSpPr>
            <a:spLocks noGrp="1"/>
          </p:cNvSpPr>
          <p:nvPr>
            <p:ph type="body" idx="1"/>
          </p:nvPr>
        </p:nvSpPr>
        <p:spPr/>
        <p:txBody>
          <a:bodyPr/>
          <a:lstStyle/>
          <a:p>
            <a:endParaRPr lang="en-BE"/>
          </a:p>
        </p:txBody>
      </p:sp>
    </p:spTree>
    <p:extLst>
      <p:ext uri="{BB962C8B-B14F-4D97-AF65-F5344CB8AC3E}">
        <p14:creationId xmlns:p14="http://schemas.microsoft.com/office/powerpoint/2010/main" val="12235984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F94D9-0446-70C7-E248-6EE52F7F33E6}"/>
              </a:ext>
            </a:extLst>
          </p:cNvPr>
          <p:cNvSpPr>
            <a:spLocks noGrp="1"/>
          </p:cNvSpPr>
          <p:nvPr>
            <p:ph type="title"/>
          </p:nvPr>
        </p:nvSpPr>
        <p:spPr/>
        <p:txBody>
          <a:bodyPr/>
          <a:lstStyle/>
          <a:p>
            <a:r>
              <a:rPr lang="en-US" dirty="0"/>
              <a:t>Getting Help</a:t>
            </a:r>
            <a:endParaRPr lang="en-BE" dirty="0"/>
          </a:p>
        </p:txBody>
      </p:sp>
      <p:sp>
        <p:nvSpPr>
          <p:cNvPr id="3" name="Content Placeholder 2">
            <a:extLst>
              <a:ext uri="{FF2B5EF4-FFF2-40B4-BE49-F238E27FC236}">
                <a16:creationId xmlns:a16="http://schemas.microsoft.com/office/drawing/2014/main" id="{5F277CD5-8AAF-20DF-8EA8-9AA7C4CF509F}"/>
              </a:ext>
            </a:extLst>
          </p:cNvPr>
          <p:cNvSpPr>
            <a:spLocks noGrp="1"/>
          </p:cNvSpPr>
          <p:nvPr>
            <p:ph sz="half" idx="1"/>
          </p:nvPr>
        </p:nvSpPr>
        <p:spPr>
          <a:xfrm>
            <a:off x="838200" y="1825625"/>
            <a:ext cx="4784124" cy="4351338"/>
          </a:xfrm>
        </p:spPr>
        <p:txBody>
          <a:bodyPr>
            <a:normAutofit lnSpcReduction="10000"/>
          </a:bodyPr>
          <a:lstStyle/>
          <a:p>
            <a:r>
              <a:rPr lang="en-US" dirty="0"/>
              <a:t>Python comes with a built-in help system. This means that you don't have to seek help outside of Python itself.</a:t>
            </a:r>
          </a:p>
          <a:p>
            <a:r>
              <a:rPr lang="en-US" dirty="0">
                <a:latin typeface="Courier New" panose="02070309020205020404" pitchFamily="49" charset="0"/>
                <a:cs typeface="Courier New" panose="02070309020205020404" pitchFamily="49" charset="0"/>
              </a:rPr>
              <a:t>help()</a:t>
            </a:r>
            <a:r>
              <a:rPr lang="en-US" dirty="0"/>
              <a:t>: running the function without an argument, the interactive Python's help utility will be started </a:t>
            </a:r>
          </a:p>
          <a:p>
            <a:pPr lvl="1"/>
            <a:r>
              <a:rPr lang="en-US" dirty="0">
                <a:latin typeface="Courier New" panose="02070309020205020404" pitchFamily="49" charset="0"/>
                <a:cs typeface="Courier New" panose="02070309020205020404" pitchFamily="49" charset="0"/>
              </a:rPr>
              <a:t>q</a:t>
            </a:r>
            <a:r>
              <a:rPr lang="en-US" dirty="0"/>
              <a:t> to quit</a:t>
            </a:r>
          </a:p>
          <a:p>
            <a:pPr lvl="1"/>
            <a:r>
              <a:rPr lang="en-US" dirty="0"/>
              <a:t>Type the command to get the help information</a:t>
            </a:r>
          </a:p>
        </p:txBody>
      </p:sp>
      <p:sp>
        <p:nvSpPr>
          <p:cNvPr id="5" name="Content Placeholder 4">
            <a:extLst>
              <a:ext uri="{FF2B5EF4-FFF2-40B4-BE49-F238E27FC236}">
                <a16:creationId xmlns:a16="http://schemas.microsoft.com/office/drawing/2014/main" id="{FF69C118-678D-D8C7-9870-30F34D72CC03}"/>
              </a:ext>
            </a:extLst>
          </p:cNvPr>
          <p:cNvSpPr>
            <a:spLocks noGrp="1"/>
          </p:cNvSpPr>
          <p:nvPr>
            <p:ph sz="half" idx="2"/>
          </p:nvPr>
        </p:nvSpPr>
        <p:spPr/>
        <p:txBody>
          <a:bodyPr>
            <a:normAutofit lnSpcReduction="10000"/>
          </a:bodyPr>
          <a:lstStyle/>
          <a:p>
            <a:endParaRPr lang="en-BE"/>
          </a:p>
        </p:txBody>
      </p:sp>
      <p:pic>
        <p:nvPicPr>
          <p:cNvPr id="6" name="Picture 5">
            <a:extLst>
              <a:ext uri="{FF2B5EF4-FFF2-40B4-BE49-F238E27FC236}">
                <a16:creationId xmlns:a16="http://schemas.microsoft.com/office/drawing/2014/main" id="{83CC992B-408C-5C80-D398-652C8A1B8C46}"/>
              </a:ext>
            </a:extLst>
          </p:cNvPr>
          <p:cNvPicPr>
            <a:picLocks noChangeAspect="1"/>
          </p:cNvPicPr>
          <p:nvPr/>
        </p:nvPicPr>
        <p:blipFill>
          <a:blip r:embed="rId2"/>
          <a:stretch>
            <a:fillRect/>
          </a:stretch>
        </p:blipFill>
        <p:spPr>
          <a:xfrm>
            <a:off x="5754624" y="1174192"/>
            <a:ext cx="6931726" cy="5318683"/>
          </a:xfrm>
          <a:prstGeom prst="rect">
            <a:avLst/>
          </a:prstGeom>
        </p:spPr>
      </p:pic>
    </p:spTree>
    <p:extLst>
      <p:ext uri="{BB962C8B-B14F-4D97-AF65-F5344CB8AC3E}">
        <p14:creationId xmlns:p14="http://schemas.microsoft.com/office/powerpoint/2010/main" val="128406877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41C8ACF-F29F-A44A-8687-F4BB88719181}"/>
              </a:ext>
            </a:extLst>
          </p:cNvPr>
          <p:cNvSpPr>
            <a:spLocks noGrp="1"/>
          </p:cNvSpPr>
          <p:nvPr>
            <p:ph type="title"/>
          </p:nvPr>
        </p:nvSpPr>
        <p:spPr/>
        <p:txBody>
          <a:bodyPr/>
          <a:lstStyle/>
          <a:p>
            <a:r>
              <a:rPr lang="en-US" dirty="0"/>
              <a:t>Getting Help</a:t>
            </a:r>
            <a:endParaRPr lang="en-BE" dirty="0"/>
          </a:p>
        </p:txBody>
      </p:sp>
      <p:sp>
        <p:nvSpPr>
          <p:cNvPr id="6" name="Content Placeholder 5">
            <a:extLst>
              <a:ext uri="{FF2B5EF4-FFF2-40B4-BE49-F238E27FC236}">
                <a16:creationId xmlns:a16="http://schemas.microsoft.com/office/drawing/2014/main" id="{0652C8F5-65A2-ECB6-39C5-54020C2583BC}"/>
              </a:ext>
            </a:extLst>
          </p:cNvPr>
          <p:cNvSpPr>
            <a:spLocks noGrp="1"/>
          </p:cNvSpPr>
          <p:nvPr>
            <p:ph idx="1"/>
          </p:nvPr>
        </p:nvSpPr>
        <p:spPr>
          <a:xfrm>
            <a:off x="838200" y="1825625"/>
            <a:ext cx="4957119" cy="4351338"/>
          </a:xfrm>
        </p:spPr>
        <p:txBody>
          <a:bodyPr>
            <a:normAutofit fontScale="85000" lnSpcReduction="20000"/>
          </a:bodyPr>
          <a:lstStyle/>
          <a:p>
            <a:r>
              <a:rPr lang="en-US" dirty="0"/>
              <a:t>Passing an Object to help()</a:t>
            </a:r>
          </a:p>
          <a:p>
            <a:pPr lvl="1"/>
            <a:r>
              <a:rPr lang="nl-BE" dirty="0">
                <a:latin typeface="Courier New" panose="02070309020205020404" pitchFamily="49" charset="0"/>
                <a:cs typeface="Courier New" panose="02070309020205020404" pitchFamily="49" charset="0"/>
              </a:rPr>
              <a:t>help(print)</a:t>
            </a:r>
          </a:p>
          <a:p>
            <a:pPr lvl="1"/>
            <a:r>
              <a:rPr lang="nl-BE" dirty="0">
                <a:latin typeface="Courier New" panose="02070309020205020404" pitchFamily="49" charset="0"/>
                <a:cs typeface="Courier New" panose="02070309020205020404" pitchFamily="49" charset="0"/>
              </a:rPr>
              <a:t>help(</a:t>
            </a:r>
            <a:r>
              <a:rPr lang="nl-BE" dirty="0" err="1">
                <a:latin typeface="Courier New" panose="02070309020205020404" pitchFamily="49" charset="0"/>
                <a:cs typeface="Courier New" panose="02070309020205020404" pitchFamily="49" charset="0"/>
              </a:rPr>
              <a:t>str.upper</a:t>
            </a:r>
            <a:r>
              <a:rPr lang="nl-BE" dirty="0">
                <a:latin typeface="Courier New" panose="02070309020205020404" pitchFamily="49" charset="0"/>
                <a:cs typeface="Courier New" panose="02070309020205020404" pitchFamily="49" charset="0"/>
              </a:rPr>
              <a:t>)</a:t>
            </a:r>
          </a:p>
          <a:p>
            <a:r>
              <a:rPr lang="nl-BE" dirty="0"/>
              <a:t>Passing a string </a:t>
            </a:r>
            <a:r>
              <a:rPr lang="nl-BE" dirty="0" err="1"/>
              <a:t>to</a:t>
            </a:r>
            <a:r>
              <a:rPr lang="nl-BE" dirty="0"/>
              <a:t> help()</a:t>
            </a:r>
          </a:p>
          <a:p>
            <a:pPr lvl="1"/>
            <a:r>
              <a:rPr lang="en-US" dirty="0"/>
              <a:t>pass a string as an argument, the string will be treated as the name of a function, module, keyword, method, class, or a documentation topic and the corresponding help page will be printed. </a:t>
            </a:r>
          </a:p>
          <a:p>
            <a:r>
              <a:rPr lang="en-US" dirty="0"/>
              <a:t>When needing help about a function from a certain Python library: </a:t>
            </a:r>
          </a:p>
          <a:p>
            <a:pPr lvl="1"/>
            <a:r>
              <a:rPr lang="en-US" dirty="0"/>
              <a:t>First import the library. </a:t>
            </a:r>
          </a:p>
          <a:p>
            <a:pPr lvl="1"/>
            <a:r>
              <a:rPr lang="en-US" dirty="0"/>
              <a:t>Ask to get the documentation for the  function defined in the Python library.</a:t>
            </a:r>
            <a:endParaRPr lang="en-BE" dirty="0"/>
          </a:p>
        </p:txBody>
      </p:sp>
      <p:pic>
        <p:nvPicPr>
          <p:cNvPr id="10" name="Picture 9">
            <a:extLst>
              <a:ext uri="{FF2B5EF4-FFF2-40B4-BE49-F238E27FC236}">
                <a16:creationId xmlns:a16="http://schemas.microsoft.com/office/drawing/2014/main" id="{8AA02272-96A0-0E03-C4CC-E4FBE0193ACE}"/>
              </a:ext>
            </a:extLst>
          </p:cNvPr>
          <p:cNvPicPr>
            <a:picLocks noChangeAspect="1"/>
          </p:cNvPicPr>
          <p:nvPr/>
        </p:nvPicPr>
        <p:blipFill>
          <a:blip r:embed="rId2"/>
          <a:stretch>
            <a:fillRect/>
          </a:stretch>
        </p:blipFill>
        <p:spPr>
          <a:xfrm>
            <a:off x="6155673" y="257175"/>
            <a:ext cx="6036327" cy="3268450"/>
          </a:xfrm>
          <a:prstGeom prst="rect">
            <a:avLst/>
          </a:prstGeom>
        </p:spPr>
      </p:pic>
      <p:pic>
        <p:nvPicPr>
          <p:cNvPr id="12" name="Picture 11">
            <a:extLst>
              <a:ext uri="{FF2B5EF4-FFF2-40B4-BE49-F238E27FC236}">
                <a16:creationId xmlns:a16="http://schemas.microsoft.com/office/drawing/2014/main" id="{0FEB19D5-C0BD-184E-FCF9-49709B1E3967}"/>
              </a:ext>
            </a:extLst>
          </p:cNvPr>
          <p:cNvPicPr>
            <a:picLocks noChangeAspect="1"/>
          </p:cNvPicPr>
          <p:nvPr/>
        </p:nvPicPr>
        <p:blipFill>
          <a:blip r:embed="rId3"/>
          <a:stretch>
            <a:fillRect/>
          </a:stretch>
        </p:blipFill>
        <p:spPr>
          <a:xfrm>
            <a:off x="6172200" y="3711575"/>
            <a:ext cx="6019800" cy="2781300"/>
          </a:xfrm>
          <a:prstGeom prst="rect">
            <a:avLst/>
          </a:prstGeom>
        </p:spPr>
      </p:pic>
    </p:spTree>
    <p:extLst>
      <p:ext uri="{BB962C8B-B14F-4D97-AF65-F5344CB8AC3E}">
        <p14:creationId xmlns:p14="http://schemas.microsoft.com/office/powerpoint/2010/main" val="27923929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2D493-5B88-4ECA-D069-BF2596DB87B3}"/>
              </a:ext>
            </a:extLst>
          </p:cNvPr>
          <p:cNvSpPr>
            <a:spLocks noGrp="1"/>
          </p:cNvSpPr>
          <p:nvPr>
            <p:ph type="title"/>
          </p:nvPr>
        </p:nvSpPr>
        <p:spPr/>
        <p:txBody>
          <a:bodyPr/>
          <a:lstStyle/>
          <a:p>
            <a:r>
              <a:rPr lang="en-US" dirty="0"/>
              <a:t>Getting Help</a:t>
            </a:r>
            <a:endParaRPr lang="en-BE" dirty="0"/>
          </a:p>
        </p:txBody>
      </p:sp>
      <p:sp>
        <p:nvSpPr>
          <p:cNvPr id="3" name="Content Placeholder 2">
            <a:extLst>
              <a:ext uri="{FF2B5EF4-FFF2-40B4-BE49-F238E27FC236}">
                <a16:creationId xmlns:a16="http://schemas.microsoft.com/office/drawing/2014/main" id="{63C8A1B1-1E03-2E46-64D5-911ABF3926D0}"/>
              </a:ext>
            </a:extLst>
          </p:cNvPr>
          <p:cNvSpPr>
            <a:spLocks noGrp="1"/>
          </p:cNvSpPr>
          <p:nvPr>
            <p:ph idx="1"/>
          </p:nvPr>
        </p:nvSpPr>
        <p:spPr/>
        <p:txBody>
          <a:bodyPr/>
          <a:lstStyle/>
          <a:p>
            <a:r>
              <a:rPr lang="en-US" dirty="0"/>
              <a:t>Python website provides in depth online documentation: </a:t>
            </a:r>
            <a:r>
              <a:rPr lang="en-US" dirty="0">
                <a:hlinkClick r:id="rId2"/>
              </a:rPr>
              <a:t>https://docs.python.org/3/index.html</a:t>
            </a:r>
            <a:r>
              <a:rPr lang="en-US" dirty="0"/>
              <a:t> </a:t>
            </a:r>
          </a:p>
          <a:p>
            <a:r>
              <a:rPr lang="en-US" dirty="0"/>
              <a:t>Python website provides a comprehensive tutorial that has many examples: </a:t>
            </a:r>
            <a:r>
              <a:rPr lang="en-US" dirty="0">
                <a:hlinkClick r:id="rId3"/>
              </a:rPr>
              <a:t>https://docs.python.org/3/tutorial/index.html</a:t>
            </a:r>
            <a:r>
              <a:rPr lang="en-US" dirty="0"/>
              <a:t> </a:t>
            </a:r>
            <a:endParaRPr lang="en-BE" dirty="0"/>
          </a:p>
        </p:txBody>
      </p:sp>
    </p:spTree>
    <p:extLst>
      <p:ext uri="{BB962C8B-B14F-4D97-AF65-F5344CB8AC3E}">
        <p14:creationId xmlns:p14="http://schemas.microsoft.com/office/powerpoint/2010/main" val="4075235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help, help(), and </a:t>
            </a:r>
            <a:r>
              <a:rPr lang="en-US" dirty="0" err="1"/>
              <a:t>dir</a:t>
            </a:r>
            <a:r>
              <a:rPr lang="en-US" dirty="0"/>
              <a:t>()</a:t>
            </a:r>
            <a:endParaRPr lang="nl-BE" dirty="0"/>
          </a:p>
        </p:txBody>
      </p:sp>
      <p:sp>
        <p:nvSpPr>
          <p:cNvPr id="3" name="Content Placeholder 2"/>
          <p:cNvSpPr>
            <a:spLocks noGrp="1"/>
          </p:cNvSpPr>
          <p:nvPr>
            <p:ph idx="1"/>
          </p:nvPr>
        </p:nvSpPr>
        <p:spPr/>
        <p:txBody>
          <a:bodyPr>
            <a:normAutofit/>
          </a:bodyPr>
          <a:lstStyle/>
          <a:p>
            <a:r>
              <a:rPr lang="en-US" sz="2000" i="1" dirty="0"/>
              <a:t>How do I call this function? What arguments and options does it have?</a:t>
            </a:r>
          </a:p>
          <a:p>
            <a:r>
              <a:rPr lang="en-US" sz="2000" i="1" dirty="0"/>
              <a:t>What does the source code of this Python object look like?</a:t>
            </a:r>
          </a:p>
          <a:p>
            <a:r>
              <a:rPr lang="en-US" sz="2000" i="1" dirty="0"/>
              <a:t>What is in this package I imported? What attributes or methods does this object have?</a:t>
            </a:r>
          </a:p>
          <a:p>
            <a:r>
              <a:rPr lang="en-US" dirty="0"/>
              <a:t>Google search, starting with the word "python", like "python loop" or "python string lowercase". </a:t>
            </a:r>
          </a:p>
          <a:p>
            <a:r>
              <a:rPr lang="en-US" dirty="0"/>
              <a:t>The official Python docs site: </a:t>
            </a:r>
            <a:r>
              <a:rPr lang="en-US" dirty="0">
                <a:hlinkClick r:id="rId3"/>
              </a:rPr>
              <a:t>https://docs.python.org/3/</a:t>
            </a:r>
            <a:endParaRPr lang="en-US" dirty="0"/>
          </a:p>
          <a:p>
            <a:r>
              <a:rPr lang="en-US" dirty="0"/>
              <a:t>Many questions (and answers) can be found on </a:t>
            </a:r>
            <a:r>
              <a:rPr lang="en-US" dirty="0" err="1"/>
              <a:t>StackOverflow</a:t>
            </a:r>
            <a:endParaRPr lang="en-US" dirty="0"/>
          </a:p>
          <a:p>
            <a:r>
              <a:rPr lang="en-US" dirty="0"/>
              <a:t>Use the help() and </a:t>
            </a:r>
            <a:r>
              <a:rPr lang="en-US" dirty="0" err="1"/>
              <a:t>dir</a:t>
            </a:r>
            <a:r>
              <a:rPr lang="en-US" dirty="0"/>
              <a:t>() functions  (</a:t>
            </a:r>
            <a:r>
              <a:rPr lang="en-US" dirty="0">
                <a:latin typeface="Courier New" panose="02070309020205020404" pitchFamily="49" charset="0"/>
                <a:cs typeface="Courier New" panose="02070309020205020404" pitchFamily="49" charset="0"/>
              </a:rPr>
              <a:t>help(‘math’)</a:t>
            </a:r>
            <a:r>
              <a:rPr lang="en-US" dirty="0"/>
              <a:t>)</a:t>
            </a:r>
          </a:p>
          <a:p>
            <a:r>
              <a:rPr lang="nl-BE" sz="1400" dirty="0"/>
              <a:t>https://jakevdp.github.io/PythonDataScienceHandbook/01.01-help-and-documentation.html</a:t>
            </a:r>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46664" y="365125"/>
            <a:ext cx="707136" cy="914400"/>
          </a:xfrm>
          <a:prstGeom prst="rect">
            <a:avLst/>
          </a:prstGeom>
        </p:spPr>
      </p:pic>
    </p:spTree>
    <p:extLst>
      <p:ext uri="{BB962C8B-B14F-4D97-AF65-F5344CB8AC3E}">
        <p14:creationId xmlns:p14="http://schemas.microsoft.com/office/powerpoint/2010/main" val="1681264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5675</Words>
  <Application>Microsoft Office PowerPoint</Application>
  <PresentationFormat>Widescreen</PresentationFormat>
  <Paragraphs>530</Paragraphs>
  <Slides>71</Slides>
  <Notes>18</Notes>
  <HiddenSlides>6</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Aptos</vt:lpstr>
      <vt:lpstr>Aptos Display</vt:lpstr>
      <vt:lpstr>Arial</vt:lpstr>
      <vt:lpstr>Consolas</vt:lpstr>
      <vt:lpstr>Courier New</vt:lpstr>
      <vt:lpstr>Office Theme</vt:lpstr>
      <vt:lpstr>Python</vt:lpstr>
      <vt:lpstr>Python Environment</vt:lpstr>
      <vt:lpstr>Installing Python – Other Approaches</vt:lpstr>
      <vt:lpstr>Miniconda Installation (MacOS &amp; Linux)</vt:lpstr>
      <vt:lpstr>Miniconda Installation (Windows)</vt:lpstr>
      <vt:lpstr>Miniconda Installation (Windows)</vt:lpstr>
      <vt:lpstr>Miniconda Environment Management</vt:lpstr>
      <vt:lpstr>Miniconda Environment Creation</vt:lpstr>
      <vt:lpstr>Miniconda Environment Usage</vt:lpstr>
      <vt:lpstr>Environment: general workflow (CLI)</vt:lpstr>
      <vt:lpstr>Environment: extra (CLI)</vt:lpstr>
      <vt:lpstr>Running Python Code</vt:lpstr>
      <vt:lpstr>Some background</vt:lpstr>
      <vt:lpstr>Making it work</vt:lpstr>
      <vt:lpstr>Where to start?</vt:lpstr>
      <vt:lpstr>Hello World</vt:lpstr>
      <vt:lpstr>Python interpreter</vt:lpstr>
      <vt:lpstr>Python interpreter</vt:lpstr>
      <vt:lpstr>Python interpreter</vt:lpstr>
      <vt:lpstr>IPython interpreter</vt:lpstr>
      <vt:lpstr>IPython interpreter</vt:lpstr>
      <vt:lpstr>Magic commands</vt:lpstr>
      <vt:lpstr>Magic commands</vt:lpstr>
      <vt:lpstr>Python scripts</vt:lpstr>
      <vt:lpstr>Run Python script</vt:lpstr>
      <vt:lpstr>Python scripts</vt:lpstr>
      <vt:lpstr>File types</vt:lpstr>
      <vt:lpstr>Visual Studio Code </vt:lpstr>
      <vt:lpstr>IDE: Visual Studio Code (VSCode)</vt:lpstr>
      <vt:lpstr>Setup</vt:lpstr>
      <vt:lpstr>Spyder </vt:lpstr>
      <vt:lpstr>IDE: Spyder</vt:lpstr>
      <vt:lpstr>IDE: Spyder</vt:lpstr>
      <vt:lpstr>Spyder Help</vt:lpstr>
      <vt:lpstr>Running scripts in Spyder console</vt:lpstr>
      <vt:lpstr>Running scripts in Spyder</vt:lpstr>
      <vt:lpstr>Running scripts in Spyder</vt:lpstr>
      <vt:lpstr>Debugging in Spyder</vt:lpstr>
      <vt:lpstr>Backdoor: Python Environment</vt:lpstr>
      <vt:lpstr>Jupyterlab / Jupyter notebook</vt:lpstr>
      <vt:lpstr>(Jupyter) notebook</vt:lpstr>
      <vt:lpstr>(Jupyter) notebook</vt:lpstr>
      <vt:lpstr>Jupyter notebook vs Jupyterlab</vt:lpstr>
      <vt:lpstr>JupyterLab</vt:lpstr>
      <vt:lpstr>JupyterLab: how to launch?</vt:lpstr>
      <vt:lpstr>Jupyterlab interface</vt:lpstr>
      <vt:lpstr>JupyterLab interface</vt:lpstr>
      <vt:lpstr>JupyterLab interface</vt:lpstr>
      <vt:lpstr>JupyterLab Notebook</vt:lpstr>
      <vt:lpstr>JupyterLab shortcuts</vt:lpstr>
      <vt:lpstr>Jupyterlab shutdown</vt:lpstr>
      <vt:lpstr>Jupyter notebook</vt:lpstr>
      <vt:lpstr>Jupyter notebook</vt:lpstr>
      <vt:lpstr>Jupyter notebook</vt:lpstr>
      <vt:lpstr>Jupyter: basics of editing</vt:lpstr>
      <vt:lpstr>Jupyter: basics of editing</vt:lpstr>
      <vt:lpstr>Jupyter: basics of editing</vt:lpstr>
      <vt:lpstr>Close and Shutdown Jupyter Notebook</vt:lpstr>
      <vt:lpstr>Jupyter: some tips</vt:lpstr>
      <vt:lpstr>See also</vt:lpstr>
      <vt:lpstr>Google Colab</vt:lpstr>
      <vt:lpstr>Scripts vs Notebooks</vt:lpstr>
      <vt:lpstr>Scripts vs notebooks: script</vt:lpstr>
      <vt:lpstr>Scripts vs notebooks: script</vt:lpstr>
      <vt:lpstr>Scripts vs notebooks: notebook</vt:lpstr>
      <vt:lpstr>What to use?</vt:lpstr>
      <vt:lpstr>Getting Help</vt:lpstr>
      <vt:lpstr>Getting Help</vt:lpstr>
      <vt:lpstr>Getting Help</vt:lpstr>
      <vt:lpstr>Getting Help</vt:lpstr>
      <vt:lpstr>Online help, help(), and dir()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Ehsan Moravveji</dc:creator>
  <cp:lastModifiedBy>Ehsan Moravveji</cp:lastModifiedBy>
  <cp:revision>24</cp:revision>
  <dcterms:created xsi:type="dcterms:W3CDTF">2025-10-08T11:48:28Z</dcterms:created>
  <dcterms:modified xsi:type="dcterms:W3CDTF">2026-10-02T10:06:05Z</dcterms:modified>
</cp:coreProperties>
</file>