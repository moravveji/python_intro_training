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handoutMasterIdLst>
    <p:handoutMasterId r:id="rId69"/>
  </p:handoutMasterIdLst>
  <p:sldIdLst>
    <p:sldId id="256" r:id="rId2"/>
    <p:sldId id="259" r:id="rId3"/>
    <p:sldId id="357" r:id="rId4"/>
    <p:sldId id="422" r:id="rId5"/>
    <p:sldId id="453" r:id="rId6"/>
    <p:sldId id="263" r:id="rId7"/>
    <p:sldId id="287" r:id="rId8"/>
    <p:sldId id="458" r:id="rId9"/>
    <p:sldId id="463" r:id="rId10"/>
    <p:sldId id="264" r:id="rId11"/>
    <p:sldId id="470" r:id="rId12"/>
    <p:sldId id="288" r:id="rId13"/>
    <p:sldId id="289" r:id="rId14"/>
    <p:sldId id="325" r:id="rId15"/>
    <p:sldId id="471" r:id="rId16"/>
    <p:sldId id="479" r:id="rId17"/>
    <p:sldId id="326" r:id="rId18"/>
    <p:sldId id="327" r:id="rId19"/>
    <p:sldId id="329" r:id="rId20"/>
    <p:sldId id="330" r:id="rId21"/>
    <p:sldId id="468" r:id="rId22"/>
    <p:sldId id="481" r:id="rId23"/>
    <p:sldId id="459" r:id="rId24"/>
    <p:sldId id="328" r:id="rId25"/>
    <p:sldId id="469" r:id="rId26"/>
    <p:sldId id="454" r:id="rId27"/>
    <p:sldId id="457" r:id="rId28"/>
    <p:sldId id="483" r:id="rId29"/>
    <p:sldId id="484" r:id="rId30"/>
    <p:sldId id="331" r:id="rId31"/>
    <p:sldId id="464" r:id="rId32"/>
    <p:sldId id="265" r:id="rId33"/>
    <p:sldId id="334" r:id="rId34"/>
    <p:sldId id="335" r:id="rId35"/>
    <p:sldId id="472" r:id="rId36"/>
    <p:sldId id="336" r:id="rId37"/>
    <p:sldId id="478" r:id="rId38"/>
    <p:sldId id="341" r:id="rId39"/>
    <p:sldId id="455" r:id="rId40"/>
    <p:sldId id="434" r:id="rId41"/>
    <p:sldId id="465" r:id="rId42"/>
    <p:sldId id="266" r:id="rId43"/>
    <p:sldId id="473" r:id="rId44"/>
    <p:sldId id="474" r:id="rId45"/>
    <p:sldId id="475" r:id="rId46"/>
    <p:sldId id="476" r:id="rId47"/>
    <p:sldId id="349" r:id="rId48"/>
    <p:sldId id="433" r:id="rId49"/>
    <p:sldId id="480" r:id="rId50"/>
    <p:sldId id="477" r:id="rId51"/>
    <p:sldId id="350" r:id="rId52"/>
    <p:sldId id="466" r:id="rId53"/>
    <p:sldId id="267" r:id="rId54"/>
    <p:sldId id="358" r:id="rId55"/>
    <p:sldId id="460" r:id="rId56"/>
    <p:sldId id="461" r:id="rId57"/>
    <p:sldId id="467" r:id="rId58"/>
    <p:sldId id="462" r:id="rId59"/>
    <p:sldId id="332" r:id="rId60"/>
    <p:sldId id="456" r:id="rId61"/>
    <p:sldId id="410" r:id="rId62"/>
    <p:sldId id="412" r:id="rId63"/>
    <p:sldId id="411" r:id="rId64"/>
    <p:sldId id="413" r:id="rId65"/>
    <p:sldId id="414" r:id="rId66"/>
    <p:sldId id="415" r:id="rId67"/>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E0166E9F-00A3-48C1-BDF5-E5144822804C}">
          <p14:sldIdLst>
            <p14:sldId id="256"/>
            <p14:sldId id="259"/>
            <p14:sldId id="357"/>
            <p14:sldId id="422"/>
          </p14:sldIdLst>
        </p14:section>
        <p14:section name="Data Structures" id="{07356863-8514-40A2-A79F-8969226E4DB0}">
          <p14:sldIdLst>
            <p14:sldId id="453"/>
            <p14:sldId id="263"/>
            <p14:sldId id="287"/>
            <p14:sldId id="458"/>
          </p14:sldIdLst>
        </p14:section>
        <p14:section name="Data_types List" id="{02FC1151-B772-492B-B02F-EF07EE97FF8B}">
          <p14:sldIdLst>
            <p14:sldId id="463"/>
            <p14:sldId id="264"/>
            <p14:sldId id="470"/>
            <p14:sldId id="288"/>
            <p14:sldId id="289"/>
            <p14:sldId id="325"/>
            <p14:sldId id="471"/>
            <p14:sldId id="479"/>
            <p14:sldId id="326"/>
            <p14:sldId id="327"/>
            <p14:sldId id="329"/>
            <p14:sldId id="330"/>
            <p14:sldId id="468"/>
            <p14:sldId id="481"/>
            <p14:sldId id="459"/>
            <p14:sldId id="328"/>
            <p14:sldId id="469"/>
            <p14:sldId id="454"/>
            <p14:sldId id="457"/>
            <p14:sldId id="483"/>
            <p14:sldId id="484"/>
            <p14:sldId id="331"/>
          </p14:sldIdLst>
        </p14:section>
        <p14:section name="Data_types Tuple" id="{A9F3B60C-5188-4422-98BB-BAB590C5763A}">
          <p14:sldIdLst>
            <p14:sldId id="464"/>
            <p14:sldId id="265"/>
            <p14:sldId id="334"/>
            <p14:sldId id="335"/>
            <p14:sldId id="472"/>
            <p14:sldId id="336"/>
            <p14:sldId id="478"/>
            <p14:sldId id="341"/>
            <p14:sldId id="455"/>
            <p14:sldId id="434"/>
          </p14:sldIdLst>
        </p14:section>
        <p14:section name="Data_types Dictionary" id="{891C36CA-FDDD-4C41-A7AA-6F33E7975CA5}">
          <p14:sldIdLst>
            <p14:sldId id="465"/>
            <p14:sldId id="266"/>
            <p14:sldId id="473"/>
            <p14:sldId id="474"/>
            <p14:sldId id="475"/>
            <p14:sldId id="476"/>
            <p14:sldId id="349"/>
            <p14:sldId id="433"/>
            <p14:sldId id="480"/>
            <p14:sldId id="477"/>
            <p14:sldId id="350"/>
          </p14:sldIdLst>
        </p14:section>
        <p14:section name="Data_types Set" id="{685C9AC1-FEC7-4061-90A4-7CBA501912A5}">
          <p14:sldIdLst>
            <p14:sldId id="466"/>
            <p14:sldId id="267"/>
            <p14:sldId id="358"/>
            <p14:sldId id="460"/>
            <p14:sldId id="461"/>
          </p14:sldIdLst>
        </p14:section>
        <p14:section name="extra" id="{D260F039-E3E5-4D65-A2E0-699FB73D1691}">
          <p14:sldIdLst>
            <p14:sldId id="467"/>
            <p14:sldId id="462"/>
            <p14:sldId id="332"/>
            <p14:sldId id="456"/>
            <p14:sldId id="410"/>
            <p14:sldId id="412"/>
            <p14:sldId id="411"/>
            <p14:sldId id="413"/>
            <p14:sldId id="414"/>
            <p14:sldId id="415"/>
          </p14:sldIdLst>
        </p14:section>
      </p14:sectionLst>
    </p:ex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Animation="0"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86207B-1B86-4ADD-9CE5-A38BA9414DAB}" v="70" dt="2025-10-12T17:20:57.9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316" autoAdjust="0"/>
    <p:restoredTop sz="91767" autoAdjust="0"/>
  </p:normalViewPr>
  <p:slideViewPr>
    <p:cSldViewPr snapToGrid="0" showGuides="1">
      <p:cViewPr varScale="1">
        <p:scale>
          <a:sx n="87" d="100"/>
          <a:sy n="87" d="100"/>
        </p:scale>
        <p:origin x="101" y="77"/>
      </p:cViewPr>
      <p:guideLst>
        <p:guide orient="horz" pos="2160"/>
        <p:guide pos="3817"/>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2618"/>
    </p:cViewPr>
  </p:sorterViewPr>
  <p:notesViewPr>
    <p:cSldViewPr snapToGrid="0" showGuides="1">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hsan Moravveji" userId="21e7e8ea3c9f37f0" providerId="LiveId" clId="{8C86207B-1B86-4ADD-9CE5-A38BA9414DAB}"/>
    <pc:docChg chg="undo custSel modSld">
      <pc:chgData name="Ehsan Moravveji" userId="21e7e8ea3c9f37f0" providerId="LiveId" clId="{8C86207B-1B86-4ADD-9CE5-A38BA9414DAB}" dt="2025-10-12T17:20:57.906" v="516"/>
      <pc:docMkLst>
        <pc:docMk/>
      </pc:docMkLst>
      <pc:sldChg chg="modSp mod">
        <pc:chgData name="Ehsan Moravveji" userId="21e7e8ea3c9f37f0" providerId="LiveId" clId="{8C86207B-1B86-4ADD-9CE5-A38BA9414DAB}" dt="2025-10-10T20:02:34.864" v="59" actId="20577"/>
        <pc:sldMkLst>
          <pc:docMk/>
          <pc:sldMk cId="2072749382" sldId="264"/>
        </pc:sldMkLst>
        <pc:spChg chg="mod">
          <ac:chgData name="Ehsan Moravveji" userId="21e7e8ea3c9f37f0" providerId="LiveId" clId="{8C86207B-1B86-4ADD-9CE5-A38BA9414DAB}" dt="2025-10-10T20:02:34.864" v="59" actId="20577"/>
          <ac:spMkLst>
            <pc:docMk/>
            <pc:sldMk cId="2072749382" sldId="264"/>
            <ac:spMk id="3" creationId="{00000000-0000-0000-0000-000000000000}"/>
          </ac:spMkLst>
        </pc:spChg>
      </pc:sldChg>
      <pc:sldChg chg="modSp">
        <pc:chgData name="Ehsan Moravveji" userId="21e7e8ea3c9f37f0" providerId="LiveId" clId="{8C86207B-1B86-4ADD-9CE5-A38BA9414DAB}" dt="2025-10-10T21:22:11.930" v="220"/>
        <pc:sldMkLst>
          <pc:docMk/>
          <pc:sldMk cId="779977204" sldId="265"/>
        </pc:sldMkLst>
        <pc:spChg chg="mod">
          <ac:chgData name="Ehsan Moravveji" userId="21e7e8ea3c9f37f0" providerId="LiveId" clId="{8C86207B-1B86-4ADD-9CE5-A38BA9414DAB}" dt="2025-10-10T21:22:11.930" v="220"/>
          <ac:spMkLst>
            <pc:docMk/>
            <pc:sldMk cId="779977204" sldId="265"/>
            <ac:spMk id="3" creationId="{00000000-0000-0000-0000-000000000000}"/>
          </ac:spMkLst>
        </pc:spChg>
      </pc:sldChg>
      <pc:sldChg chg="modSp mod">
        <pc:chgData name="Ehsan Moravveji" userId="21e7e8ea3c9f37f0" providerId="LiveId" clId="{8C86207B-1B86-4ADD-9CE5-A38BA9414DAB}" dt="2025-10-12T17:16:51.223" v="403" actId="255"/>
        <pc:sldMkLst>
          <pc:docMk/>
          <pc:sldMk cId="2423346693" sldId="267"/>
        </pc:sldMkLst>
        <pc:spChg chg="mod">
          <ac:chgData name="Ehsan Moravveji" userId="21e7e8ea3c9f37f0" providerId="LiveId" clId="{8C86207B-1B86-4ADD-9CE5-A38BA9414DAB}" dt="2025-10-12T17:16:51.223" v="403" actId="255"/>
          <ac:spMkLst>
            <pc:docMk/>
            <pc:sldMk cId="2423346693" sldId="267"/>
            <ac:spMk id="3" creationId="{00000000-0000-0000-0000-000000000000}"/>
          </ac:spMkLst>
        </pc:spChg>
      </pc:sldChg>
      <pc:sldChg chg="modSp mod">
        <pc:chgData name="Ehsan Moravveji" userId="21e7e8ea3c9f37f0" providerId="LiveId" clId="{8C86207B-1B86-4ADD-9CE5-A38BA9414DAB}" dt="2025-10-10T20:05:11.594" v="87"/>
        <pc:sldMkLst>
          <pc:docMk/>
          <pc:sldMk cId="1364474533" sldId="288"/>
        </pc:sldMkLst>
        <pc:spChg chg="mod">
          <ac:chgData name="Ehsan Moravveji" userId="21e7e8ea3c9f37f0" providerId="LiveId" clId="{8C86207B-1B86-4ADD-9CE5-A38BA9414DAB}" dt="2025-10-10T20:05:11.594" v="87"/>
          <ac:spMkLst>
            <pc:docMk/>
            <pc:sldMk cId="1364474533" sldId="288"/>
            <ac:spMk id="3" creationId="{00000000-0000-0000-0000-000000000000}"/>
          </ac:spMkLst>
        </pc:spChg>
      </pc:sldChg>
      <pc:sldChg chg="modSp">
        <pc:chgData name="Ehsan Moravveji" userId="21e7e8ea3c9f37f0" providerId="LiveId" clId="{8C86207B-1B86-4ADD-9CE5-A38BA9414DAB}" dt="2025-10-10T20:07:31.975" v="88"/>
        <pc:sldMkLst>
          <pc:docMk/>
          <pc:sldMk cId="3585817605" sldId="289"/>
        </pc:sldMkLst>
        <pc:spChg chg="mod">
          <ac:chgData name="Ehsan Moravveji" userId="21e7e8ea3c9f37f0" providerId="LiveId" clId="{8C86207B-1B86-4ADD-9CE5-A38BA9414DAB}" dt="2025-10-10T20:07:31.975" v="88"/>
          <ac:spMkLst>
            <pc:docMk/>
            <pc:sldMk cId="3585817605" sldId="289"/>
            <ac:spMk id="3" creationId="{00000000-0000-0000-0000-000000000000}"/>
          </ac:spMkLst>
        </pc:spChg>
      </pc:sldChg>
      <pc:sldChg chg="modSp mod">
        <pc:chgData name="Ehsan Moravveji" userId="21e7e8ea3c9f37f0" providerId="LiveId" clId="{8C86207B-1B86-4ADD-9CE5-A38BA9414DAB}" dt="2025-10-10T20:09:18.109" v="98" actId="20577"/>
        <pc:sldMkLst>
          <pc:docMk/>
          <pc:sldMk cId="933411395" sldId="325"/>
        </pc:sldMkLst>
        <pc:spChg chg="mod">
          <ac:chgData name="Ehsan Moravveji" userId="21e7e8ea3c9f37f0" providerId="LiveId" clId="{8C86207B-1B86-4ADD-9CE5-A38BA9414DAB}" dt="2025-10-10T20:09:18.109" v="98" actId="20577"/>
          <ac:spMkLst>
            <pc:docMk/>
            <pc:sldMk cId="933411395" sldId="325"/>
            <ac:spMk id="3" creationId="{00000000-0000-0000-0000-000000000000}"/>
          </ac:spMkLst>
        </pc:spChg>
      </pc:sldChg>
      <pc:sldChg chg="modSp mod">
        <pc:chgData name="Ehsan Moravveji" userId="21e7e8ea3c9f37f0" providerId="LiveId" clId="{8C86207B-1B86-4ADD-9CE5-A38BA9414DAB}" dt="2025-10-10T20:30:40.675" v="124" actId="20577"/>
        <pc:sldMkLst>
          <pc:docMk/>
          <pc:sldMk cId="316877491" sldId="326"/>
        </pc:sldMkLst>
        <pc:spChg chg="mod">
          <ac:chgData name="Ehsan Moravveji" userId="21e7e8ea3c9f37f0" providerId="LiveId" clId="{8C86207B-1B86-4ADD-9CE5-A38BA9414DAB}" dt="2025-10-10T20:30:40.675" v="124" actId="20577"/>
          <ac:spMkLst>
            <pc:docMk/>
            <pc:sldMk cId="316877491" sldId="326"/>
            <ac:spMk id="3" creationId="{00000000-0000-0000-0000-000000000000}"/>
          </ac:spMkLst>
        </pc:spChg>
      </pc:sldChg>
      <pc:sldChg chg="modSp mod">
        <pc:chgData name="Ehsan Moravveji" userId="21e7e8ea3c9f37f0" providerId="LiveId" clId="{8C86207B-1B86-4ADD-9CE5-A38BA9414DAB}" dt="2025-10-10T20:44:23.385" v="136" actId="20577"/>
        <pc:sldMkLst>
          <pc:docMk/>
          <pc:sldMk cId="3977056875" sldId="327"/>
        </pc:sldMkLst>
        <pc:spChg chg="mod">
          <ac:chgData name="Ehsan Moravveji" userId="21e7e8ea3c9f37f0" providerId="LiveId" clId="{8C86207B-1B86-4ADD-9CE5-A38BA9414DAB}" dt="2025-10-10T20:44:23.385" v="136" actId="20577"/>
          <ac:spMkLst>
            <pc:docMk/>
            <pc:sldMk cId="3977056875" sldId="327"/>
            <ac:spMk id="3" creationId="{00000000-0000-0000-0000-000000000000}"/>
          </ac:spMkLst>
        </pc:spChg>
      </pc:sldChg>
      <pc:sldChg chg="modSp mod">
        <pc:chgData name="Ehsan Moravveji" userId="21e7e8ea3c9f37f0" providerId="LiveId" clId="{8C86207B-1B86-4ADD-9CE5-A38BA9414DAB}" dt="2025-10-10T20:45:42.684" v="145" actId="20577"/>
        <pc:sldMkLst>
          <pc:docMk/>
          <pc:sldMk cId="1523360105" sldId="329"/>
        </pc:sldMkLst>
        <pc:spChg chg="mod">
          <ac:chgData name="Ehsan Moravveji" userId="21e7e8ea3c9f37f0" providerId="LiveId" clId="{8C86207B-1B86-4ADD-9CE5-A38BA9414DAB}" dt="2025-10-10T20:45:42.684" v="145" actId="20577"/>
          <ac:spMkLst>
            <pc:docMk/>
            <pc:sldMk cId="1523360105" sldId="329"/>
            <ac:spMk id="3" creationId="{00000000-0000-0000-0000-000000000000}"/>
          </ac:spMkLst>
        </pc:spChg>
      </pc:sldChg>
      <pc:sldChg chg="modSp mod">
        <pc:chgData name="Ehsan Moravveji" userId="21e7e8ea3c9f37f0" providerId="LiveId" clId="{8C86207B-1B86-4ADD-9CE5-A38BA9414DAB}" dt="2025-10-10T20:46:29.769" v="153" actId="20577"/>
        <pc:sldMkLst>
          <pc:docMk/>
          <pc:sldMk cId="3907812131" sldId="330"/>
        </pc:sldMkLst>
        <pc:spChg chg="mod">
          <ac:chgData name="Ehsan Moravveji" userId="21e7e8ea3c9f37f0" providerId="LiveId" clId="{8C86207B-1B86-4ADD-9CE5-A38BA9414DAB}" dt="2025-10-10T20:46:29.769" v="153" actId="20577"/>
          <ac:spMkLst>
            <pc:docMk/>
            <pc:sldMk cId="3907812131" sldId="330"/>
            <ac:spMk id="3" creationId="{00000000-0000-0000-0000-000000000000}"/>
          </ac:spMkLst>
        </pc:spChg>
      </pc:sldChg>
      <pc:sldChg chg="modSp">
        <pc:chgData name="Ehsan Moravveji" userId="21e7e8ea3c9f37f0" providerId="LiveId" clId="{8C86207B-1B86-4ADD-9CE5-A38BA9414DAB}" dt="2025-10-10T21:23:40.459" v="225"/>
        <pc:sldMkLst>
          <pc:docMk/>
          <pc:sldMk cId="802429534" sldId="334"/>
        </pc:sldMkLst>
        <pc:spChg chg="mod">
          <ac:chgData name="Ehsan Moravveji" userId="21e7e8ea3c9f37f0" providerId="LiveId" clId="{8C86207B-1B86-4ADD-9CE5-A38BA9414DAB}" dt="2025-10-10T21:23:40.459" v="225"/>
          <ac:spMkLst>
            <pc:docMk/>
            <pc:sldMk cId="802429534" sldId="334"/>
            <ac:spMk id="3" creationId="{00000000-0000-0000-0000-000000000000}"/>
          </ac:spMkLst>
        </pc:spChg>
      </pc:sldChg>
      <pc:sldChg chg="modSp mod">
        <pc:chgData name="Ehsan Moravveji" userId="21e7e8ea3c9f37f0" providerId="LiveId" clId="{8C86207B-1B86-4ADD-9CE5-A38BA9414DAB}" dt="2025-10-10T21:26:22.559" v="247" actId="20577"/>
        <pc:sldMkLst>
          <pc:docMk/>
          <pc:sldMk cId="138357203" sldId="335"/>
        </pc:sldMkLst>
        <pc:spChg chg="mod">
          <ac:chgData name="Ehsan Moravveji" userId="21e7e8ea3c9f37f0" providerId="LiveId" clId="{8C86207B-1B86-4ADD-9CE5-A38BA9414DAB}" dt="2025-10-10T21:26:22.559" v="247" actId="20577"/>
          <ac:spMkLst>
            <pc:docMk/>
            <pc:sldMk cId="138357203" sldId="335"/>
            <ac:spMk id="3" creationId="{00000000-0000-0000-0000-000000000000}"/>
          </ac:spMkLst>
        </pc:spChg>
      </pc:sldChg>
      <pc:sldChg chg="modSp mod">
        <pc:chgData name="Ehsan Moravveji" userId="21e7e8ea3c9f37f0" providerId="LiveId" clId="{8C86207B-1B86-4ADD-9CE5-A38BA9414DAB}" dt="2025-10-12T17:13:44.751" v="341" actId="20577"/>
        <pc:sldMkLst>
          <pc:docMk/>
          <pc:sldMk cId="3381808942" sldId="349"/>
        </pc:sldMkLst>
        <pc:spChg chg="mod">
          <ac:chgData name="Ehsan Moravveji" userId="21e7e8ea3c9f37f0" providerId="LiveId" clId="{8C86207B-1B86-4ADD-9CE5-A38BA9414DAB}" dt="2025-10-12T17:13:44.751" v="341" actId="20577"/>
          <ac:spMkLst>
            <pc:docMk/>
            <pc:sldMk cId="3381808942" sldId="349"/>
            <ac:spMk id="3" creationId="{00000000-0000-0000-0000-000000000000}"/>
          </ac:spMkLst>
        </pc:spChg>
      </pc:sldChg>
      <pc:sldChg chg="modSp mod">
        <pc:chgData name="Ehsan Moravveji" userId="21e7e8ea3c9f37f0" providerId="LiveId" clId="{8C86207B-1B86-4ADD-9CE5-A38BA9414DAB}" dt="2025-10-12T17:20:57.906" v="516"/>
        <pc:sldMkLst>
          <pc:docMk/>
          <pc:sldMk cId="3418706769" sldId="358"/>
        </pc:sldMkLst>
        <pc:spChg chg="mod">
          <ac:chgData name="Ehsan Moravveji" userId="21e7e8ea3c9f37f0" providerId="LiveId" clId="{8C86207B-1B86-4ADD-9CE5-A38BA9414DAB}" dt="2025-10-12T17:20:57.906" v="516"/>
          <ac:spMkLst>
            <pc:docMk/>
            <pc:sldMk cId="3418706769" sldId="358"/>
            <ac:spMk id="3" creationId="{00000000-0000-0000-0000-000000000000}"/>
          </ac:spMkLst>
        </pc:spChg>
      </pc:sldChg>
      <pc:sldChg chg="mod modShow">
        <pc:chgData name="Ehsan Moravveji" userId="21e7e8ea3c9f37f0" providerId="LiveId" clId="{8C86207B-1B86-4ADD-9CE5-A38BA9414DAB}" dt="2025-10-10T19:41:20.929" v="0" actId="729"/>
        <pc:sldMkLst>
          <pc:docMk/>
          <pc:sldMk cId="4024688066" sldId="422"/>
        </pc:sldMkLst>
      </pc:sldChg>
      <pc:sldChg chg="modSp mod">
        <pc:chgData name="Ehsan Moravveji" userId="21e7e8ea3c9f37f0" providerId="LiveId" clId="{8C86207B-1B86-4ADD-9CE5-A38BA9414DAB}" dt="2025-10-10T21:19:26.737" v="211" actId="20577"/>
        <pc:sldMkLst>
          <pc:docMk/>
          <pc:sldMk cId="3803441011" sldId="457"/>
        </pc:sldMkLst>
        <pc:spChg chg="mod">
          <ac:chgData name="Ehsan Moravveji" userId="21e7e8ea3c9f37f0" providerId="LiveId" clId="{8C86207B-1B86-4ADD-9CE5-A38BA9414DAB}" dt="2025-10-10T21:19:26.737" v="211" actId="20577"/>
          <ac:spMkLst>
            <pc:docMk/>
            <pc:sldMk cId="3803441011" sldId="457"/>
            <ac:spMk id="3" creationId="{00000000-0000-0000-0000-000000000000}"/>
          </ac:spMkLst>
        </pc:spChg>
      </pc:sldChg>
      <pc:sldChg chg="modSp mod">
        <pc:chgData name="Ehsan Moravveji" userId="21e7e8ea3c9f37f0" providerId="LiveId" clId="{8C86207B-1B86-4ADD-9CE5-A38BA9414DAB}" dt="2025-10-10T20:54:42.719" v="167" actId="20577"/>
        <pc:sldMkLst>
          <pc:docMk/>
          <pc:sldMk cId="3927581984" sldId="459"/>
        </pc:sldMkLst>
        <pc:spChg chg="mod">
          <ac:chgData name="Ehsan Moravveji" userId="21e7e8ea3c9f37f0" providerId="LiveId" clId="{8C86207B-1B86-4ADD-9CE5-A38BA9414DAB}" dt="2025-10-10T20:54:42.719" v="167" actId="20577"/>
          <ac:spMkLst>
            <pc:docMk/>
            <pc:sldMk cId="3927581984" sldId="459"/>
            <ac:spMk id="3" creationId="{00000000-0000-0000-0000-000000000000}"/>
          </ac:spMkLst>
        </pc:spChg>
      </pc:sldChg>
      <pc:sldChg chg="modSp mod">
        <pc:chgData name="Ehsan Moravveji" userId="21e7e8ea3c9f37f0" providerId="LiveId" clId="{8C86207B-1B86-4ADD-9CE5-A38BA9414DAB}" dt="2025-10-10T20:47:35.765" v="157" actId="20577"/>
        <pc:sldMkLst>
          <pc:docMk/>
          <pc:sldMk cId="2804010608" sldId="468"/>
        </pc:sldMkLst>
        <pc:spChg chg="mod">
          <ac:chgData name="Ehsan Moravveji" userId="21e7e8ea3c9f37f0" providerId="LiveId" clId="{8C86207B-1B86-4ADD-9CE5-A38BA9414DAB}" dt="2025-10-10T20:47:35.765" v="157" actId="20577"/>
          <ac:spMkLst>
            <pc:docMk/>
            <pc:sldMk cId="2804010608" sldId="468"/>
            <ac:spMk id="3" creationId="{B53A9C9C-B46B-4B52-8112-30D7DE1D84A6}"/>
          </ac:spMkLst>
        </pc:spChg>
      </pc:sldChg>
      <pc:sldChg chg="modSp mod">
        <pc:chgData name="Ehsan Moravveji" userId="21e7e8ea3c9f37f0" providerId="LiveId" clId="{8C86207B-1B86-4ADD-9CE5-A38BA9414DAB}" dt="2025-10-10T20:58:04.845" v="187" actId="20577"/>
        <pc:sldMkLst>
          <pc:docMk/>
          <pc:sldMk cId="1735127709" sldId="469"/>
        </pc:sldMkLst>
        <pc:spChg chg="mod">
          <ac:chgData name="Ehsan Moravveji" userId="21e7e8ea3c9f37f0" providerId="LiveId" clId="{8C86207B-1B86-4ADD-9CE5-A38BA9414DAB}" dt="2025-10-10T20:58:04.845" v="187" actId="20577"/>
          <ac:spMkLst>
            <pc:docMk/>
            <pc:sldMk cId="1735127709" sldId="469"/>
            <ac:spMk id="3" creationId="{E854340E-E9EB-4EC0-A2A0-25BFA933A14C}"/>
          </ac:spMkLst>
        </pc:spChg>
      </pc:sldChg>
      <pc:sldChg chg="modSp mod">
        <pc:chgData name="Ehsan Moravveji" userId="21e7e8ea3c9f37f0" providerId="LiveId" clId="{8C86207B-1B86-4ADD-9CE5-A38BA9414DAB}" dt="2025-10-10T20:03:47.122" v="80" actId="20577"/>
        <pc:sldMkLst>
          <pc:docMk/>
          <pc:sldMk cId="886004487" sldId="470"/>
        </pc:sldMkLst>
        <pc:spChg chg="mod">
          <ac:chgData name="Ehsan Moravveji" userId="21e7e8ea3c9f37f0" providerId="LiveId" clId="{8C86207B-1B86-4ADD-9CE5-A38BA9414DAB}" dt="2025-10-10T20:03:47.122" v="80" actId="20577"/>
          <ac:spMkLst>
            <pc:docMk/>
            <pc:sldMk cId="886004487" sldId="470"/>
            <ac:spMk id="3" creationId="{6CC7C294-796C-4563-8755-ACA5A29360FD}"/>
          </ac:spMkLst>
        </pc:spChg>
      </pc:sldChg>
      <pc:sldChg chg="modSp mod">
        <pc:chgData name="Ehsan Moravveji" userId="21e7e8ea3c9f37f0" providerId="LiveId" clId="{8C86207B-1B86-4ADD-9CE5-A38BA9414DAB}" dt="2025-10-10T20:11:52.023" v="111" actId="20577"/>
        <pc:sldMkLst>
          <pc:docMk/>
          <pc:sldMk cId="3804363481" sldId="471"/>
        </pc:sldMkLst>
        <pc:spChg chg="mod">
          <ac:chgData name="Ehsan Moravveji" userId="21e7e8ea3c9f37f0" providerId="LiveId" clId="{8C86207B-1B86-4ADD-9CE5-A38BA9414DAB}" dt="2025-10-10T20:11:52.023" v="111" actId="20577"/>
          <ac:spMkLst>
            <pc:docMk/>
            <pc:sldMk cId="3804363481" sldId="471"/>
            <ac:spMk id="3" creationId="{5D5413AD-D44B-4518-9ABA-806A8D9ACAF8}"/>
          </ac:spMkLst>
        </pc:spChg>
      </pc:sldChg>
      <pc:sldChg chg="modSp mod">
        <pc:chgData name="Ehsan Moravveji" userId="21e7e8ea3c9f37f0" providerId="LiveId" clId="{8C86207B-1B86-4ADD-9CE5-A38BA9414DAB}" dt="2025-10-10T21:27:33.505" v="254"/>
        <pc:sldMkLst>
          <pc:docMk/>
          <pc:sldMk cId="1149193662" sldId="472"/>
        </pc:sldMkLst>
        <pc:spChg chg="mod">
          <ac:chgData name="Ehsan Moravveji" userId="21e7e8ea3c9f37f0" providerId="LiveId" clId="{8C86207B-1B86-4ADD-9CE5-A38BA9414DAB}" dt="2025-10-10T21:27:33.505" v="254"/>
          <ac:spMkLst>
            <pc:docMk/>
            <pc:sldMk cId="1149193662" sldId="472"/>
            <ac:spMk id="3" creationId="{D9657F04-1DFD-44A4-AAA9-C89D13CA7D36}"/>
          </ac:spMkLst>
        </pc:spChg>
      </pc:sldChg>
      <pc:sldChg chg="modSp mod">
        <pc:chgData name="Ehsan Moravveji" userId="21e7e8ea3c9f37f0" providerId="LiveId" clId="{8C86207B-1B86-4ADD-9CE5-A38BA9414DAB}" dt="2025-10-12T16:57:26.233" v="307"/>
        <pc:sldMkLst>
          <pc:docMk/>
          <pc:sldMk cId="1792444248" sldId="473"/>
        </pc:sldMkLst>
        <pc:spChg chg="mod">
          <ac:chgData name="Ehsan Moravveji" userId="21e7e8ea3c9f37f0" providerId="LiveId" clId="{8C86207B-1B86-4ADD-9CE5-A38BA9414DAB}" dt="2025-10-12T16:57:26.233" v="307"/>
          <ac:spMkLst>
            <pc:docMk/>
            <pc:sldMk cId="1792444248" sldId="473"/>
            <ac:spMk id="3" creationId="{0F430344-3500-4B71-BA7F-60465B89143A}"/>
          </ac:spMkLst>
        </pc:spChg>
      </pc:sldChg>
      <pc:sldChg chg="modSp mod">
        <pc:chgData name="Ehsan Moravveji" userId="21e7e8ea3c9f37f0" providerId="LiveId" clId="{8C86207B-1B86-4ADD-9CE5-A38BA9414DAB}" dt="2025-10-12T17:01:24.961" v="316"/>
        <pc:sldMkLst>
          <pc:docMk/>
          <pc:sldMk cId="3574212989" sldId="474"/>
        </pc:sldMkLst>
        <pc:spChg chg="mod">
          <ac:chgData name="Ehsan Moravveji" userId="21e7e8ea3c9f37f0" providerId="LiveId" clId="{8C86207B-1B86-4ADD-9CE5-A38BA9414DAB}" dt="2025-10-12T17:01:24.961" v="316"/>
          <ac:spMkLst>
            <pc:docMk/>
            <pc:sldMk cId="3574212989" sldId="474"/>
            <ac:spMk id="3" creationId="{E3B025BE-A840-44D0-8742-0CEC7B6424EF}"/>
          </ac:spMkLst>
        </pc:spChg>
      </pc:sldChg>
      <pc:sldChg chg="modSp mod">
        <pc:chgData name="Ehsan Moravveji" userId="21e7e8ea3c9f37f0" providerId="LiveId" clId="{8C86207B-1B86-4ADD-9CE5-A38BA9414DAB}" dt="2025-10-12T17:03:53.868" v="320" actId="255"/>
        <pc:sldMkLst>
          <pc:docMk/>
          <pc:sldMk cId="657172361" sldId="475"/>
        </pc:sldMkLst>
        <pc:spChg chg="mod">
          <ac:chgData name="Ehsan Moravveji" userId="21e7e8ea3c9f37f0" providerId="LiveId" clId="{8C86207B-1B86-4ADD-9CE5-A38BA9414DAB}" dt="2025-10-12T17:03:53.868" v="320" actId="255"/>
          <ac:spMkLst>
            <pc:docMk/>
            <pc:sldMk cId="657172361" sldId="475"/>
            <ac:spMk id="3" creationId="{6FF97F19-AAB4-4CC7-B857-810910DD91CA}"/>
          </ac:spMkLst>
        </pc:spChg>
      </pc:sldChg>
      <pc:sldChg chg="modSp mod">
        <pc:chgData name="Ehsan Moravveji" userId="21e7e8ea3c9f37f0" providerId="LiveId" clId="{8C86207B-1B86-4ADD-9CE5-A38BA9414DAB}" dt="2025-10-12T17:05:03.651" v="327" actId="255"/>
        <pc:sldMkLst>
          <pc:docMk/>
          <pc:sldMk cId="669374658" sldId="476"/>
        </pc:sldMkLst>
        <pc:spChg chg="mod">
          <ac:chgData name="Ehsan Moravveji" userId="21e7e8ea3c9f37f0" providerId="LiveId" clId="{8C86207B-1B86-4ADD-9CE5-A38BA9414DAB}" dt="2025-10-12T17:05:03.651" v="327" actId="255"/>
          <ac:spMkLst>
            <pc:docMk/>
            <pc:sldMk cId="669374658" sldId="476"/>
            <ac:spMk id="3" creationId="{760FB269-A148-49A5-880A-AF70EE97F3FA}"/>
          </ac:spMkLst>
        </pc:spChg>
      </pc:sldChg>
      <pc:sldChg chg="modSp mod">
        <pc:chgData name="Ehsan Moravveji" userId="21e7e8ea3c9f37f0" providerId="LiveId" clId="{8C86207B-1B86-4ADD-9CE5-A38BA9414DAB}" dt="2025-10-10T20:53:55.646" v="163" actId="20577"/>
        <pc:sldMkLst>
          <pc:docMk/>
          <pc:sldMk cId="3174211031" sldId="481"/>
        </pc:sldMkLst>
        <pc:spChg chg="mod">
          <ac:chgData name="Ehsan Moravveji" userId="21e7e8ea3c9f37f0" providerId="LiveId" clId="{8C86207B-1B86-4ADD-9CE5-A38BA9414DAB}" dt="2025-10-10T20:53:55.646" v="163" actId="20577"/>
          <ac:spMkLst>
            <pc:docMk/>
            <pc:sldMk cId="3174211031" sldId="481"/>
            <ac:spMk id="3" creationId="{7A67FC93-3CDB-DCE0-D7B2-F6870B2C9238}"/>
          </ac:spMkLst>
        </pc:spChg>
      </pc:sldChg>
      <pc:sldChg chg="modSp mod">
        <pc:chgData name="Ehsan Moravveji" userId="21e7e8ea3c9f37f0" providerId="LiveId" clId="{8C86207B-1B86-4ADD-9CE5-A38BA9414DAB}" dt="2025-10-10T21:21:15.647" v="219"/>
        <pc:sldMkLst>
          <pc:docMk/>
          <pc:sldMk cId="1760374427" sldId="484"/>
        </pc:sldMkLst>
        <pc:spChg chg="mod">
          <ac:chgData name="Ehsan Moravveji" userId="21e7e8ea3c9f37f0" providerId="LiveId" clId="{8C86207B-1B86-4ADD-9CE5-A38BA9414DAB}" dt="2025-10-10T21:21:15.647" v="219"/>
          <ac:spMkLst>
            <pc:docMk/>
            <pc:sldMk cId="1760374427" sldId="484"/>
            <ac:spMk id="3" creationId="{609CCA03-A1DB-1496-5807-7C5BF8896ACC}"/>
          </ac:spMkLst>
        </pc:spChg>
      </pc:sldChg>
    </pc:docChg>
  </pc:docChgLst>
  <pc:docChgLst>
    <pc:chgData name="Frank Van Puyvelde" userId="ba4190df-4674-45fe-be59-1502c3515486" providerId="ADAL" clId="{EF22355B-D4A7-42DA-B205-F0FC9F1CFC14}"/>
    <pc:docChg chg="custSel addSld delSld modSld sldOrd modSection">
      <pc:chgData name="Frank Van Puyvelde" userId="ba4190df-4674-45fe-be59-1502c3515486" providerId="ADAL" clId="{EF22355B-D4A7-42DA-B205-F0FC9F1CFC14}" dt="2023-09-13T13:05:28.652" v="200" actId="2711"/>
      <pc:docMkLst>
        <pc:docMk/>
      </pc:docMkLst>
      <pc:sldChg chg="modSp mod">
        <pc:chgData name="Frank Van Puyvelde" userId="ba4190df-4674-45fe-be59-1502c3515486" providerId="ADAL" clId="{EF22355B-D4A7-42DA-B205-F0FC9F1CFC14}" dt="2023-09-13T12:11:47.703" v="36" actId="20577"/>
        <pc:sldMkLst>
          <pc:docMk/>
          <pc:sldMk cId="3619848797" sldId="256"/>
        </pc:sldMkLst>
      </pc:sldChg>
      <pc:sldChg chg="modSp mod">
        <pc:chgData name="Frank Van Puyvelde" userId="ba4190df-4674-45fe-be59-1502c3515486" providerId="ADAL" clId="{EF22355B-D4A7-42DA-B205-F0FC9F1CFC14}" dt="2023-09-13T12:20:20.188" v="147" actId="20577"/>
        <pc:sldMkLst>
          <pc:docMk/>
          <pc:sldMk cId="2319990141" sldId="287"/>
        </pc:sldMkLst>
      </pc:sldChg>
      <pc:sldChg chg="modSp mod">
        <pc:chgData name="Frank Van Puyvelde" userId="ba4190df-4674-45fe-be59-1502c3515486" providerId="ADAL" clId="{EF22355B-D4A7-42DA-B205-F0FC9F1CFC14}" dt="2023-09-13T12:20:47.223" v="149" actId="20577"/>
        <pc:sldMkLst>
          <pc:docMk/>
          <pc:sldMk cId="3580841378" sldId="453"/>
        </pc:sldMkLst>
      </pc:sldChg>
      <pc:sldChg chg="modSp mod">
        <pc:chgData name="Frank Van Puyvelde" userId="ba4190df-4674-45fe-be59-1502c3515486" providerId="ADAL" clId="{EF22355B-D4A7-42DA-B205-F0FC9F1CFC14}" dt="2023-09-13T13:05:28.652" v="200" actId="2711"/>
        <pc:sldMkLst>
          <pc:docMk/>
          <pc:sldMk cId="3927581984" sldId="459"/>
        </pc:sldMkLst>
      </pc:sldChg>
      <pc:sldChg chg="modSp new del mod ord">
        <pc:chgData name="Frank Van Puyvelde" userId="ba4190df-4674-45fe-be59-1502c3515486" providerId="ADAL" clId="{EF22355B-D4A7-42DA-B205-F0FC9F1CFC14}" dt="2023-09-13T12:20:51.728" v="150" actId="47"/>
        <pc:sldMkLst>
          <pc:docMk/>
          <pc:sldMk cId="3043287800" sldId="481"/>
        </pc:sldMkLst>
      </pc:sldChg>
    </pc:docChg>
  </pc:docChgLst>
  <pc:docChgLst>
    <pc:chgData name="Frank Van Puyvelde" userId="ba4190df-4674-45fe-be59-1502c3515486" providerId="ADAL" clId="{AA9463B4-8017-459B-8EBC-B2A62FCBE215}"/>
    <pc:docChg chg="custSel addSld modSld modSection">
      <pc:chgData name="Frank Van Puyvelde" userId="ba4190df-4674-45fe-be59-1502c3515486" providerId="ADAL" clId="{AA9463B4-8017-459B-8EBC-B2A62FCBE215}" dt="2023-02-09T16:17:23.857" v="36" actId="20577"/>
      <pc:docMkLst>
        <pc:docMk/>
      </pc:docMkLst>
      <pc:sldChg chg="modSp">
        <pc:chgData name="Frank Van Puyvelde" userId="ba4190df-4674-45fe-be59-1502c3515486" providerId="ADAL" clId="{AA9463B4-8017-459B-8EBC-B2A62FCBE215}" dt="2023-02-09T09:14:22.384" v="0"/>
        <pc:sldMkLst>
          <pc:docMk/>
          <pc:sldMk cId="2319990141" sldId="287"/>
        </pc:sldMkLst>
      </pc:sldChg>
      <pc:sldChg chg="modSp new mod">
        <pc:chgData name="Frank Van Puyvelde" userId="ba4190df-4674-45fe-be59-1502c3515486" providerId="ADAL" clId="{AA9463B4-8017-459B-8EBC-B2A62FCBE215}" dt="2023-02-09T16:17:23.857" v="36" actId="20577"/>
        <pc:sldMkLst>
          <pc:docMk/>
          <pc:sldMk cId="2119275025" sldId="478"/>
        </pc:sldMkLst>
      </pc:sldChg>
    </pc:docChg>
  </pc:docChgLst>
  <pc:docChgLst>
    <pc:chgData name="Frank Van Puyvelde" userId="ba4190df-4674-45fe-be59-1502c3515486" providerId="ADAL" clId="{37534DEC-33FC-4668-815A-66209A3D8D61}"/>
    <pc:docChg chg="custSel addSld delSld modSld modSection">
      <pc:chgData name="Frank Van Puyvelde" userId="ba4190df-4674-45fe-be59-1502c3515486" providerId="ADAL" clId="{37534DEC-33FC-4668-815A-66209A3D8D61}" dt="2023-08-30T06:56:08.083" v="74" actId="47"/>
      <pc:docMkLst>
        <pc:docMk/>
      </pc:docMkLst>
      <pc:sldChg chg="modSp new mod">
        <pc:chgData name="Frank Van Puyvelde" userId="ba4190df-4674-45fe-be59-1502c3515486" providerId="ADAL" clId="{37534DEC-33FC-4668-815A-66209A3D8D61}" dt="2023-08-30T06:52:03.525" v="15" actId="27636"/>
        <pc:sldMkLst>
          <pc:docMk/>
          <pc:sldMk cId="1738931001" sldId="479"/>
        </pc:sldMkLst>
      </pc:sldChg>
      <pc:sldChg chg="modSp new mod">
        <pc:chgData name="Frank Van Puyvelde" userId="ba4190df-4674-45fe-be59-1502c3515486" providerId="ADAL" clId="{37534DEC-33FC-4668-815A-66209A3D8D61}" dt="2023-08-30T06:54:41.702" v="72" actId="2711"/>
        <pc:sldMkLst>
          <pc:docMk/>
          <pc:sldMk cId="362846726" sldId="480"/>
        </pc:sldMkLst>
      </pc:sldChg>
      <pc:sldChg chg="new del">
        <pc:chgData name="Frank Van Puyvelde" userId="ba4190df-4674-45fe-be59-1502c3515486" providerId="ADAL" clId="{37534DEC-33FC-4668-815A-66209A3D8D61}" dt="2023-08-30T06:56:08.083" v="74" actId="47"/>
        <pc:sldMkLst>
          <pc:docMk/>
          <pc:sldMk cId="932201058" sldId="481"/>
        </pc:sldMkLst>
      </pc:sldChg>
      <pc:sldChg chg="new del">
        <pc:chgData name="Frank Van Puyvelde" userId="ba4190df-4674-45fe-be59-1502c3515486" providerId="ADAL" clId="{37534DEC-33FC-4668-815A-66209A3D8D61}" dt="2023-08-30T06:56:05.150" v="73" actId="47"/>
        <pc:sldMkLst>
          <pc:docMk/>
          <pc:sldMk cId="2371913727" sldId="482"/>
        </pc:sldMkLst>
      </pc:sldChg>
    </pc:docChg>
  </pc:docChgLst>
  <pc:docChgLst>
    <pc:chgData name="Frank Van Puyvelde" userId="ba4190df-4674-45fe-be59-1502c3515486" providerId="ADAL" clId="{3110D798-6ACE-415E-A5DC-2A40D2393998}"/>
    <pc:docChg chg="undo custSel addSld delSld modSld modSection">
      <pc:chgData name="Frank Van Puyvelde" userId="ba4190df-4674-45fe-be59-1502c3515486" providerId="ADAL" clId="{3110D798-6ACE-415E-A5DC-2A40D2393998}" dt="2022-11-12T10:27:28.525" v="1559" actId="403"/>
      <pc:docMkLst>
        <pc:docMk/>
      </pc:docMkLst>
      <pc:sldChg chg="modSp mod">
        <pc:chgData name="Frank Van Puyvelde" userId="ba4190df-4674-45fe-be59-1502c3515486" providerId="ADAL" clId="{3110D798-6ACE-415E-A5DC-2A40D2393998}" dt="2022-11-04T07:22:33.307" v="169" actId="20577"/>
        <pc:sldMkLst>
          <pc:docMk/>
          <pc:sldMk cId="2072749382" sldId="264"/>
        </pc:sldMkLst>
      </pc:sldChg>
      <pc:sldChg chg="modSp mod">
        <pc:chgData name="Frank Van Puyvelde" userId="ba4190df-4674-45fe-be59-1502c3515486" providerId="ADAL" clId="{3110D798-6ACE-415E-A5DC-2A40D2393998}" dt="2022-11-04T07:47:45.712" v="446" actId="5793"/>
        <pc:sldMkLst>
          <pc:docMk/>
          <pc:sldMk cId="779977204" sldId="265"/>
        </pc:sldMkLst>
      </pc:sldChg>
      <pc:sldChg chg="modSp mod">
        <pc:chgData name="Frank Van Puyvelde" userId="ba4190df-4674-45fe-be59-1502c3515486" providerId="ADAL" clId="{3110D798-6ACE-415E-A5DC-2A40D2393998}" dt="2022-11-04T08:48:44.874" v="870" actId="20577"/>
        <pc:sldMkLst>
          <pc:docMk/>
          <pc:sldMk cId="1685400709" sldId="266"/>
        </pc:sldMkLst>
      </pc:sldChg>
      <pc:sldChg chg="modSp mod">
        <pc:chgData name="Frank Van Puyvelde" userId="ba4190df-4674-45fe-be59-1502c3515486" providerId="ADAL" clId="{3110D798-6ACE-415E-A5DC-2A40D2393998}" dt="2022-11-12T10:27:28.525" v="1559" actId="403"/>
        <pc:sldMkLst>
          <pc:docMk/>
          <pc:sldMk cId="2423346693" sldId="267"/>
        </pc:sldMkLst>
      </pc:sldChg>
      <pc:sldChg chg="modSp mod">
        <pc:chgData name="Frank Van Puyvelde" userId="ba4190df-4674-45fe-be59-1502c3515486" providerId="ADAL" clId="{3110D798-6ACE-415E-A5DC-2A40D2393998}" dt="2022-11-03T15:07:36.652" v="0" actId="113"/>
        <pc:sldMkLst>
          <pc:docMk/>
          <pc:sldMk cId="1364474533" sldId="288"/>
        </pc:sldMkLst>
      </pc:sldChg>
      <pc:sldChg chg="modSp mod">
        <pc:chgData name="Frank Van Puyvelde" userId="ba4190df-4674-45fe-be59-1502c3515486" providerId="ADAL" clId="{3110D798-6ACE-415E-A5DC-2A40D2393998}" dt="2022-11-03T15:24:28.709" v="25" actId="20577"/>
        <pc:sldMkLst>
          <pc:docMk/>
          <pc:sldMk cId="3585817605" sldId="289"/>
        </pc:sldMkLst>
      </pc:sldChg>
      <pc:sldChg chg="modSp mod">
        <pc:chgData name="Frank Van Puyvelde" userId="ba4190df-4674-45fe-be59-1502c3515486" providerId="ADAL" clId="{3110D798-6ACE-415E-A5DC-2A40D2393998}" dt="2022-11-04T07:30:06.327" v="257" actId="27636"/>
        <pc:sldMkLst>
          <pc:docMk/>
          <pc:sldMk cId="933411395" sldId="325"/>
        </pc:sldMkLst>
      </pc:sldChg>
      <pc:sldChg chg="modSp mod">
        <pc:chgData name="Frank Van Puyvelde" userId="ba4190df-4674-45fe-be59-1502c3515486" providerId="ADAL" clId="{3110D798-6ACE-415E-A5DC-2A40D2393998}" dt="2022-11-04T07:30:18.742" v="259" actId="27636"/>
        <pc:sldMkLst>
          <pc:docMk/>
          <pc:sldMk cId="316877491" sldId="326"/>
        </pc:sldMkLst>
      </pc:sldChg>
      <pc:sldChg chg="mod modShow">
        <pc:chgData name="Frank Van Puyvelde" userId="ba4190df-4674-45fe-be59-1502c3515486" providerId="ADAL" clId="{3110D798-6ACE-415E-A5DC-2A40D2393998}" dt="2022-11-04T10:28:23.722" v="1479" actId="729"/>
        <pc:sldMkLst>
          <pc:docMk/>
          <pc:sldMk cId="3736959151" sldId="332"/>
        </pc:sldMkLst>
      </pc:sldChg>
      <pc:sldChg chg="modSp mod">
        <pc:chgData name="Frank Van Puyvelde" userId="ba4190df-4674-45fe-be59-1502c3515486" providerId="ADAL" clId="{3110D798-6ACE-415E-A5DC-2A40D2393998}" dt="2022-11-04T08:06:01.899" v="516" actId="6549"/>
        <pc:sldMkLst>
          <pc:docMk/>
          <pc:sldMk cId="138357203" sldId="335"/>
        </pc:sldMkLst>
      </pc:sldChg>
      <pc:sldChg chg="modSp mod">
        <pc:chgData name="Frank Van Puyvelde" userId="ba4190df-4674-45fe-be59-1502c3515486" providerId="ADAL" clId="{3110D798-6ACE-415E-A5DC-2A40D2393998}" dt="2022-11-04T08:13:40.816" v="638" actId="27636"/>
        <pc:sldMkLst>
          <pc:docMk/>
          <pc:sldMk cId="2394352441" sldId="336"/>
        </pc:sldMkLst>
      </pc:sldChg>
      <pc:sldChg chg="modSp mod">
        <pc:chgData name="Frank Van Puyvelde" userId="ba4190df-4674-45fe-be59-1502c3515486" providerId="ADAL" clId="{3110D798-6ACE-415E-A5DC-2A40D2393998}" dt="2022-11-04T08:13:53.085" v="640" actId="27636"/>
        <pc:sldMkLst>
          <pc:docMk/>
          <pc:sldMk cId="4003778944" sldId="341"/>
        </pc:sldMkLst>
      </pc:sldChg>
      <pc:sldChg chg="modSp mod">
        <pc:chgData name="Frank Van Puyvelde" userId="ba4190df-4674-45fe-be59-1502c3515486" providerId="ADAL" clId="{3110D798-6ACE-415E-A5DC-2A40D2393998}" dt="2022-11-04T09:17:17.583" v="1460" actId="20577"/>
        <pc:sldMkLst>
          <pc:docMk/>
          <pc:sldMk cId="3381808942" sldId="349"/>
        </pc:sldMkLst>
      </pc:sldChg>
      <pc:sldChg chg="mod modShow">
        <pc:chgData name="Frank Van Puyvelde" userId="ba4190df-4674-45fe-be59-1502c3515486" providerId="ADAL" clId="{3110D798-6ACE-415E-A5DC-2A40D2393998}" dt="2022-11-04T09:19:58.957" v="1461" actId="729"/>
        <pc:sldMkLst>
          <pc:docMk/>
          <pc:sldMk cId="2912706710" sldId="350"/>
        </pc:sldMkLst>
      </pc:sldChg>
      <pc:sldChg chg="mod modShow">
        <pc:chgData name="Frank Van Puyvelde" userId="ba4190df-4674-45fe-be59-1502c3515486" providerId="ADAL" clId="{3110D798-6ACE-415E-A5DC-2A40D2393998}" dt="2022-11-04T07:42:45.244" v="408" actId="729"/>
        <pc:sldMkLst>
          <pc:docMk/>
          <pc:sldMk cId="3383233928" sldId="454"/>
        </pc:sldMkLst>
      </pc:sldChg>
      <pc:sldChg chg="mod modShow">
        <pc:chgData name="Frank Van Puyvelde" userId="ba4190df-4674-45fe-be59-1502c3515486" providerId="ADAL" clId="{3110D798-6ACE-415E-A5DC-2A40D2393998}" dt="2022-11-04T10:32:07.681" v="1480" actId="729"/>
        <pc:sldMkLst>
          <pc:docMk/>
          <pc:sldMk cId="2679111294" sldId="456"/>
        </pc:sldMkLst>
      </pc:sldChg>
      <pc:sldChg chg="mod modShow">
        <pc:chgData name="Frank Van Puyvelde" userId="ba4190df-4674-45fe-be59-1502c3515486" providerId="ADAL" clId="{3110D798-6ACE-415E-A5DC-2A40D2393998}" dt="2022-11-04T10:28:20.825" v="1478" actId="729"/>
        <pc:sldMkLst>
          <pc:docMk/>
          <pc:sldMk cId="2618378181" sldId="462"/>
        </pc:sldMkLst>
      </pc:sldChg>
      <pc:sldChg chg="mod modShow">
        <pc:chgData name="Frank Van Puyvelde" userId="ba4190df-4674-45fe-be59-1502c3515486" providerId="ADAL" clId="{3110D798-6ACE-415E-A5DC-2A40D2393998}" dt="2022-11-04T10:32:14.025" v="1481" actId="729"/>
        <pc:sldMkLst>
          <pc:docMk/>
          <pc:sldMk cId="288524398" sldId="467"/>
        </pc:sldMkLst>
      </pc:sldChg>
      <pc:sldChg chg="add del">
        <pc:chgData name="Frank Van Puyvelde" userId="ba4190df-4674-45fe-be59-1502c3515486" providerId="ADAL" clId="{3110D798-6ACE-415E-A5DC-2A40D2393998}" dt="2022-11-04T07:37:24.885" v="404" actId="2696"/>
        <pc:sldMkLst>
          <pc:docMk/>
          <pc:sldMk cId="1993958232" sldId="468"/>
        </pc:sldMkLst>
      </pc:sldChg>
      <pc:sldChg chg="add">
        <pc:chgData name="Frank Van Puyvelde" userId="ba4190df-4674-45fe-be59-1502c3515486" providerId="ADAL" clId="{3110D798-6ACE-415E-A5DC-2A40D2393998}" dt="2022-11-04T07:37:36.518" v="405"/>
        <pc:sldMkLst>
          <pc:docMk/>
          <pc:sldMk cId="2804010608" sldId="468"/>
        </pc:sldMkLst>
      </pc:sldChg>
      <pc:sldChg chg="modSp new del mod">
        <pc:chgData name="Frank Van Puyvelde" userId="ba4190df-4674-45fe-be59-1502c3515486" providerId="ADAL" clId="{3110D798-6ACE-415E-A5DC-2A40D2393998}" dt="2022-11-04T07:18:02.292" v="150" actId="2696"/>
        <pc:sldMkLst>
          <pc:docMk/>
          <pc:sldMk cId="3843229618" sldId="468"/>
        </pc:sldMkLst>
      </pc:sldChg>
      <pc:sldChg chg="modSp new del mod">
        <pc:chgData name="Frank Van Puyvelde" userId="ba4190df-4674-45fe-be59-1502c3515486" providerId="ADAL" clId="{3110D798-6ACE-415E-A5DC-2A40D2393998}" dt="2022-11-04T07:37:24.885" v="404" actId="2696"/>
        <pc:sldMkLst>
          <pc:docMk/>
          <pc:sldMk cId="584124791" sldId="469"/>
        </pc:sldMkLst>
      </pc:sldChg>
      <pc:sldChg chg="add">
        <pc:chgData name="Frank Van Puyvelde" userId="ba4190df-4674-45fe-be59-1502c3515486" providerId="ADAL" clId="{3110D798-6ACE-415E-A5DC-2A40D2393998}" dt="2022-11-04T07:39:22.114" v="407"/>
        <pc:sldMkLst>
          <pc:docMk/>
          <pc:sldMk cId="1735127709" sldId="469"/>
        </pc:sldMkLst>
      </pc:sldChg>
      <pc:sldChg chg="add del">
        <pc:chgData name="Frank Van Puyvelde" userId="ba4190df-4674-45fe-be59-1502c3515486" providerId="ADAL" clId="{3110D798-6ACE-415E-A5DC-2A40D2393998}" dt="2022-11-04T07:39:16.429" v="406" actId="2696"/>
        <pc:sldMkLst>
          <pc:docMk/>
          <pc:sldMk cId="3429942354" sldId="469"/>
        </pc:sldMkLst>
      </pc:sldChg>
      <pc:sldChg chg="modSp new mod">
        <pc:chgData name="Frank Van Puyvelde" userId="ba4190df-4674-45fe-be59-1502c3515486" providerId="ADAL" clId="{3110D798-6ACE-415E-A5DC-2A40D2393998}" dt="2022-11-04T07:26:55.809" v="210" actId="20577"/>
        <pc:sldMkLst>
          <pc:docMk/>
          <pc:sldMk cId="886004487" sldId="470"/>
        </pc:sldMkLst>
      </pc:sldChg>
      <pc:sldChg chg="addSp delSp modSp new mod">
        <pc:chgData name="Frank Van Puyvelde" userId="ba4190df-4674-45fe-be59-1502c3515486" providerId="ADAL" clId="{3110D798-6ACE-415E-A5DC-2A40D2393998}" dt="2022-11-04T07:34:43.950" v="403" actId="27636"/>
        <pc:sldMkLst>
          <pc:docMk/>
          <pc:sldMk cId="3804363481" sldId="471"/>
        </pc:sldMkLst>
      </pc:sldChg>
      <pc:sldChg chg="modSp new mod">
        <pc:chgData name="Frank Van Puyvelde" userId="ba4190df-4674-45fe-be59-1502c3515486" providerId="ADAL" clId="{3110D798-6ACE-415E-A5DC-2A40D2393998}" dt="2022-11-04T08:10:43.764" v="630" actId="6549"/>
        <pc:sldMkLst>
          <pc:docMk/>
          <pc:sldMk cId="1149193662" sldId="472"/>
        </pc:sldMkLst>
      </pc:sldChg>
      <pc:sldChg chg="modSp new mod">
        <pc:chgData name="Frank Van Puyvelde" userId="ba4190df-4674-45fe-be59-1502c3515486" providerId="ADAL" clId="{3110D798-6ACE-415E-A5DC-2A40D2393998}" dt="2022-11-04T09:01:31.017" v="1131" actId="27636"/>
        <pc:sldMkLst>
          <pc:docMk/>
          <pc:sldMk cId="1792444248" sldId="473"/>
        </pc:sldMkLst>
      </pc:sldChg>
      <pc:sldChg chg="modSp new mod">
        <pc:chgData name="Frank Van Puyvelde" userId="ba4190df-4674-45fe-be59-1502c3515486" providerId="ADAL" clId="{3110D798-6ACE-415E-A5DC-2A40D2393998}" dt="2022-11-04T09:04:21.760" v="1243" actId="6549"/>
        <pc:sldMkLst>
          <pc:docMk/>
          <pc:sldMk cId="3574212989" sldId="474"/>
        </pc:sldMkLst>
      </pc:sldChg>
      <pc:sldChg chg="modSp new mod">
        <pc:chgData name="Frank Van Puyvelde" userId="ba4190df-4674-45fe-be59-1502c3515486" providerId="ADAL" clId="{3110D798-6ACE-415E-A5DC-2A40D2393998}" dt="2022-11-04T09:09:18.998" v="1295" actId="6549"/>
        <pc:sldMkLst>
          <pc:docMk/>
          <pc:sldMk cId="657172361" sldId="475"/>
        </pc:sldMkLst>
      </pc:sldChg>
      <pc:sldChg chg="modSp new mod">
        <pc:chgData name="Frank Van Puyvelde" userId="ba4190df-4674-45fe-be59-1502c3515486" providerId="ADAL" clId="{3110D798-6ACE-415E-A5DC-2A40D2393998}" dt="2022-11-04T09:16:01.280" v="1452" actId="6549"/>
        <pc:sldMkLst>
          <pc:docMk/>
          <pc:sldMk cId="669374658" sldId="476"/>
        </pc:sldMkLst>
      </pc:sldChg>
      <pc:sldChg chg="modSp new mod">
        <pc:chgData name="Frank Van Puyvelde" userId="ba4190df-4674-45fe-be59-1502c3515486" providerId="ADAL" clId="{3110D798-6ACE-415E-A5DC-2A40D2393998}" dt="2022-11-04T10:22:11.941" v="1477" actId="20577"/>
        <pc:sldMkLst>
          <pc:docMk/>
          <pc:sldMk cId="1005609097" sldId="477"/>
        </pc:sldMkLst>
      </pc:sldChg>
    </pc:docChg>
  </pc:docChgLst>
  <pc:docChgLst>
    <pc:chgData name="Frank Van Puyvelde" userId="ba4190df-4674-45fe-be59-1502c3515486" providerId="ADAL" clId="{2427602A-053C-4C5D-9F1D-9937C3B35445}"/>
    <pc:docChg chg="custSel modSld">
      <pc:chgData name="Frank Van Puyvelde" userId="ba4190df-4674-45fe-be59-1502c3515486" providerId="ADAL" clId="{2427602A-053C-4C5D-9F1D-9937C3B35445}" dt="2024-05-27T08:52:05.608" v="53" actId="20577"/>
      <pc:docMkLst>
        <pc:docMk/>
      </pc:docMkLst>
      <pc:sldChg chg="modSp mod">
        <pc:chgData name="Frank Van Puyvelde" userId="ba4190df-4674-45fe-be59-1502c3515486" providerId="ADAL" clId="{2427602A-053C-4C5D-9F1D-9937C3B35445}" dt="2024-05-27T08:52:05.608" v="53" actId="20577"/>
        <pc:sldMkLst>
          <pc:docMk/>
          <pc:sldMk cId="779977204" sldId="265"/>
        </pc:sldMkLst>
      </pc:sldChg>
      <pc:sldChg chg="modSp mod modShow">
        <pc:chgData name="Frank Van Puyvelde" userId="ba4190df-4674-45fe-be59-1502c3515486" providerId="ADAL" clId="{2427602A-053C-4C5D-9F1D-9937C3B35445}" dt="2024-05-27T08:48:07.568" v="9" actId="20577"/>
        <pc:sldMkLst>
          <pc:docMk/>
          <pc:sldMk cId="3383233928" sldId="454"/>
        </pc:sldMkLst>
      </pc:sldChg>
      <pc:sldChg chg="modSp mod">
        <pc:chgData name="Frank Van Puyvelde" userId="ba4190df-4674-45fe-be59-1502c3515486" providerId="ADAL" clId="{2427602A-053C-4C5D-9F1D-9937C3B35445}" dt="2024-05-27T08:51:24.572" v="18" actId="27636"/>
        <pc:sldMkLst>
          <pc:docMk/>
          <pc:sldMk cId="3803441011" sldId="457"/>
        </pc:sldMkLst>
      </pc:sldChg>
    </pc:docChg>
  </pc:docChgLst>
  <pc:docChgLst>
    <pc:chgData name="Frank Van Puyvelde" userId="ba4190df-4674-45fe-be59-1502c3515486" providerId="ADAL" clId="{5141E9B9-4900-4C1A-9A14-2A5BA0E28CAB}"/>
    <pc:docChg chg="custSel addSld modSld modSection">
      <pc:chgData name="Frank Van Puyvelde" userId="ba4190df-4674-45fe-be59-1502c3515486" providerId="ADAL" clId="{5141E9B9-4900-4C1A-9A14-2A5BA0E28CAB}" dt="2024-01-24T13:03:32.962" v="277" actId="5793"/>
      <pc:docMkLst>
        <pc:docMk/>
      </pc:docMkLst>
      <pc:sldChg chg="modSp mod">
        <pc:chgData name="Frank Van Puyvelde" userId="ba4190df-4674-45fe-be59-1502c3515486" providerId="ADAL" clId="{5141E9B9-4900-4C1A-9A14-2A5BA0E28CAB}" dt="2024-01-24T13:03:32.962" v="277" actId="5793"/>
        <pc:sldMkLst>
          <pc:docMk/>
          <pc:sldMk cId="2394352441" sldId="336"/>
        </pc:sldMkLst>
      </pc:sldChg>
      <pc:sldChg chg="modSp mod">
        <pc:chgData name="Frank Van Puyvelde" userId="ba4190df-4674-45fe-be59-1502c3515486" providerId="ADAL" clId="{5141E9B9-4900-4C1A-9A14-2A5BA0E28CAB}" dt="2024-01-22T14:47:10.002" v="5" actId="20577"/>
        <pc:sldMkLst>
          <pc:docMk/>
          <pc:sldMk cId="3580841378" sldId="453"/>
        </pc:sldMkLst>
      </pc:sldChg>
      <pc:sldChg chg="modSp new mod">
        <pc:chgData name="Frank Van Puyvelde" userId="ba4190df-4674-45fe-be59-1502c3515486" providerId="ADAL" clId="{5141E9B9-4900-4C1A-9A14-2A5BA0E28CAB}" dt="2024-01-23T15:28:43.971" v="184" actId="403"/>
        <pc:sldMkLst>
          <pc:docMk/>
          <pc:sldMk cId="3174211031" sldId="481"/>
        </pc:sldMkLst>
      </pc:sldChg>
    </pc:docChg>
  </pc:docChgLst>
  <pc:docChgLst>
    <pc:chgData name="Frank Van Puyvelde" userId="ba4190df-4674-45fe-be59-1502c3515486" providerId="ADAL" clId="{5A54E2D7-154E-49E1-BD00-13BB1EE57AFF}"/>
    <pc:docChg chg="modSld">
      <pc:chgData name="Frank Van Puyvelde" userId="ba4190df-4674-45fe-be59-1502c3515486" providerId="ADAL" clId="{5A54E2D7-154E-49E1-BD00-13BB1EE57AFF}" dt="2024-02-08T12:36:54.984" v="0" actId="729"/>
      <pc:docMkLst>
        <pc:docMk/>
      </pc:docMkLst>
      <pc:sldChg chg="mod modShow">
        <pc:chgData name="Frank Van Puyvelde" userId="ba4190df-4674-45fe-be59-1502c3515486" providerId="ADAL" clId="{5A54E2D7-154E-49E1-BD00-13BB1EE57AFF}" dt="2024-02-08T12:36:54.984" v="0" actId="729"/>
        <pc:sldMkLst>
          <pc:docMk/>
          <pc:sldMk cId="1650882093" sldId="328"/>
        </pc:sldMkLst>
      </pc:sldChg>
    </pc:docChg>
  </pc:docChgLst>
  <pc:docChgLst>
    <pc:chgData name="Frank Van Puyvelde" userId="ba4190df-4674-45fe-be59-1502c3515486" providerId="ADAL" clId="{5D037907-3D82-4030-98C6-17E152787AB0}"/>
    <pc:docChg chg="undo custSel addSld delSld modSld sldOrd modSection">
      <pc:chgData name="Frank Van Puyvelde" userId="ba4190df-4674-45fe-be59-1502c3515486" providerId="ADAL" clId="{5D037907-3D82-4030-98C6-17E152787AB0}" dt="2025-01-03T14:34:58.194" v="175"/>
      <pc:docMkLst>
        <pc:docMk/>
      </pc:docMkLst>
      <pc:sldChg chg="delSp mod delAnim">
        <pc:chgData name="Frank Van Puyvelde" userId="ba4190df-4674-45fe-be59-1502c3515486" providerId="ADAL" clId="{5D037907-3D82-4030-98C6-17E152787AB0}" dt="2025-01-03T10:47:04.535" v="0" actId="478"/>
        <pc:sldMkLst>
          <pc:docMk/>
          <pc:sldMk cId="3619848797" sldId="256"/>
        </pc:sldMkLst>
      </pc:sldChg>
      <pc:sldChg chg="delSp mod delAnim">
        <pc:chgData name="Frank Van Puyvelde" userId="ba4190df-4674-45fe-be59-1502c3515486" providerId="ADAL" clId="{5D037907-3D82-4030-98C6-17E152787AB0}" dt="2025-01-03T10:47:11.836" v="3" actId="478"/>
        <pc:sldMkLst>
          <pc:docMk/>
          <pc:sldMk cId="3065638429" sldId="263"/>
        </pc:sldMkLst>
      </pc:sldChg>
      <pc:sldChg chg="delSp mod delAnim">
        <pc:chgData name="Frank Van Puyvelde" userId="ba4190df-4674-45fe-be59-1502c3515486" providerId="ADAL" clId="{5D037907-3D82-4030-98C6-17E152787AB0}" dt="2025-01-03T10:47:16.356" v="6" actId="478"/>
        <pc:sldMkLst>
          <pc:docMk/>
          <pc:sldMk cId="2072749382" sldId="264"/>
        </pc:sldMkLst>
      </pc:sldChg>
      <pc:sldChg chg="delSp mod delAnim">
        <pc:chgData name="Frank Van Puyvelde" userId="ba4190df-4674-45fe-be59-1502c3515486" providerId="ADAL" clId="{5D037907-3D82-4030-98C6-17E152787AB0}" dt="2025-01-03T10:47:37.414" v="17" actId="478"/>
        <pc:sldMkLst>
          <pc:docMk/>
          <pc:sldMk cId="779977204" sldId="265"/>
        </pc:sldMkLst>
      </pc:sldChg>
      <pc:sldChg chg="delSp mod delAnim">
        <pc:chgData name="Frank Van Puyvelde" userId="ba4190df-4674-45fe-be59-1502c3515486" providerId="ADAL" clId="{5D037907-3D82-4030-98C6-17E152787AB0}" dt="2025-01-03T10:47:47.269" v="22" actId="478"/>
        <pc:sldMkLst>
          <pc:docMk/>
          <pc:sldMk cId="1685400709" sldId="266"/>
        </pc:sldMkLst>
      </pc:sldChg>
      <pc:sldChg chg="delSp mod delAnim">
        <pc:chgData name="Frank Van Puyvelde" userId="ba4190df-4674-45fe-be59-1502c3515486" providerId="ADAL" clId="{5D037907-3D82-4030-98C6-17E152787AB0}" dt="2025-01-03T10:47:59.477" v="26" actId="478"/>
        <pc:sldMkLst>
          <pc:docMk/>
          <pc:sldMk cId="2423346693" sldId="267"/>
        </pc:sldMkLst>
      </pc:sldChg>
      <pc:sldChg chg="delSp mod delAnim">
        <pc:chgData name="Frank Van Puyvelde" userId="ba4190df-4674-45fe-be59-1502c3515486" providerId="ADAL" clId="{5D037907-3D82-4030-98C6-17E152787AB0}" dt="2025-01-03T10:47:13.109" v="4" actId="478"/>
        <pc:sldMkLst>
          <pc:docMk/>
          <pc:sldMk cId="2319990141" sldId="287"/>
        </pc:sldMkLst>
      </pc:sldChg>
      <pc:sldChg chg="delSp mod delAnim">
        <pc:chgData name="Frank Van Puyvelde" userId="ba4190df-4674-45fe-be59-1502c3515486" providerId="ADAL" clId="{5D037907-3D82-4030-98C6-17E152787AB0}" dt="2025-01-03T10:47:18.764" v="7" actId="478"/>
        <pc:sldMkLst>
          <pc:docMk/>
          <pc:sldMk cId="1364474533" sldId="288"/>
        </pc:sldMkLst>
      </pc:sldChg>
      <pc:sldChg chg="delSp mod delAnim">
        <pc:chgData name="Frank Van Puyvelde" userId="ba4190df-4674-45fe-be59-1502c3515486" providerId="ADAL" clId="{5D037907-3D82-4030-98C6-17E152787AB0}" dt="2025-01-03T10:47:19.996" v="8" actId="478"/>
        <pc:sldMkLst>
          <pc:docMk/>
          <pc:sldMk cId="3585817605" sldId="289"/>
        </pc:sldMkLst>
      </pc:sldChg>
      <pc:sldChg chg="delSp mod delAnim">
        <pc:chgData name="Frank Van Puyvelde" userId="ba4190df-4674-45fe-be59-1502c3515486" providerId="ADAL" clId="{5D037907-3D82-4030-98C6-17E152787AB0}" dt="2025-01-03T10:47:21.244" v="9" actId="478"/>
        <pc:sldMkLst>
          <pc:docMk/>
          <pc:sldMk cId="933411395" sldId="325"/>
        </pc:sldMkLst>
      </pc:sldChg>
      <pc:sldChg chg="delSp mod delAnim">
        <pc:chgData name="Frank Van Puyvelde" userId="ba4190df-4674-45fe-be59-1502c3515486" providerId="ADAL" clId="{5D037907-3D82-4030-98C6-17E152787AB0}" dt="2025-01-03T10:47:24.029" v="10" actId="478"/>
        <pc:sldMkLst>
          <pc:docMk/>
          <pc:sldMk cId="316877491" sldId="326"/>
        </pc:sldMkLst>
      </pc:sldChg>
      <pc:sldChg chg="delSp mod delAnim">
        <pc:chgData name="Frank Van Puyvelde" userId="ba4190df-4674-45fe-be59-1502c3515486" providerId="ADAL" clId="{5D037907-3D82-4030-98C6-17E152787AB0}" dt="2025-01-03T10:47:25.316" v="11" actId="478"/>
        <pc:sldMkLst>
          <pc:docMk/>
          <pc:sldMk cId="3977056875" sldId="327"/>
        </pc:sldMkLst>
      </pc:sldChg>
      <pc:sldChg chg="delSp mod delAnim">
        <pc:chgData name="Frank Van Puyvelde" userId="ba4190df-4674-45fe-be59-1502c3515486" providerId="ADAL" clId="{5D037907-3D82-4030-98C6-17E152787AB0}" dt="2025-01-03T10:47:26.517" v="12" actId="478"/>
        <pc:sldMkLst>
          <pc:docMk/>
          <pc:sldMk cId="1523360105" sldId="329"/>
        </pc:sldMkLst>
      </pc:sldChg>
      <pc:sldChg chg="delSp mod delAnim">
        <pc:chgData name="Frank Van Puyvelde" userId="ba4190df-4674-45fe-be59-1502c3515486" providerId="ADAL" clId="{5D037907-3D82-4030-98C6-17E152787AB0}" dt="2025-01-03T10:47:27.668" v="13" actId="478"/>
        <pc:sldMkLst>
          <pc:docMk/>
          <pc:sldMk cId="3907812131" sldId="330"/>
        </pc:sldMkLst>
      </pc:sldChg>
      <pc:sldChg chg="delSp mod delAnim">
        <pc:chgData name="Frank Van Puyvelde" userId="ba4190df-4674-45fe-be59-1502c3515486" providerId="ADAL" clId="{5D037907-3D82-4030-98C6-17E152787AB0}" dt="2025-01-03T10:48:07.086" v="31" actId="478"/>
        <pc:sldMkLst>
          <pc:docMk/>
          <pc:sldMk cId="3736959151" sldId="332"/>
        </pc:sldMkLst>
      </pc:sldChg>
      <pc:sldChg chg="delSp mod delAnim">
        <pc:chgData name="Frank Van Puyvelde" userId="ba4190df-4674-45fe-be59-1502c3515486" providerId="ADAL" clId="{5D037907-3D82-4030-98C6-17E152787AB0}" dt="2025-01-03T10:47:38.550" v="18" actId="478"/>
        <pc:sldMkLst>
          <pc:docMk/>
          <pc:sldMk cId="802429534" sldId="334"/>
        </pc:sldMkLst>
      </pc:sldChg>
      <pc:sldChg chg="delSp mod delAnim">
        <pc:chgData name="Frank Van Puyvelde" userId="ba4190df-4674-45fe-be59-1502c3515486" providerId="ADAL" clId="{5D037907-3D82-4030-98C6-17E152787AB0}" dt="2025-01-03T10:47:39.677" v="19" actId="478"/>
        <pc:sldMkLst>
          <pc:docMk/>
          <pc:sldMk cId="138357203" sldId="335"/>
        </pc:sldMkLst>
      </pc:sldChg>
      <pc:sldChg chg="delSp mod delAnim">
        <pc:chgData name="Frank Van Puyvelde" userId="ba4190df-4674-45fe-be59-1502c3515486" providerId="ADAL" clId="{5D037907-3D82-4030-98C6-17E152787AB0}" dt="2025-01-03T10:47:41.534" v="20" actId="478"/>
        <pc:sldMkLst>
          <pc:docMk/>
          <pc:sldMk cId="2394352441" sldId="336"/>
        </pc:sldMkLst>
      </pc:sldChg>
      <pc:sldChg chg="delSp mod delAnim">
        <pc:chgData name="Frank Van Puyvelde" userId="ba4190df-4674-45fe-be59-1502c3515486" providerId="ADAL" clId="{5D037907-3D82-4030-98C6-17E152787AB0}" dt="2025-01-03T10:47:42.718" v="21" actId="478"/>
        <pc:sldMkLst>
          <pc:docMk/>
          <pc:sldMk cId="4003778944" sldId="341"/>
        </pc:sldMkLst>
      </pc:sldChg>
      <pc:sldChg chg="delSp mod delAnim">
        <pc:chgData name="Frank Van Puyvelde" userId="ba4190df-4674-45fe-be59-1502c3515486" providerId="ADAL" clId="{5D037907-3D82-4030-98C6-17E152787AB0}" dt="2025-01-03T10:47:51.189" v="23" actId="478"/>
        <pc:sldMkLst>
          <pc:docMk/>
          <pc:sldMk cId="3381808942" sldId="349"/>
        </pc:sldMkLst>
      </pc:sldChg>
      <pc:sldChg chg="delSp mod delAnim">
        <pc:chgData name="Frank Van Puyvelde" userId="ba4190df-4674-45fe-be59-1502c3515486" providerId="ADAL" clId="{5D037907-3D82-4030-98C6-17E152787AB0}" dt="2025-01-03T10:47:56.262" v="25" actId="478"/>
        <pc:sldMkLst>
          <pc:docMk/>
          <pc:sldMk cId="2912706710" sldId="350"/>
        </pc:sldMkLst>
      </pc:sldChg>
      <pc:sldChg chg="delSp mod delAnim">
        <pc:chgData name="Frank Van Puyvelde" userId="ba4190df-4674-45fe-be59-1502c3515486" providerId="ADAL" clId="{5D037907-3D82-4030-98C6-17E152787AB0}" dt="2025-01-03T10:48:00.726" v="27" actId="478"/>
        <pc:sldMkLst>
          <pc:docMk/>
          <pc:sldMk cId="3418706769" sldId="358"/>
        </pc:sldMkLst>
      </pc:sldChg>
      <pc:sldChg chg="delSp mod delAnim">
        <pc:chgData name="Frank Van Puyvelde" userId="ba4190df-4674-45fe-be59-1502c3515486" providerId="ADAL" clId="{5D037907-3D82-4030-98C6-17E152787AB0}" dt="2025-01-03T10:48:09.431" v="33" actId="478"/>
        <pc:sldMkLst>
          <pc:docMk/>
          <pc:sldMk cId="2314540615" sldId="410"/>
        </pc:sldMkLst>
      </pc:sldChg>
      <pc:sldChg chg="delSp mod delAnim">
        <pc:chgData name="Frank Van Puyvelde" userId="ba4190df-4674-45fe-be59-1502c3515486" providerId="ADAL" clId="{5D037907-3D82-4030-98C6-17E152787AB0}" dt="2025-01-03T10:48:12.454" v="34" actId="478"/>
        <pc:sldMkLst>
          <pc:docMk/>
          <pc:sldMk cId="545101935" sldId="413"/>
        </pc:sldMkLst>
      </pc:sldChg>
      <pc:sldChg chg="delSp mod delAnim">
        <pc:chgData name="Frank Van Puyvelde" userId="ba4190df-4674-45fe-be59-1502c3515486" providerId="ADAL" clId="{5D037907-3D82-4030-98C6-17E152787AB0}" dt="2025-01-03T10:47:09.100" v="1" actId="478"/>
        <pc:sldMkLst>
          <pc:docMk/>
          <pc:sldMk cId="4024688066" sldId="422"/>
        </pc:sldMkLst>
      </pc:sldChg>
      <pc:sldChg chg="delSp mod delAnim">
        <pc:chgData name="Frank Van Puyvelde" userId="ba4190df-4674-45fe-be59-1502c3515486" providerId="ADAL" clId="{5D037907-3D82-4030-98C6-17E152787AB0}" dt="2025-01-03T10:47:52.453" v="24" actId="478"/>
        <pc:sldMkLst>
          <pc:docMk/>
          <pc:sldMk cId="3681980605" sldId="433"/>
        </pc:sldMkLst>
      </pc:sldChg>
      <pc:sldChg chg="delSp mod delAnim">
        <pc:chgData name="Frank Van Puyvelde" userId="ba4190df-4674-45fe-be59-1502c3515486" providerId="ADAL" clId="{5D037907-3D82-4030-98C6-17E152787AB0}" dt="2025-01-03T10:47:10.532" v="2" actId="478"/>
        <pc:sldMkLst>
          <pc:docMk/>
          <pc:sldMk cId="3580841378" sldId="453"/>
        </pc:sldMkLst>
      </pc:sldChg>
      <pc:sldChg chg="delSp mod delAnim">
        <pc:chgData name="Frank Van Puyvelde" userId="ba4190df-4674-45fe-be59-1502c3515486" providerId="ADAL" clId="{5D037907-3D82-4030-98C6-17E152787AB0}" dt="2025-01-03T10:47:33.236" v="15" actId="478"/>
        <pc:sldMkLst>
          <pc:docMk/>
          <pc:sldMk cId="3383233928" sldId="454"/>
        </pc:sldMkLst>
      </pc:sldChg>
      <pc:sldChg chg="delSp mod delAnim">
        <pc:chgData name="Frank Van Puyvelde" userId="ba4190df-4674-45fe-be59-1502c3515486" providerId="ADAL" clId="{5D037907-3D82-4030-98C6-17E152787AB0}" dt="2025-01-03T10:48:08.302" v="32" actId="478"/>
        <pc:sldMkLst>
          <pc:docMk/>
          <pc:sldMk cId="2679111294" sldId="456"/>
        </pc:sldMkLst>
      </pc:sldChg>
      <pc:sldChg chg="delSp modSp mod delAnim modShow">
        <pc:chgData name="Frank Van Puyvelde" userId="ba4190df-4674-45fe-be59-1502c3515486" providerId="ADAL" clId="{5D037907-3D82-4030-98C6-17E152787AB0}" dt="2025-01-03T14:11:08.944" v="115" actId="114"/>
        <pc:sldMkLst>
          <pc:docMk/>
          <pc:sldMk cId="3803441011" sldId="457"/>
        </pc:sldMkLst>
      </pc:sldChg>
      <pc:sldChg chg="delSp mod delAnim">
        <pc:chgData name="Frank Van Puyvelde" userId="ba4190df-4674-45fe-be59-1502c3515486" providerId="ADAL" clId="{5D037907-3D82-4030-98C6-17E152787AB0}" dt="2025-01-03T10:47:14.307" v="5" actId="478"/>
        <pc:sldMkLst>
          <pc:docMk/>
          <pc:sldMk cId="617115775" sldId="458"/>
        </pc:sldMkLst>
      </pc:sldChg>
      <pc:sldChg chg="delSp mod delAnim">
        <pc:chgData name="Frank Van Puyvelde" userId="ba4190df-4674-45fe-be59-1502c3515486" providerId="ADAL" clId="{5D037907-3D82-4030-98C6-17E152787AB0}" dt="2025-01-03T10:47:30.452" v="14" actId="478"/>
        <pc:sldMkLst>
          <pc:docMk/>
          <pc:sldMk cId="3927581984" sldId="459"/>
        </pc:sldMkLst>
      </pc:sldChg>
      <pc:sldChg chg="delSp mod delAnim">
        <pc:chgData name="Frank Van Puyvelde" userId="ba4190df-4674-45fe-be59-1502c3515486" providerId="ADAL" clId="{5D037907-3D82-4030-98C6-17E152787AB0}" dt="2025-01-03T10:48:01.902" v="28" actId="478"/>
        <pc:sldMkLst>
          <pc:docMk/>
          <pc:sldMk cId="2864301259" sldId="460"/>
        </pc:sldMkLst>
      </pc:sldChg>
      <pc:sldChg chg="delSp mod delAnim">
        <pc:chgData name="Frank Van Puyvelde" userId="ba4190df-4674-45fe-be59-1502c3515486" providerId="ADAL" clId="{5D037907-3D82-4030-98C6-17E152787AB0}" dt="2025-01-03T10:48:03.158" v="29" actId="478"/>
        <pc:sldMkLst>
          <pc:docMk/>
          <pc:sldMk cId="1613713205" sldId="461"/>
        </pc:sldMkLst>
      </pc:sldChg>
      <pc:sldChg chg="delSp mod delAnim">
        <pc:chgData name="Frank Van Puyvelde" userId="ba4190df-4674-45fe-be59-1502c3515486" providerId="ADAL" clId="{5D037907-3D82-4030-98C6-17E152787AB0}" dt="2025-01-03T10:48:05.790" v="30" actId="478"/>
        <pc:sldMkLst>
          <pc:docMk/>
          <pc:sldMk cId="2618378181" sldId="462"/>
        </pc:sldMkLst>
      </pc:sldChg>
      <pc:sldChg chg="ord">
        <pc:chgData name="Frank Van Puyvelde" userId="ba4190df-4674-45fe-be59-1502c3515486" providerId="ADAL" clId="{5D037907-3D82-4030-98C6-17E152787AB0}" dt="2025-01-03T14:34:58.194" v="175"/>
        <pc:sldMkLst>
          <pc:docMk/>
          <pc:sldMk cId="2119275025" sldId="478"/>
        </pc:sldMkLst>
      </pc:sldChg>
      <pc:sldChg chg="add del">
        <pc:chgData name="Frank Van Puyvelde" userId="ba4190df-4674-45fe-be59-1502c3515486" providerId="ADAL" clId="{5D037907-3D82-4030-98C6-17E152787AB0}" dt="2025-01-03T14:07:49.936" v="70" actId="2696"/>
        <pc:sldMkLst>
          <pc:docMk/>
          <pc:sldMk cId="348534120" sldId="482"/>
        </pc:sldMkLst>
      </pc:sldChg>
      <pc:sldChg chg="modSp new mod">
        <pc:chgData name="Frank Van Puyvelde" userId="ba4190df-4674-45fe-be59-1502c3515486" providerId="ADAL" clId="{5D037907-3D82-4030-98C6-17E152787AB0}" dt="2025-01-03T14:09:48.300" v="85" actId="27636"/>
        <pc:sldMkLst>
          <pc:docMk/>
          <pc:sldMk cId="3718502100" sldId="483"/>
        </pc:sldMkLst>
      </pc:sldChg>
      <pc:sldChg chg="modSp new mod">
        <pc:chgData name="Frank Van Puyvelde" userId="ba4190df-4674-45fe-be59-1502c3515486" providerId="ADAL" clId="{5D037907-3D82-4030-98C6-17E152787AB0}" dt="2025-01-03T14:31:29.182" v="173" actId="12"/>
        <pc:sldMkLst>
          <pc:docMk/>
          <pc:sldMk cId="1760374427" sldId="48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96359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nl-BE"/>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7A375BC9-5AAE-4E1F-9FAE-BC04149B1DB3}" type="datetimeFigureOut">
              <a:rPr lang="nl-BE" smtClean="0"/>
              <a:t>2/10/2026</a:t>
            </a:fld>
            <a:endParaRPr lang="nl-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40F272-7F92-4FF0-959A-28E623229BE1}" type="slidenum">
              <a:rPr lang="nl-BE" smtClean="0"/>
              <a:t>‹#›</a:t>
            </a:fld>
            <a:endParaRPr lang="nl-BE"/>
          </a:p>
        </p:txBody>
      </p:sp>
    </p:spTree>
    <p:extLst>
      <p:ext uri="{BB962C8B-B14F-4D97-AF65-F5344CB8AC3E}">
        <p14:creationId xmlns:p14="http://schemas.microsoft.com/office/powerpoint/2010/main" val="3613536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BE"/>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BE"/>
          </a:p>
        </p:txBody>
      </p:sp>
      <p:sp>
        <p:nvSpPr>
          <p:cNvPr id="4" name="Date Placeholder 3"/>
          <p:cNvSpPr>
            <a:spLocks noGrp="1"/>
          </p:cNvSpPr>
          <p:nvPr>
            <p:ph type="dt" sz="half" idx="10"/>
          </p:nvPr>
        </p:nvSpPr>
        <p:spPr/>
        <p:txBody>
          <a:bodyPr/>
          <a:lstStyle/>
          <a:p>
            <a:fld id="{25D4C14B-8B81-49E7-9BC7-8AE29B5E2ADB}" type="datetimeFigureOut">
              <a:rPr lang="nl-BE" smtClean="0"/>
              <a:t>2/10/2026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4051317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25D4C14B-8B81-49E7-9BC7-8AE29B5E2ADB}" type="datetimeFigureOut">
              <a:rPr lang="nl-BE" smtClean="0"/>
              <a:t>2/10/2026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2594574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BE"/>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5D4C14B-8B81-49E7-9BC7-8AE29B5E2ADB}" type="datetimeFigureOut">
              <a:rPr lang="nl-BE" smtClean="0"/>
              <a:t>2/10/2026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4123210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Date Placeholder 4"/>
          <p:cNvSpPr>
            <a:spLocks noGrp="1"/>
          </p:cNvSpPr>
          <p:nvPr>
            <p:ph type="dt" sz="half" idx="10"/>
          </p:nvPr>
        </p:nvSpPr>
        <p:spPr/>
        <p:txBody>
          <a:bodyPr/>
          <a:lstStyle/>
          <a:p>
            <a:fld id="{25D4C14B-8B81-49E7-9BC7-8AE29B5E2ADB}" type="datetimeFigureOut">
              <a:rPr lang="nl-BE" smtClean="0"/>
              <a:t>2/10/2026</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3165426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nl-BE"/>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7" name="Date Placeholder 6"/>
          <p:cNvSpPr>
            <a:spLocks noGrp="1"/>
          </p:cNvSpPr>
          <p:nvPr>
            <p:ph type="dt" sz="half" idx="10"/>
          </p:nvPr>
        </p:nvSpPr>
        <p:spPr/>
        <p:txBody>
          <a:bodyPr/>
          <a:lstStyle/>
          <a:p>
            <a:fld id="{25D4C14B-8B81-49E7-9BC7-8AE29B5E2ADB}" type="datetimeFigureOut">
              <a:rPr lang="nl-BE" smtClean="0"/>
              <a:t>2/10/2026</a:t>
            </a:fld>
            <a:endParaRPr lang="nl-BE"/>
          </a:p>
        </p:txBody>
      </p:sp>
      <p:sp>
        <p:nvSpPr>
          <p:cNvPr id="8" name="Footer Placeholder 7"/>
          <p:cNvSpPr>
            <a:spLocks noGrp="1"/>
          </p:cNvSpPr>
          <p:nvPr>
            <p:ph type="ftr" sz="quarter" idx="11"/>
          </p:nvPr>
        </p:nvSpPr>
        <p:spPr/>
        <p:txBody>
          <a:bodyPr/>
          <a:lstStyle/>
          <a:p>
            <a:endParaRPr lang="nl-BE"/>
          </a:p>
        </p:txBody>
      </p:sp>
      <p:sp>
        <p:nvSpPr>
          <p:cNvPr id="9" name="Slide Number Placeholder 8"/>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3388363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Date Placeholder 2"/>
          <p:cNvSpPr>
            <a:spLocks noGrp="1"/>
          </p:cNvSpPr>
          <p:nvPr>
            <p:ph type="dt" sz="half" idx="10"/>
          </p:nvPr>
        </p:nvSpPr>
        <p:spPr/>
        <p:txBody>
          <a:bodyPr/>
          <a:lstStyle/>
          <a:p>
            <a:fld id="{25D4C14B-8B81-49E7-9BC7-8AE29B5E2ADB}" type="datetimeFigureOut">
              <a:rPr lang="nl-BE" smtClean="0"/>
              <a:t>2/10/2026</a:t>
            </a:fld>
            <a:endParaRPr lang="nl-BE"/>
          </a:p>
        </p:txBody>
      </p:sp>
      <p:sp>
        <p:nvSpPr>
          <p:cNvPr id="4" name="Footer Placeholder 3"/>
          <p:cNvSpPr>
            <a:spLocks noGrp="1"/>
          </p:cNvSpPr>
          <p:nvPr>
            <p:ph type="ftr" sz="quarter" idx="11"/>
          </p:nvPr>
        </p:nvSpPr>
        <p:spPr/>
        <p:txBody>
          <a:bodyPr/>
          <a:lstStyle/>
          <a:p>
            <a:endParaRPr lang="nl-BE"/>
          </a:p>
        </p:txBody>
      </p:sp>
      <p:sp>
        <p:nvSpPr>
          <p:cNvPr id="5" name="Slide Number Placeholder 4"/>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637128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D4C14B-8B81-49E7-9BC7-8AE29B5E2ADB}" type="datetimeFigureOut">
              <a:rPr lang="nl-BE" smtClean="0"/>
              <a:t>2/10/2026</a:t>
            </a:fld>
            <a:endParaRPr lang="nl-BE"/>
          </a:p>
        </p:txBody>
      </p:sp>
      <p:sp>
        <p:nvSpPr>
          <p:cNvPr id="3" name="Footer Placeholder 2"/>
          <p:cNvSpPr>
            <a:spLocks noGrp="1"/>
          </p:cNvSpPr>
          <p:nvPr>
            <p:ph type="ftr" sz="quarter" idx="11"/>
          </p:nvPr>
        </p:nvSpPr>
        <p:spPr/>
        <p:txBody>
          <a:bodyPr/>
          <a:lstStyle/>
          <a:p>
            <a:endParaRPr lang="nl-BE"/>
          </a:p>
        </p:txBody>
      </p:sp>
      <p:sp>
        <p:nvSpPr>
          <p:cNvPr id="4" name="Slide Number Placeholder 3"/>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800038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5D4C14B-8B81-49E7-9BC7-8AE29B5E2ADB}" type="datetimeFigureOut">
              <a:rPr lang="nl-BE" smtClean="0"/>
              <a:t>2/10/2026</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818197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5D4C14B-8B81-49E7-9BC7-8AE29B5E2ADB}" type="datetimeFigureOut">
              <a:rPr lang="nl-BE" smtClean="0"/>
              <a:t>2/10/2026</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2763940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25D4C14B-8B81-49E7-9BC7-8AE29B5E2ADB}" type="datetimeFigureOut">
              <a:rPr lang="nl-BE" smtClean="0"/>
              <a:t>2/10/2026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1044971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nl-BE"/>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25D4C14B-8B81-49E7-9BC7-8AE29B5E2ADB}" type="datetimeFigureOut">
              <a:rPr lang="nl-BE" smtClean="0"/>
              <a:t>2/10/2026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1456513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BE"/>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D4C14B-8B81-49E7-9BC7-8AE29B5E2ADB}" type="datetimeFigureOut">
              <a:rPr lang="nl-BE" smtClean="0"/>
              <a:t>2/10/2026</a:t>
            </a:fld>
            <a:endParaRPr lang="nl-B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B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20C1B6-92E4-4DE3-9E6A-1F6BB5BBD198}" type="slidenum">
              <a:rPr lang="nl-BE" smtClean="0"/>
              <a:t>‹#›</a:t>
            </a:fld>
            <a:endParaRPr lang="nl-BE"/>
          </a:p>
        </p:txBody>
      </p:sp>
    </p:spTree>
    <p:extLst>
      <p:ext uri="{BB962C8B-B14F-4D97-AF65-F5344CB8AC3E}">
        <p14:creationId xmlns:p14="http://schemas.microsoft.com/office/powerpoint/2010/main" val="5403048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oreilly.com/programming/free/files/a-whirlwind-tour-of-python.pdf" TargetMode="External"/><Relationship Id="rId2" Type="http://schemas.openxmlformats.org/officeDocument/2006/relationships/hyperlink" Target="https://github.com/gjbex/training-material/tree/master/Python" TargetMode="External"/><Relationship Id="rId1" Type="http://schemas.openxmlformats.org/officeDocument/2006/relationships/slideLayout" Target="../slideLayouts/slideLayout2.xml"/><Relationship Id="rId6" Type="http://schemas.openxmlformats.org/officeDocument/2006/relationships/hyperlink" Target="https://fabienmaussion.info/scientific_programming/html/00-Introduction.html" TargetMode="External"/><Relationship Id="rId5" Type="http://schemas.openxmlformats.org/officeDocument/2006/relationships/hyperlink" Target="http://www.cs.cornell.edu/courses/cs1110/2018sp/" TargetMode="External"/><Relationship Id="rId4" Type="http://schemas.openxmlformats.org/officeDocument/2006/relationships/hyperlink" Target="https://arcs.virginia.edu/python-quickstart"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github.com/parrt/msan501" TargetMode="External"/><Relationship Id="rId3" Type="http://schemas.openxmlformats.org/officeDocument/2006/relationships/hyperlink" Target="http://troll.cs.ua.edu/ACP-PY/index.html" TargetMode="External"/><Relationship Id="rId7" Type="http://schemas.openxmlformats.org/officeDocument/2006/relationships/hyperlink" Target="https://www2.cs.duke.edu/courses/spring18/compsci101/index.php" TargetMode="External"/><Relationship Id="rId2" Type="http://schemas.openxmlformats.org/officeDocument/2006/relationships/hyperlink" Target="https://www.math.ubc.ca/~pwalls/math-python/" TargetMode="External"/><Relationship Id="rId1" Type="http://schemas.openxmlformats.org/officeDocument/2006/relationships/slideLayout" Target="../slideLayouts/slideLayout2.xml"/><Relationship Id="rId6" Type="http://schemas.openxmlformats.org/officeDocument/2006/relationships/hyperlink" Target="https://anh.cs.luc.edu/python/hands-on/3.1/handsonHtml/index.html" TargetMode="External"/><Relationship Id="rId5" Type="http://schemas.openxmlformats.org/officeDocument/2006/relationships/hyperlink" Target="http://pages.physics.cornell.edu/~myers/teaching/ComputationalMethods/GettingStarted.html" TargetMode="External"/><Relationship Id="rId4" Type="http://schemas.openxmlformats.org/officeDocument/2006/relationships/hyperlink" Target="https://data-flair.training/blogs/python-lambda-expressions/" TargetMode="External"/><Relationship Id="rId9" Type="http://schemas.openxmlformats.org/officeDocument/2006/relationships/hyperlink" Target="https://docs.python-guide.org/intro/learning/"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runestone.academy/runestone/books/published/pythonds/Introduction/GettingStartedwithData.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eng.libretexts.org/Bookshelves/Computer_Science/Book:_Python_for_Everybody_(Severance)"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realpython.com/copying-python-objects/"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justinbois.github.io/bootcamp/2023/lessons/l05_lists_and_tuples.html"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stackoverflow.com/questions/16940293/why-is-there-no-tuple-comprehension-in-python"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stackoverflow.com/questions/24854139/lists-are-for-homogeneous-data-and-tuples-are-for-heterogeneous-data-why" TargetMode="External"/><Relationship Id="rId2" Type="http://schemas.openxmlformats.org/officeDocument/2006/relationships/hyperlink" Target="https://stackoverflow.com/questions/16940293/why-is-there-no-tuple-comprehension-in-python"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eng.libretexts.org/Bookshelves/Computer_Science/Book%3A_Python_for_Everybody_(Severance)/10%3A_Tuples/10.08%3A_Sequences%3A_strings%2C_lists%2C_and_tuples_-_Oh_My!"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justinbois.github.io/bootcamp/2023/lessons/l09_dictionaries.html"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s://realpython.com/iterate-through-dictionary-python/"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s://www.tutorialsteacher.com/python/python-set"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Python</a:t>
            </a:r>
            <a:endParaRPr lang="nl-BE" dirty="0"/>
          </a:p>
        </p:txBody>
      </p:sp>
      <p:sp>
        <p:nvSpPr>
          <p:cNvPr id="3" name="Subtitle 2"/>
          <p:cNvSpPr>
            <a:spLocks noGrp="1"/>
          </p:cNvSpPr>
          <p:nvPr>
            <p:ph type="subTitle" idx="1"/>
          </p:nvPr>
        </p:nvSpPr>
        <p:spPr/>
        <p:txBody>
          <a:bodyPr/>
          <a:lstStyle/>
          <a:p>
            <a:r>
              <a:rPr lang="en-US" dirty="0"/>
              <a:t>A </a:t>
            </a:r>
            <a:r>
              <a:rPr lang="en-US" dirty="0" err="1"/>
              <a:t>quickstart</a:t>
            </a:r>
            <a:r>
              <a:rPr lang="en-US" dirty="0"/>
              <a:t> into the key concepts of programming</a:t>
            </a:r>
          </a:p>
          <a:p>
            <a:r>
              <a:rPr lang="en-US" dirty="0"/>
              <a:t>Data Containers / Collections</a:t>
            </a:r>
            <a:endParaRPr lang="nl-BE" dirty="0"/>
          </a:p>
        </p:txBody>
      </p:sp>
    </p:spTree>
    <p:extLst>
      <p:ext uri="{BB962C8B-B14F-4D97-AF65-F5344CB8AC3E}">
        <p14:creationId xmlns:p14="http://schemas.microsoft.com/office/powerpoint/2010/main" val="3619848797"/>
      </p:ext>
    </p:extLst>
  </p:cSld>
  <p:clrMapOvr>
    <a:masterClrMapping/>
  </p:clrMapOvr>
  <mc:AlternateContent xmlns:mc="http://schemas.openxmlformats.org/markup-compatibility/2006" xmlns:p14="http://schemas.microsoft.com/office/powerpoint/2010/main">
    <mc:Choice Requires="p14">
      <p:transition spd="slow" p14:dur="2000" advTm="21867"/>
    </mc:Choice>
    <mc:Fallback xmlns="">
      <p:transition spd="slow" advTm="21867"/>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endParaRPr lang="nl-BE" dirty="0"/>
          </a:p>
        </p:txBody>
      </p:sp>
      <p:sp>
        <p:nvSpPr>
          <p:cNvPr id="3" name="Content Placeholder 2"/>
          <p:cNvSpPr>
            <a:spLocks noGrp="1"/>
          </p:cNvSpPr>
          <p:nvPr>
            <p:ph idx="1"/>
          </p:nvPr>
        </p:nvSpPr>
        <p:spPr/>
        <p:txBody>
          <a:bodyPr>
            <a:normAutofit fontScale="92500" lnSpcReduction="10000"/>
          </a:bodyPr>
          <a:lstStyle/>
          <a:p>
            <a:r>
              <a:rPr lang="nl-BE" dirty="0">
                <a:hlinkClick r:id="rId2"/>
              </a:rPr>
              <a:t>https://github.com/gjbex/training-material/tree/master/Python</a:t>
            </a:r>
            <a:endParaRPr lang="en-US" i="1" dirty="0"/>
          </a:p>
          <a:p>
            <a:r>
              <a:rPr lang="en-US" i="1" dirty="0"/>
              <a:t>Whirlwind Tour of Python </a:t>
            </a:r>
            <a:r>
              <a:rPr lang="en-US" dirty="0"/>
              <a:t>by Jake </a:t>
            </a:r>
            <a:r>
              <a:rPr lang="en-US" dirty="0" err="1"/>
              <a:t>VanderPlas</a:t>
            </a:r>
            <a:r>
              <a:rPr lang="en-US" dirty="0"/>
              <a:t> (O’Reilly). </a:t>
            </a:r>
            <a:br>
              <a:rPr lang="en-US" dirty="0"/>
            </a:br>
            <a:r>
              <a:rPr lang="en-US" dirty="0"/>
              <a:t>Copyright </a:t>
            </a:r>
            <a:r>
              <a:rPr lang="es-ES" dirty="0"/>
              <a:t>2016 </a:t>
            </a:r>
            <a:r>
              <a:rPr lang="es-ES" dirty="0" err="1"/>
              <a:t>O’Reilly</a:t>
            </a:r>
            <a:r>
              <a:rPr lang="es-ES" dirty="0"/>
              <a:t> Media, Inc., 978-1-491-96465-1.</a:t>
            </a:r>
            <a:br>
              <a:rPr lang="es-ES" dirty="0"/>
            </a:br>
            <a:r>
              <a:rPr lang="es-ES" dirty="0">
                <a:hlinkClick r:id="rId3"/>
              </a:rPr>
              <a:t>https://www.oreilly.com/programming/free/files/a-whirlwind-tour-of-python.pdf</a:t>
            </a:r>
            <a:r>
              <a:rPr lang="es-ES" dirty="0"/>
              <a:t> </a:t>
            </a:r>
          </a:p>
          <a:p>
            <a:r>
              <a:rPr lang="es-ES" dirty="0" err="1"/>
              <a:t>University</a:t>
            </a:r>
            <a:r>
              <a:rPr lang="es-ES" dirty="0"/>
              <a:t> of Virginia, </a:t>
            </a:r>
            <a:r>
              <a:rPr lang="es-ES" dirty="0" err="1"/>
              <a:t>Advanced</a:t>
            </a:r>
            <a:r>
              <a:rPr lang="es-ES" dirty="0"/>
              <a:t> </a:t>
            </a:r>
            <a:r>
              <a:rPr lang="es-ES" dirty="0" err="1"/>
              <a:t>Research</a:t>
            </a:r>
            <a:r>
              <a:rPr lang="es-ES" dirty="0"/>
              <a:t> Computing </a:t>
            </a:r>
            <a:r>
              <a:rPr lang="es-ES" dirty="0" err="1"/>
              <a:t>Services</a:t>
            </a:r>
            <a:r>
              <a:rPr lang="es-ES" dirty="0"/>
              <a:t>, Python </a:t>
            </a:r>
            <a:r>
              <a:rPr lang="es-ES" dirty="0" err="1"/>
              <a:t>Quickstart</a:t>
            </a:r>
            <a:br>
              <a:rPr lang="es-ES" dirty="0"/>
            </a:br>
            <a:r>
              <a:rPr lang="es-ES" dirty="0">
                <a:hlinkClick r:id="rId4"/>
              </a:rPr>
              <a:t>https://arcs.virginia.edu/python-quickstart</a:t>
            </a:r>
            <a:r>
              <a:rPr lang="es-ES" dirty="0"/>
              <a:t> </a:t>
            </a:r>
          </a:p>
          <a:p>
            <a:r>
              <a:rPr lang="es-ES" dirty="0">
                <a:hlinkClick r:id="rId5"/>
              </a:rPr>
              <a:t>http://www.cs.cornell.edu/courses/cs1110/2018sp/</a:t>
            </a:r>
            <a:r>
              <a:rPr lang="es-ES" dirty="0"/>
              <a:t> </a:t>
            </a:r>
          </a:p>
          <a:p>
            <a:r>
              <a:rPr lang="es-ES" dirty="0">
                <a:hlinkClick r:id="rId6"/>
              </a:rPr>
              <a:t>https://fabienmaussion.info/scientific_programming/html/00-Introduction.html</a:t>
            </a:r>
            <a:r>
              <a:rPr lang="es-ES" dirty="0"/>
              <a:t> </a:t>
            </a:r>
          </a:p>
          <a:p>
            <a:endParaRPr lang="nl-BE" dirty="0"/>
          </a:p>
        </p:txBody>
      </p:sp>
    </p:spTree>
    <p:extLst>
      <p:ext uri="{BB962C8B-B14F-4D97-AF65-F5344CB8AC3E}">
        <p14:creationId xmlns:p14="http://schemas.microsoft.com/office/powerpoint/2010/main" val="158258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See also</a:t>
            </a:r>
            <a:endParaRPr lang="nl-BE" dirty="0"/>
          </a:p>
        </p:txBody>
      </p:sp>
      <p:sp>
        <p:nvSpPr>
          <p:cNvPr id="3" name="Content Placeholder 2"/>
          <p:cNvSpPr>
            <a:spLocks noGrp="1"/>
          </p:cNvSpPr>
          <p:nvPr>
            <p:ph idx="1"/>
          </p:nvPr>
        </p:nvSpPr>
        <p:spPr/>
        <p:txBody>
          <a:bodyPr>
            <a:normAutofit fontScale="92500"/>
          </a:bodyPr>
          <a:lstStyle/>
          <a:p>
            <a:r>
              <a:rPr lang="nl-BE" dirty="0">
                <a:hlinkClick r:id="rId2"/>
              </a:rPr>
              <a:t>https://www.math.ubc.ca/~pwalls/math-python/</a:t>
            </a:r>
            <a:endParaRPr lang="nl-BE" dirty="0"/>
          </a:p>
          <a:p>
            <a:r>
              <a:rPr lang="nl-BE" dirty="0">
                <a:hlinkClick r:id="rId3"/>
              </a:rPr>
              <a:t>http://troll.cs.ua.edu/ACP-PY/index.html</a:t>
            </a:r>
            <a:endParaRPr lang="nl-BE" dirty="0"/>
          </a:p>
          <a:p>
            <a:r>
              <a:rPr lang="nl-BE" dirty="0">
                <a:hlinkClick r:id="rId4"/>
              </a:rPr>
              <a:t>https://data-flair.training/blogs/python-lambda-expressions/</a:t>
            </a:r>
            <a:r>
              <a:rPr lang="nl-BE" dirty="0"/>
              <a:t> </a:t>
            </a:r>
          </a:p>
          <a:p>
            <a:r>
              <a:rPr lang="nl-BE" dirty="0">
                <a:hlinkClick r:id="rId5"/>
              </a:rPr>
              <a:t>http://pages.physics.cornell.edu/~myers/teaching/ComputationalMethods/GettingStarted.html</a:t>
            </a:r>
            <a:endParaRPr lang="nl-BE" dirty="0"/>
          </a:p>
          <a:p>
            <a:r>
              <a:rPr lang="nl-BE" dirty="0">
                <a:hlinkClick r:id="rId6"/>
              </a:rPr>
              <a:t>https://anh.cs.luc.edu/python/hands-on/3.1/handsonHtml/index.html</a:t>
            </a:r>
            <a:r>
              <a:rPr lang="nl-BE" dirty="0"/>
              <a:t> </a:t>
            </a:r>
          </a:p>
          <a:p>
            <a:r>
              <a:rPr lang="nl-BE" dirty="0">
                <a:hlinkClick r:id="rId7"/>
              </a:rPr>
              <a:t>https://www2.cs.duke.edu/courses/spring18/compsci101/index.php</a:t>
            </a:r>
            <a:r>
              <a:rPr lang="nl-BE" dirty="0"/>
              <a:t> </a:t>
            </a:r>
          </a:p>
          <a:p>
            <a:r>
              <a:rPr lang="nl-BE" dirty="0">
                <a:hlinkClick r:id="rId8"/>
              </a:rPr>
              <a:t>https://github.com/parrt/msan501</a:t>
            </a:r>
            <a:r>
              <a:rPr lang="nl-BE" dirty="0"/>
              <a:t> </a:t>
            </a:r>
          </a:p>
          <a:p>
            <a:r>
              <a:rPr lang="nl-BE" dirty="0">
                <a:hlinkClick r:id="rId9"/>
              </a:rPr>
              <a:t>https://docs.python-guide.org/intro/learning/</a:t>
            </a:r>
            <a:r>
              <a:rPr lang="nl-BE" dirty="0"/>
              <a:t> </a:t>
            </a:r>
          </a:p>
          <a:p>
            <a:endParaRPr lang="nl-BE" dirty="0"/>
          </a:p>
        </p:txBody>
      </p:sp>
    </p:spTree>
    <p:extLst>
      <p:ext uri="{BB962C8B-B14F-4D97-AF65-F5344CB8AC3E}">
        <p14:creationId xmlns:p14="http://schemas.microsoft.com/office/powerpoint/2010/main" val="2849695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10342" r="10940"/>
          <a:stretch/>
        </p:blipFill>
        <p:spPr>
          <a:xfrm>
            <a:off x="2469663" y="2000250"/>
            <a:ext cx="7197969" cy="2857500"/>
          </a:xfrm>
          <a:prstGeom prst="rect">
            <a:avLst/>
          </a:prstGeom>
        </p:spPr>
      </p:pic>
      <p:sp>
        <p:nvSpPr>
          <p:cNvPr id="2" name="Title 1"/>
          <p:cNvSpPr>
            <a:spLocks noGrp="1"/>
          </p:cNvSpPr>
          <p:nvPr>
            <p:ph type="title"/>
          </p:nvPr>
        </p:nvSpPr>
        <p:spPr/>
        <p:txBody>
          <a:bodyPr/>
          <a:lstStyle/>
          <a:p>
            <a:r>
              <a:rPr lang="en-US" dirty="0"/>
              <a:t>Key concepts in programming</a:t>
            </a:r>
          </a:p>
        </p:txBody>
      </p:sp>
      <p:sp>
        <p:nvSpPr>
          <p:cNvPr id="3" name="Content Placeholder 2"/>
          <p:cNvSpPr>
            <a:spLocks noGrp="1"/>
          </p:cNvSpPr>
          <p:nvPr>
            <p:ph idx="1"/>
          </p:nvPr>
        </p:nvSpPr>
        <p:spPr>
          <a:solidFill>
            <a:schemeClr val="bg1"/>
          </a:solidFill>
        </p:spPr>
        <p:txBody>
          <a:bodyPr>
            <a:normAutofit/>
          </a:bodyPr>
          <a:lstStyle/>
          <a:p>
            <a:r>
              <a:rPr lang="en-US" dirty="0"/>
              <a:t>Variables (</a:t>
            </a:r>
            <a:r>
              <a:rPr lang="en-US" i="1" dirty="0"/>
              <a:t>integers, strings, dates, etc.)</a:t>
            </a:r>
          </a:p>
          <a:p>
            <a:r>
              <a:rPr lang="en-US" dirty="0"/>
              <a:t>Flow control (</a:t>
            </a:r>
            <a:r>
              <a:rPr lang="en-US" i="1" dirty="0"/>
              <a:t>if then, loop, etc.</a:t>
            </a:r>
            <a:r>
              <a:rPr lang="en-US" dirty="0"/>
              <a:t>)</a:t>
            </a:r>
          </a:p>
          <a:p>
            <a:r>
              <a:rPr lang="en-US" dirty="0"/>
              <a:t>Functions (</a:t>
            </a:r>
            <a:r>
              <a:rPr lang="en-US" i="1" dirty="0"/>
              <a:t>list of steps the code will follow</a:t>
            </a:r>
            <a:r>
              <a:rPr lang="en-US" dirty="0"/>
              <a:t>)</a:t>
            </a:r>
          </a:p>
          <a:p>
            <a:endParaRPr lang="en-US" dirty="0"/>
          </a:p>
          <a:p>
            <a:pPr marL="0" indent="0">
              <a:buNone/>
            </a:pPr>
            <a:endParaRPr lang="en-US" dirty="0"/>
          </a:p>
        </p:txBody>
      </p:sp>
    </p:spTree>
    <p:extLst>
      <p:ext uri="{BB962C8B-B14F-4D97-AF65-F5344CB8AC3E}">
        <p14:creationId xmlns:p14="http://schemas.microsoft.com/office/powerpoint/2010/main" val="4024688066"/>
      </p:ext>
    </p:extLst>
  </p:cSld>
  <p:clrMapOvr>
    <a:masterClrMapping/>
  </p:clrMapOvr>
  <mc:AlternateContent xmlns:mc="http://schemas.openxmlformats.org/markup-compatibility/2006" xmlns:p14="http://schemas.microsoft.com/office/powerpoint/2010/main">
    <mc:Choice Requires="p14">
      <p:transition spd="slow" p14:dur="2000" advTm="3469"/>
    </mc:Choice>
    <mc:Fallback xmlns="">
      <p:transition spd="slow" advTm="3469"/>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nl-BE"/>
              <a:t>Built-in compound </a:t>
            </a:r>
            <a:r>
              <a:rPr lang="nl-BE" dirty="0"/>
              <a:t>data types</a:t>
            </a:r>
          </a:p>
        </p:txBody>
      </p:sp>
      <p:sp>
        <p:nvSpPr>
          <p:cNvPr id="5" name="Text Placeholder 4"/>
          <p:cNvSpPr>
            <a:spLocks noGrp="1"/>
          </p:cNvSpPr>
          <p:nvPr>
            <p:ph type="body" idx="1"/>
          </p:nvPr>
        </p:nvSpPr>
        <p:spPr/>
        <p:txBody>
          <a:bodyPr/>
          <a:lstStyle/>
          <a:p>
            <a:r>
              <a:rPr lang="nl-BE" dirty="0"/>
              <a:t>Compound data types </a:t>
            </a:r>
            <a:r>
              <a:rPr lang="nl-BE" dirty="0" err="1"/>
              <a:t>that</a:t>
            </a:r>
            <a:r>
              <a:rPr lang="nl-BE" dirty="0"/>
              <a:t> </a:t>
            </a:r>
            <a:r>
              <a:rPr lang="nl-BE" dirty="0" err="1"/>
              <a:t>contain</a:t>
            </a:r>
            <a:r>
              <a:rPr lang="nl-BE" dirty="0"/>
              <a:t> multiple </a:t>
            </a:r>
            <a:r>
              <a:rPr lang="nl-BE" dirty="0" err="1"/>
              <a:t>objects</a:t>
            </a:r>
            <a:endParaRPr lang="nl-BE" dirty="0"/>
          </a:p>
          <a:p>
            <a:r>
              <a:rPr lang="nl-BE" dirty="0" err="1"/>
              <a:t>A.k.a</a:t>
            </a:r>
            <a:r>
              <a:rPr lang="nl-BE" dirty="0"/>
              <a:t>. </a:t>
            </a:r>
            <a:r>
              <a:rPr lang="nl-BE" dirty="0" err="1"/>
              <a:t>collections</a:t>
            </a:r>
            <a:r>
              <a:rPr lang="nl-BE" dirty="0"/>
              <a:t>, containers</a:t>
            </a:r>
            <a:endParaRPr lang="en-BE" dirty="0"/>
          </a:p>
        </p:txBody>
      </p:sp>
    </p:spTree>
    <p:extLst>
      <p:ext uri="{BB962C8B-B14F-4D97-AF65-F5344CB8AC3E}">
        <p14:creationId xmlns:p14="http://schemas.microsoft.com/office/powerpoint/2010/main" val="3580841378"/>
      </p:ext>
    </p:extLst>
  </p:cSld>
  <p:clrMapOvr>
    <a:masterClrMapping/>
  </p:clrMapOvr>
  <mc:AlternateContent xmlns:mc="http://schemas.openxmlformats.org/markup-compatibility/2006" xmlns:p14="http://schemas.microsoft.com/office/powerpoint/2010/main">
    <mc:Choice Requires="p14">
      <p:transition spd="slow" p14:dur="2000" advTm="1810"/>
    </mc:Choice>
    <mc:Fallback xmlns="">
      <p:transition spd="slow" advTm="181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structures</a:t>
            </a:r>
            <a:endParaRPr lang="nl-BE" dirty="0"/>
          </a:p>
        </p:txBody>
      </p:sp>
      <p:sp>
        <p:nvSpPr>
          <p:cNvPr id="3" name="Content Placeholder 2"/>
          <p:cNvSpPr>
            <a:spLocks noGrp="1"/>
          </p:cNvSpPr>
          <p:nvPr>
            <p:ph idx="1"/>
          </p:nvPr>
        </p:nvSpPr>
        <p:spPr/>
        <p:txBody>
          <a:bodyPr>
            <a:normAutofit/>
          </a:bodyPr>
          <a:lstStyle/>
          <a:p>
            <a:r>
              <a:rPr lang="en-US" dirty="0"/>
              <a:t>Four built-in data structures (container): </a:t>
            </a:r>
            <a:r>
              <a:rPr lang="en-US" b="1" dirty="0"/>
              <a:t>list</a:t>
            </a:r>
            <a:r>
              <a:rPr lang="en-US" dirty="0"/>
              <a:t>, </a:t>
            </a:r>
            <a:r>
              <a:rPr lang="en-US" b="1" dirty="0"/>
              <a:t>tuple</a:t>
            </a:r>
            <a:r>
              <a:rPr lang="en-US" dirty="0"/>
              <a:t>, </a:t>
            </a:r>
            <a:r>
              <a:rPr lang="en-US" b="1" dirty="0"/>
              <a:t>dictionary</a:t>
            </a:r>
            <a:r>
              <a:rPr lang="en-US" dirty="0"/>
              <a:t>, and </a:t>
            </a:r>
            <a:r>
              <a:rPr lang="en-US" b="1" dirty="0"/>
              <a:t>set</a:t>
            </a:r>
            <a:r>
              <a:rPr lang="en-US" dirty="0"/>
              <a:t>.</a:t>
            </a:r>
          </a:p>
          <a:p>
            <a:r>
              <a:rPr lang="en-US" dirty="0"/>
              <a:t>Can contain objects of </a:t>
            </a:r>
            <a:r>
              <a:rPr lang="en-US" i="1" dirty="0"/>
              <a:t>any </a:t>
            </a:r>
            <a:r>
              <a:rPr lang="en-US" dirty="0"/>
              <a:t>type </a:t>
            </a:r>
          </a:p>
          <a:p>
            <a:r>
              <a:rPr lang="en-US" dirty="0"/>
              <a:t>Organize the data structure into four different families: </a:t>
            </a:r>
          </a:p>
          <a:p>
            <a:pPr lvl="1"/>
            <a:r>
              <a:rPr lang="en-US" b="1" dirty="0"/>
              <a:t>Ordered data structure</a:t>
            </a:r>
            <a:r>
              <a:rPr lang="en-US" dirty="0"/>
              <a:t>:  list and tuple</a:t>
            </a:r>
          </a:p>
          <a:p>
            <a:pPr lvl="1"/>
            <a:r>
              <a:rPr lang="en-US" b="1" dirty="0"/>
              <a:t>Unordered data structure</a:t>
            </a:r>
            <a:r>
              <a:rPr lang="en-US" dirty="0"/>
              <a:t>:  set and dictionary </a:t>
            </a:r>
          </a:p>
          <a:p>
            <a:pPr lvl="1"/>
            <a:r>
              <a:rPr lang="en-US" b="1" dirty="0"/>
              <a:t>Mutable</a:t>
            </a:r>
            <a:r>
              <a:rPr lang="en-US" dirty="0"/>
              <a:t>:  list, set and dictionary </a:t>
            </a:r>
          </a:p>
          <a:p>
            <a:pPr lvl="1"/>
            <a:r>
              <a:rPr lang="nl-BE" b="1" dirty="0" err="1"/>
              <a:t>Immutable</a:t>
            </a:r>
            <a:r>
              <a:rPr lang="nl-BE" dirty="0"/>
              <a:t>:  </a:t>
            </a:r>
            <a:r>
              <a:rPr lang="nl-BE" dirty="0" err="1"/>
              <a:t>tuple</a:t>
            </a:r>
            <a:r>
              <a:rPr lang="nl-BE" dirty="0"/>
              <a:t> </a:t>
            </a:r>
          </a:p>
          <a:p>
            <a:r>
              <a:rPr lang="en-US" dirty="0"/>
              <a:t>A </a:t>
            </a:r>
            <a:r>
              <a:rPr lang="en-US" i="1" dirty="0"/>
              <a:t>mutable </a:t>
            </a:r>
            <a:r>
              <a:rPr lang="en-US" dirty="0"/>
              <a:t>data structure can change its size, whereas an </a:t>
            </a:r>
            <a:r>
              <a:rPr lang="en-US" i="1" dirty="0"/>
              <a:t>immutable </a:t>
            </a:r>
            <a:r>
              <a:rPr lang="en-US" dirty="0"/>
              <a:t>data structure will always maintain the same size. </a:t>
            </a:r>
            <a:endParaRPr lang="nl-BE" dirty="0"/>
          </a:p>
          <a:p>
            <a:pPr marL="0" indent="0">
              <a:buNone/>
            </a:pPr>
            <a:endParaRPr lang="nl-BE" dirty="0"/>
          </a:p>
        </p:txBody>
      </p:sp>
    </p:spTree>
    <p:extLst>
      <p:ext uri="{BB962C8B-B14F-4D97-AF65-F5344CB8AC3E}">
        <p14:creationId xmlns:p14="http://schemas.microsoft.com/office/powerpoint/2010/main" val="3065638429"/>
      </p:ext>
    </p:extLst>
  </p:cSld>
  <p:clrMapOvr>
    <a:masterClrMapping/>
  </p:clrMapOvr>
  <mc:AlternateContent xmlns:mc="http://schemas.openxmlformats.org/markup-compatibility/2006" xmlns:p14="http://schemas.microsoft.com/office/powerpoint/2010/main">
    <mc:Choice Requires="p14">
      <p:transition spd="slow" p14:dur="2000" advTm="199061"/>
    </mc:Choice>
    <mc:Fallback xmlns="">
      <p:transition spd="slow" advTm="199061"/>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structures</a:t>
            </a:r>
            <a:endParaRPr lang="nl-BE"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76312952"/>
              </p:ext>
            </p:extLst>
          </p:nvPr>
        </p:nvGraphicFramePr>
        <p:xfrm>
          <a:off x="1665506" y="1880053"/>
          <a:ext cx="8806543" cy="2392680"/>
        </p:xfrm>
        <a:graphic>
          <a:graphicData uri="http://schemas.openxmlformats.org/drawingml/2006/table">
            <a:tbl>
              <a:tblPr firstRow="1" bandRow="1">
                <a:tableStyleId>{5C22544A-7EE6-4342-B048-85BDC9FD1C3A}</a:tableStyleId>
              </a:tblPr>
              <a:tblGrid>
                <a:gridCol w="891607">
                  <a:extLst>
                    <a:ext uri="{9D8B030D-6E8A-4147-A177-3AD203B41FA5}">
                      <a16:colId xmlns:a16="http://schemas.microsoft.com/office/drawing/2014/main" val="174833837"/>
                    </a:ext>
                  </a:extLst>
                </a:gridCol>
                <a:gridCol w="1165420">
                  <a:extLst>
                    <a:ext uri="{9D8B030D-6E8A-4147-A177-3AD203B41FA5}">
                      <a16:colId xmlns:a16="http://schemas.microsoft.com/office/drawing/2014/main" val="3914723006"/>
                    </a:ext>
                  </a:extLst>
                </a:gridCol>
                <a:gridCol w="4258873">
                  <a:extLst>
                    <a:ext uri="{9D8B030D-6E8A-4147-A177-3AD203B41FA5}">
                      <a16:colId xmlns:a16="http://schemas.microsoft.com/office/drawing/2014/main" val="1374288268"/>
                    </a:ext>
                  </a:extLst>
                </a:gridCol>
                <a:gridCol w="2490643">
                  <a:extLst>
                    <a:ext uri="{9D8B030D-6E8A-4147-A177-3AD203B41FA5}">
                      <a16:colId xmlns:a16="http://schemas.microsoft.com/office/drawing/2014/main" val="2516166017"/>
                    </a:ext>
                  </a:extLst>
                </a:gridCol>
              </a:tblGrid>
              <a:tr h="370840">
                <a:tc>
                  <a:txBody>
                    <a:bodyPr/>
                    <a:lstStyle/>
                    <a:p>
                      <a:r>
                        <a:rPr lang="en-US" dirty="0"/>
                        <a:t>Type Name</a:t>
                      </a:r>
                      <a:endParaRPr lang="nl-BE" dirty="0"/>
                    </a:p>
                  </a:txBody>
                  <a:tcPr/>
                </a:tc>
                <a:tc>
                  <a:txBody>
                    <a:bodyPr/>
                    <a:lstStyle/>
                    <a:p>
                      <a:r>
                        <a:rPr lang="en-US" dirty="0"/>
                        <a:t>Example</a:t>
                      </a:r>
                      <a:endParaRPr lang="nl-BE" dirty="0"/>
                    </a:p>
                  </a:txBody>
                  <a:tcPr/>
                </a:tc>
                <a:tc>
                  <a:txBody>
                    <a:bodyPr/>
                    <a:lstStyle/>
                    <a:p>
                      <a:r>
                        <a:rPr lang="en-US" dirty="0"/>
                        <a:t>Description</a:t>
                      </a:r>
                      <a:endParaRPr lang="nl-BE" dirty="0"/>
                    </a:p>
                  </a:txBody>
                  <a:tcPr/>
                </a:tc>
                <a:tc>
                  <a:txBody>
                    <a:bodyPr/>
                    <a:lstStyle/>
                    <a:p>
                      <a:r>
                        <a:rPr lang="en-US" dirty="0"/>
                        <a:t>Notebook </a:t>
                      </a:r>
                      <a:endParaRPr lang="nl-BE" dirty="0"/>
                    </a:p>
                  </a:txBody>
                  <a:tcPr/>
                </a:tc>
                <a:extLst>
                  <a:ext uri="{0D108BD9-81ED-4DB2-BD59-A6C34878D82A}">
                    <a16:rowId xmlns:a16="http://schemas.microsoft.com/office/drawing/2014/main" val="3231393431"/>
                  </a:ext>
                </a:extLst>
              </a:tr>
              <a:tr h="370840">
                <a:tc>
                  <a:txBody>
                    <a:bodyPr/>
                    <a:lstStyle/>
                    <a:p>
                      <a:r>
                        <a:rPr lang="nl-BE" sz="1800" b="0" i="0" u="none" strike="noStrike" kern="1200" baseline="0" dirty="0">
                          <a:solidFill>
                            <a:schemeClr val="dk1"/>
                          </a:solidFill>
                          <a:latin typeface="+mn-lt"/>
                          <a:ea typeface="+mn-ea"/>
                          <a:cs typeface="+mn-cs"/>
                        </a:rPr>
                        <a:t>list</a:t>
                      </a:r>
                      <a:endParaRPr lang="nl-BE" dirty="0"/>
                    </a:p>
                  </a:txBody>
                  <a:tcPr/>
                </a:tc>
                <a:tc>
                  <a:txBody>
                    <a:bodyPr/>
                    <a:lstStyle/>
                    <a:p>
                      <a:r>
                        <a:rPr lang="nl-BE" sz="1800" b="0" i="0" u="none" strike="noStrike" kern="1200" baseline="0" dirty="0">
                          <a:solidFill>
                            <a:schemeClr val="dk1"/>
                          </a:solidFill>
                          <a:latin typeface="+mn-lt"/>
                          <a:ea typeface="+mn-ea"/>
                          <a:cs typeface="+mn-cs"/>
                        </a:rPr>
                        <a:t>[1, 2, 3]</a:t>
                      </a:r>
                      <a:endParaRPr lang="nl-BE" dirty="0"/>
                    </a:p>
                  </a:txBody>
                  <a:tcPr/>
                </a:tc>
                <a:tc>
                  <a:txBody>
                    <a:bodyPr/>
                    <a:lstStyle/>
                    <a:p>
                      <a:r>
                        <a:rPr lang="nl-BE" sz="1800" b="0" i="0" u="none" strike="noStrike" kern="1200" baseline="0" dirty="0" err="1">
                          <a:solidFill>
                            <a:schemeClr val="dk1"/>
                          </a:solidFill>
                          <a:latin typeface="+mn-lt"/>
                          <a:ea typeface="+mn-ea"/>
                          <a:cs typeface="+mn-cs"/>
                        </a:rPr>
                        <a:t>Ordered</a:t>
                      </a:r>
                      <a:r>
                        <a:rPr lang="nl-BE" sz="1800" b="0" i="0" u="none" strike="noStrike" kern="1200" baseline="0" dirty="0">
                          <a:solidFill>
                            <a:schemeClr val="dk1"/>
                          </a:solidFill>
                          <a:latin typeface="+mn-lt"/>
                          <a:ea typeface="+mn-ea"/>
                          <a:cs typeface="+mn-cs"/>
                        </a:rPr>
                        <a:t> </a:t>
                      </a:r>
                      <a:r>
                        <a:rPr lang="nl-BE" sz="1800" b="0" i="0" u="none" strike="noStrike" kern="1200" baseline="0" dirty="0" err="1">
                          <a:solidFill>
                            <a:schemeClr val="dk1"/>
                          </a:solidFill>
                          <a:latin typeface="+mn-lt"/>
                          <a:ea typeface="+mn-ea"/>
                          <a:cs typeface="+mn-cs"/>
                        </a:rPr>
                        <a:t>collection</a:t>
                      </a:r>
                      <a:endParaRPr lang="nl-BE" dirty="0"/>
                    </a:p>
                  </a:txBody>
                  <a:tcPr/>
                </a:tc>
                <a:tc>
                  <a:txBody>
                    <a:bodyPr/>
                    <a:lstStyle/>
                    <a:p>
                      <a:r>
                        <a:rPr lang="en-US" i="1" dirty="0" err="1"/>
                        <a:t>list.ipynb</a:t>
                      </a:r>
                      <a:endParaRPr lang="nl-BE" i="1" dirty="0"/>
                    </a:p>
                  </a:txBody>
                  <a:tcPr/>
                </a:tc>
                <a:extLst>
                  <a:ext uri="{0D108BD9-81ED-4DB2-BD59-A6C34878D82A}">
                    <a16:rowId xmlns:a16="http://schemas.microsoft.com/office/drawing/2014/main" val="419454467"/>
                  </a:ext>
                </a:extLst>
              </a:tr>
              <a:tr h="370840">
                <a:tc>
                  <a:txBody>
                    <a:bodyPr/>
                    <a:lstStyle/>
                    <a:p>
                      <a:r>
                        <a:rPr lang="nl-BE" sz="1800" b="0" i="0" u="none" strike="noStrike" kern="1200" baseline="0" dirty="0" err="1">
                          <a:solidFill>
                            <a:schemeClr val="dk1"/>
                          </a:solidFill>
                          <a:latin typeface="+mn-lt"/>
                          <a:ea typeface="+mn-ea"/>
                          <a:cs typeface="+mn-cs"/>
                        </a:rPr>
                        <a:t>tuple</a:t>
                      </a:r>
                      <a:endParaRPr lang="nl-BE" dirty="0"/>
                    </a:p>
                  </a:txBody>
                  <a:tcPr/>
                </a:tc>
                <a:tc>
                  <a:txBody>
                    <a:bodyPr/>
                    <a:lstStyle/>
                    <a:p>
                      <a:r>
                        <a:rPr lang="nl-BE" sz="1800" b="0" i="0" u="none" strike="noStrike" kern="1200" baseline="0" dirty="0">
                          <a:solidFill>
                            <a:schemeClr val="dk1"/>
                          </a:solidFill>
                          <a:latin typeface="+mn-lt"/>
                          <a:ea typeface="+mn-ea"/>
                          <a:cs typeface="+mn-cs"/>
                        </a:rPr>
                        <a:t>(1, 2, 3)</a:t>
                      </a:r>
                      <a:endParaRPr lang="nl-BE" dirty="0"/>
                    </a:p>
                  </a:txBody>
                  <a:tcPr/>
                </a:tc>
                <a:tc>
                  <a:txBody>
                    <a:bodyPr/>
                    <a:lstStyle/>
                    <a:p>
                      <a:r>
                        <a:rPr lang="nl-BE" sz="1800" b="0" i="0" u="none" strike="noStrike" kern="1200" baseline="0" dirty="0" err="1">
                          <a:solidFill>
                            <a:schemeClr val="dk1"/>
                          </a:solidFill>
                          <a:latin typeface="+mn-lt"/>
                          <a:ea typeface="+mn-ea"/>
                          <a:cs typeface="+mn-cs"/>
                        </a:rPr>
                        <a:t>Immutable</a:t>
                      </a:r>
                      <a:r>
                        <a:rPr lang="nl-BE" sz="1800" b="0" i="0" u="none" strike="noStrike" kern="1200" baseline="0" dirty="0">
                          <a:solidFill>
                            <a:schemeClr val="dk1"/>
                          </a:solidFill>
                          <a:latin typeface="+mn-lt"/>
                          <a:ea typeface="+mn-ea"/>
                          <a:cs typeface="+mn-cs"/>
                        </a:rPr>
                        <a:t> </a:t>
                      </a:r>
                      <a:r>
                        <a:rPr lang="nl-BE" sz="1800" b="0" i="0" u="none" strike="noStrike" kern="1200" baseline="0" dirty="0" err="1">
                          <a:solidFill>
                            <a:schemeClr val="dk1"/>
                          </a:solidFill>
                          <a:latin typeface="+mn-lt"/>
                          <a:ea typeface="+mn-ea"/>
                          <a:cs typeface="+mn-cs"/>
                        </a:rPr>
                        <a:t>ordered</a:t>
                      </a:r>
                      <a:r>
                        <a:rPr lang="nl-BE" sz="1800" b="0" i="0" u="none" strike="noStrike" kern="1200" baseline="0" dirty="0">
                          <a:solidFill>
                            <a:schemeClr val="dk1"/>
                          </a:solidFill>
                          <a:latin typeface="+mn-lt"/>
                          <a:ea typeface="+mn-ea"/>
                          <a:cs typeface="+mn-cs"/>
                        </a:rPr>
                        <a:t> </a:t>
                      </a:r>
                      <a:r>
                        <a:rPr lang="nl-BE" sz="1800" b="0" i="0" u="none" strike="noStrike" kern="1200" baseline="0" dirty="0" err="1">
                          <a:solidFill>
                            <a:schemeClr val="dk1"/>
                          </a:solidFill>
                          <a:latin typeface="+mn-lt"/>
                          <a:ea typeface="+mn-ea"/>
                          <a:cs typeface="+mn-cs"/>
                        </a:rPr>
                        <a:t>collection</a:t>
                      </a:r>
                      <a:endParaRPr lang="nl-BE" dirty="0"/>
                    </a:p>
                  </a:txBody>
                  <a:tcPr/>
                </a:tc>
                <a:tc>
                  <a:txBody>
                    <a:bodyPr/>
                    <a:lstStyle/>
                    <a:p>
                      <a:r>
                        <a:rPr lang="en-US" i="1" dirty="0" err="1"/>
                        <a:t>tuple.ipynb</a:t>
                      </a:r>
                      <a:endParaRPr lang="nl-BE" i="1" dirty="0"/>
                    </a:p>
                  </a:txBody>
                  <a:tcPr/>
                </a:tc>
                <a:extLst>
                  <a:ext uri="{0D108BD9-81ED-4DB2-BD59-A6C34878D82A}">
                    <a16:rowId xmlns:a16="http://schemas.microsoft.com/office/drawing/2014/main" val="2191191207"/>
                  </a:ext>
                </a:extLst>
              </a:tr>
              <a:tr h="370840">
                <a:tc>
                  <a:txBody>
                    <a:bodyPr/>
                    <a:lstStyle/>
                    <a:p>
                      <a:r>
                        <a:rPr lang="nl-BE" sz="1800" b="0" i="0" u="none" strike="noStrike" kern="1200" baseline="0" dirty="0" err="1">
                          <a:solidFill>
                            <a:schemeClr val="dk1"/>
                          </a:solidFill>
                          <a:latin typeface="+mn-lt"/>
                          <a:ea typeface="+mn-ea"/>
                          <a:cs typeface="+mn-cs"/>
                        </a:rPr>
                        <a:t>dict</a:t>
                      </a:r>
                      <a:endParaRPr lang="nl-BE" dirty="0"/>
                    </a:p>
                  </a:txBody>
                  <a:tcPr/>
                </a:tc>
                <a:tc>
                  <a:txBody>
                    <a:bodyPr/>
                    <a:lstStyle/>
                    <a:p>
                      <a:r>
                        <a:rPr lang="nl-BE" sz="1800" b="0" i="0" u="none" strike="noStrike" kern="1200" baseline="0" dirty="0">
                          <a:solidFill>
                            <a:schemeClr val="dk1"/>
                          </a:solidFill>
                          <a:latin typeface="+mn-lt"/>
                          <a:ea typeface="+mn-ea"/>
                          <a:cs typeface="+mn-cs"/>
                        </a:rPr>
                        <a:t>{'a':1, 'b':2, 'c':3}</a:t>
                      </a:r>
                      <a:endParaRPr lang="nl-BE" dirty="0"/>
                    </a:p>
                  </a:txBody>
                  <a:tcPr/>
                </a:tc>
                <a:tc>
                  <a:txBody>
                    <a:bodyPr/>
                    <a:lstStyle/>
                    <a:p>
                      <a:r>
                        <a:rPr lang="nl-BE" sz="1800" b="0" i="0" u="none" strike="noStrike" kern="1200" baseline="0" dirty="0" err="1">
                          <a:solidFill>
                            <a:schemeClr val="dk1"/>
                          </a:solidFill>
                          <a:latin typeface="+mn-lt"/>
                          <a:ea typeface="+mn-ea"/>
                          <a:cs typeface="+mn-cs"/>
                        </a:rPr>
                        <a:t>Unordered</a:t>
                      </a:r>
                      <a:r>
                        <a:rPr lang="nl-BE" sz="1800" b="0" i="0" u="none" strike="noStrike" kern="1200" baseline="0" dirty="0">
                          <a:solidFill>
                            <a:schemeClr val="dk1"/>
                          </a:solidFill>
                          <a:latin typeface="+mn-lt"/>
                          <a:ea typeface="+mn-ea"/>
                          <a:cs typeface="+mn-cs"/>
                        </a:rPr>
                        <a:t> (</a:t>
                      </a:r>
                      <a:r>
                        <a:rPr lang="nl-BE" sz="1800" b="0" i="0" u="none" strike="noStrike" kern="1200" baseline="0" dirty="0" err="1">
                          <a:solidFill>
                            <a:schemeClr val="dk1"/>
                          </a:solidFill>
                          <a:latin typeface="+mn-lt"/>
                          <a:ea typeface="+mn-ea"/>
                          <a:cs typeface="+mn-cs"/>
                        </a:rPr>
                        <a:t>key:value</a:t>
                      </a:r>
                      <a:r>
                        <a:rPr lang="nl-BE" sz="1800" b="0" i="0" u="none" strike="noStrike" kern="1200" baseline="0" dirty="0">
                          <a:solidFill>
                            <a:schemeClr val="dk1"/>
                          </a:solidFill>
                          <a:latin typeface="+mn-lt"/>
                          <a:ea typeface="+mn-ea"/>
                          <a:cs typeface="+mn-cs"/>
                        </a:rPr>
                        <a:t>) pair </a:t>
                      </a:r>
                      <a:r>
                        <a:rPr lang="nl-BE" sz="1800" b="0" i="0" u="none" strike="noStrike" kern="1200" baseline="0" dirty="0" err="1">
                          <a:solidFill>
                            <a:schemeClr val="dk1"/>
                          </a:solidFill>
                          <a:latin typeface="+mn-lt"/>
                          <a:ea typeface="+mn-ea"/>
                          <a:cs typeface="+mn-cs"/>
                        </a:rPr>
                        <a:t>mapping</a:t>
                      </a:r>
                      <a:endParaRPr lang="nl-BE" dirty="0"/>
                    </a:p>
                  </a:txBody>
                  <a:tcPr/>
                </a:tc>
                <a:tc>
                  <a:txBody>
                    <a:bodyPr/>
                    <a:lstStyle/>
                    <a:p>
                      <a:r>
                        <a:rPr lang="en-US" i="1" dirty="0" err="1"/>
                        <a:t>dict.ipynb</a:t>
                      </a:r>
                      <a:endParaRPr lang="nl-BE" i="1" dirty="0"/>
                    </a:p>
                  </a:txBody>
                  <a:tcPr/>
                </a:tc>
                <a:extLst>
                  <a:ext uri="{0D108BD9-81ED-4DB2-BD59-A6C34878D82A}">
                    <a16:rowId xmlns:a16="http://schemas.microsoft.com/office/drawing/2014/main" val="2937140271"/>
                  </a:ext>
                </a:extLst>
              </a:tr>
              <a:tr h="370840">
                <a:tc>
                  <a:txBody>
                    <a:bodyPr/>
                    <a:lstStyle/>
                    <a:p>
                      <a:r>
                        <a:rPr lang="nl-BE" sz="1800" b="0" i="0" u="none" strike="noStrike" kern="1200" baseline="0" dirty="0">
                          <a:solidFill>
                            <a:schemeClr val="dk1"/>
                          </a:solidFill>
                          <a:latin typeface="+mn-lt"/>
                          <a:ea typeface="+mn-ea"/>
                          <a:cs typeface="+mn-cs"/>
                        </a:rPr>
                        <a:t>set</a:t>
                      </a:r>
                      <a:endParaRPr lang="nl-BE" dirty="0"/>
                    </a:p>
                  </a:txBody>
                  <a:tcPr/>
                </a:tc>
                <a:tc>
                  <a:txBody>
                    <a:bodyPr/>
                    <a:lstStyle/>
                    <a:p>
                      <a:r>
                        <a:rPr lang="nl-BE" sz="1800" b="0" i="0" u="none" strike="noStrike" kern="1200" baseline="0" dirty="0">
                          <a:solidFill>
                            <a:schemeClr val="dk1"/>
                          </a:solidFill>
                          <a:latin typeface="+mn-lt"/>
                          <a:ea typeface="+mn-ea"/>
                          <a:cs typeface="+mn-cs"/>
                        </a:rPr>
                        <a:t>{1, 2, 3}</a:t>
                      </a:r>
                      <a:endParaRPr lang="nl-BE" dirty="0"/>
                    </a:p>
                  </a:txBody>
                  <a:tcPr/>
                </a:tc>
                <a:tc>
                  <a:txBody>
                    <a:bodyPr/>
                    <a:lstStyle/>
                    <a:p>
                      <a:r>
                        <a:rPr lang="en-US" sz="1800" b="0" i="0" u="none" strike="noStrike" kern="1200" baseline="0" dirty="0">
                          <a:solidFill>
                            <a:schemeClr val="dk1"/>
                          </a:solidFill>
                          <a:latin typeface="+mn-lt"/>
                          <a:ea typeface="+mn-ea"/>
                          <a:cs typeface="+mn-cs"/>
                        </a:rPr>
                        <a:t>Unordered collection of unique values</a:t>
                      </a:r>
                      <a:endParaRPr lang="nl-BE" dirty="0"/>
                    </a:p>
                  </a:txBody>
                  <a:tcPr/>
                </a:tc>
                <a:tc>
                  <a:txBody>
                    <a:bodyPr/>
                    <a:lstStyle/>
                    <a:p>
                      <a:r>
                        <a:rPr lang="en-US" i="1" dirty="0" err="1"/>
                        <a:t>set.ipynb</a:t>
                      </a:r>
                      <a:endParaRPr lang="nl-BE" i="1" dirty="0"/>
                    </a:p>
                  </a:txBody>
                  <a:tcPr/>
                </a:tc>
                <a:extLst>
                  <a:ext uri="{0D108BD9-81ED-4DB2-BD59-A6C34878D82A}">
                    <a16:rowId xmlns:a16="http://schemas.microsoft.com/office/drawing/2014/main" val="397074889"/>
                  </a:ext>
                </a:extLst>
              </a:tr>
            </a:tbl>
          </a:graphicData>
        </a:graphic>
      </p:graphicFrame>
    </p:spTree>
    <p:extLst>
      <p:ext uri="{BB962C8B-B14F-4D97-AF65-F5344CB8AC3E}">
        <p14:creationId xmlns:p14="http://schemas.microsoft.com/office/powerpoint/2010/main" val="2319990141"/>
      </p:ext>
    </p:extLst>
  </p:cSld>
  <p:clrMapOvr>
    <a:masterClrMapping/>
  </p:clrMapOvr>
  <mc:AlternateContent xmlns:mc="http://schemas.openxmlformats.org/markup-compatibility/2006" xmlns:p14="http://schemas.microsoft.com/office/powerpoint/2010/main">
    <mc:Choice Requires="p14">
      <p:transition spd="slow" p14:dur="2000" advTm="80118"/>
    </mc:Choice>
    <mc:Fallback xmlns="">
      <p:transition spd="slow" advTm="80118"/>
    </mc:Fallback>
  </mc:AlternateContent>
  <p:extLst>
    <p:ext uri="{3A86A75C-4F4B-4683-9AE1-C65F6400EC91}">
      <p14:laserTraceLst xmlns:p14="http://schemas.microsoft.com/office/powerpoint/2010/main">
        <p14:tracePtLst>
          <p14:tracePt t="12974" x="2698750" y="2546350"/>
          <p14:tracePt t="13004" x="2679700" y="2552700"/>
          <p14:tracePt t="13007" x="2673350" y="2559050"/>
          <p14:tracePt t="13025" x="2667000" y="2565400"/>
          <p14:tracePt t="13079" x="2635250" y="2578100"/>
          <p14:tracePt t="13089" x="2635250" y="2584450"/>
          <p14:tracePt t="13098" x="2628900" y="2584450"/>
          <p14:tracePt t="13106" x="2628900" y="2590800"/>
          <p14:tracePt t="13121" x="2622550" y="2590800"/>
          <p14:tracePt t="13138" x="2616200" y="2597150"/>
          <p14:tracePt t="13154" x="2609850" y="2603500"/>
          <p14:tracePt t="13178" x="2609850" y="2609850"/>
          <p14:tracePt t="13196" x="2603500" y="2616200"/>
          <p14:tracePt t="13213" x="2597150" y="2622550"/>
          <p14:tracePt t="13229" x="2597150" y="2628900"/>
          <p14:tracePt t="13247" x="2590800" y="2635250"/>
          <p14:tracePt t="13263" x="2584450" y="2641600"/>
          <p14:tracePt t="13266" x="2584450" y="2647950"/>
          <p14:tracePt t="13279" x="2584450" y="2654300"/>
          <p14:tracePt t="13297" x="2584450" y="2667000"/>
          <p14:tracePt t="13314" x="2584450" y="2673350"/>
          <p14:tracePt t="13330" x="2584450" y="2692400"/>
          <p14:tracePt t="13363" x="2584450" y="2705100"/>
          <p14:tracePt t="13380" x="2584450" y="2717800"/>
          <p14:tracePt t="13396" x="2584450" y="2724150"/>
          <p14:tracePt t="13413" x="2584450" y="2730500"/>
          <p14:tracePt t="13430" x="2590800" y="2743200"/>
          <p14:tracePt t="13446" x="2597150" y="2749550"/>
          <p14:tracePt t="13463" x="2597150" y="2755900"/>
          <p14:tracePt t="13480" x="2603500" y="2762250"/>
          <p14:tracePt t="13496" x="2603500" y="2768600"/>
          <p14:tracePt t="13514" x="2609850" y="2774950"/>
          <p14:tracePt t="13516" x="2616200" y="2781300"/>
          <p14:tracePt t="13530" x="2616200" y="2787650"/>
          <p14:tracePt t="13548" x="2622550" y="2800350"/>
          <p14:tracePt t="13563" x="2635250" y="2800350"/>
          <p14:tracePt t="13582" x="2641600" y="2806700"/>
          <p14:tracePt t="13596" x="2641600" y="2819400"/>
          <p14:tracePt t="13615" x="2647950" y="2819400"/>
          <p14:tracePt t="13630" x="2654300" y="2825750"/>
          <p14:tracePt t="13647" x="2660650" y="2832100"/>
          <p14:tracePt t="13670" x="2667000" y="2838450"/>
          <p14:tracePt t="13686" x="2667000" y="2844800"/>
          <p14:tracePt t="13702" x="2673350" y="2844800"/>
          <p14:tracePt t="13713" x="2673350" y="2851150"/>
          <p14:tracePt t="13734" x="2679700" y="2851150"/>
          <p14:tracePt t="13746" x="2679700" y="2857500"/>
          <p14:tracePt t="13767" x="2686050" y="2857500"/>
          <p14:tracePt t="13782" x="2692400" y="2857500"/>
          <p14:tracePt t="13799" x="2692400" y="2863850"/>
          <p14:tracePt t="13815" x="2698750" y="2863850"/>
          <p14:tracePt t="13846" x="2705100" y="2863850"/>
          <p14:tracePt t="13862" x="2711450" y="2863850"/>
          <p14:tracePt t="13880" x="2724150" y="2863850"/>
          <p14:tracePt t="13904" x="2736850" y="2863850"/>
          <p14:tracePt t="13913" x="2743200" y="2863850"/>
          <p14:tracePt t="13930" x="2762250" y="2851150"/>
          <p14:tracePt t="13946" x="2781300" y="2838450"/>
          <p14:tracePt t="13963" x="2787650" y="2832100"/>
          <p14:tracePt t="13979" x="2800350" y="2825750"/>
          <p14:tracePt t="13984" x="2800350" y="2813050"/>
          <p14:tracePt t="13996" x="2806700" y="2806700"/>
          <p14:tracePt t="14013" x="2813050" y="2794000"/>
          <p14:tracePt t="14017" x="2819400" y="2787650"/>
          <p14:tracePt t="14030" x="2819400" y="2781300"/>
          <p14:tracePt t="14047" x="2819400" y="2755900"/>
          <p14:tracePt t="14063" x="2819400" y="2730500"/>
          <p14:tracePt t="14085" x="2819400" y="2724150"/>
          <p14:tracePt t="14087" x="2819400" y="2711450"/>
          <p14:tracePt t="14096" x="2819400" y="2705100"/>
          <p14:tracePt t="14129" x="2819400" y="2698750"/>
          <p14:tracePt t="14147" x="2819400" y="2692400"/>
          <p14:tracePt t="14169" x="2813050" y="2692400"/>
          <p14:tracePt t="14180" x="2813050" y="2686050"/>
          <p14:tracePt t="14196" x="2813050" y="2673350"/>
          <p14:tracePt t="14213" x="2806700" y="2667000"/>
          <p14:tracePt t="14230" x="2806700" y="2660650"/>
          <p14:tracePt t="14246" x="2794000" y="2647950"/>
          <p14:tracePt t="14249" x="2794000" y="2641600"/>
          <p14:tracePt t="14280" x="2787650" y="2628900"/>
          <p14:tracePt t="14297" x="2781300" y="2622550"/>
          <p14:tracePt t="14314" x="2774950" y="2616200"/>
          <p14:tracePt t="14330" x="2768600" y="2609850"/>
          <p14:tracePt t="14346" x="2762250" y="2603500"/>
          <p14:tracePt t="14385" x="2762250" y="2597150"/>
          <p14:tracePt t="14393" x="2755900" y="2597150"/>
          <p14:tracePt t="14409" x="2749550" y="2597150"/>
          <p14:tracePt t="14425" x="2749550" y="2590800"/>
          <p14:tracePt t="14444" x="2749550" y="2584450"/>
          <p14:tracePt t="14452" x="2743200" y="2584450"/>
          <p14:tracePt t="14573" x="0" y="0"/>
        </p14:tracePtLst>
        <p14:tracePtLst>
          <p14:tracePt t="15189" x="3213100" y="2590800"/>
          <p14:tracePt t="15302" x="3206750" y="2590800"/>
          <p14:tracePt t="15318" x="3200400" y="2597150"/>
          <p14:tracePt t="15326" x="3187700" y="2616200"/>
          <p14:tracePt t="15346" x="3168650" y="2641600"/>
          <p14:tracePt t="15363" x="3162300" y="2673350"/>
          <p14:tracePt t="15366" x="3155950" y="2698750"/>
          <p14:tracePt t="15380" x="3149600" y="2711450"/>
          <p14:tracePt t="15397" x="3149600" y="2755900"/>
          <p14:tracePt t="15413" x="3162300" y="2774950"/>
          <p14:tracePt t="15430" x="3168650" y="2787650"/>
          <p14:tracePt t="15446" x="3187700" y="2806700"/>
          <p14:tracePt t="15465" x="3200400" y="2813050"/>
          <p14:tracePt t="15480" x="3219450" y="2825750"/>
          <p14:tracePt t="15496" x="3232150" y="2832100"/>
          <p14:tracePt t="15513" x="3244850" y="2838450"/>
          <p14:tracePt t="15530" x="3257550" y="2838450"/>
          <p14:tracePt t="15533" x="3263900" y="2844800"/>
          <p14:tracePt t="15547" x="3270250" y="2851150"/>
          <p14:tracePt t="15563" x="3282950" y="2851150"/>
          <p14:tracePt t="15580" x="3308350" y="2863850"/>
          <p14:tracePt t="15596" x="3321050" y="2870200"/>
          <p14:tracePt t="15613" x="3340100" y="2870200"/>
          <p14:tracePt t="15630" x="3352800" y="2876550"/>
          <p14:tracePt t="15631" x="3359150" y="2876550"/>
          <p14:tracePt t="15647" x="3371850" y="2876550"/>
          <p14:tracePt t="15663" x="3384550" y="2876550"/>
          <p14:tracePt t="15680" x="3403600" y="2863850"/>
          <p14:tracePt t="15696" x="3441700" y="2832100"/>
          <p14:tracePt t="15714" x="3460750" y="2813050"/>
          <p14:tracePt t="15730" x="3486150" y="2774950"/>
          <p14:tracePt t="15747" x="3498850" y="2755900"/>
          <p14:tracePt t="15763" x="3505200" y="2736850"/>
          <p14:tracePt t="15780" x="3517900" y="2717800"/>
          <p14:tracePt t="15797" x="3517900" y="2705100"/>
          <p14:tracePt t="15799" x="3517900" y="2698750"/>
          <p14:tracePt t="15813" x="3517900" y="2692400"/>
          <p14:tracePt t="15830" x="3517900" y="2667000"/>
          <p14:tracePt t="15833" x="3517900" y="2654300"/>
          <p14:tracePt t="15846" x="3511550" y="2641600"/>
          <p14:tracePt t="15863" x="3479800" y="2597150"/>
          <p14:tracePt t="15866" x="3467100" y="2578100"/>
          <p14:tracePt t="15880" x="3448050" y="2565400"/>
          <p14:tracePt t="15897" x="3390900" y="2527300"/>
          <p14:tracePt t="15913" x="3371850" y="2514600"/>
          <p14:tracePt t="15930" x="3359150" y="2508250"/>
          <p14:tracePt t="15946" x="3352800" y="2508250"/>
          <p14:tracePt t="15963" x="3346450" y="2508250"/>
          <p14:tracePt t="15980" x="3340100" y="2508250"/>
          <p14:tracePt t="15996" x="3333750" y="2508250"/>
          <p14:tracePt t="16013" x="3327400" y="2514600"/>
          <p14:tracePt t="16030" x="3302000" y="2527300"/>
          <p14:tracePt t="16033" x="3282950" y="2540000"/>
          <p14:tracePt t="16046" x="3276600" y="2546350"/>
          <p14:tracePt t="16063" x="3251200" y="2565400"/>
          <p14:tracePt t="16066" x="3232150" y="2571750"/>
          <p14:tracePt t="16080" x="3225800" y="2584450"/>
          <p14:tracePt t="16097" x="3213100" y="2597150"/>
          <p14:tracePt t="16113" x="3206750" y="2609850"/>
          <p14:tracePt t="16130" x="3206750" y="2622550"/>
          <p14:tracePt t="16133" x="3206750" y="2628900"/>
          <p14:tracePt t="16149" x="3206750" y="2641600"/>
          <p14:tracePt t="16163" x="3206750" y="2647950"/>
          <p14:tracePt t="16180" x="3206750" y="2660650"/>
          <p14:tracePt t="16261" x="0" y="0"/>
        </p14:tracePtLst>
        <p14:tracePtLst>
          <p14:tracePt t="25339" x="2622550" y="2965450"/>
          <p14:tracePt t="25546" x="2622550" y="2971800"/>
          <p14:tracePt t="25554" x="2616200" y="2971800"/>
          <p14:tracePt t="25571" x="2616200" y="2978150"/>
          <p14:tracePt t="25587" x="2609850" y="2984500"/>
          <p14:tracePt t="25597" x="2603500" y="2990850"/>
          <p14:tracePt t="25614" x="2603500" y="3003550"/>
          <p14:tracePt t="25630" x="2603500" y="3009900"/>
          <p14:tracePt t="25635" x="2597150" y="3016250"/>
          <p14:tracePt t="25651" x="2597150" y="3022600"/>
          <p14:tracePt t="25663" x="2597150" y="3028950"/>
          <p14:tracePt t="25667" x="2597150" y="3035300"/>
          <p14:tracePt t="25691" x="2597150" y="3041650"/>
          <p14:tracePt t="25698" x="2597150" y="3048000"/>
          <p14:tracePt t="25722" x="2597150" y="3054350"/>
          <p14:tracePt t="25730" x="2597150" y="3060700"/>
          <p14:tracePt t="25746" x="2597150" y="3067050"/>
          <p14:tracePt t="25780" x="2597150" y="3073400"/>
          <p14:tracePt t="25797" x="2597150" y="3086100"/>
          <p14:tracePt t="25814" x="2597150" y="3092450"/>
          <p14:tracePt t="25831" x="2597150" y="3105150"/>
          <p14:tracePt t="25852" x="2597150" y="3111500"/>
          <p14:tracePt t="25864" x="2597150" y="3117850"/>
          <p14:tracePt t="25897" x="2597150" y="3130550"/>
          <p14:tracePt t="25899" x="2603500" y="3136900"/>
          <p14:tracePt t="25925" x="2609850" y="3149600"/>
          <p14:tracePt t="25948" x="2609850" y="3155950"/>
          <p14:tracePt t="25957" x="2616200" y="3168650"/>
          <p14:tracePt t="25980" x="2622550" y="3181350"/>
          <p14:tracePt t="25991" x="2628900" y="3181350"/>
          <p14:tracePt t="25997" x="2635250" y="3194050"/>
          <p14:tracePt t="26014" x="2641600" y="3194050"/>
          <p14:tracePt t="26030" x="2654300" y="3213100"/>
          <p14:tracePt t="26047" x="2660650" y="3219450"/>
          <p14:tracePt t="26064" x="2673350" y="3225800"/>
          <p14:tracePt t="26080" x="2679700" y="3232150"/>
          <p14:tracePt t="26097" x="2679700" y="3238500"/>
          <p14:tracePt t="26114" x="2686050" y="3238500"/>
          <p14:tracePt t="26130" x="2692400" y="3238500"/>
          <p14:tracePt t="26134" x="2698750" y="3244850"/>
          <p14:tracePt t="26198" x="2705100" y="3244850"/>
          <p14:tracePt t="26230" x="2711450" y="3251200"/>
          <p14:tracePt t="26256" x="2724150" y="3257550"/>
          <p14:tracePt t="26278" x="2730500" y="3257550"/>
          <p14:tracePt t="26303" x="2743200" y="3263900"/>
          <p14:tracePt t="26320" x="2749550" y="3263900"/>
          <p14:tracePt t="26335" x="2762250" y="3263900"/>
          <p14:tracePt t="26343" x="2762250" y="3270250"/>
          <p14:tracePt t="26352" x="2768600" y="3270250"/>
          <p14:tracePt t="26366" x="2781300" y="3270250"/>
          <p14:tracePt t="26380" x="2781300" y="3276600"/>
          <p14:tracePt t="26397" x="2794000" y="3276600"/>
          <p14:tracePt t="26401" x="2800350" y="3276600"/>
          <p14:tracePt t="26413" x="2806700" y="3276600"/>
          <p14:tracePt t="26430" x="2819400" y="3276600"/>
          <p14:tracePt t="26433" x="2825750" y="3276600"/>
          <p14:tracePt t="26447" x="2844800" y="3276600"/>
          <p14:tracePt t="26464" x="2870200" y="3276600"/>
          <p14:tracePt t="26481" x="2882900" y="3276600"/>
          <p14:tracePt t="26497" x="2908300" y="3276600"/>
          <p14:tracePt t="26513" x="2927350" y="3276600"/>
          <p14:tracePt t="26530" x="2959100" y="3276600"/>
          <p14:tracePt t="26547" x="2978150" y="3276600"/>
          <p14:tracePt t="26564" x="2997200" y="3276600"/>
          <p14:tracePt t="26580" x="3048000" y="3276600"/>
          <p14:tracePt t="26597" x="3073400" y="3282950"/>
          <p14:tracePt t="26601" x="3098800" y="3282950"/>
          <p14:tracePt t="26614" x="3130550" y="3289300"/>
          <p14:tracePt t="26630" x="3168650" y="3289300"/>
          <p14:tracePt t="26634" x="3200400" y="3295650"/>
          <p14:tracePt t="26649" x="3238500" y="3302000"/>
          <p14:tracePt t="26664" x="3276600" y="3308350"/>
          <p14:tracePt t="26683" x="3327400" y="3314700"/>
          <p14:tracePt t="26698" x="3365500" y="3314700"/>
          <p14:tracePt t="26716" x="3390900" y="3321050"/>
          <p14:tracePt t="26730" x="3403600" y="3321050"/>
          <p14:tracePt t="26749" x="3409950" y="3321050"/>
          <p14:tracePt t="26770" x="3416300" y="3321050"/>
          <p14:tracePt t="26786" x="3422650" y="3321050"/>
          <p14:tracePt t="26835" x="3429000" y="3321050"/>
          <p14:tracePt t="26843" x="3429000" y="3314700"/>
          <p14:tracePt t="26875" x="3435350" y="3308350"/>
          <p14:tracePt t="26898" x="3435350" y="3302000"/>
          <p14:tracePt t="26924" x="3435350" y="3295650"/>
          <p14:tracePt t="26933" x="3435350" y="3289300"/>
          <p14:tracePt t="26957" x="3435350" y="3282950"/>
          <p14:tracePt t="26965" x="3435350" y="3276600"/>
          <p14:tracePt t="26982" x="3435350" y="3270250"/>
          <p14:tracePt t="26989" x="3435350" y="3263900"/>
          <p14:tracePt t="26998" x="3435350" y="3257550"/>
          <p14:tracePt t="27014" x="3435350" y="3244850"/>
          <p14:tracePt t="27030" x="3435350" y="3232150"/>
          <p14:tracePt t="27047" x="3435350" y="3225800"/>
          <p14:tracePt t="27052" x="3435350" y="3219450"/>
          <p14:tracePt t="27064" x="3435350" y="3213100"/>
          <p14:tracePt t="27080" x="3429000" y="3194050"/>
          <p14:tracePt t="27097" x="3429000" y="3181350"/>
          <p14:tracePt t="27114" x="3422650" y="3175000"/>
          <p14:tracePt t="27117" x="3422650" y="3168650"/>
          <p14:tracePt t="27130" x="3416300" y="3162300"/>
          <p14:tracePt t="27148" x="3409950" y="3143250"/>
          <p14:tracePt t="27164" x="3403600" y="3136900"/>
          <p14:tracePt t="27180" x="3403600" y="3124200"/>
          <p14:tracePt t="27198" x="3397250" y="3111500"/>
          <p14:tracePt t="27214" x="3390900" y="3105150"/>
          <p14:tracePt t="27230" x="3390900" y="3086100"/>
          <p14:tracePt t="27247" x="3384550" y="3073400"/>
          <p14:tracePt t="27263" x="3378200" y="3073400"/>
          <p14:tracePt t="27280" x="3371850" y="3060700"/>
          <p14:tracePt t="27297" x="3365500" y="3054350"/>
          <p14:tracePt t="27314" x="3359150" y="3041650"/>
          <p14:tracePt t="27330" x="3340100" y="3028950"/>
          <p14:tracePt t="27347" x="3314700" y="3009900"/>
          <p14:tracePt t="27350" x="3302000" y="2997200"/>
          <p14:tracePt t="27364" x="3289300" y="2984500"/>
          <p14:tracePt t="27380" x="3244850" y="2965450"/>
          <p14:tracePt t="27383" x="3232150" y="2946400"/>
          <p14:tracePt t="27398" x="3181350" y="2921000"/>
          <p14:tracePt t="27414" x="3124200" y="2882900"/>
          <p14:tracePt t="27431" x="3054350" y="2851150"/>
          <p14:tracePt t="27447" x="2997200" y="2825750"/>
          <p14:tracePt t="27464" x="2940050" y="2806700"/>
          <p14:tracePt t="27480" x="2895600" y="2800350"/>
          <p14:tracePt t="27497" x="2851150" y="2794000"/>
          <p14:tracePt t="27514" x="2832100" y="2794000"/>
          <p14:tracePt t="27530" x="2806700" y="2794000"/>
          <p14:tracePt t="27547" x="2794000" y="2800350"/>
          <p14:tracePt t="27564" x="2774950" y="2806700"/>
          <p14:tracePt t="27580" x="2755900" y="2813050"/>
          <p14:tracePt t="27584" x="2749550" y="2819400"/>
          <p14:tracePt t="27597" x="2743200" y="2825750"/>
          <p14:tracePt t="27614" x="2736850" y="2825750"/>
          <p14:tracePt t="27618" x="2730500" y="2832100"/>
          <p14:tracePt t="27630" x="2724150" y="2832100"/>
          <p14:tracePt t="27648" x="2711450" y="2844800"/>
          <p14:tracePt t="27664" x="2705100" y="2851150"/>
          <p14:tracePt t="27680" x="2698750" y="2857500"/>
          <p14:tracePt t="27697" x="2692400" y="2870200"/>
          <p14:tracePt t="27714" x="2679700" y="2876550"/>
          <p14:tracePt t="27730" x="2660650" y="2889250"/>
          <p14:tracePt t="27747" x="2654300" y="2908300"/>
          <p14:tracePt t="27764" x="2641600" y="2921000"/>
          <p14:tracePt t="27780" x="2628900" y="2933700"/>
          <p14:tracePt t="27797" x="2628900" y="2940050"/>
          <p14:tracePt t="27814" x="2622550" y="2952750"/>
          <p14:tracePt t="27830" x="2622550" y="2959100"/>
          <p14:tracePt t="27847" x="2616200" y="2965450"/>
          <p14:tracePt t="27851" x="2616200" y="2971800"/>
          <p14:tracePt t="27866" x="2616200" y="2978150"/>
          <p14:tracePt t="27880" x="2609850" y="2978150"/>
          <p14:tracePt t="27898" x="2603500" y="2990850"/>
          <p14:tracePt t="27914" x="2603500" y="2997200"/>
          <p14:tracePt t="27930" x="2603500" y="3003550"/>
          <p14:tracePt t="27947" x="2603500" y="3009900"/>
          <p14:tracePt t="27970" x="2603500" y="3016250"/>
          <p14:tracePt t="27987" x="2603500" y="3022600"/>
          <p14:tracePt t="27997" x="2597150" y="3022600"/>
          <p14:tracePt t="28013" x="2597150" y="3028950"/>
          <p14:tracePt t="28117" x="0" y="0"/>
        </p14:tracePtLst>
        <p14:tracePtLst>
          <p14:tracePt t="29460" x="2952750" y="3289300"/>
          <p14:tracePt t="29466" x="2940050" y="3282950"/>
          <p14:tracePt t="29483" x="2933700" y="3282950"/>
          <p14:tracePt t="29498" x="2921000" y="3276600"/>
          <p14:tracePt t="29514" x="2914650" y="3276600"/>
          <p14:tracePt t="29530" x="2908300" y="3270250"/>
          <p14:tracePt t="29547" x="2895600" y="3270250"/>
          <p14:tracePt t="29564" x="2876550" y="3263900"/>
          <p14:tracePt t="29580" x="2863850" y="3263900"/>
          <p14:tracePt t="29597" x="2851150" y="3263900"/>
          <p14:tracePt t="29614" x="2825750" y="3263900"/>
          <p14:tracePt t="29630" x="2800350" y="3263900"/>
          <p14:tracePt t="29633" x="2781300" y="3263900"/>
          <p14:tracePt t="29647" x="2774950" y="3263900"/>
          <p14:tracePt t="29664" x="2755900" y="3263900"/>
          <p14:tracePt t="29667" x="2743200" y="3263900"/>
          <p14:tracePt t="29680" x="2730500" y="3263900"/>
          <p14:tracePt t="29697" x="2717800" y="3263900"/>
          <p14:tracePt t="29701" x="2705100" y="3263900"/>
          <p14:tracePt t="29714" x="2698750" y="3263900"/>
          <p14:tracePt t="29730" x="2686050" y="3263900"/>
          <p14:tracePt t="29748" x="2660650" y="3263900"/>
          <p14:tracePt t="29764" x="2647950" y="3270250"/>
          <p14:tracePt t="29780" x="2628900" y="3276600"/>
          <p14:tracePt t="29797" x="2616200" y="3282950"/>
          <p14:tracePt t="29814" x="2603500" y="3289300"/>
          <p14:tracePt t="29847" x="2597150" y="3295650"/>
          <p14:tracePt t="29868" x="2597150" y="3302000"/>
          <p14:tracePt t="29893" x="2590800" y="3302000"/>
          <p14:tracePt t="29901" x="2590800" y="3308350"/>
          <p14:tracePt t="29917" x="2584450" y="3314700"/>
          <p14:tracePt t="29933" x="2584450" y="3321050"/>
          <p14:tracePt t="29950" x="2584450" y="3327400"/>
          <p14:tracePt t="29963" x="2584450" y="3333750"/>
          <p14:tracePt t="29984" x="2584450" y="3340100"/>
          <p14:tracePt t="29998" x="2578100" y="3352800"/>
          <p14:tracePt t="30016" x="2578100" y="3359150"/>
          <p14:tracePt t="30030" x="2578100" y="3378200"/>
          <p14:tracePt t="30047" x="2578100" y="3384550"/>
          <p14:tracePt t="30064" x="2578100" y="3397250"/>
          <p14:tracePt t="30081" x="2571750" y="3409950"/>
          <p14:tracePt t="30097" x="2571750" y="3422650"/>
          <p14:tracePt t="30114" x="2565400" y="3429000"/>
          <p14:tracePt t="30130" x="2565400" y="3441700"/>
          <p14:tracePt t="30147" x="2565400" y="3448050"/>
          <p14:tracePt t="30150" x="2565400" y="3454400"/>
          <p14:tracePt t="30167" x="2565400" y="3460750"/>
          <p14:tracePt t="30180" x="2565400" y="3467100"/>
          <p14:tracePt t="30206" x="2565400" y="3473450"/>
          <p14:tracePt t="30231" x="2565400" y="3479800"/>
          <p14:tracePt t="30247" x="2565400" y="3486150"/>
          <p14:tracePt t="30257" x="2565400" y="3492500"/>
          <p14:tracePt t="30270" x="2565400" y="3498850"/>
          <p14:tracePt t="30288" x="2565400" y="3505200"/>
          <p14:tracePt t="30297" x="2565400" y="3511550"/>
          <p14:tracePt t="30314" x="2565400" y="3524250"/>
          <p14:tracePt t="30330" x="2565400" y="3536950"/>
          <p14:tracePt t="30347" x="2571750" y="3549650"/>
          <p14:tracePt t="30352" x="2571750" y="3562350"/>
          <p14:tracePt t="30368" x="2571750" y="3568700"/>
          <p14:tracePt t="30380" x="2578100" y="3581400"/>
          <p14:tracePt t="30384" x="2584450" y="3581400"/>
          <p14:tracePt t="30397" x="2584450" y="3587750"/>
          <p14:tracePt t="30414" x="2584450" y="3600450"/>
          <p14:tracePt t="30430" x="2590800" y="3606800"/>
          <p14:tracePt t="30448" x="2597150" y="3619500"/>
          <p14:tracePt t="30464" x="2603500" y="3632200"/>
          <p14:tracePt t="30480" x="2609850" y="3657600"/>
          <p14:tracePt t="30497" x="2616200" y="3670300"/>
          <p14:tracePt t="30514" x="2622550" y="3683000"/>
          <p14:tracePt t="30530" x="2628900" y="3689350"/>
          <p14:tracePt t="30547" x="2635250" y="3708400"/>
          <p14:tracePt t="30564" x="2641600" y="3714750"/>
          <p14:tracePt t="30580" x="2647950" y="3727450"/>
          <p14:tracePt t="30597" x="2647950" y="3740150"/>
          <p14:tracePt t="30614" x="2660650" y="3746500"/>
          <p14:tracePt t="30630" x="2673350" y="3759200"/>
          <p14:tracePt t="30647" x="2673350" y="3765550"/>
          <p14:tracePt t="30650" x="2679700" y="3771900"/>
          <p14:tracePt t="30664" x="2686050" y="3778250"/>
          <p14:tracePt t="30680" x="2698750" y="3784600"/>
          <p14:tracePt t="30699" x="2711450" y="3797300"/>
          <p14:tracePt t="30714" x="2730500" y="3803650"/>
          <p14:tracePt t="30730" x="2730500" y="3810000"/>
          <p14:tracePt t="30747" x="2749550" y="3816350"/>
          <p14:tracePt t="30764" x="2762250" y="3816350"/>
          <p14:tracePt t="30780" x="2774950" y="3822700"/>
          <p14:tracePt t="30797" x="2794000" y="3829050"/>
          <p14:tracePt t="30814" x="2806700" y="3829050"/>
          <p14:tracePt t="30830" x="2819400" y="3829050"/>
          <p14:tracePt t="30847" x="2844800" y="3835400"/>
          <p14:tracePt t="30864" x="2857500" y="3841750"/>
          <p14:tracePt t="30880" x="2882900" y="3848100"/>
          <p14:tracePt t="30885" x="2889250" y="3848100"/>
          <p14:tracePt t="30897" x="2901950" y="3848100"/>
          <p14:tracePt t="30914" x="2933700" y="3854450"/>
          <p14:tracePt t="30917" x="2946400" y="3860800"/>
          <p14:tracePt t="30930" x="2959100" y="3860800"/>
          <p14:tracePt t="30948" x="3003550" y="3867150"/>
          <p14:tracePt t="30964" x="3028950" y="3879850"/>
          <p14:tracePt t="30980" x="3048000" y="3879850"/>
          <p14:tracePt t="30997" x="3079750" y="3892550"/>
          <p14:tracePt t="31014" x="3092450" y="3898900"/>
          <p14:tracePt t="31030" x="3117850" y="3898900"/>
          <p14:tracePt t="31047" x="3136900" y="3911600"/>
          <p14:tracePt t="31064" x="3162300" y="3917950"/>
          <p14:tracePt t="31080" x="3187700" y="3924300"/>
          <p14:tracePt t="31097" x="3219450" y="3930650"/>
          <p14:tracePt t="31114" x="3232150" y="3930650"/>
          <p14:tracePt t="31130" x="3251200" y="3937000"/>
          <p14:tracePt t="31147" x="3270250" y="3937000"/>
          <p14:tracePt t="31150" x="3276600" y="3937000"/>
          <p14:tracePt t="31163" x="3282950" y="3937000"/>
          <p14:tracePt t="31180" x="3295650" y="3937000"/>
          <p14:tracePt t="31184" x="3302000" y="3937000"/>
          <p14:tracePt t="31200" x="3308350" y="3937000"/>
          <p14:tracePt t="31214" x="3327400" y="3937000"/>
          <p14:tracePt t="31230" x="3340100" y="3930650"/>
          <p14:tracePt t="31247" x="3352800" y="3924300"/>
          <p14:tracePt t="31264" x="3365500" y="3924300"/>
          <p14:tracePt t="31280" x="3378200" y="3917950"/>
          <p14:tracePt t="31297" x="3390900" y="3911600"/>
          <p14:tracePt t="31314" x="3397250" y="3911600"/>
          <p14:tracePt t="31330" x="3422650" y="3905250"/>
          <p14:tracePt t="31347" x="3441700" y="3898900"/>
          <p14:tracePt t="31364" x="3460750" y="3898900"/>
          <p14:tracePt t="31380" x="3486150" y="3886200"/>
          <p14:tracePt t="31385" x="3492500" y="3879850"/>
          <p14:tracePt t="31403" x="3511550" y="3879850"/>
          <p14:tracePt t="31414" x="3517900" y="3879850"/>
          <p14:tracePt t="31431" x="3530600" y="3873500"/>
          <p14:tracePt t="31449" x="3536950" y="3873500"/>
          <p14:tracePt t="31480" x="3543300" y="3873500"/>
          <p14:tracePt t="31497" x="3549650" y="3873500"/>
          <p14:tracePt t="31521" x="3549650" y="3867150"/>
          <p14:tracePt t="31530" x="3556000" y="3867150"/>
          <p14:tracePt t="31547" x="3562350" y="3860800"/>
          <p14:tracePt t="31566" x="3575050" y="3860800"/>
          <p14:tracePt t="31569" x="3581400" y="3854450"/>
          <p14:tracePt t="31580" x="3587750" y="3854450"/>
          <p14:tracePt t="31600" x="3600450" y="3848100"/>
          <p14:tracePt t="31614" x="3606800" y="3841750"/>
          <p14:tracePt t="31633" x="3619500" y="3835400"/>
          <p14:tracePt t="31647" x="3625850" y="3835400"/>
          <p14:tracePt t="31665" x="3632200" y="3829050"/>
          <p14:tracePt t="31667" x="3632200" y="3822700"/>
          <p14:tracePt t="31681" x="3638550" y="3816350"/>
          <p14:tracePt t="31698" x="3651250" y="3797300"/>
          <p14:tracePt t="31714" x="3651250" y="3784600"/>
          <p14:tracePt t="31731" x="3651250" y="3771900"/>
          <p14:tracePt t="31747" x="3657600" y="3759200"/>
          <p14:tracePt t="31764" x="3657600" y="3752850"/>
          <p14:tracePt t="31780" x="3657600" y="3746500"/>
          <p14:tracePt t="31797" x="3663950" y="3733800"/>
          <p14:tracePt t="31814" x="3663950" y="3721100"/>
          <p14:tracePt t="31831" x="3663950" y="3708400"/>
          <p14:tracePt t="31834" x="3663950" y="3702050"/>
          <p14:tracePt t="31851" x="3663950" y="3695700"/>
          <p14:tracePt t="31864" x="3663950" y="3683000"/>
          <p14:tracePt t="31884" x="3657600" y="3657600"/>
          <p14:tracePt t="31900" x="3644900" y="3651250"/>
          <p14:tracePt t="31914" x="3632200" y="3632200"/>
          <p14:tracePt t="31930" x="3606800" y="3600450"/>
          <p14:tracePt t="31934" x="3594100" y="3594100"/>
          <p14:tracePt t="31948" x="3568700" y="3575050"/>
          <p14:tracePt t="31964" x="3517900" y="3549650"/>
          <p14:tracePt t="31980" x="3492500" y="3536950"/>
          <p14:tracePt t="31997" x="3467100" y="3524250"/>
          <p14:tracePt t="32014" x="3422650" y="3511550"/>
          <p14:tracePt t="32030" x="3397250" y="3498850"/>
          <p14:tracePt t="32047" x="3371850" y="3492500"/>
          <p14:tracePt t="32064" x="3352800" y="3492500"/>
          <p14:tracePt t="32080" x="3333750" y="3492500"/>
          <p14:tracePt t="32097" x="3308350" y="3486150"/>
          <p14:tracePt t="32100" x="3282950" y="3486150"/>
          <p14:tracePt t="32114" x="3276600" y="3479800"/>
          <p14:tracePt t="32132" x="3238500" y="3479800"/>
          <p14:tracePt t="32148" x="3225800" y="3473450"/>
          <p14:tracePt t="32164" x="3200400" y="3467100"/>
          <p14:tracePt t="32181" x="3181350" y="3454400"/>
          <p14:tracePt t="32197" x="3168650" y="3448050"/>
          <p14:tracePt t="32214" x="3155950" y="3435350"/>
          <p14:tracePt t="32230" x="3143250" y="3429000"/>
          <p14:tracePt t="32247" x="3136900" y="3422650"/>
          <p14:tracePt t="32264" x="3130550" y="3416300"/>
          <p14:tracePt t="32280" x="3117850" y="3403600"/>
          <p14:tracePt t="32297" x="3111500" y="3397250"/>
          <p14:tracePt t="32314" x="3098800" y="3390900"/>
          <p14:tracePt t="32330" x="3092450" y="3390900"/>
          <p14:tracePt t="32335" x="3086100" y="3384550"/>
          <p14:tracePt t="32351" x="3079750" y="3384550"/>
          <p14:tracePt t="32375" x="3073400" y="3378200"/>
          <p14:tracePt t="32594" x="0" y="0"/>
        </p14:tracePtLst>
        <p14:tracePtLst>
          <p14:tracePt t="33912" x="2813050" y="3505200"/>
          <p14:tracePt t="34306" x="2819400" y="3505200"/>
          <p14:tracePt t="34320" x="2825750" y="3505200"/>
          <p14:tracePt t="34328" x="2832100" y="3505200"/>
          <p14:tracePt t="34347" x="2851150" y="3505200"/>
          <p14:tracePt t="34364" x="2863850" y="3511550"/>
          <p14:tracePt t="34380" x="2876550" y="3511550"/>
          <p14:tracePt t="34383" x="2882900" y="3511550"/>
          <p14:tracePt t="34397" x="2889250" y="3511550"/>
          <p14:tracePt t="34414" x="2895600" y="3517900"/>
          <p14:tracePt t="34431" x="2901950" y="3517900"/>
          <p14:tracePt t="34447" x="2901950" y="3524250"/>
          <p14:tracePt t="34467" x="2908300" y="3524250"/>
          <p14:tracePt t="34500" x="2914650" y="3524250"/>
          <p14:tracePt t="34506" x="2914650" y="3530600"/>
          <p14:tracePt t="34517" x="2921000" y="3530600"/>
          <p14:tracePt t="34531" x="2927350" y="3530600"/>
          <p14:tracePt t="34547" x="2933700" y="3536950"/>
          <p14:tracePt t="34564" x="2940050" y="3536950"/>
          <p14:tracePt t="34722" x="2946400" y="3536950"/>
          <p14:tracePt t="34735" x="2952750" y="3536950"/>
          <p14:tracePt t="34740" x="2952750" y="3543300"/>
          <p14:tracePt t="34750" x="2959100" y="3543300"/>
          <p14:tracePt t="34764" x="2971800" y="3549650"/>
          <p14:tracePt t="34780" x="2984500" y="3549650"/>
          <p14:tracePt t="34797" x="3003550" y="3562350"/>
          <p14:tracePt t="34814" x="3016250" y="3562350"/>
          <p14:tracePt t="34830" x="3022600" y="3568700"/>
          <p14:tracePt t="34847" x="3028950" y="3568700"/>
          <p14:tracePt t="34863" x="3035300" y="3568700"/>
          <p14:tracePt t="34880" x="3035300" y="3575050"/>
          <p14:tracePt t="34998" x="3041650" y="3575050"/>
          <p14:tracePt t="35016" x="3048000" y="3575050"/>
          <p14:tracePt t="35046" x="3054350" y="3575050"/>
          <p14:tracePt t="35070" x="3054350" y="3568700"/>
          <p14:tracePt t="35497" x="0" y="0"/>
        </p14:tracePtLst>
        <p14:tracePtLst>
          <p14:tracePt t="50235" x="2844800" y="4102100"/>
          <p14:tracePt t="50241" x="2838450" y="4102100"/>
          <p14:tracePt t="50277" x="2832100" y="4102100"/>
          <p14:tracePt t="50283" x="2832100" y="4095750"/>
          <p14:tracePt t="50291" x="2825750" y="4095750"/>
          <p14:tracePt t="50300" x="2825750" y="4089400"/>
          <p14:tracePt t="50314" x="2819400" y="4083050"/>
          <p14:tracePt t="50331" x="2806700" y="4083050"/>
          <p14:tracePt t="50348" x="2787650" y="4064000"/>
          <p14:tracePt t="50364" x="2774950" y="4057650"/>
          <p14:tracePt t="50381" x="2755900" y="4038600"/>
          <p14:tracePt t="50398" x="2743200" y="4032250"/>
          <p14:tracePt t="50414" x="2730500" y="4019550"/>
          <p14:tracePt t="50431" x="2724150" y="4019550"/>
          <p14:tracePt t="50448" x="2717800" y="4019550"/>
          <p14:tracePt t="50499" x="2711450" y="4019550"/>
          <p14:tracePt t="50517" x="2705100" y="4019550"/>
          <p14:tracePt t="50539" x="2698750" y="4019550"/>
          <p14:tracePt t="50555" x="2692400" y="4019550"/>
          <p14:tracePt t="50575" x="2686050" y="4019550"/>
          <p14:tracePt t="50589" x="2679700" y="4019550"/>
          <p14:tracePt t="50597" x="2673350" y="4019550"/>
          <p14:tracePt t="50614" x="2667000" y="4019550"/>
          <p14:tracePt t="50631" x="2654300" y="4032250"/>
          <p14:tracePt t="50648" x="2641600" y="4038600"/>
          <p14:tracePt t="50665" x="2635250" y="4038600"/>
          <p14:tracePt t="50681" x="2628900" y="4044950"/>
          <p14:tracePt t="50709" x="2622550" y="4044950"/>
          <p14:tracePt t="50725" x="2622550" y="4051300"/>
          <p14:tracePt t="50742" x="2622550" y="4057650"/>
          <p14:tracePt t="50774" x="2616200" y="4064000"/>
          <p14:tracePt t="50789" x="2616200" y="4076700"/>
          <p14:tracePt t="50797" x="2609850" y="4076700"/>
          <p14:tracePt t="50814" x="2609850" y="4089400"/>
          <p14:tracePt t="50831" x="2609850" y="4102100"/>
          <p14:tracePt t="50848" x="2609850" y="4114800"/>
          <p14:tracePt t="50864" x="2609850" y="4121150"/>
          <p14:tracePt t="50881" x="2609850" y="4127500"/>
          <p14:tracePt t="50898" x="2609850" y="4140200"/>
          <p14:tracePt t="50914" x="2609850" y="4146550"/>
          <p14:tracePt t="50931" x="2609850" y="4159250"/>
          <p14:tracePt t="50948" x="2609850" y="4165600"/>
          <p14:tracePt t="50951" x="2616200" y="4171950"/>
          <p14:tracePt t="50964" x="2616200" y="4178300"/>
          <p14:tracePt t="50981" x="2622550" y="4184650"/>
          <p14:tracePt t="50984" x="2628900" y="4197350"/>
          <p14:tracePt t="51000" x="2635250" y="4197350"/>
          <p14:tracePt t="51014" x="2641600" y="4216400"/>
          <p14:tracePt t="51031" x="2660650" y="4235450"/>
          <p14:tracePt t="51048" x="2667000" y="4241800"/>
          <p14:tracePt t="51064" x="2692400" y="4260850"/>
          <p14:tracePt t="51081" x="2717800" y="4286250"/>
          <p14:tracePt t="51098" x="2730500" y="4292600"/>
          <p14:tracePt t="51114" x="2755900" y="4318000"/>
          <p14:tracePt t="51131" x="2774950" y="4330700"/>
          <p14:tracePt t="51148" x="2806700" y="4356100"/>
          <p14:tracePt t="51164" x="2838450" y="4375150"/>
          <p14:tracePt t="51181" x="2851150" y="4381500"/>
          <p14:tracePt t="51198" x="2882900" y="4394200"/>
          <p14:tracePt t="51214" x="2901950" y="4400550"/>
          <p14:tracePt t="51217" x="2914650" y="4406900"/>
          <p14:tracePt t="51231" x="2927350" y="4413250"/>
          <p14:tracePt t="51248" x="2940050" y="4413250"/>
          <p14:tracePt t="51251" x="2952750" y="4413250"/>
          <p14:tracePt t="51264" x="2971800" y="4413250"/>
          <p14:tracePt t="51281" x="2978150" y="4413250"/>
          <p14:tracePt t="51299" x="3003550" y="4413250"/>
          <p14:tracePt t="51314" x="3022600" y="4413250"/>
          <p14:tracePt t="51333" x="3054350" y="4413250"/>
          <p14:tracePt t="51347" x="3073400" y="4413250"/>
          <p14:tracePt t="51365" x="3111500" y="4406900"/>
          <p14:tracePt t="51381" x="3136900" y="4400550"/>
          <p14:tracePt t="51399" x="3194050" y="4394200"/>
          <p14:tracePt t="51415" x="3219450" y="4394200"/>
          <p14:tracePt t="51431" x="3270250" y="4387850"/>
          <p14:tracePt t="51434" x="3295650" y="4387850"/>
          <p14:tracePt t="51448" x="3333750" y="4387850"/>
          <p14:tracePt t="51465" x="3384550" y="4387850"/>
          <p14:tracePt t="51481" x="3409950" y="4387850"/>
          <p14:tracePt t="51500" x="3498850" y="4387850"/>
          <p14:tracePt t="51514" x="3517900" y="4387850"/>
          <p14:tracePt t="51532" x="3562350" y="4375150"/>
          <p14:tracePt t="51548" x="3594100" y="4368800"/>
          <p14:tracePt t="51564" x="3613150" y="4368800"/>
          <p14:tracePt t="51581" x="3638550" y="4349750"/>
          <p14:tracePt t="51598" x="3663950" y="4337050"/>
          <p14:tracePt t="51615" x="3676650" y="4330700"/>
          <p14:tracePt t="51631" x="3695700" y="4311650"/>
          <p14:tracePt t="51635" x="3708400" y="4298950"/>
          <p14:tracePt t="51659" x="3721100" y="4286250"/>
          <p14:tracePt t="51685" x="3727450" y="4279900"/>
          <p14:tracePt t="51693" x="3727450" y="4273550"/>
          <p14:tracePt t="51701" x="3733800" y="4267200"/>
          <p14:tracePt t="51714" x="3733800" y="4260850"/>
          <p14:tracePt t="51748" x="3740150" y="4248150"/>
          <p14:tracePt t="51765" x="3740150" y="4235450"/>
          <p14:tracePt t="51780" x="3740150" y="4229100"/>
          <p14:tracePt t="51798" x="3746500" y="4216400"/>
          <p14:tracePt t="51814" x="3746500" y="4210050"/>
          <p14:tracePt t="51831" x="3746500" y="4203700"/>
          <p14:tracePt t="51848" x="3746500" y="4191000"/>
          <p14:tracePt t="51864" x="3746500" y="4178300"/>
          <p14:tracePt t="51884" x="3746500" y="4159250"/>
          <p14:tracePt t="51897" x="3746500" y="4152900"/>
          <p14:tracePt t="51914" x="3740150" y="4140200"/>
          <p14:tracePt t="51931" x="3733800" y="4121150"/>
          <p14:tracePt t="51948" x="3727450" y="4108450"/>
          <p14:tracePt t="51964" x="3721100" y="4095750"/>
          <p14:tracePt t="51967" x="3714750" y="4083050"/>
          <p14:tracePt t="51981" x="3708400" y="4070350"/>
          <p14:tracePt t="51999" x="3702050" y="4051300"/>
          <p14:tracePt t="52015" x="3689350" y="4038600"/>
          <p14:tracePt t="52031" x="3683000" y="4038600"/>
          <p14:tracePt t="52048" x="3676650" y="4025900"/>
          <p14:tracePt t="52064" x="3663950" y="4019550"/>
          <p14:tracePt t="52081" x="3651250" y="4013200"/>
          <p14:tracePt t="52098" x="3632200" y="4000500"/>
          <p14:tracePt t="52115" x="3619500" y="3994150"/>
          <p14:tracePt t="52131" x="3594100" y="3981450"/>
          <p14:tracePt t="52135" x="3581400" y="3975100"/>
          <p14:tracePt t="52148" x="3562350" y="3975100"/>
          <p14:tracePt t="52165" x="3530600" y="3962400"/>
          <p14:tracePt t="52181" x="3511550" y="3956050"/>
          <p14:tracePt t="52198" x="3460750" y="3956050"/>
          <p14:tracePt t="52215" x="3441700" y="3956050"/>
          <p14:tracePt t="52231" x="3397250" y="3956050"/>
          <p14:tracePt t="52233" x="3378200" y="3949700"/>
          <p14:tracePt t="52248" x="3365500" y="3949700"/>
          <p14:tracePt t="52264" x="3327400" y="3937000"/>
          <p14:tracePt t="52281" x="3308350" y="3937000"/>
          <p14:tracePt t="52298" x="3276600" y="3924300"/>
          <p14:tracePt t="52314" x="3257550" y="3924300"/>
          <p14:tracePt t="52331" x="3219450" y="3917950"/>
          <p14:tracePt t="52336" x="3200400" y="3911600"/>
          <p14:tracePt t="52347" x="3181350" y="3905250"/>
          <p14:tracePt t="52364" x="3136900" y="3905250"/>
          <p14:tracePt t="52381" x="3117850" y="3905250"/>
          <p14:tracePt t="52397" x="3073400" y="3898900"/>
          <p14:tracePt t="52400" x="3048000" y="3898900"/>
          <p14:tracePt t="52414" x="3022600" y="3898900"/>
          <p14:tracePt t="52431" x="3003550" y="3898900"/>
          <p14:tracePt t="52434" x="2984500" y="3898900"/>
          <p14:tracePt t="52447" x="2965450" y="3898900"/>
          <p14:tracePt t="52464" x="2927350" y="3898900"/>
          <p14:tracePt t="52481" x="2895600" y="3898900"/>
          <p14:tracePt t="52498" x="2882900" y="3898900"/>
          <p14:tracePt t="52500" x="2863850" y="3905250"/>
          <p14:tracePt t="52514" x="2851150" y="3905250"/>
          <p14:tracePt t="52531" x="2813050" y="3911600"/>
          <p14:tracePt t="52547" x="2800350" y="3917950"/>
          <p14:tracePt t="52564" x="2762250" y="3937000"/>
          <p14:tracePt t="52581" x="2749550" y="3937000"/>
          <p14:tracePt t="52597" x="2730500" y="3949700"/>
          <p14:tracePt t="52614" x="2717800" y="3956050"/>
          <p14:tracePt t="52631" x="2711450" y="3962400"/>
          <p14:tracePt t="52648" x="2705100" y="3968750"/>
          <p14:tracePt t="52664" x="2692400" y="3975100"/>
          <p14:tracePt t="52666" x="2686050" y="3975100"/>
          <p14:tracePt t="52681" x="2686050" y="3981450"/>
          <p14:tracePt t="52697" x="2673350" y="3994150"/>
          <p14:tracePt t="52700" x="2660650" y="4000500"/>
          <p14:tracePt t="52716" x="2647950" y="4013200"/>
          <p14:tracePt t="52730" x="2641600" y="4019550"/>
          <p14:tracePt t="52747" x="2635250" y="4025900"/>
          <p14:tracePt t="52764" x="2628900" y="4032250"/>
          <p14:tracePt t="52781" x="2622550" y="4038600"/>
          <p14:tracePt t="52797" x="2609850" y="4051300"/>
          <p14:tracePt t="52814" x="2603500" y="4064000"/>
          <p14:tracePt t="52830" x="2597150" y="4076700"/>
          <p14:tracePt t="52847" x="2584450" y="4089400"/>
          <p14:tracePt t="52864" x="2571750" y="4102100"/>
          <p14:tracePt t="52881" x="2565400" y="4121150"/>
          <p14:tracePt t="52897" x="2559050" y="4127500"/>
          <p14:tracePt t="52914" x="2559050" y="4140200"/>
          <p14:tracePt t="52931" x="2559050" y="4146550"/>
          <p14:tracePt t="52934" x="2559050" y="4152900"/>
          <p14:tracePt t="52950" x="2559050" y="4165600"/>
          <p14:tracePt t="52973" x="2559050" y="4171950"/>
          <p14:tracePt t="52984" x="2559050" y="4178300"/>
          <p14:tracePt t="52998" x="2559050" y="4191000"/>
          <p14:tracePt t="53016" x="2559050" y="4203700"/>
          <p14:tracePt t="53037" x="2559050" y="4216400"/>
          <p14:tracePt t="53049" x="2565400" y="4216400"/>
          <p14:tracePt t="53064" x="2578100" y="4229100"/>
          <p14:tracePt t="53081" x="2578100" y="4235450"/>
          <p14:tracePt t="53098" x="2590800" y="4248150"/>
          <p14:tracePt t="53115" x="2603500" y="4260850"/>
          <p14:tracePt t="53119" x="2616200" y="4267200"/>
          <p14:tracePt t="53143" x="2628900" y="4279900"/>
          <p14:tracePt t="53151" x="2641600" y="4279900"/>
          <p14:tracePt t="53164" x="2647950" y="4292600"/>
          <p14:tracePt t="53181" x="2660650" y="4298950"/>
          <p14:tracePt t="53184" x="2667000" y="4298950"/>
          <p14:tracePt t="53199" x="2679700" y="4305300"/>
          <p14:tracePt t="53214" x="2686050" y="4305300"/>
          <p14:tracePt t="53231" x="2692400" y="4305300"/>
          <p14:tracePt t="53490" x="0" y="0"/>
        </p14:tracePtLst>
        <p14:tracePtLst>
          <p14:tracePt t="63290" x="2692400" y="4235450"/>
          <p14:tracePt t="65052" x="0" y="0"/>
        </p14:tracePtLst>
        <p14:tracePtLst>
          <p14:tracePt t="67367" x="9226550" y="2628900"/>
          <p14:tracePt t="67373" x="9226550" y="2622550"/>
          <p14:tracePt t="67382" x="9220200" y="2622550"/>
          <p14:tracePt t="67415" x="9220200" y="2616200"/>
          <p14:tracePt t="67431" x="9213850" y="2616200"/>
          <p14:tracePt t="67448" x="9207500" y="2603500"/>
          <p14:tracePt t="67465" x="9201150" y="2597150"/>
          <p14:tracePt t="67481" x="9169400" y="2565400"/>
          <p14:tracePt t="67485" x="9156700" y="2552700"/>
          <p14:tracePt t="67498" x="9137650" y="2533650"/>
          <p14:tracePt t="67515" x="9093200" y="2489200"/>
          <p14:tracePt t="67520" x="9080500" y="2470150"/>
          <p14:tracePt t="67531" x="9023350" y="2425700"/>
          <p14:tracePt t="67549" x="8915400" y="2336800"/>
          <p14:tracePt t="67565" x="8813800" y="2279650"/>
          <p14:tracePt t="67581" x="8756650" y="2260600"/>
          <p14:tracePt t="67598" x="8667750" y="2235200"/>
          <p14:tracePt t="67615" x="8597900" y="2228850"/>
          <p14:tracePt t="67631" x="8553450" y="2228850"/>
          <p14:tracePt t="67648" x="8515350" y="2247900"/>
          <p14:tracePt t="67665" x="8477250" y="2254250"/>
          <p14:tracePt t="67681" x="8439150" y="2266950"/>
          <p14:tracePt t="67698" x="8426450" y="2273300"/>
          <p14:tracePt t="67714" x="8401050" y="2286000"/>
          <p14:tracePt t="67731" x="8388350" y="2286000"/>
          <p14:tracePt t="67748" x="8375650" y="2298700"/>
          <p14:tracePt t="67752" x="8356600" y="2298700"/>
          <p14:tracePt t="67765" x="8350250" y="2298700"/>
          <p14:tracePt t="67781" x="8318500" y="2317750"/>
          <p14:tracePt t="67784" x="8293100" y="2317750"/>
          <p14:tracePt t="67801" x="8242300" y="2336800"/>
          <p14:tracePt t="67815" x="8197850" y="2355850"/>
          <p14:tracePt t="67834" x="8172450" y="2368550"/>
          <p14:tracePt t="67848" x="8134350" y="2387600"/>
          <p14:tracePt t="67865" x="8083550" y="2419350"/>
          <p14:tracePt t="67884" x="8039100" y="2457450"/>
          <p14:tracePt t="67900" x="8013700" y="2482850"/>
          <p14:tracePt t="67904" x="7981950" y="2514600"/>
          <p14:tracePt t="67915" x="7969250" y="2533650"/>
          <p14:tracePt t="67932" x="7950200" y="2552700"/>
          <p14:tracePt t="67948" x="7912100" y="2603500"/>
          <p14:tracePt t="67965" x="7899400" y="2635250"/>
          <p14:tracePt t="67981" x="7880350" y="2679700"/>
          <p14:tracePt t="67998" x="7867650" y="2711450"/>
          <p14:tracePt t="68001" x="7854950" y="2749550"/>
          <p14:tracePt t="68015" x="7842250" y="2768600"/>
          <p14:tracePt t="68031" x="7835900" y="2806700"/>
          <p14:tracePt t="68035" x="7835900" y="2819400"/>
          <p14:tracePt t="68049" x="7823200" y="2882900"/>
          <p14:tracePt t="68065" x="7816850" y="2914650"/>
          <p14:tracePt t="68081" x="7810500" y="2959100"/>
          <p14:tracePt t="68098" x="7810500" y="3003550"/>
          <p14:tracePt t="68115" x="7810500" y="3086100"/>
          <p14:tracePt t="68131" x="7804150" y="3136900"/>
          <p14:tracePt t="68148" x="7804150" y="3187700"/>
          <p14:tracePt t="68165" x="7804150" y="3238500"/>
          <p14:tracePt t="68182" x="7804150" y="3289300"/>
          <p14:tracePt t="68198" x="7804150" y="3340100"/>
          <p14:tracePt t="68215" x="7810500" y="3371850"/>
          <p14:tracePt t="68231" x="7816850" y="3403600"/>
          <p14:tracePt t="68236" x="7816850" y="3422650"/>
          <p14:tracePt t="68248" x="7823200" y="3441700"/>
          <p14:tracePt t="68265" x="7823200" y="3467100"/>
          <p14:tracePt t="68268" x="7823200" y="3486150"/>
          <p14:tracePt t="68281" x="7829550" y="3498850"/>
          <p14:tracePt t="68299" x="7842250" y="3556000"/>
          <p14:tracePt t="68315" x="7842250" y="3606800"/>
          <p14:tracePt t="68331" x="7854950" y="3657600"/>
          <p14:tracePt t="68348" x="7867650" y="3702050"/>
          <p14:tracePt t="68365" x="7880350" y="3759200"/>
          <p14:tracePt t="68381" x="7905750" y="3803650"/>
          <p14:tracePt t="68398" x="7918450" y="3835400"/>
          <p14:tracePt t="68415" x="7924800" y="3860800"/>
          <p14:tracePt t="68431" x="7937500" y="3886200"/>
          <p14:tracePt t="68435" x="7950200" y="3905250"/>
          <p14:tracePt t="68448" x="7956550" y="3911600"/>
          <p14:tracePt t="68465" x="7969250" y="3937000"/>
          <p14:tracePt t="68482" x="7988300" y="3968750"/>
          <p14:tracePt t="68498" x="8001000" y="4000500"/>
          <p14:tracePt t="68501" x="8007350" y="4013200"/>
          <p14:tracePt t="68515" x="8007350" y="4019550"/>
          <p14:tracePt t="68531" x="8020050" y="4044950"/>
          <p14:tracePt t="68534" x="8032750" y="4057650"/>
          <p14:tracePt t="68549" x="8045450" y="4076700"/>
          <p14:tracePt t="68565" x="8058150" y="4095750"/>
          <p14:tracePt t="68581" x="8070850" y="4114800"/>
          <p14:tracePt t="68598" x="8083550" y="4133850"/>
          <p14:tracePt t="68615" x="8102600" y="4159250"/>
          <p14:tracePt t="68631" x="8115300" y="4178300"/>
          <p14:tracePt t="68648" x="8140700" y="4216400"/>
          <p14:tracePt t="68665" x="8172450" y="4254500"/>
          <p14:tracePt t="68681" x="8191500" y="4273550"/>
          <p14:tracePt t="68698" x="8223250" y="4298950"/>
          <p14:tracePt t="68701" x="8229600" y="4311650"/>
          <p14:tracePt t="68715" x="8235950" y="4311650"/>
          <p14:tracePt t="68731" x="8267700" y="4337050"/>
          <p14:tracePt t="68734" x="8280400" y="4343400"/>
          <p14:tracePt t="68749" x="8305800" y="4362450"/>
          <p14:tracePt t="68765" x="8324850" y="4375150"/>
          <p14:tracePt t="68769" x="8331200" y="4375150"/>
          <p14:tracePt t="68781" x="8343900" y="4381500"/>
          <p14:tracePt t="68799" x="8394700" y="4406900"/>
          <p14:tracePt t="68815" x="8420100" y="4413250"/>
          <p14:tracePt t="68831" x="8451850" y="4425950"/>
          <p14:tracePt t="68848" x="8509000" y="4438650"/>
          <p14:tracePt t="68865" x="8540750" y="4451350"/>
          <p14:tracePt t="68884" x="8578850" y="4457700"/>
          <p14:tracePt t="68898" x="8623300" y="4457700"/>
          <p14:tracePt t="68915" x="8661400" y="4464050"/>
          <p14:tracePt t="68931" x="8705850" y="4470400"/>
          <p14:tracePt t="68935" x="8731250" y="4476750"/>
          <p14:tracePt t="68948" x="8782050" y="4476750"/>
          <p14:tracePt t="68965" x="8826500" y="4476750"/>
          <p14:tracePt t="68968" x="8851900" y="4476750"/>
          <p14:tracePt t="68981" x="8870950" y="4476750"/>
          <p14:tracePt t="68998" x="8928100" y="4470400"/>
          <p14:tracePt t="69001" x="8953500" y="4470400"/>
          <p14:tracePt t="69015" x="8978900" y="4464050"/>
          <p14:tracePt t="69032" x="9042400" y="4464050"/>
          <p14:tracePt t="69034" x="9061450" y="4464050"/>
          <p14:tracePt t="69048" x="9086850" y="4457700"/>
          <p14:tracePt t="69065" x="9188450" y="4432300"/>
          <p14:tracePt t="69081" x="9258300" y="4413250"/>
          <p14:tracePt t="69098" x="9328150" y="4387850"/>
          <p14:tracePt t="69115" x="9385300" y="4362450"/>
          <p14:tracePt t="69131" x="9474200" y="4311650"/>
          <p14:tracePt t="69148" x="9512300" y="4286250"/>
          <p14:tracePt t="69165" x="9537700" y="4254500"/>
          <p14:tracePt t="69169" x="9556750" y="4241800"/>
          <p14:tracePt t="69181" x="9569450" y="4216400"/>
          <p14:tracePt t="69198" x="9601200" y="4171950"/>
          <p14:tracePt t="69202" x="9607550" y="4152900"/>
          <p14:tracePt t="69215" x="9620250" y="4133850"/>
          <p14:tracePt t="69232" x="9639300" y="4076700"/>
          <p14:tracePt t="69234" x="9645650" y="4044950"/>
          <p14:tracePt t="69249" x="9658350" y="3994150"/>
          <p14:tracePt t="69265" x="9671050" y="3943350"/>
          <p14:tracePt t="69281" x="9677400" y="3892550"/>
          <p14:tracePt t="69298" x="9683750" y="3835400"/>
          <p14:tracePt t="69315" x="9690100" y="3771900"/>
          <p14:tracePt t="69331" x="9702800" y="3708400"/>
          <p14:tracePt t="69348" x="9709150" y="3638550"/>
          <p14:tracePt t="69365" x="9709150" y="3575050"/>
          <p14:tracePt t="69382" x="9709150" y="3511550"/>
          <p14:tracePt t="69398" x="9709150" y="3448050"/>
          <p14:tracePt t="69415" x="9709150" y="3390900"/>
          <p14:tracePt t="69431" x="9702800" y="3352800"/>
          <p14:tracePt t="69435" x="9696450" y="3314700"/>
          <p14:tracePt t="69449" x="9690100" y="3289300"/>
          <p14:tracePt t="69453" x="9677400" y="3251200"/>
          <p14:tracePt t="69465" x="9677400" y="3225800"/>
          <p14:tracePt t="69483" x="9645650" y="3168650"/>
          <p14:tracePt t="69485" x="9632950" y="3136900"/>
          <p14:tracePt t="69500" x="9613900" y="3111500"/>
          <p14:tracePt t="69517" x="9588500" y="3041650"/>
          <p14:tracePt t="69531" x="9550400" y="2978150"/>
          <p14:tracePt t="69550" x="9512300" y="2914650"/>
          <p14:tracePt t="69565" x="9486900" y="2882900"/>
          <p14:tracePt t="69581" x="9442450" y="2825750"/>
          <p14:tracePt t="69598" x="9372600" y="2774950"/>
          <p14:tracePt t="69616" x="9309100" y="2730500"/>
          <p14:tracePt t="69631" x="9251950" y="2705100"/>
          <p14:tracePt t="69649" x="9194800" y="2673350"/>
          <p14:tracePt t="69665" x="9137650" y="2654300"/>
          <p14:tracePt t="69681" x="9080500" y="2622550"/>
          <p14:tracePt t="69685" x="9048750" y="2609850"/>
          <p14:tracePt t="69698" x="9029700" y="2597150"/>
          <p14:tracePt t="69715" x="8978900" y="2571750"/>
          <p14:tracePt t="69731" x="8966200" y="2565400"/>
          <p14:tracePt t="69748" x="8909050" y="2533650"/>
          <p14:tracePt t="69765" x="8883650" y="2520950"/>
          <p14:tracePt t="69781" x="8851900" y="2501900"/>
          <p14:tracePt t="69798" x="8832850" y="2495550"/>
          <p14:tracePt t="69815" x="8807450" y="2489200"/>
          <p14:tracePt t="69831" x="8801100" y="2489200"/>
          <p14:tracePt t="69848" x="8782050" y="2482850"/>
          <p14:tracePt t="69865" x="8769350" y="2482850"/>
          <p14:tracePt t="69881" x="8756650" y="2482850"/>
          <p14:tracePt t="69898" x="8743950" y="2482850"/>
          <p14:tracePt t="69915" x="8737600" y="2482850"/>
          <p14:tracePt t="69932" x="8731250" y="2489200"/>
          <p14:tracePt t="69948" x="8724900" y="2495550"/>
          <p14:tracePt t="69968" x="8718550" y="2495550"/>
          <p14:tracePt t="69981" x="8718550" y="2501900"/>
          <p14:tracePt t="69984" x="8712200" y="2501900"/>
          <p14:tracePt t="70001" x="8705850" y="2501900"/>
          <p14:tracePt t="70015" x="8699500" y="2514600"/>
          <p14:tracePt t="70040" x="8693150" y="2514600"/>
          <p14:tracePt t="70048" x="8686800" y="2514600"/>
          <p14:tracePt t="70081" x="8686800" y="2520950"/>
          <p14:tracePt t="70250" x="0" y="0"/>
        </p14:tracePtLst>
      </p14:laserTraceLst>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Operations on Any Sequence in Python</a:t>
            </a:r>
            <a:endParaRPr lang="nl-BE" dirty="0"/>
          </a:p>
        </p:txBody>
      </p:sp>
      <p:graphicFrame>
        <p:nvGraphicFramePr>
          <p:cNvPr id="5" name="Table 4"/>
          <p:cNvGraphicFramePr>
            <a:graphicFrameLocks noGrp="1"/>
          </p:cNvGraphicFramePr>
          <p:nvPr>
            <p:extLst>
              <p:ext uri="{D42A27DB-BD31-4B8C-83A1-F6EECF244321}">
                <p14:modId xmlns:p14="http://schemas.microsoft.com/office/powerpoint/2010/main" val="771856185"/>
              </p:ext>
            </p:extLst>
          </p:nvPr>
        </p:nvGraphicFramePr>
        <p:xfrm>
          <a:off x="2902224" y="1813030"/>
          <a:ext cx="6351105" cy="4351339"/>
        </p:xfrm>
        <a:graphic>
          <a:graphicData uri="http://schemas.openxmlformats.org/drawingml/2006/table">
            <a:tbl>
              <a:tblPr firstRow="1" bandRow="1">
                <a:tableStyleId>{5C22544A-7EE6-4342-B048-85BDC9FD1C3A}</a:tableStyleId>
              </a:tblPr>
              <a:tblGrid>
                <a:gridCol w="2117035">
                  <a:extLst>
                    <a:ext uri="{9D8B030D-6E8A-4147-A177-3AD203B41FA5}">
                      <a16:colId xmlns:a16="http://schemas.microsoft.com/office/drawing/2014/main" val="1405051950"/>
                    </a:ext>
                  </a:extLst>
                </a:gridCol>
                <a:gridCol w="1311967">
                  <a:extLst>
                    <a:ext uri="{9D8B030D-6E8A-4147-A177-3AD203B41FA5}">
                      <a16:colId xmlns:a16="http://schemas.microsoft.com/office/drawing/2014/main" val="1183155257"/>
                    </a:ext>
                  </a:extLst>
                </a:gridCol>
                <a:gridCol w="2922103">
                  <a:extLst>
                    <a:ext uri="{9D8B030D-6E8A-4147-A177-3AD203B41FA5}">
                      <a16:colId xmlns:a16="http://schemas.microsoft.com/office/drawing/2014/main" val="448732825"/>
                    </a:ext>
                  </a:extLst>
                </a:gridCol>
              </a:tblGrid>
              <a:tr h="481052">
                <a:tc>
                  <a:txBody>
                    <a:bodyPr/>
                    <a:lstStyle/>
                    <a:p>
                      <a:pPr algn="l" fontAlgn="b"/>
                      <a:r>
                        <a:rPr lang="nl-BE" sz="1300" dirty="0" err="1">
                          <a:effectLst/>
                        </a:rPr>
                        <a:t>Operation</a:t>
                      </a:r>
                      <a:r>
                        <a:rPr lang="nl-BE" sz="1300" dirty="0">
                          <a:effectLst/>
                        </a:rPr>
                        <a:t> Name</a:t>
                      </a:r>
                    </a:p>
                  </a:txBody>
                  <a:tcPr marL="43732" marR="43732" marT="43732" marB="43732" anchor="b"/>
                </a:tc>
                <a:tc>
                  <a:txBody>
                    <a:bodyPr/>
                    <a:lstStyle/>
                    <a:p>
                      <a:pPr algn="l" fontAlgn="b"/>
                      <a:r>
                        <a:rPr lang="nl-BE" sz="1300">
                          <a:effectLst/>
                        </a:rPr>
                        <a:t>Operator</a:t>
                      </a:r>
                    </a:p>
                  </a:txBody>
                  <a:tcPr marL="43732" marR="43732" marT="43732" marB="43732" anchor="b"/>
                </a:tc>
                <a:tc>
                  <a:txBody>
                    <a:bodyPr/>
                    <a:lstStyle/>
                    <a:p>
                      <a:pPr algn="l" fontAlgn="b"/>
                      <a:r>
                        <a:rPr lang="nl-BE" sz="1300">
                          <a:effectLst/>
                        </a:rPr>
                        <a:t>Explanation</a:t>
                      </a:r>
                    </a:p>
                  </a:txBody>
                  <a:tcPr marL="43732" marR="43732" marT="43732" marB="43732" anchor="b"/>
                </a:tc>
                <a:extLst>
                  <a:ext uri="{0D108BD9-81ED-4DB2-BD59-A6C34878D82A}">
                    <a16:rowId xmlns:a16="http://schemas.microsoft.com/office/drawing/2014/main" val="605299718"/>
                  </a:ext>
                </a:extLst>
              </a:tr>
              <a:tr h="677847">
                <a:tc>
                  <a:txBody>
                    <a:bodyPr/>
                    <a:lstStyle/>
                    <a:p>
                      <a:pPr fontAlgn="t"/>
                      <a:r>
                        <a:rPr lang="nl-BE" sz="1800" dirty="0" err="1">
                          <a:effectLst/>
                        </a:rPr>
                        <a:t>indexing</a:t>
                      </a:r>
                      <a:endParaRPr lang="nl-BE" sz="1800" dirty="0">
                        <a:effectLst/>
                      </a:endParaRPr>
                    </a:p>
                  </a:txBody>
                  <a:tcPr marL="43732" marR="43732" marT="43732" marB="43732"/>
                </a:tc>
                <a:tc>
                  <a:txBody>
                    <a:bodyPr/>
                    <a:lstStyle/>
                    <a:p>
                      <a:pPr fontAlgn="t"/>
                      <a:r>
                        <a:rPr lang="nl-BE" sz="1800">
                          <a:effectLst/>
                        </a:rPr>
                        <a:t>[ ]</a:t>
                      </a:r>
                    </a:p>
                  </a:txBody>
                  <a:tcPr marL="43732" marR="43732" marT="43732" marB="43732"/>
                </a:tc>
                <a:tc>
                  <a:txBody>
                    <a:bodyPr/>
                    <a:lstStyle/>
                    <a:p>
                      <a:pPr fontAlgn="t"/>
                      <a:r>
                        <a:rPr lang="en-US" sz="1800">
                          <a:effectLst/>
                        </a:rPr>
                        <a:t>Access an element of a sequence</a:t>
                      </a:r>
                    </a:p>
                  </a:txBody>
                  <a:tcPr marL="43732" marR="43732" marT="43732" marB="43732"/>
                </a:tc>
                <a:extLst>
                  <a:ext uri="{0D108BD9-81ED-4DB2-BD59-A6C34878D82A}">
                    <a16:rowId xmlns:a16="http://schemas.microsoft.com/office/drawing/2014/main" val="2314360719"/>
                  </a:ext>
                </a:extLst>
              </a:tr>
              <a:tr h="677847">
                <a:tc>
                  <a:txBody>
                    <a:bodyPr/>
                    <a:lstStyle/>
                    <a:p>
                      <a:pPr fontAlgn="t"/>
                      <a:r>
                        <a:rPr lang="nl-BE" sz="1800" dirty="0" err="1">
                          <a:effectLst/>
                        </a:rPr>
                        <a:t>concatenation</a:t>
                      </a:r>
                      <a:endParaRPr lang="nl-BE" sz="1800" dirty="0">
                        <a:effectLst/>
                      </a:endParaRPr>
                    </a:p>
                  </a:txBody>
                  <a:tcPr marL="43732" marR="43732" marT="43732" marB="43732"/>
                </a:tc>
                <a:tc>
                  <a:txBody>
                    <a:bodyPr/>
                    <a:lstStyle/>
                    <a:p>
                      <a:pPr fontAlgn="t"/>
                      <a:r>
                        <a:rPr lang="nl-BE" sz="1800">
                          <a:effectLst/>
                        </a:rPr>
                        <a:t>+</a:t>
                      </a:r>
                    </a:p>
                  </a:txBody>
                  <a:tcPr marL="43732" marR="43732" marT="43732" marB="43732"/>
                </a:tc>
                <a:tc>
                  <a:txBody>
                    <a:bodyPr/>
                    <a:lstStyle/>
                    <a:p>
                      <a:pPr fontAlgn="t"/>
                      <a:r>
                        <a:rPr lang="nl-BE" sz="1800">
                          <a:effectLst/>
                        </a:rPr>
                        <a:t>Combine sequences together</a:t>
                      </a:r>
                    </a:p>
                  </a:txBody>
                  <a:tcPr marL="43732" marR="43732" marT="43732" marB="43732"/>
                </a:tc>
                <a:extLst>
                  <a:ext uri="{0D108BD9-81ED-4DB2-BD59-A6C34878D82A}">
                    <a16:rowId xmlns:a16="http://schemas.microsoft.com/office/drawing/2014/main" val="3891185865"/>
                  </a:ext>
                </a:extLst>
              </a:tr>
              <a:tr h="677847">
                <a:tc>
                  <a:txBody>
                    <a:bodyPr/>
                    <a:lstStyle/>
                    <a:p>
                      <a:pPr fontAlgn="t"/>
                      <a:r>
                        <a:rPr lang="nl-BE" sz="1800">
                          <a:effectLst/>
                        </a:rPr>
                        <a:t>repetition</a:t>
                      </a:r>
                    </a:p>
                  </a:txBody>
                  <a:tcPr marL="43732" marR="43732" marT="43732" marB="43732"/>
                </a:tc>
                <a:tc>
                  <a:txBody>
                    <a:bodyPr/>
                    <a:lstStyle/>
                    <a:p>
                      <a:pPr fontAlgn="t"/>
                      <a:r>
                        <a:rPr lang="nl-BE" sz="1800">
                          <a:effectLst/>
                        </a:rPr>
                        <a:t>*</a:t>
                      </a:r>
                    </a:p>
                  </a:txBody>
                  <a:tcPr marL="43732" marR="43732" marT="43732" marB="43732"/>
                </a:tc>
                <a:tc>
                  <a:txBody>
                    <a:bodyPr/>
                    <a:lstStyle/>
                    <a:p>
                      <a:pPr fontAlgn="t"/>
                      <a:r>
                        <a:rPr lang="en-US" sz="1800">
                          <a:effectLst/>
                        </a:rPr>
                        <a:t>Concatenate a repeated number of times</a:t>
                      </a:r>
                    </a:p>
                  </a:txBody>
                  <a:tcPr marL="43732" marR="43732" marT="43732" marB="43732"/>
                </a:tc>
                <a:extLst>
                  <a:ext uri="{0D108BD9-81ED-4DB2-BD59-A6C34878D82A}">
                    <a16:rowId xmlns:a16="http://schemas.microsoft.com/office/drawing/2014/main" val="2856471335"/>
                  </a:ext>
                </a:extLst>
              </a:tr>
              <a:tr h="677847">
                <a:tc>
                  <a:txBody>
                    <a:bodyPr/>
                    <a:lstStyle/>
                    <a:p>
                      <a:pPr fontAlgn="t"/>
                      <a:r>
                        <a:rPr lang="nl-BE" sz="1800">
                          <a:effectLst/>
                        </a:rPr>
                        <a:t>membership</a:t>
                      </a:r>
                    </a:p>
                  </a:txBody>
                  <a:tcPr marL="43732" marR="43732" marT="43732" marB="43732"/>
                </a:tc>
                <a:tc>
                  <a:txBody>
                    <a:bodyPr/>
                    <a:lstStyle/>
                    <a:p>
                      <a:pPr fontAlgn="t"/>
                      <a:r>
                        <a:rPr lang="nl-BE" sz="1800">
                          <a:effectLst/>
                        </a:rPr>
                        <a:t>in</a:t>
                      </a:r>
                    </a:p>
                  </a:txBody>
                  <a:tcPr marL="43732" marR="43732" marT="43732" marB="43732"/>
                </a:tc>
                <a:tc>
                  <a:txBody>
                    <a:bodyPr/>
                    <a:lstStyle/>
                    <a:p>
                      <a:pPr fontAlgn="t"/>
                      <a:r>
                        <a:rPr lang="en-US" sz="1800" dirty="0">
                          <a:effectLst/>
                        </a:rPr>
                        <a:t>Ask whether an item is in a sequence</a:t>
                      </a:r>
                    </a:p>
                  </a:txBody>
                  <a:tcPr marL="43732" marR="43732" marT="43732" marB="43732"/>
                </a:tc>
                <a:extLst>
                  <a:ext uri="{0D108BD9-81ED-4DB2-BD59-A6C34878D82A}">
                    <a16:rowId xmlns:a16="http://schemas.microsoft.com/office/drawing/2014/main" val="2657026243"/>
                  </a:ext>
                </a:extLst>
              </a:tr>
              <a:tr h="677847">
                <a:tc>
                  <a:txBody>
                    <a:bodyPr/>
                    <a:lstStyle/>
                    <a:p>
                      <a:pPr fontAlgn="t"/>
                      <a:r>
                        <a:rPr lang="nl-BE" sz="1800">
                          <a:effectLst/>
                        </a:rPr>
                        <a:t>length</a:t>
                      </a:r>
                    </a:p>
                  </a:txBody>
                  <a:tcPr marL="43732" marR="43732" marT="43732" marB="43732"/>
                </a:tc>
                <a:tc>
                  <a:txBody>
                    <a:bodyPr/>
                    <a:lstStyle/>
                    <a:p>
                      <a:pPr fontAlgn="t"/>
                      <a:r>
                        <a:rPr lang="nl-BE" sz="1800">
                          <a:effectLst/>
                        </a:rPr>
                        <a:t>len</a:t>
                      </a:r>
                    </a:p>
                  </a:txBody>
                  <a:tcPr marL="43732" marR="43732" marT="43732" marB="43732"/>
                </a:tc>
                <a:tc>
                  <a:txBody>
                    <a:bodyPr/>
                    <a:lstStyle/>
                    <a:p>
                      <a:pPr fontAlgn="t"/>
                      <a:r>
                        <a:rPr lang="en-US" sz="1800" dirty="0">
                          <a:effectLst/>
                        </a:rPr>
                        <a:t>Ask the number of items in the sequence</a:t>
                      </a:r>
                    </a:p>
                  </a:txBody>
                  <a:tcPr marL="43732" marR="43732" marT="43732" marB="43732"/>
                </a:tc>
                <a:extLst>
                  <a:ext uri="{0D108BD9-81ED-4DB2-BD59-A6C34878D82A}">
                    <a16:rowId xmlns:a16="http://schemas.microsoft.com/office/drawing/2014/main" val="4042866470"/>
                  </a:ext>
                </a:extLst>
              </a:tr>
              <a:tr h="481052">
                <a:tc>
                  <a:txBody>
                    <a:bodyPr/>
                    <a:lstStyle/>
                    <a:p>
                      <a:pPr fontAlgn="t"/>
                      <a:r>
                        <a:rPr lang="nl-BE" sz="1800">
                          <a:effectLst/>
                        </a:rPr>
                        <a:t>slicing</a:t>
                      </a:r>
                    </a:p>
                  </a:txBody>
                  <a:tcPr marL="43732" marR="43732" marT="43732" marB="43732"/>
                </a:tc>
                <a:tc>
                  <a:txBody>
                    <a:bodyPr/>
                    <a:lstStyle/>
                    <a:p>
                      <a:pPr fontAlgn="t"/>
                      <a:r>
                        <a:rPr lang="nl-BE" sz="1800">
                          <a:effectLst/>
                        </a:rPr>
                        <a:t>[ : ]</a:t>
                      </a:r>
                    </a:p>
                  </a:txBody>
                  <a:tcPr marL="43732" marR="43732" marT="43732" marB="43732"/>
                </a:tc>
                <a:tc>
                  <a:txBody>
                    <a:bodyPr/>
                    <a:lstStyle/>
                    <a:p>
                      <a:pPr fontAlgn="t"/>
                      <a:r>
                        <a:rPr lang="en-US" sz="1800" dirty="0">
                          <a:effectLst/>
                        </a:rPr>
                        <a:t>Extract a part of a sequence</a:t>
                      </a:r>
                    </a:p>
                  </a:txBody>
                  <a:tcPr marL="43732" marR="43732" marT="43732" marB="43732"/>
                </a:tc>
                <a:extLst>
                  <a:ext uri="{0D108BD9-81ED-4DB2-BD59-A6C34878D82A}">
                    <a16:rowId xmlns:a16="http://schemas.microsoft.com/office/drawing/2014/main" val="947255735"/>
                  </a:ext>
                </a:extLst>
              </a:tr>
            </a:tbl>
          </a:graphicData>
        </a:graphic>
      </p:graphicFrame>
      <p:sp>
        <p:nvSpPr>
          <p:cNvPr id="6" name="Content Placeholder 5"/>
          <p:cNvSpPr>
            <a:spLocks noGrp="1"/>
          </p:cNvSpPr>
          <p:nvPr>
            <p:ph idx="1"/>
          </p:nvPr>
        </p:nvSpPr>
        <p:spPr>
          <a:xfrm>
            <a:off x="838200" y="6286711"/>
            <a:ext cx="10515600" cy="322815"/>
          </a:xfrm>
        </p:spPr>
        <p:txBody>
          <a:bodyPr>
            <a:normAutofit/>
          </a:bodyPr>
          <a:lstStyle/>
          <a:p>
            <a:r>
              <a:rPr lang="nl-BE" sz="1600" dirty="0">
                <a:hlinkClick r:id="rId2"/>
              </a:rPr>
              <a:t>https://runestone.academy/runestone/books/published/pythonds/Introduction/GettingStartedwithData.html</a:t>
            </a:r>
            <a:endParaRPr lang="nl-BE" sz="1600" dirty="0"/>
          </a:p>
        </p:txBody>
      </p:sp>
    </p:spTree>
    <p:extLst>
      <p:ext uri="{BB962C8B-B14F-4D97-AF65-F5344CB8AC3E}">
        <p14:creationId xmlns:p14="http://schemas.microsoft.com/office/powerpoint/2010/main" val="617115775"/>
      </p:ext>
    </p:extLst>
  </p:cSld>
  <p:clrMapOvr>
    <a:masterClrMapping/>
  </p:clrMapOvr>
  <mc:AlternateContent xmlns:mc="http://schemas.openxmlformats.org/markup-compatibility/2006" xmlns:p14="http://schemas.microsoft.com/office/powerpoint/2010/main">
    <mc:Choice Requires="p14">
      <p:transition spd="slow" p14:dur="2000" advTm="83296"/>
    </mc:Choice>
    <mc:Fallback xmlns="">
      <p:transition spd="slow" advTm="8329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6D5D99-3397-432A-B5BD-F18F7095060A}"/>
              </a:ext>
            </a:extLst>
          </p:cNvPr>
          <p:cNvSpPr>
            <a:spLocks noGrp="1"/>
          </p:cNvSpPr>
          <p:nvPr>
            <p:ph type="title"/>
          </p:nvPr>
        </p:nvSpPr>
        <p:spPr/>
        <p:txBody>
          <a:bodyPr/>
          <a:lstStyle/>
          <a:p>
            <a:r>
              <a:rPr lang="nl-BE" dirty="0"/>
              <a:t>list</a:t>
            </a:r>
            <a:endParaRPr lang="en-US" dirty="0"/>
          </a:p>
        </p:txBody>
      </p:sp>
      <p:sp>
        <p:nvSpPr>
          <p:cNvPr id="5" name="Text Placeholder 4">
            <a:extLst>
              <a:ext uri="{FF2B5EF4-FFF2-40B4-BE49-F238E27FC236}">
                <a16:creationId xmlns:a16="http://schemas.microsoft.com/office/drawing/2014/main" id="{54F16F61-A54C-431E-9630-F0C719DBC2FA}"/>
              </a:ext>
            </a:extLst>
          </p:cNvPr>
          <p:cNvSpPr>
            <a:spLocks noGrp="1"/>
          </p:cNvSpPr>
          <p:nvPr>
            <p:ph type="body" idx="1"/>
          </p:nvPr>
        </p:nvSpPr>
        <p:spPr/>
        <p:txBody>
          <a:bodyPr/>
          <a:lstStyle/>
          <a:p>
            <a:r>
              <a:rPr lang="en-US" dirty="0" err="1"/>
              <a:t>list.ipynb</a:t>
            </a:r>
            <a:endParaRPr lang="en-US" dirty="0"/>
          </a:p>
        </p:txBody>
      </p:sp>
    </p:spTree>
    <p:extLst>
      <p:ext uri="{BB962C8B-B14F-4D97-AF65-F5344CB8AC3E}">
        <p14:creationId xmlns:p14="http://schemas.microsoft.com/office/powerpoint/2010/main" val="203467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Lists</a:t>
            </a:r>
            <a:endParaRPr lang="nl-BE" dirty="0"/>
          </a:p>
        </p:txBody>
      </p:sp>
      <p:sp>
        <p:nvSpPr>
          <p:cNvPr id="3" name="Content Placeholder 2"/>
          <p:cNvSpPr>
            <a:spLocks noGrp="1"/>
          </p:cNvSpPr>
          <p:nvPr>
            <p:ph idx="1"/>
          </p:nvPr>
        </p:nvSpPr>
        <p:spPr/>
        <p:txBody>
          <a:bodyPr>
            <a:normAutofit/>
          </a:bodyPr>
          <a:lstStyle/>
          <a:p>
            <a:r>
              <a:rPr lang="en-US" dirty="0"/>
              <a:t>Holds an ordered collection of items, a sequence of values</a:t>
            </a:r>
          </a:p>
          <a:p>
            <a:r>
              <a:rPr lang="en-US" dirty="0"/>
              <a:t>Lists are ordered collections of objects.  </a:t>
            </a:r>
          </a:p>
          <a:p>
            <a:pPr lvl="1"/>
            <a:r>
              <a:rPr lang="en-US" dirty="0"/>
              <a:t>The elements can be of any type, including a list!</a:t>
            </a:r>
          </a:p>
          <a:p>
            <a:pPr lvl="1"/>
            <a:r>
              <a:rPr lang="en-US" dirty="0"/>
              <a:t>Elements can be referenced by an </a:t>
            </a:r>
            <a:r>
              <a:rPr lang="en-US" i="1" dirty="0"/>
              <a:t>index</a:t>
            </a:r>
            <a:r>
              <a:rPr lang="en-US" dirty="0"/>
              <a:t>. </a:t>
            </a:r>
          </a:p>
          <a:p>
            <a:r>
              <a:rPr lang="en-US" dirty="0"/>
              <a:t> indexing:  list in Python starts from 0!</a:t>
            </a:r>
          </a:p>
        </p:txBody>
      </p:sp>
    </p:spTree>
    <p:extLst>
      <p:ext uri="{BB962C8B-B14F-4D97-AF65-F5344CB8AC3E}">
        <p14:creationId xmlns:p14="http://schemas.microsoft.com/office/powerpoint/2010/main" val="2072749382"/>
      </p:ext>
    </p:extLst>
  </p:cSld>
  <p:clrMapOvr>
    <a:masterClrMapping/>
  </p:clrMapOvr>
  <mc:AlternateContent xmlns:mc="http://schemas.openxmlformats.org/markup-compatibility/2006" xmlns:p14="http://schemas.microsoft.com/office/powerpoint/2010/main">
    <mc:Choice Requires="p14">
      <p:transition spd="slow" p14:dur="2000" advTm="130374"/>
    </mc:Choice>
    <mc:Fallback xmlns="">
      <p:transition spd="slow" advTm="130374"/>
    </mc:Fallback>
  </mc:AlternateContent>
  <p:extLst>
    <p:ext uri="{3A86A75C-4F4B-4683-9AE1-C65F6400EC91}">
      <p14:laserTraceLst xmlns:p14="http://schemas.microsoft.com/office/powerpoint/2010/main">
        <p14:tracePtLst>
          <p14:tracePt t="118041" x="2857500" y="5340350"/>
          <p14:tracePt t="118074" x="2819400" y="5327650"/>
          <p14:tracePt t="118092" x="2813050" y="5327650"/>
          <p14:tracePt t="118129" x="2787650" y="5327650"/>
          <p14:tracePt t="118136" x="2781300" y="5327650"/>
          <p14:tracePt t="118149" x="2774950" y="5327650"/>
          <p14:tracePt t="118151" x="2762250" y="5327650"/>
          <p14:tracePt t="118173" x="2749550" y="5334000"/>
          <p14:tracePt t="118189" x="2711450" y="5346700"/>
          <p14:tracePt t="118206" x="2667000" y="5359400"/>
          <p14:tracePt t="118216" x="2654300" y="5359400"/>
          <p14:tracePt t="118220" x="2616200" y="5365750"/>
          <p14:tracePt t="118233" x="2603500" y="5365750"/>
          <p14:tracePt t="118250" x="2489200" y="5378450"/>
          <p14:tracePt t="118266" x="2425700" y="5378450"/>
          <p14:tracePt t="118283" x="2381250" y="5378450"/>
          <p14:tracePt t="118299" x="2355850" y="5378450"/>
          <p14:tracePt t="118316" x="2330450" y="5378450"/>
          <p14:tracePt t="118333" x="2311400" y="5378450"/>
          <p14:tracePt t="118349" x="2305050" y="5378450"/>
          <p14:tracePt t="118366" x="2298700" y="5384800"/>
          <p14:tracePt t="118383" x="2286000" y="5384800"/>
          <p14:tracePt t="118399" x="2279650" y="5384800"/>
          <p14:tracePt t="118416" x="2273300" y="5391150"/>
          <p14:tracePt t="118419" x="2266950" y="5391150"/>
          <p14:tracePt t="118435" x="2260600" y="5391150"/>
          <p14:tracePt t="118450" x="2260600" y="5397500"/>
          <p14:tracePt t="118466" x="2254250" y="5397500"/>
          <p14:tracePt t="118483" x="2247900" y="5410200"/>
          <p14:tracePt t="118485" x="2241550" y="5410200"/>
          <p14:tracePt t="118499" x="2241550" y="5416550"/>
          <p14:tracePt t="118517" x="2235200" y="5429250"/>
          <p14:tracePt t="118533" x="2235200" y="5448300"/>
          <p14:tracePt t="118549" x="2235200" y="5467350"/>
          <p14:tracePt t="118566" x="2241550" y="5486400"/>
          <p14:tracePt t="118583" x="2247900" y="5505450"/>
          <p14:tracePt t="118600" x="2266950" y="5530850"/>
          <p14:tracePt t="118616" x="2286000" y="5556250"/>
          <p14:tracePt t="118633" x="2311400" y="5575300"/>
          <p14:tracePt t="118650" x="2362200" y="5613400"/>
          <p14:tracePt t="118652" x="2374900" y="5626100"/>
          <p14:tracePt t="118666" x="2393950" y="5632450"/>
          <p14:tracePt t="118683" x="2425700" y="5657850"/>
          <p14:tracePt t="118685" x="2438400" y="5670550"/>
          <p14:tracePt t="118700" x="2476500" y="5695950"/>
          <p14:tracePt t="118716" x="2489200" y="5702300"/>
          <p14:tracePt t="118719" x="2514600" y="5721350"/>
          <p14:tracePt t="118733" x="2533650" y="5734050"/>
          <p14:tracePt t="118749" x="2597150" y="5772150"/>
          <p14:tracePt t="118766" x="2635250" y="5797550"/>
          <p14:tracePt t="118783" x="2667000" y="5816600"/>
          <p14:tracePt t="118800" x="2692400" y="5829300"/>
          <p14:tracePt t="118816" x="2711450" y="5835650"/>
          <p14:tracePt t="118833" x="2730500" y="5848350"/>
          <p14:tracePt t="118850" x="2743200" y="5848350"/>
          <p14:tracePt t="118866" x="2749550" y="5854700"/>
          <p14:tracePt t="118883" x="2768600" y="5854700"/>
          <p14:tracePt t="118900" x="2781300" y="5854700"/>
          <p14:tracePt t="118916" x="2806700" y="5854700"/>
          <p14:tracePt t="118919" x="2825750" y="5854700"/>
          <p14:tracePt t="118933" x="2838450" y="5854700"/>
          <p14:tracePt t="118950" x="2876550" y="5854700"/>
          <p14:tracePt t="118966" x="2921000" y="5854700"/>
          <p14:tracePt t="118983" x="2978150" y="5854700"/>
          <p14:tracePt t="119000" x="3003550" y="5854700"/>
          <p14:tracePt t="119016" x="3073400" y="5854700"/>
          <p14:tracePt t="119033" x="3149600" y="5854700"/>
          <p14:tracePt t="119050" x="3244850" y="5861050"/>
          <p14:tracePt t="119066" x="3295650" y="5861050"/>
          <p14:tracePt t="119083" x="3409950" y="5873750"/>
          <p14:tracePt t="119100" x="3505200" y="5880100"/>
          <p14:tracePt t="119116" x="3549650" y="5886450"/>
          <p14:tracePt t="119133" x="3625850" y="5892800"/>
          <p14:tracePt t="119150" x="3676650" y="5899150"/>
          <p14:tracePt t="119153" x="3708400" y="5905500"/>
          <p14:tracePt t="119167" x="3727450" y="5905500"/>
          <p14:tracePt t="119171" x="3733800" y="5905500"/>
          <p14:tracePt t="119183" x="3752850" y="5905500"/>
          <p14:tracePt t="119199" x="3784600" y="5905500"/>
          <p14:tracePt t="119216" x="3797300" y="5905500"/>
          <p14:tracePt t="119234" x="3810000" y="5905500"/>
          <p14:tracePt t="119250" x="3816350" y="5905500"/>
          <p14:tracePt t="119267" x="3822700" y="5905500"/>
          <p14:tracePt t="119299" x="3829050" y="5905500"/>
          <p14:tracePt t="119306" x="3835400" y="5905500"/>
          <p14:tracePt t="119322" x="3841750" y="5905500"/>
          <p14:tracePt t="119333" x="3848100" y="5899150"/>
          <p14:tracePt t="119350" x="3860800" y="5892800"/>
          <p14:tracePt t="119366" x="3873500" y="5886450"/>
          <p14:tracePt t="119370" x="3886200" y="5873750"/>
          <p14:tracePt t="119383" x="3892550" y="5867400"/>
          <p14:tracePt t="119400" x="3911600" y="5854700"/>
          <p14:tracePt t="119403" x="3924300" y="5842000"/>
          <p14:tracePt t="119416" x="3937000" y="5835650"/>
          <p14:tracePt t="119433" x="3956050" y="5822950"/>
          <p14:tracePt t="119437" x="3968750" y="5816600"/>
          <p14:tracePt t="119450" x="3981450" y="5803900"/>
          <p14:tracePt t="119466" x="3994150" y="5791200"/>
          <p14:tracePt t="119483" x="4006850" y="5784850"/>
          <p14:tracePt t="119500" x="4019550" y="5778500"/>
          <p14:tracePt t="119516" x="4032250" y="5772150"/>
          <p14:tracePt t="119533" x="4051300" y="5759450"/>
          <p14:tracePt t="119550" x="4064000" y="5753100"/>
          <p14:tracePt t="119566" x="4089400" y="5740400"/>
          <p14:tracePt t="119583" x="4102100" y="5734050"/>
          <p14:tracePt t="119600" x="4108450" y="5721350"/>
          <p14:tracePt t="119616" x="4114800" y="5715000"/>
          <p14:tracePt t="119633" x="4121150" y="5708650"/>
          <p14:tracePt t="119650" x="4121150" y="5702300"/>
          <p14:tracePt t="119666" x="4121150" y="5695950"/>
          <p14:tracePt t="119683" x="4121150" y="5689600"/>
          <p14:tracePt t="119699" x="4121150" y="5683250"/>
          <p14:tracePt t="119716" x="4121150" y="5676900"/>
          <p14:tracePt t="119733" x="4121150" y="5670550"/>
          <p14:tracePt t="119750" x="4121150" y="5657850"/>
          <p14:tracePt t="119766" x="4121150" y="5632450"/>
          <p14:tracePt t="119783" x="4121150" y="5619750"/>
          <p14:tracePt t="119800" x="4121150" y="5600700"/>
          <p14:tracePt t="119817" x="4121150" y="5588000"/>
          <p14:tracePt t="119833" x="4114800" y="5549900"/>
          <p14:tracePt t="119836" x="4114800" y="5543550"/>
          <p14:tracePt t="119854" x="4114800" y="5530850"/>
          <p14:tracePt t="119866" x="4108450" y="5524500"/>
          <p14:tracePt t="119883" x="4102100" y="5505450"/>
          <p14:tracePt t="119886" x="4102100" y="5499100"/>
          <p14:tracePt t="119899" x="4095750" y="5492750"/>
          <p14:tracePt t="119902" x="4089400" y="5486400"/>
          <p14:tracePt t="119916" x="4089400" y="5480050"/>
          <p14:tracePt t="119933" x="4083050" y="5467350"/>
          <p14:tracePt t="119935" x="4083050" y="5461000"/>
          <p14:tracePt t="119952" x="4076700" y="5454650"/>
          <p14:tracePt t="119967" x="4076700" y="5448300"/>
          <p14:tracePt t="119983" x="4070350" y="5441950"/>
          <p14:tracePt t="120000" x="4064000" y="5435600"/>
          <p14:tracePt t="120016" x="4057650" y="5429250"/>
          <p14:tracePt t="120033" x="4051300" y="5422900"/>
          <p14:tracePt t="120050" x="4044950" y="5416550"/>
          <p14:tracePt t="120066" x="4025900" y="5403850"/>
          <p14:tracePt t="120070" x="4019550" y="5403850"/>
          <p14:tracePt t="120083" x="4013200" y="5397500"/>
          <p14:tracePt t="120100" x="3994150" y="5391150"/>
          <p14:tracePt t="120103" x="3987800" y="5384800"/>
          <p14:tracePt t="120116" x="3975100" y="5378450"/>
          <p14:tracePt t="120133" x="3968750" y="5378450"/>
          <p14:tracePt t="120136" x="3962400" y="5378450"/>
          <p14:tracePt t="120149" x="3949700" y="5372100"/>
          <p14:tracePt t="120166" x="3930650" y="5359400"/>
          <p14:tracePt t="120168" x="3924300" y="5359400"/>
          <p14:tracePt t="120183" x="3911600" y="5359400"/>
          <p14:tracePt t="120199" x="3886200" y="5346700"/>
          <p14:tracePt t="120216" x="3860800" y="5346700"/>
          <p14:tracePt t="120233" x="3835400" y="5334000"/>
          <p14:tracePt t="120250" x="3810000" y="5327650"/>
          <p14:tracePt t="120266" x="3803650" y="5327650"/>
          <p14:tracePt t="120283" x="3790950" y="5321300"/>
          <p14:tracePt t="120300" x="3784600" y="5321300"/>
          <p14:tracePt t="120320" x="3778250" y="5321300"/>
          <p14:tracePt t="120345" x="3771900" y="5321300"/>
          <p14:tracePt t="120360" x="3765550" y="5321300"/>
          <p14:tracePt t="120369" x="3765550" y="5314950"/>
          <p14:tracePt t="120383" x="3759200" y="5314950"/>
          <p14:tracePt t="120399" x="3752850" y="5314950"/>
          <p14:tracePt t="120416" x="3746500" y="5314950"/>
          <p14:tracePt t="120433" x="3733800" y="5314950"/>
          <p14:tracePt t="120436" x="3727450" y="5314950"/>
          <p14:tracePt t="120451" x="3721100" y="5314950"/>
          <p14:tracePt t="120466" x="3714750" y="5314950"/>
          <p14:tracePt t="120483" x="3708400" y="5314950"/>
          <p14:tracePt t="120651" x="0" y="0"/>
        </p14:tracePtLst>
        <p14:tracePtLst>
          <p14:tracePt t="123032" x="4870450" y="5816600"/>
          <p14:tracePt t="123062" x="4870450" y="5810250"/>
          <p14:tracePt t="123197" x="4876800" y="5810250"/>
          <p14:tracePt t="123231" x="4883150" y="5810250"/>
          <p14:tracePt t="123254" x="4889500" y="5810250"/>
          <p14:tracePt t="123271" x="4895850" y="5810250"/>
          <p14:tracePt t="123295" x="4908550" y="5810250"/>
          <p14:tracePt t="123310" x="4914900" y="5810250"/>
          <p14:tracePt t="123327" x="4927600" y="5810250"/>
          <p14:tracePt t="123342" x="4933950" y="5810250"/>
          <p14:tracePt t="123352" x="4946650" y="5810250"/>
          <p14:tracePt t="123366" x="4953000" y="5810250"/>
          <p14:tracePt t="123383" x="4965700" y="5810250"/>
          <p14:tracePt t="123400" x="4978400" y="5810250"/>
          <p14:tracePt t="123416" x="4997450" y="5810250"/>
          <p14:tracePt t="123433" x="5016500" y="5810250"/>
          <p14:tracePt t="123450" x="5035550" y="5810250"/>
          <p14:tracePt t="123466" x="5054600" y="5810250"/>
          <p14:tracePt t="123470" x="5067300" y="5810250"/>
          <p14:tracePt t="123483" x="5080000" y="5810250"/>
          <p14:tracePt t="123500" x="5111750" y="5803900"/>
          <p14:tracePt t="123503" x="5156200" y="5803900"/>
          <p14:tracePt t="123516" x="5175250" y="5803900"/>
          <p14:tracePt t="123533" x="5200650" y="5797550"/>
          <p14:tracePt t="123538" x="5213350" y="5797550"/>
          <p14:tracePt t="123549" x="5219700" y="5797550"/>
          <p14:tracePt t="123566" x="5238750" y="5797550"/>
          <p14:tracePt t="123570" x="5245100" y="5797550"/>
          <p14:tracePt t="123583" x="5251450" y="5797550"/>
          <p14:tracePt t="123600" x="5257800" y="5797550"/>
          <p14:tracePt t="123633" x="5264150" y="5797550"/>
          <p14:tracePt t="123641" x="5270500" y="5797550"/>
          <p14:tracePt t="123657" x="5276850" y="5797550"/>
          <p14:tracePt t="123666" x="5283200" y="5797550"/>
          <p14:tracePt t="123683" x="5295900" y="5797550"/>
          <p14:tracePt t="123700" x="5302250" y="5797550"/>
          <p14:tracePt t="123716" x="5308600" y="5797550"/>
          <p14:tracePt t="123733" x="5327650" y="5791200"/>
          <p14:tracePt t="123750" x="5340350" y="5791200"/>
          <p14:tracePt t="123767" x="5353050" y="5791200"/>
          <p14:tracePt t="123769" x="5359400" y="5791200"/>
          <p14:tracePt t="123785" x="5372100" y="5791200"/>
          <p14:tracePt t="123800" x="5384800" y="5791200"/>
          <p14:tracePt t="123816" x="5397500" y="5791200"/>
          <p14:tracePt t="123833" x="5403850" y="5791200"/>
          <p14:tracePt t="123850" x="5416550" y="5791200"/>
          <p14:tracePt t="123866" x="5422900" y="5791200"/>
          <p14:tracePt t="123883" x="5429250" y="5791200"/>
          <p14:tracePt t="123900" x="5448300" y="5791200"/>
          <p14:tracePt t="123917" x="5461000" y="5791200"/>
          <p14:tracePt t="123933" x="5480050" y="5791200"/>
          <p14:tracePt t="123950" x="5511800" y="5784850"/>
          <p14:tracePt t="123967" x="5537200" y="5778500"/>
          <p14:tracePt t="123971" x="5549900" y="5778500"/>
          <p14:tracePt t="123983" x="5562600" y="5778500"/>
          <p14:tracePt t="124000" x="5588000" y="5778500"/>
          <p14:tracePt t="124003" x="5594350" y="5778500"/>
          <p14:tracePt t="124016" x="5600700" y="5778500"/>
          <p14:tracePt t="124033" x="5619750" y="5765800"/>
          <p14:tracePt t="124036" x="5626100" y="5765800"/>
          <p14:tracePt t="124050" x="5638800" y="5765800"/>
          <p14:tracePt t="124066" x="5645150" y="5759450"/>
          <p14:tracePt t="124083" x="5657850" y="5746750"/>
          <p14:tracePt t="124100" x="5664200" y="5740400"/>
          <p14:tracePt t="124116" x="5676900" y="5734050"/>
          <p14:tracePt t="124133" x="5683250" y="5727700"/>
          <p14:tracePt t="124151" x="5695950" y="5721350"/>
          <p14:tracePt t="124166" x="5702300" y="5715000"/>
          <p14:tracePt t="124417" x="0" y="0"/>
        </p14:tracePtLst>
        <p14:tracePtLst>
          <p14:tracePt t="125304" x="6350000" y="5670550"/>
          <p14:tracePt t="125333" x="6350000" y="5676900"/>
          <p14:tracePt t="125485" x="6350000" y="5683250"/>
          <p14:tracePt t="125503" x="6356350" y="5683250"/>
          <p14:tracePt t="125511" x="6356350" y="5689600"/>
          <p14:tracePt t="125519" x="6356350" y="5695950"/>
          <p14:tracePt t="125533" x="6362700" y="5695950"/>
          <p14:tracePt t="125550" x="6369050" y="5702300"/>
          <p14:tracePt t="125566" x="6381750" y="5715000"/>
          <p14:tracePt t="125583" x="6407150" y="5727700"/>
          <p14:tracePt t="125600" x="6432550" y="5740400"/>
          <p14:tracePt t="125616" x="6457950" y="5746750"/>
          <p14:tracePt t="125633" x="6502400" y="5765800"/>
          <p14:tracePt t="125650" x="6559550" y="5778500"/>
          <p14:tracePt t="125667" x="6610350" y="5778500"/>
          <p14:tracePt t="125683" x="6667500" y="5791200"/>
          <p14:tracePt t="125687" x="6692900" y="5791200"/>
          <p14:tracePt t="125700" x="6718300" y="5791200"/>
          <p14:tracePt t="125716" x="6762750" y="5791200"/>
          <p14:tracePt t="125719" x="6794500" y="5791200"/>
          <p14:tracePt t="125733" x="6832600" y="5791200"/>
          <p14:tracePt t="125750" x="6902450" y="5791200"/>
          <p14:tracePt t="125766" x="6953250" y="5791200"/>
          <p14:tracePt t="125783" x="6985000" y="5791200"/>
          <p14:tracePt t="125786" x="7016750" y="5784850"/>
          <p14:tracePt t="125800" x="7067550" y="5784850"/>
          <p14:tracePt t="125816" x="7105650" y="5784850"/>
          <p14:tracePt t="125834" x="7150100" y="5784850"/>
          <p14:tracePt t="125850" x="7169150" y="5784850"/>
          <p14:tracePt t="125867" x="7188200" y="5784850"/>
          <p14:tracePt t="125883" x="7188200" y="5778500"/>
          <p14:tracePt t="125901" x="7194550" y="5772150"/>
          <p14:tracePt t="125917" x="7207250" y="5772150"/>
          <p14:tracePt t="125934" x="7219950" y="5765800"/>
          <p14:tracePt t="125950" x="7226300" y="5765800"/>
          <p14:tracePt t="125966" x="7245350" y="5753100"/>
          <p14:tracePt t="125983" x="7251700" y="5753100"/>
          <p14:tracePt t="126000" x="7270750" y="5740400"/>
          <p14:tracePt t="126016" x="7283450" y="5734050"/>
          <p14:tracePt t="126033" x="7283450" y="5727700"/>
          <p14:tracePt t="126050" x="7289800" y="5721350"/>
          <p14:tracePt t="126244" x="0" y="0"/>
        </p14:tracePtLst>
        <p14:tracePtLst>
          <p14:tracePt t="126936" x="7727950" y="5822950"/>
          <p14:tracePt t="127199" x="7734300" y="5822950"/>
          <p14:tracePt t="127217" x="7740650" y="5822950"/>
          <p14:tracePt t="127226" x="7753350" y="5822950"/>
          <p14:tracePt t="127233" x="7759700" y="5822950"/>
          <p14:tracePt t="127250" x="7785100" y="5822950"/>
          <p14:tracePt t="127267" x="7823200" y="5822950"/>
          <p14:tracePt t="127271" x="7835900" y="5816600"/>
          <p14:tracePt t="127283" x="7848600" y="5810250"/>
          <p14:tracePt t="127300" x="7867650" y="5810250"/>
          <p14:tracePt t="127304" x="7880350" y="5803900"/>
          <p14:tracePt t="127317" x="7886700" y="5797550"/>
          <p14:tracePt t="127335" x="7905750" y="5778500"/>
          <p14:tracePt t="127353" x="7905750" y="5772150"/>
          <p14:tracePt t="127367" x="7905750" y="5765800"/>
          <p14:tracePt t="127400" x="7905750" y="5759450"/>
          <p14:tracePt t="127658" x="0" y="0"/>
        </p14:tracePtLst>
      </p14:laserTraceLst>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56B6D-853F-428B-A2A3-FE784B724FB2}"/>
              </a:ext>
            </a:extLst>
          </p:cNvPr>
          <p:cNvSpPr>
            <a:spLocks noGrp="1"/>
          </p:cNvSpPr>
          <p:nvPr>
            <p:ph type="title"/>
          </p:nvPr>
        </p:nvSpPr>
        <p:spPr/>
        <p:txBody>
          <a:bodyPr/>
          <a:lstStyle/>
          <a:p>
            <a:r>
              <a:rPr lang="en-US" dirty="0"/>
              <a:t>List creation</a:t>
            </a:r>
            <a:endParaRPr lang="en-BE" dirty="0"/>
          </a:p>
        </p:txBody>
      </p:sp>
      <p:sp>
        <p:nvSpPr>
          <p:cNvPr id="3" name="Content Placeholder 2">
            <a:extLst>
              <a:ext uri="{FF2B5EF4-FFF2-40B4-BE49-F238E27FC236}">
                <a16:creationId xmlns:a16="http://schemas.microsoft.com/office/drawing/2014/main" id="{6CC7C294-796C-4563-8755-ACA5A29360FD}"/>
              </a:ext>
            </a:extLst>
          </p:cNvPr>
          <p:cNvSpPr>
            <a:spLocks noGrp="1"/>
          </p:cNvSpPr>
          <p:nvPr>
            <p:ph idx="1"/>
          </p:nvPr>
        </p:nvSpPr>
        <p:spPr/>
        <p:txBody>
          <a:bodyPr/>
          <a:lstStyle/>
          <a:p>
            <a:r>
              <a:rPr lang="en-US" dirty="0"/>
              <a:t>Create the list with brackets [ ]. </a:t>
            </a:r>
          </a:p>
          <a:p>
            <a:pPr lvl="1"/>
            <a:r>
              <a:rPr lang="en-US" dirty="0"/>
              <a:t>Inside the brackets, the elements are separated by a comma (,). </a:t>
            </a:r>
          </a:p>
          <a:p>
            <a:pPr lvl="1"/>
            <a:endParaRPr lang="nl-BE" dirty="0">
              <a:latin typeface="Courier New" panose="02070309020205020404" pitchFamily="49" charset="0"/>
              <a:cs typeface="Courier New" panose="02070309020205020404" pitchFamily="49" charset="0"/>
            </a:endParaRPr>
          </a:p>
          <a:p>
            <a:pPr marL="457200" lvl="1" indent="0">
              <a:buNone/>
            </a:pPr>
            <a:r>
              <a:rPr lang="en-US" dirty="0">
                <a:latin typeface="Courier New" panose="02070309020205020404" pitchFamily="49" charset="0"/>
                <a:cs typeface="Courier New" panose="02070309020205020404" pitchFamily="49" charset="0"/>
              </a:rPr>
              <a:t>&gt;&gt;&gt; lst1 = [1, 2, 3]</a:t>
            </a:r>
          </a:p>
          <a:p>
            <a:pPr marL="457200" lvl="1" indent="0">
              <a:buNone/>
            </a:pPr>
            <a:endParaRPr lang="en-US" dirty="0">
              <a:latin typeface="Courier New" panose="02070309020205020404" pitchFamily="49" charset="0"/>
              <a:cs typeface="Courier New" panose="02070309020205020404" pitchFamily="49" charset="0"/>
            </a:endParaRPr>
          </a:p>
          <a:p>
            <a:pPr marL="457200" lvl="1" indent="0">
              <a:buNone/>
            </a:pPr>
            <a:r>
              <a:rPr lang="en-US" dirty="0">
                <a:latin typeface="Courier New" panose="02070309020205020404" pitchFamily="49" charset="0"/>
                <a:cs typeface="Courier New" panose="02070309020205020404" pitchFamily="49" charset="0"/>
              </a:rPr>
              <a:t>&gt;&gt;&gt; lst2 = ['test1', 'test2’, 3*9]</a:t>
            </a:r>
          </a:p>
          <a:p>
            <a:pPr marL="457200" lvl="1" indent="0">
              <a:buNone/>
            </a:pPr>
            <a:endParaRPr lang="en-US" dirty="0">
              <a:latin typeface="Courier New" panose="02070309020205020404" pitchFamily="49" charset="0"/>
              <a:cs typeface="Courier New" panose="02070309020205020404" pitchFamily="49" charset="0"/>
            </a:endParaRPr>
          </a:p>
          <a:p>
            <a:pPr marL="457200" lvl="1" indent="0">
              <a:buNone/>
            </a:pPr>
            <a:r>
              <a:rPr lang="en-US" dirty="0">
                <a:latin typeface="Courier New" panose="02070309020205020404" pitchFamily="49" charset="0"/>
                <a:cs typeface="Courier New" panose="02070309020205020404" pitchFamily="49" charset="0"/>
              </a:rPr>
              <a:t>&gt;&gt;&gt; lst3 = ['help', [1, 2], 1, 2]</a:t>
            </a:r>
            <a:endParaRPr lang="nl-BE" dirty="0">
              <a:latin typeface="Courier New" panose="02070309020205020404" pitchFamily="49" charset="0"/>
              <a:cs typeface="Courier New" panose="02070309020205020404" pitchFamily="49" charset="0"/>
            </a:endParaRPr>
          </a:p>
          <a:p>
            <a:endParaRPr lang="en-BE" dirty="0"/>
          </a:p>
        </p:txBody>
      </p:sp>
    </p:spTree>
    <p:extLst>
      <p:ext uri="{BB962C8B-B14F-4D97-AF65-F5344CB8AC3E}">
        <p14:creationId xmlns:p14="http://schemas.microsoft.com/office/powerpoint/2010/main" val="886004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a:t>List </a:t>
            </a:r>
            <a:r>
              <a:rPr lang="nl-BE" dirty="0" err="1"/>
              <a:t>indexing</a:t>
            </a:r>
            <a:r>
              <a:rPr lang="nl-BE" dirty="0"/>
              <a:t> </a:t>
            </a:r>
            <a:r>
              <a:rPr lang="nl-BE" dirty="0" err="1"/>
              <a:t>and</a:t>
            </a:r>
            <a:r>
              <a:rPr lang="nl-BE" dirty="0"/>
              <a:t> </a:t>
            </a:r>
            <a:r>
              <a:rPr lang="nl-BE" dirty="0" err="1"/>
              <a:t>slicing</a:t>
            </a:r>
            <a:endParaRPr lang="nl-BE" dirty="0"/>
          </a:p>
        </p:txBody>
      </p:sp>
      <p:sp>
        <p:nvSpPr>
          <p:cNvPr id="3" name="Content Placeholder 2"/>
          <p:cNvSpPr>
            <a:spLocks noGrp="1"/>
          </p:cNvSpPr>
          <p:nvPr>
            <p:ph idx="1"/>
          </p:nvPr>
        </p:nvSpPr>
        <p:spPr/>
        <p:txBody>
          <a:bodyPr>
            <a:normAutofit fontScale="77500" lnSpcReduction="20000"/>
          </a:bodyPr>
          <a:lstStyle/>
          <a:p>
            <a:r>
              <a:rPr lang="en-US" dirty="0"/>
              <a:t>The syntax for accessing the elements of a list is the same as for accessing the characters of a string: </a:t>
            </a:r>
            <a:r>
              <a:rPr lang="en-US" b="1" dirty="0"/>
              <a:t>the bracket operator</a:t>
            </a:r>
            <a:r>
              <a:rPr lang="en-US" dirty="0"/>
              <a:t>. The expression inside the brackets specifies the index</a:t>
            </a:r>
          </a:p>
          <a:p>
            <a:r>
              <a:rPr lang="en-US" i="1" dirty="0"/>
              <a:t>Indexing: </a:t>
            </a:r>
            <a:r>
              <a:rPr lang="en-US" dirty="0"/>
              <a:t>fetching a single value from the list.</a:t>
            </a:r>
          </a:p>
          <a:p>
            <a:pPr marL="0" indent="0">
              <a:buNone/>
            </a:pPr>
            <a:r>
              <a:rPr lang="nl-BE" dirty="0">
                <a:latin typeface="Courier New" panose="02070309020205020404" pitchFamily="49" charset="0"/>
                <a:cs typeface="Courier New" panose="02070309020205020404" pitchFamily="49" charset="0"/>
              </a:rPr>
              <a:t>L = [2, 3, 5, 7, 11]</a:t>
            </a:r>
          </a:p>
          <a:p>
            <a:r>
              <a:rPr lang="nl-BE" dirty="0"/>
              <a:t>Python </a:t>
            </a:r>
            <a:r>
              <a:rPr lang="nl-BE" dirty="0" err="1"/>
              <a:t>uses</a:t>
            </a:r>
            <a:r>
              <a:rPr lang="nl-BE" dirty="0"/>
              <a:t> </a:t>
            </a:r>
            <a:r>
              <a:rPr lang="nl-BE" b="1" i="1" dirty="0"/>
              <a:t>zero-</a:t>
            </a:r>
            <a:r>
              <a:rPr lang="nl-BE" b="1" i="1" dirty="0" err="1"/>
              <a:t>based</a:t>
            </a:r>
            <a:r>
              <a:rPr lang="nl-BE" b="1" i="1" dirty="0"/>
              <a:t> </a:t>
            </a:r>
            <a:r>
              <a:rPr lang="nl-BE" b="1" dirty="0" err="1"/>
              <a:t>indexing</a:t>
            </a:r>
            <a:endParaRPr lang="nl-BE" b="1" dirty="0"/>
          </a:p>
          <a:p>
            <a:pPr marL="0" indent="0">
              <a:buNone/>
            </a:pPr>
            <a:r>
              <a:rPr lang="nl-BE" dirty="0">
                <a:latin typeface="Courier New" panose="02070309020205020404" pitchFamily="49" charset="0"/>
                <a:cs typeface="Courier New" panose="02070309020205020404" pitchFamily="49" charset="0"/>
              </a:rPr>
              <a:t>&gt;&gt;&gt; L[0]</a:t>
            </a:r>
          </a:p>
          <a:p>
            <a:pPr marL="0" indent="0">
              <a:buNone/>
            </a:pPr>
            <a:r>
              <a:rPr lang="nl-BE" dirty="0">
                <a:latin typeface="Courier New" panose="02070309020205020404" pitchFamily="49" charset="0"/>
                <a:cs typeface="Courier New" panose="02070309020205020404" pitchFamily="49" charset="0"/>
              </a:rPr>
              <a:t>2</a:t>
            </a:r>
          </a:p>
          <a:p>
            <a:pPr marL="0" indent="0">
              <a:buNone/>
            </a:pPr>
            <a:r>
              <a:rPr lang="nl-BE" dirty="0">
                <a:latin typeface="Courier New" panose="02070309020205020404" pitchFamily="49" charset="0"/>
                <a:cs typeface="Courier New" panose="02070309020205020404" pitchFamily="49" charset="0"/>
              </a:rPr>
              <a:t>&gt;&gt;&gt; L[1]</a:t>
            </a:r>
          </a:p>
          <a:p>
            <a:pPr marL="0" indent="0">
              <a:buNone/>
            </a:pPr>
            <a:r>
              <a:rPr lang="nl-BE" dirty="0">
                <a:latin typeface="Courier New" panose="02070309020205020404" pitchFamily="49" charset="0"/>
                <a:cs typeface="Courier New" panose="02070309020205020404" pitchFamily="49" charset="0"/>
              </a:rPr>
              <a:t>3</a:t>
            </a:r>
          </a:p>
          <a:p>
            <a:r>
              <a:rPr lang="en-US" dirty="0"/>
              <a:t>Elements at the end of the list can be accessed with negative numbers, </a:t>
            </a:r>
            <a:r>
              <a:rPr lang="nl-BE" dirty="0" err="1"/>
              <a:t>starting</a:t>
            </a:r>
            <a:r>
              <a:rPr lang="nl-BE" dirty="0"/>
              <a:t> </a:t>
            </a:r>
            <a:r>
              <a:rPr lang="nl-BE" dirty="0" err="1"/>
              <a:t>from</a:t>
            </a:r>
            <a:r>
              <a:rPr lang="nl-BE" dirty="0"/>
              <a:t> -1:</a:t>
            </a:r>
          </a:p>
          <a:p>
            <a:pPr marL="0" indent="0">
              <a:buNone/>
            </a:pPr>
            <a:r>
              <a:rPr lang="nl-BE" dirty="0">
                <a:latin typeface="Courier New" panose="02070309020205020404" pitchFamily="49" charset="0"/>
                <a:cs typeface="Courier New" panose="02070309020205020404" pitchFamily="49" charset="0"/>
              </a:rPr>
              <a:t>&gt;&gt;&gt; L[-1]</a:t>
            </a:r>
          </a:p>
          <a:p>
            <a:pPr marL="0" indent="0">
              <a:buNone/>
            </a:pPr>
            <a:r>
              <a:rPr lang="nl-BE" dirty="0">
                <a:latin typeface="Courier New" panose="02070309020205020404" pitchFamily="49" charset="0"/>
                <a:cs typeface="Courier New" panose="02070309020205020404" pitchFamily="49" charset="0"/>
              </a:rPr>
              <a:t>11</a:t>
            </a:r>
          </a:p>
          <a:p>
            <a:pPr marL="0" indent="0">
              <a:buNone/>
            </a:pPr>
            <a:endParaRPr lang="nl-BE" dirty="0">
              <a:latin typeface="Courier New" panose="02070309020205020404" pitchFamily="49" charset="0"/>
              <a:cs typeface="Courier New" panose="02070309020205020404" pitchFamily="49" charset="0"/>
            </a:endParaRPr>
          </a:p>
          <a:p>
            <a:pPr marL="0" indent="0">
              <a:buNone/>
            </a:pPr>
            <a:endParaRPr lang="nl-BE"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7065846" y="3163352"/>
            <a:ext cx="4504650" cy="705467"/>
          </a:xfrm>
          <a:prstGeom prst="rect">
            <a:avLst/>
          </a:prstGeom>
        </p:spPr>
      </p:pic>
    </p:spTree>
    <p:extLst>
      <p:ext uri="{BB962C8B-B14F-4D97-AF65-F5344CB8AC3E}">
        <p14:creationId xmlns:p14="http://schemas.microsoft.com/office/powerpoint/2010/main" val="1364474533"/>
      </p:ext>
    </p:extLst>
  </p:cSld>
  <p:clrMapOvr>
    <a:masterClrMapping/>
  </p:clrMapOvr>
  <mc:AlternateContent xmlns:mc="http://schemas.openxmlformats.org/markup-compatibility/2006" xmlns:p14="http://schemas.microsoft.com/office/powerpoint/2010/main">
    <mc:Choice Requires="p14">
      <p:transition spd="slow" p14:dur="2000" advTm="48337"/>
    </mc:Choice>
    <mc:Fallback xmlns="">
      <p:transition spd="slow" advTm="48337"/>
    </mc:Fallback>
  </mc:AlternateContent>
  <p:extLst>
    <p:ext uri="{3A86A75C-4F4B-4683-9AE1-C65F6400EC91}">
      <p14:laserTraceLst xmlns:p14="http://schemas.microsoft.com/office/powerpoint/2010/main">
        <p14:tracePtLst>
          <p14:tracePt t="14452" x="2755900" y="3454400"/>
          <p14:tracePt t="14531" x="2749550" y="3454400"/>
          <p14:tracePt t="14552" x="2743200" y="3448050"/>
          <p14:tracePt t="14573" x="2736850" y="3441700"/>
          <p14:tracePt t="14589" x="2736850" y="3435350"/>
          <p14:tracePt t="14597" x="2730500" y="3435350"/>
          <p14:tracePt t="14609" x="2724150" y="3435350"/>
          <p14:tracePt t="14626" x="2711450" y="3429000"/>
          <p14:tracePt t="14629" x="2705100" y="3429000"/>
          <p14:tracePt t="14643" x="2692400" y="3416300"/>
          <p14:tracePt t="14659" x="2673350" y="3409950"/>
          <p14:tracePt t="14662" x="2660650" y="3403600"/>
          <p14:tracePt t="14677" x="2647950" y="3397250"/>
          <p14:tracePt t="14693" x="2628900" y="3390900"/>
          <p14:tracePt t="14709" x="2603500" y="3384550"/>
          <p14:tracePt t="14726" x="2584450" y="3378200"/>
          <p14:tracePt t="14743" x="2571750" y="3371850"/>
          <p14:tracePt t="14759" x="2552700" y="3365500"/>
          <p14:tracePt t="14776" x="2540000" y="3365500"/>
          <p14:tracePt t="14793" x="2527300" y="3359150"/>
          <p14:tracePt t="14796" x="2514600" y="3359150"/>
          <p14:tracePt t="14809" x="2508250" y="3359150"/>
          <p14:tracePt t="14826" x="2501900" y="3352800"/>
          <p14:tracePt t="14843" x="2489200" y="3352800"/>
          <p14:tracePt t="14859" x="2482850" y="3352800"/>
          <p14:tracePt t="14863" x="2476500" y="3352800"/>
          <p14:tracePt t="14887" x="2470150" y="3352800"/>
          <p14:tracePt t="14895" x="2463800" y="3352800"/>
          <p14:tracePt t="14910" x="2457450" y="3346450"/>
          <p14:tracePt t="14926" x="2451100" y="3346450"/>
          <p14:tracePt t="14944" x="2438400" y="3346450"/>
          <p14:tracePt t="14960" x="2432050" y="3346450"/>
          <p14:tracePt t="14976" x="2413000" y="3346450"/>
          <p14:tracePt t="14993" x="2406650" y="3346450"/>
          <p14:tracePt t="15010" x="2387600" y="3346450"/>
          <p14:tracePt t="15026" x="2381250" y="3346450"/>
          <p14:tracePt t="15042" x="2368550" y="3346450"/>
          <p14:tracePt t="15059" x="2362200" y="3346450"/>
          <p14:tracePt t="15063" x="2355850" y="3352800"/>
          <p14:tracePt t="15081" x="2349500" y="3352800"/>
          <p14:tracePt t="15093" x="2343150" y="3359150"/>
          <p14:tracePt t="15110" x="2330450" y="3365500"/>
          <p14:tracePt t="15127" x="2324100" y="3371850"/>
          <p14:tracePt t="15130" x="2317750" y="3371850"/>
          <p14:tracePt t="15143" x="2317750" y="3378200"/>
          <p14:tracePt t="15160" x="2298700" y="3384550"/>
          <p14:tracePt t="15176" x="2292350" y="3390900"/>
          <p14:tracePt t="15192" x="2292350" y="3397250"/>
          <p14:tracePt t="15211" x="2286000" y="3403600"/>
          <p14:tracePt t="15226" x="2279650" y="3403600"/>
          <p14:tracePt t="15259" x="2279650" y="3409950"/>
          <p14:tracePt t="15289" x="2273300" y="3409950"/>
          <p14:tracePt t="15305" x="2273300" y="3416300"/>
          <p14:tracePt t="15312" x="2273300" y="3422650"/>
          <p14:tracePt t="15330" x="2266950" y="3429000"/>
          <p14:tracePt t="15346" x="2260600" y="3435350"/>
          <p14:tracePt t="15359" x="2260600" y="3441700"/>
          <p14:tracePt t="15376" x="2254250" y="3460750"/>
          <p14:tracePt t="15393" x="2254250" y="3473450"/>
          <p14:tracePt t="15409" x="2254250" y="3486150"/>
          <p14:tracePt t="15413" x="2254250" y="3492500"/>
          <p14:tracePt t="15426" x="2247900" y="3505200"/>
          <p14:tracePt t="15444" x="2247900" y="3524250"/>
          <p14:tracePt t="15459" x="2247900" y="3536950"/>
          <p14:tracePt t="15476" x="2247900" y="3549650"/>
          <p14:tracePt t="15492" x="2247900" y="3562350"/>
          <p14:tracePt t="15509" x="2247900" y="3568700"/>
          <p14:tracePt t="15526" x="2247900" y="3575050"/>
          <p14:tracePt t="15542" x="2247900" y="3581400"/>
          <p14:tracePt t="15559" x="2247900" y="3587750"/>
          <p14:tracePt t="15603" x="2247900" y="3594100"/>
          <p14:tracePt t="15627" x="2254250" y="3594100"/>
          <p14:tracePt t="15651" x="2254250" y="3600450"/>
          <p14:tracePt t="15659" x="2260600" y="3600450"/>
          <p14:tracePt t="15685" x="2266950" y="3600450"/>
          <p14:tracePt t="15694" x="2266950" y="3606800"/>
          <p14:tracePt t="15709" x="2273300" y="3613150"/>
          <p14:tracePt t="15726" x="2286000" y="3619500"/>
          <p14:tracePt t="15743" x="2292350" y="3625850"/>
          <p14:tracePt t="15760" x="2298700" y="3632200"/>
          <p14:tracePt t="15776" x="2311400" y="3638550"/>
          <p14:tracePt t="15793" x="2324100" y="3644900"/>
          <p14:tracePt t="15809" x="2336800" y="3657600"/>
          <p14:tracePt t="15812" x="2349500" y="3670300"/>
          <p14:tracePt t="15826" x="2355850" y="3676650"/>
          <p14:tracePt t="15843" x="2368550" y="3683000"/>
          <p14:tracePt t="15846" x="2374900" y="3683000"/>
          <p14:tracePt t="15859" x="2381250" y="3683000"/>
          <p14:tracePt t="15876" x="2393950" y="3695700"/>
          <p14:tracePt t="15895" x="2406650" y="3702050"/>
          <p14:tracePt t="15909" x="2419350" y="3702050"/>
          <p14:tracePt t="15926" x="2432050" y="3708400"/>
          <p14:tracePt t="15943" x="2438400" y="3708400"/>
          <p14:tracePt t="15959" x="2444750" y="3714750"/>
          <p14:tracePt t="15976" x="2451100" y="3714750"/>
          <p14:tracePt t="15992" x="2463800" y="3714750"/>
          <p14:tracePt t="16009" x="2476500" y="3714750"/>
          <p14:tracePt t="16026" x="2489200" y="3721100"/>
          <p14:tracePt t="16043" x="2501900" y="3721100"/>
          <p14:tracePt t="16059" x="2508250" y="3721100"/>
          <p14:tracePt t="16076" x="2527300" y="3721100"/>
          <p14:tracePt t="16079" x="2533650" y="3721100"/>
          <p14:tracePt t="16092" x="2546350" y="3721100"/>
          <p14:tracePt t="16110" x="2584450" y="3721100"/>
          <p14:tracePt t="16126" x="2603500" y="3721100"/>
          <p14:tracePt t="16143" x="2635250" y="3714750"/>
          <p14:tracePt t="16159" x="2654300" y="3714750"/>
          <p14:tracePt t="16176" x="2673350" y="3714750"/>
          <p14:tracePt t="16193" x="2698750" y="3714750"/>
          <p14:tracePt t="16209" x="2717800" y="3714750"/>
          <p14:tracePt t="16226" x="2724150" y="3714750"/>
          <p14:tracePt t="16242" x="2730500" y="3714750"/>
          <p14:tracePt t="16259" x="2743200" y="3714750"/>
          <p14:tracePt t="16276" x="2743200" y="3708400"/>
          <p14:tracePt t="16293" x="2749550" y="3708400"/>
          <p14:tracePt t="16309" x="2755900" y="3702050"/>
          <p14:tracePt t="16313" x="2755900" y="3695700"/>
          <p14:tracePt t="16326" x="2755900" y="3689350"/>
          <p14:tracePt t="16343" x="2755900" y="3670300"/>
          <p14:tracePt t="16346" x="2755900" y="3657600"/>
          <p14:tracePt t="16359" x="2755900" y="3644900"/>
          <p14:tracePt t="16376" x="2755900" y="3594100"/>
          <p14:tracePt t="16392" x="2743200" y="3568700"/>
          <p14:tracePt t="16409" x="2730500" y="3543300"/>
          <p14:tracePt t="16426" x="2711450" y="3524250"/>
          <p14:tracePt t="16442" x="2705100" y="3511550"/>
          <p14:tracePt t="16460" x="2698750" y="3492500"/>
          <p14:tracePt t="16476" x="2698750" y="3479800"/>
          <p14:tracePt t="16493" x="2692400" y="3473450"/>
          <p14:tracePt t="16509" x="2692400" y="3467100"/>
          <p14:tracePt t="16526" x="2692400" y="3460750"/>
          <p14:tracePt t="16543" x="2686050" y="3454400"/>
          <p14:tracePt t="16564" x="2686050" y="3441700"/>
          <p14:tracePt t="16576" x="2679700" y="3441700"/>
          <p14:tracePt t="16593" x="2673350" y="3435350"/>
          <p14:tracePt t="16597" x="2667000" y="3429000"/>
          <p14:tracePt t="16612" x="2660650" y="3429000"/>
          <p14:tracePt t="16626" x="2647950" y="3416300"/>
          <p14:tracePt t="16643" x="2635250" y="3416300"/>
          <p14:tracePt t="16659" x="2628900" y="3409950"/>
          <p14:tracePt t="16676" x="2622550" y="3409950"/>
          <p14:tracePt t="16693" x="2609850" y="3409950"/>
          <p14:tracePt t="16998" x="0" y="0"/>
        </p14:tracePtLst>
        <p14:tracePtLst>
          <p14:tracePt t="17741" x="2673350" y="4013200"/>
          <p14:tracePt t="17867" x="2667000" y="4013200"/>
          <p14:tracePt t="17885" x="2660650" y="4013200"/>
          <p14:tracePt t="17901" x="2647950" y="4013200"/>
          <p14:tracePt t="17909" x="2635250" y="4013200"/>
          <p14:tracePt t="17926" x="2603500" y="4013200"/>
          <p14:tracePt t="17943" x="2565400" y="4006850"/>
          <p14:tracePt t="17960" x="2540000" y="4006850"/>
          <p14:tracePt t="17964" x="2520950" y="4006850"/>
          <p14:tracePt t="17976" x="2501900" y="4006850"/>
          <p14:tracePt t="17993" x="2482850" y="4006850"/>
          <p14:tracePt t="17996" x="2470150" y="4006850"/>
          <p14:tracePt t="18009" x="2463800" y="4006850"/>
          <p14:tracePt t="18026" x="2438400" y="4013200"/>
          <p14:tracePt t="18029" x="2432050" y="4019550"/>
          <p14:tracePt t="18043" x="2419350" y="4025900"/>
          <p14:tracePt t="18059" x="2400300" y="4038600"/>
          <p14:tracePt t="18063" x="2381250" y="4051300"/>
          <p14:tracePt t="18076" x="2355850" y="4064000"/>
          <p14:tracePt t="18093" x="2343150" y="4070350"/>
          <p14:tracePt t="18109" x="2324100" y="4089400"/>
          <p14:tracePt t="18126" x="2311400" y="4102100"/>
          <p14:tracePt t="18143" x="2292350" y="4114800"/>
          <p14:tracePt t="18159" x="2279650" y="4133850"/>
          <p14:tracePt t="18176" x="2279650" y="4140200"/>
          <p14:tracePt t="18193" x="2266950" y="4159250"/>
          <p14:tracePt t="18209" x="2260600" y="4184650"/>
          <p14:tracePt t="18226" x="2247900" y="4222750"/>
          <p14:tracePt t="18243" x="2247900" y="4273550"/>
          <p14:tracePt t="18259" x="2247900" y="4305300"/>
          <p14:tracePt t="18263" x="2247900" y="4318000"/>
          <p14:tracePt t="18276" x="2247900" y="4337050"/>
          <p14:tracePt t="18293" x="2247900" y="4368800"/>
          <p14:tracePt t="18297" x="2254250" y="4375150"/>
          <p14:tracePt t="18309" x="2254250" y="4387850"/>
          <p14:tracePt t="18327" x="2266950" y="4419600"/>
          <p14:tracePt t="18343" x="2273300" y="4432300"/>
          <p14:tracePt t="18359" x="2279650" y="4445000"/>
          <p14:tracePt t="18376" x="2292350" y="4457700"/>
          <p14:tracePt t="18393" x="2311400" y="4483100"/>
          <p14:tracePt t="18409" x="2324100" y="4489450"/>
          <p14:tracePt t="18426" x="2343150" y="4502150"/>
          <p14:tracePt t="18444" x="2368550" y="4508500"/>
          <p14:tracePt t="18459" x="2438400" y="4527550"/>
          <p14:tracePt t="18476" x="2520950" y="4527550"/>
          <p14:tracePt t="18481" x="2559050" y="4527550"/>
          <p14:tracePt t="18493" x="2597150" y="4527550"/>
          <p14:tracePt t="18510" x="2705100" y="4527550"/>
          <p14:tracePt t="18526" x="2794000" y="4527550"/>
          <p14:tracePt t="18528" x="2825750" y="4527550"/>
          <p14:tracePt t="18545" x="2882900" y="4521200"/>
          <p14:tracePt t="18559" x="2901950" y="4514850"/>
          <p14:tracePt t="18579" x="2921000" y="4502150"/>
          <p14:tracePt t="18593" x="2927350" y="4483100"/>
          <p14:tracePt t="18610" x="2933700" y="4457700"/>
          <p14:tracePt t="18626" x="2933700" y="4419600"/>
          <p14:tracePt t="18643" x="2933700" y="4356100"/>
          <p14:tracePt t="18659" x="2927350" y="4318000"/>
          <p14:tracePt t="18676" x="2914650" y="4298950"/>
          <p14:tracePt t="18693" x="2908300" y="4286250"/>
          <p14:tracePt t="18709" x="2895600" y="4279900"/>
          <p14:tracePt t="18726" x="2895600" y="4273550"/>
          <p14:tracePt t="18771" x="2895600" y="4267200"/>
          <p14:tracePt t="18779" x="2889250" y="4267200"/>
          <p14:tracePt t="18781" x="0" y="0"/>
        </p14:tracePtLst>
        <p14:tracePtLst>
          <p14:tracePt t="19548" x="3009900" y="5092700"/>
          <p14:tracePt t="19562" x="3009900" y="5086350"/>
          <p14:tracePt t="19569" x="3003550" y="5086350"/>
          <p14:tracePt t="19585" x="2997200" y="5080000"/>
          <p14:tracePt t="19610" x="2990850" y="5080000"/>
          <p14:tracePt t="19617" x="2978150" y="5080000"/>
          <p14:tracePt t="19626" x="2971800" y="5073650"/>
          <p14:tracePt t="19643" x="2952750" y="5067300"/>
          <p14:tracePt t="19660" x="2933700" y="5060950"/>
          <p14:tracePt t="19676" x="2901950" y="5048250"/>
          <p14:tracePt t="19693" x="2857500" y="5029200"/>
          <p14:tracePt t="19709" x="2825750" y="5022850"/>
          <p14:tracePt t="19714" x="2794000" y="5016500"/>
          <p14:tracePt t="19726" x="2787650" y="5016500"/>
          <p14:tracePt t="19743" x="2762250" y="5010150"/>
          <p14:tracePt t="19746" x="2749550" y="5010150"/>
          <p14:tracePt t="19759" x="2736850" y="5010150"/>
          <p14:tracePt t="19776" x="2717800" y="5010150"/>
          <p14:tracePt t="19793" x="2698750" y="5010150"/>
          <p14:tracePt t="19809" x="2692400" y="5010150"/>
          <p14:tracePt t="19826" x="2679700" y="5010150"/>
          <p14:tracePt t="19843" x="2667000" y="5016500"/>
          <p14:tracePt t="19859" x="2654300" y="5016500"/>
          <p14:tracePt t="19876" x="2647950" y="5022850"/>
          <p14:tracePt t="19899" x="2635250" y="5029200"/>
          <p14:tracePt t="19909" x="2622550" y="5035550"/>
          <p14:tracePt t="19926" x="2609850" y="5054600"/>
          <p14:tracePt t="19943" x="2590800" y="5073650"/>
          <p14:tracePt t="19959" x="2565400" y="5099050"/>
          <p14:tracePt t="19976" x="2546350" y="5124450"/>
          <p14:tracePt t="19980" x="2533650" y="5137150"/>
          <p14:tracePt t="19992" x="2533650" y="5143500"/>
          <p14:tracePt t="20009" x="2520950" y="5156200"/>
          <p14:tracePt t="20012" x="2520950" y="5162550"/>
          <p14:tracePt t="20026" x="2514600" y="5168900"/>
          <p14:tracePt t="20043" x="2514600" y="5175250"/>
          <p14:tracePt t="20059" x="2508250" y="5175250"/>
          <p14:tracePt t="20076" x="2508250" y="5187950"/>
          <p14:tracePt t="20095" x="2508250" y="5194300"/>
          <p14:tracePt t="20109" x="2508250" y="5207000"/>
          <p14:tracePt t="20128" x="2508250" y="5226050"/>
          <p14:tracePt t="20143" x="2501900" y="5238750"/>
          <p14:tracePt t="20161" x="2501900" y="5245100"/>
          <p14:tracePt t="20164" x="2501900" y="5257800"/>
          <p14:tracePt t="20180" x="2501900" y="5264150"/>
          <p14:tracePt t="20205" x="2501900" y="5270500"/>
          <p14:tracePt t="20231" x="2508250" y="5276850"/>
          <p14:tracePt t="20237" x="2508250" y="5283200"/>
          <p14:tracePt t="20253" x="2514600" y="5289550"/>
          <p14:tracePt t="20262" x="2514600" y="5295900"/>
          <p14:tracePt t="20276" x="2527300" y="5314950"/>
          <p14:tracePt t="20292" x="2527300" y="5321300"/>
          <p14:tracePt t="20309" x="2546350" y="5340350"/>
          <p14:tracePt t="20326" x="2559050" y="5359400"/>
          <p14:tracePt t="20342" x="2559050" y="5372100"/>
          <p14:tracePt t="20359" x="2571750" y="5391150"/>
          <p14:tracePt t="20376" x="2578100" y="5397500"/>
          <p14:tracePt t="20393" x="2584450" y="5410200"/>
          <p14:tracePt t="20409" x="2590800" y="5422900"/>
          <p14:tracePt t="20426" x="2597150" y="5429250"/>
          <p14:tracePt t="20443" x="2609850" y="5441950"/>
          <p14:tracePt t="20476" x="2622550" y="5448300"/>
          <p14:tracePt t="20509" x="2628900" y="5454650"/>
          <p14:tracePt t="20512" x="2641600" y="5454650"/>
          <p14:tracePt t="20526" x="2647950" y="5461000"/>
          <p14:tracePt t="20542" x="2654300" y="5467350"/>
          <p14:tracePt t="20559" x="2679700" y="5467350"/>
          <p14:tracePt t="20576" x="2705100" y="5467350"/>
          <p14:tracePt t="20593" x="2743200" y="5473700"/>
          <p14:tracePt t="20609" x="2768600" y="5473700"/>
          <p14:tracePt t="20626" x="2825750" y="5473700"/>
          <p14:tracePt t="20642" x="2863850" y="5473700"/>
          <p14:tracePt t="20659" x="2901950" y="5467350"/>
          <p14:tracePt t="20676" x="2965450" y="5461000"/>
          <p14:tracePt t="20693" x="2997200" y="5461000"/>
          <p14:tracePt t="20696" x="3009900" y="5461000"/>
          <p14:tracePt t="20709" x="3022600" y="5461000"/>
          <p14:tracePt t="20726" x="3054350" y="5461000"/>
          <p14:tracePt t="20728" x="3067050" y="5461000"/>
          <p14:tracePt t="20743" x="3079750" y="5461000"/>
          <p14:tracePt t="20759" x="3086100" y="5461000"/>
          <p14:tracePt t="20763" x="3098800" y="5461000"/>
          <p14:tracePt t="20777" x="3105150" y="5461000"/>
          <p14:tracePt t="20792" x="3117850" y="5461000"/>
          <p14:tracePt t="20809" x="3124200" y="5448300"/>
          <p14:tracePt t="20843" x="3136900" y="5435600"/>
          <p14:tracePt t="20859" x="3136900" y="5422900"/>
          <p14:tracePt t="20876" x="3143250" y="5410200"/>
          <p14:tracePt t="20893" x="3149600" y="5384800"/>
          <p14:tracePt t="20897" x="3155950" y="5378450"/>
          <p14:tracePt t="20909" x="3155950" y="5365750"/>
          <p14:tracePt t="20926" x="3162300" y="5334000"/>
          <p14:tracePt t="20930" x="3162300" y="5314950"/>
          <p14:tracePt t="20943" x="3162300" y="5302250"/>
          <p14:tracePt t="20959" x="3162300" y="5283200"/>
          <p14:tracePt t="20963" x="3162300" y="5270500"/>
          <p14:tracePt t="20976" x="3162300" y="5264150"/>
          <p14:tracePt t="20993" x="3149600" y="5245100"/>
          <p14:tracePt t="20995" x="3149600" y="5232400"/>
          <p14:tracePt t="21009" x="3130550" y="5213350"/>
          <p14:tracePt t="21026" x="3098800" y="5187950"/>
          <p14:tracePt t="21042" x="3073400" y="5168900"/>
          <p14:tracePt t="21059" x="3054350" y="5156200"/>
          <p14:tracePt t="21076" x="3041650" y="5149850"/>
          <p14:tracePt t="21092" x="3028950" y="5137150"/>
          <p14:tracePt t="21109" x="3022600" y="5130800"/>
          <p14:tracePt t="21126" x="3016250" y="5130800"/>
          <p14:tracePt t="21142" x="3016250" y="5124450"/>
          <p14:tracePt t="21159" x="3009900" y="5118100"/>
          <p14:tracePt t="21162" x="3003550" y="5118100"/>
          <p14:tracePt t="21179" x="2990850" y="5111750"/>
          <p14:tracePt t="21193" x="2984500" y="5105400"/>
          <p14:tracePt t="21209" x="2959100" y="5099050"/>
          <p14:tracePt t="21212" x="2946400" y="5099050"/>
          <p14:tracePt t="21226" x="2940050" y="5099050"/>
          <p14:tracePt t="21230" x="2933700" y="5092700"/>
          <p14:tracePt t="21243" x="2921000" y="5092700"/>
          <p14:tracePt t="21259" x="2882900" y="5092700"/>
          <p14:tracePt t="21262" x="2876550" y="5092700"/>
          <p14:tracePt t="21276" x="2857500" y="5092700"/>
          <p14:tracePt t="21292" x="2844800" y="5092700"/>
          <p14:tracePt t="21309" x="2825750" y="5092700"/>
          <p14:tracePt t="21326" x="2794000" y="5099050"/>
          <p14:tracePt t="21343" x="2768600" y="5111750"/>
          <p14:tracePt t="21359" x="2755900" y="5111750"/>
          <p14:tracePt t="21376" x="2736850" y="5124450"/>
          <p14:tracePt t="21393" x="2730500" y="5124450"/>
          <p14:tracePt t="21769" x="0" y="0"/>
        </p14:tracePtLst>
        <p14:tracePtLst>
          <p14:tracePt t="27803" x="7893050" y="2806700"/>
          <p14:tracePt t="27808" x="7880350" y="2806700"/>
          <p14:tracePt t="27816" x="7874000" y="2806700"/>
          <p14:tracePt t="27826" x="7867650" y="2806700"/>
          <p14:tracePt t="27843" x="7854950" y="2806700"/>
          <p14:tracePt t="27876" x="7823200" y="2806700"/>
          <p14:tracePt t="27893" x="7804150" y="2800350"/>
          <p14:tracePt t="27910" x="7772400" y="2800350"/>
          <p14:tracePt t="27926" x="7715250" y="2787650"/>
          <p14:tracePt t="27929" x="7658100" y="2774950"/>
          <p14:tracePt t="27943" x="7632700" y="2768600"/>
          <p14:tracePt t="27960" x="7531100" y="2755900"/>
          <p14:tracePt t="27962" x="7461250" y="2749550"/>
          <p14:tracePt t="27977" x="7334250" y="2743200"/>
          <p14:tracePt t="27993" x="7239000" y="2743200"/>
          <p14:tracePt t="28010" x="7131050" y="2743200"/>
          <p14:tracePt t="28026" x="7073900" y="2743200"/>
          <p14:tracePt t="28043" x="7035800" y="2762250"/>
          <p14:tracePt t="28059" x="6997700" y="2774950"/>
          <p14:tracePt t="28076" x="6965950" y="2787650"/>
          <p14:tracePt t="28093" x="6940550" y="2806700"/>
          <p14:tracePt t="28097" x="6915150" y="2819400"/>
          <p14:tracePt t="28110" x="6889750" y="2832100"/>
          <p14:tracePt t="28126" x="6864350" y="2851150"/>
          <p14:tracePt t="28129" x="6832600" y="2863850"/>
          <p14:tracePt t="28143" x="6807200" y="2882900"/>
          <p14:tracePt t="28160" x="6769100" y="2895600"/>
          <p14:tracePt t="28163" x="6762750" y="2901950"/>
          <p14:tracePt t="28176" x="6750050" y="2908300"/>
          <p14:tracePt t="28193" x="6724650" y="2927350"/>
          <p14:tracePt t="28196" x="6711950" y="2940050"/>
          <p14:tracePt t="28210" x="6705600" y="2940050"/>
          <p14:tracePt t="28226" x="6673850" y="2978150"/>
          <p14:tracePt t="28243" x="6654800" y="3003550"/>
          <p14:tracePt t="28259" x="6648450" y="3016250"/>
          <p14:tracePt t="28276" x="6629400" y="3048000"/>
          <p14:tracePt t="28293" x="6604000" y="3086100"/>
          <p14:tracePt t="28309" x="6578600" y="3124200"/>
          <p14:tracePt t="28326" x="6565900" y="3155950"/>
          <p14:tracePt t="28330" x="6559550" y="3175000"/>
          <p14:tracePt t="28343" x="6546850" y="3213100"/>
          <p14:tracePt t="28360" x="6534150" y="3238500"/>
          <p14:tracePt t="28363" x="6527800" y="3270250"/>
          <p14:tracePt t="28376" x="6527800" y="3289300"/>
          <p14:tracePt t="28393" x="6521450" y="3308350"/>
          <p14:tracePt t="28396" x="6521450" y="3333750"/>
          <p14:tracePt t="28410" x="6521450" y="3346450"/>
          <p14:tracePt t="28426" x="6521450" y="3384550"/>
          <p14:tracePt t="28443" x="6521450" y="3422650"/>
          <p14:tracePt t="28460" x="6521450" y="3448050"/>
          <p14:tracePt t="28464" x="6521450" y="3467100"/>
          <p14:tracePt t="28477" x="6521450" y="3505200"/>
          <p14:tracePt t="28493" x="6527800" y="3581400"/>
          <p14:tracePt t="28510" x="6540500" y="3638550"/>
          <p14:tracePt t="28526" x="6553200" y="3695700"/>
          <p14:tracePt t="28543" x="6565900" y="3746500"/>
          <p14:tracePt t="28560" x="6584950" y="3778250"/>
          <p14:tracePt t="28576" x="6616700" y="3848100"/>
          <p14:tracePt t="28593" x="6648450" y="3892550"/>
          <p14:tracePt t="28597" x="6667500" y="3911600"/>
          <p14:tracePt t="28610" x="6692900" y="3937000"/>
          <p14:tracePt t="28626" x="6737350" y="3981450"/>
          <p14:tracePt t="28630" x="6769100" y="4006850"/>
          <p14:tracePt t="28643" x="6788150" y="4032250"/>
          <p14:tracePt t="28660" x="6851650" y="4076700"/>
          <p14:tracePt t="28663" x="6889750" y="4095750"/>
          <p14:tracePt t="28677" x="6953250" y="4140200"/>
          <p14:tracePt t="28693" x="7035800" y="4171950"/>
          <p14:tracePt t="28709" x="7086600" y="4191000"/>
          <p14:tracePt t="28727" x="7239000" y="4229100"/>
          <p14:tracePt t="28743" x="7340600" y="4254500"/>
          <p14:tracePt t="28760" x="7442200" y="4279900"/>
          <p14:tracePt t="28776" x="7651750" y="4311650"/>
          <p14:tracePt t="28793" x="7778750" y="4330700"/>
          <p14:tracePt t="28810" x="7912100" y="4349750"/>
          <p14:tracePt t="28826" x="8070850" y="4368800"/>
          <p14:tracePt t="28843" x="8362950" y="4394200"/>
          <p14:tracePt t="28860" x="8509000" y="4406900"/>
          <p14:tracePt t="28864" x="8578850" y="4413250"/>
          <p14:tracePt t="28876" x="8642350" y="4419600"/>
          <p14:tracePt t="28893" x="8870950" y="4432300"/>
          <p14:tracePt t="28897" x="8921750" y="4432300"/>
          <p14:tracePt t="28911" x="9086850" y="4432300"/>
          <p14:tracePt t="28926" x="9175750" y="4425950"/>
          <p14:tracePt t="28943" x="9258300" y="4419600"/>
          <p14:tracePt t="28959" x="9321800" y="4419600"/>
          <p14:tracePt t="28978" x="9436100" y="4413250"/>
          <p14:tracePt t="28993" x="9512300" y="4413250"/>
          <p14:tracePt t="29010" x="9588500" y="4413250"/>
          <p14:tracePt t="29026" x="9677400" y="4406900"/>
          <p14:tracePt t="29045" x="9753600" y="4406900"/>
          <p14:tracePt t="29060" x="9906000" y="4406900"/>
          <p14:tracePt t="29077" x="10001250" y="4400550"/>
          <p14:tracePt t="29093" x="10102850" y="4394200"/>
          <p14:tracePt t="29111" x="10223500" y="4394200"/>
          <p14:tracePt t="29114" x="10280650" y="4387850"/>
          <p14:tracePt t="29126" x="10344150" y="4387850"/>
          <p14:tracePt t="29144" x="10471150" y="4368800"/>
          <p14:tracePt t="29147" x="10528300" y="4362450"/>
          <p14:tracePt t="29160" x="10598150" y="4362450"/>
          <p14:tracePt t="29177" x="10775950" y="4343400"/>
          <p14:tracePt t="29193" x="10883900" y="4324350"/>
          <p14:tracePt t="29209" x="10966450" y="4311650"/>
          <p14:tracePt t="29226" x="11074400" y="4286250"/>
          <p14:tracePt t="29243" x="11106150" y="4279900"/>
          <p14:tracePt t="29260" x="11169650" y="4260850"/>
          <p14:tracePt t="29276" x="11207750" y="4248150"/>
          <p14:tracePt t="29293" x="11271250" y="4235450"/>
          <p14:tracePt t="29309" x="11309350" y="4222750"/>
          <p14:tracePt t="29326" x="11398250" y="4197350"/>
          <p14:tracePt t="29343" x="11455400" y="4184650"/>
          <p14:tracePt t="29346" x="11487150" y="4171950"/>
          <p14:tracePt t="29360" x="11525250" y="4159250"/>
          <p14:tracePt t="29376" x="11626850" y="4121150"/>
          <p14:tracePt t="29380" x="11658600" y="4108450"/>
          <p14:tracePt t="29393" x="11690350" y="4089400"/>
          <p14:tracePt t="29410" x="11753850" y="4051300"/>
          <p14:tracePt t="29413" x="11760200" y="4044950"/>
          <p14:tracePt t="29427" x="11772900" y="4025900"/>
          <p14:tracePt t="29443" x="11779250" y="4006850"/>
          <p14:tracePt t="29459" x="11779250" y="3994150"/>
          <p14:tracePt t="29476" x="11779250" y="3962400"/>
          <p14:tracePt t="29493" x="11772900" y="3949700"/>
          <p14:tracePt t="29510" x="11760200" y="3917950"/>
          <p14:tracePt t="29526" x="11753850" y="3886200"/>
          <p14:tracePt t="29543" x="11734800" y="3860800"/>
          <p14:tracePt t="29560" x="11722100" y="3797300"/>
          <p14:tracePt t="29576" x="11709400" y="3752850"/>
          <p14:tracePt t="29593" x="11696700" y="3702050"/>
          <p14:tracePt t="29610" x="11684000" y="3644900"/>
          <p14:tracePt t="29613" x="11677650" y="3625850"/>
          <p14:tracePt t="29626" x="11658600" y="3581400"/>
          <p14:tracePt t="29643" x="11633200" y="3524250"/>
          <p14:tracePt t="29647" x="11626850" y="3511550"/>
          <p14:tracePt t="29660" x="11601450" y="3473450"/>
          <p14:tracePt t="29676" x="11544300" y="3390900"/>
          <p14:tracePt t="29693" x="11499850" y="3333750"/>
          <p14:tracePt t="29710" x="11480800" y="3314700"/>
          <p14:tracePt t="29726" x="11442700" y="3270250"/>
          <p14:tracePt t="29743" x="11423650" y="3244850"/>
          <p14:tracePt t="29760" x="11404600" y="3219450"/>
          <p14:tracePt t="29776" x="11385550" y="3194050"/>
          <p14:tracePt t="29781" x="11372850" y="3168650"/>
          <p14:tracePt t="29793" x="11360150" y="3149600"/>
          <p14:tracePt t="29810" x="11341100" y="3130550"/>
          <p14:tracePt t="29815" x="11303000" y="3098800"/>
          <p14:tracePt t="29826" x="11277600" y="3079750"/>
          <p14:tracePt t="29843" x="11176000" y="3035300"/>
          <p14:tracePt t="29849" x="11118850" y="3003550"/>
          <p14:tracePt t="29860" x="11087100" y="2997200"/>
          <p14:tracePt t="29876" x="10947400" y="2952750"/>
          <p14:tracePt t="29880" x="10871200" y="2933700"/>
          <p14:tracePt t="29897" x="10775950" y="2908300"/>
          <p14:tracePt t="29910" x="10706100" y="2895600"/>
          <p14:tracePt t="29927" x="10604500" y="2876550"/>
          <p14:tracePt t="29943" x="10528300" y="2876550"/>
          <p14:tracePt t="29960" x="10439400" y="2876550"/>
          <p14:tracePt t="29976" x="10394950" y="2882900"/>
          <p14:tracePt t="29993" x="10306050" y="2895600"/>
          <p14:tracePt t="30010" x="10223500" y="2908300"/>
          <p14:tracePt t="30026" x="10128250" y="2914650"/>
          <p14:tracePt t="30043" x="10039350" y="2914650"/>
          <p14:tracePt t="30047" x="10001250" y="2914650"/>
          <p14:tracePt t="30060" x="9975850" y="2914650"/>
          <p14:tracePt t="30076" x="9855200" y="2914650"/>
          <p14:tracePt t="30093" x="9709150" y="2914650"/>
          <p14:tracePt t="30110" x="9620250" y="2914650"/>
          <p14:tracePt t="30114" x="9493250" y="2914650"/>
          <p14:tracePt t="30126" x="9442450" y="2914650"/>
          <p14:tracePt t="30143" x="9328150" y="2921000"/>
          <p14:tracePt t="30145" x="9182100" y="2933700"/>
          <p14:tracePt t="30159" x="9124950" y="2940050"/>
          <p14:tracePt t="30177" x="8934450" y="2971800"/>
          <p14:tracePt t="30193" x="8699500" y="2990850"/>
          <p14:tracePt t="30210" x="8578850" y="3009900"/>
          <p14:tracePt t="30226" x="8362950" y="3022600"/>
          <p14:tracePt t="30243" x="8255000" y="3028950"/>
          <p14:tracePt t="30260" x="8070850" y="3048000"/>
          <p14:tracePt t="30276" x="7962900" y="3054350"/>
          <p14:tracePt t="30293" x="7861300" y="3060700"/>
          <p14:tracePt t="30310" x="7766050" y="3073400"/>
          <p14:tracePt t="30316" x="7632700" y="3086100"/>
          <p14:tracePt t="30326" x="7581900" y="3092450"/>
          <p14:tracePt t="30343" x="7480300" y="3111500"/>
          <p14:tracePt t="30347" x="7435850" y="3117850"/>
          <p14:tracePt t="30360" x="7385050" y="3124200"/>
          <p14:tracePt t="30376" x="7289800" y="3136900"/>
          <p14:tracePt t="30380" x="7232650" y="3143250"/>
          <p14:tracePt t="30393" x="7181850" y="3162300"/>
          <p14:tracePt t="30410" x="7029450" y="3181350"/>
          <p14:tracePt t="30413" x="6997700" y="3181350"/>
          <p14:tracePt t="30427" x="6915150" y="3194050"/>
          <p14:tracePt t="30443" x="6883400" y="3200400"/>
          <p14:tracePt t="30460" x="6870700" y="3200400"/>
          <p14:tracePt t="30596" x="0" y="0"/>
        </p14:tracePtLst>
      </p14:laserTraceLst>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a:t>List </a:t>
            </a:r>
            <a:r>
              <a:rPr lang="nl-BE" dirty="0" err="1"/>
              <a:t>indexing</a:t>
            </a:r>
            <a:r>
              <a:rPr lang="nl-BE" dirty="0"/>
              <a:t> </a:t>
            </a:r>
            <a:r>
              <a:rPr lang="nl-BE" dirty="0" err="1"/>
              <a:t>and</a:t>
            </a:r>
            <a:r>
              <a:rPr lang="nl-BE" dirty="0"/>
              <a:t> </a:t>
            </a:r>
            <a:r>
              <a:rPr lang="nl-BE" dirty="0" err="1"/>
              <a:t>slicing</a:t>
            </a:r>
            <a:endParaRPr lang="nl-BE" dirty="0"/>
          </a:p>
        </p:txBody>
      </p:sp>
      <p:sp>
        <p:nvSpPr>
          <p:cNvPr id="3" name="Content Placeholder 2"/>
          <p:cNvSpPr>
            <a:spLocks noGrp="1"/>
          </p:cNvSpPr>
          <p:nvPr>
            <p:ph idx="1"/>
          </p:nvPr>
        </p:nvSpPr>
        <p:spPr>
          <a:xfrm>
            <a:off x="838200" y="1825625"/>
            <a:ext cx="10835244" cy="4351338"/>
          </a:xfrm>
        </p:spPr>
        <p:txBody>
          <a:bodyPr>
            <a:normAutofit fontScale="85000" lnSpcReduction="10000"/>
          </a:bodyPr>
          <a:lstStyle/>
          <a:p>
            <a:r>
              <a:rPr lang="en-US" i="1" dirty="0"/>
              <a:t>Slicing: </a:t>
            </a:r>
            <a:r>
              <a:rPr lang="en-US" dirty="0"/>
              <a:t>accessing multiple values in </a:t>
            </a:r>
            <a:r>
              <a:rPr lang="en-US" dirty="0" err="1"/>
              <a:t>sublists</a:t>
            </a:r>
            <a:r>
              <a:rPr lang="en-US" dirty="0"/>
              <a:t>. </a:t>
            </a:r>
            <a:br>
              <a:rPr lang="en-US" dirty="0"/>
            </a:br>
            <a:r>
              <a:rPr lang="en-US" dirty="0"/>
              <a:t>It uses a colon (:)  to indicate the start point (inclusive) and end point (</a:t>
            </a:r>
            <a:r>
              <a:rPr lang="en-US" dirty="0" err="1"/>
              <a:t>noninclusive</a:t>
            </a:r>
            <a:r>
              <a:rPr lang="en-US" dirty="0"/>
              <a:t>) </a:t>
            </a:r>
            <a:r>
              <a:rPr lang="nl-BE" dirty="0"/>
              <a:t>of </a:t>
            </a:r>
            <a:r>
              <a:rPr lang="nl-BE" dirty="0" err="1"/>
              <a:t>the</a:t>
            </a:r>
            <a:r>
              <a:rPr lang="nl-BE" dirty="0"/>
              <a:t> </a:t>
            </a:r>
            <a:r>
              <a:rPr lang="nl-BE" dirty="0" err="1"/>
              <a:t>subarray</a:t>
            </a:r>
            <a:r>
              <a:rPr lang="nl-BE" dirty="0"/>
              <a:t> </a:t>
            </a:r>
          </a:p>
          <a:p>
            <a:pPr marL="0" indent="0">
              <a:buNone/>
            </a:pPr>
            <a:r>
              <a:rPr lang="nl-BE" dirty="0">
                <a:latin typeface="Courier New" panose="02070309020205020404" pitchFamily="49" charset="0"/>
                <a:cs typeface="Courier New" panose="02070309020205020404" pitchFamily="49" charset="0"/>
              </a:rPr>
              <a:t>&gt;&gt;&gt; L[0:3]</a:t>
            </a:r>
          </a:p>
          <a:p>
            <a:pPr marL="0" indent="0">
              <a:buNone/>
            </a:pPr>
            <a:r>
              <a:rPr lang="en-US" dirty="0">
                <a:latin typeface="Courier New" panose="02070309020205020404" pitchFamily="49" charset="0"/>
                <a:cs typeface="Courier New" panose="02070309020205020404" pitchFamily="49" charset="0"/>
              </a:rPr>
              <a:t>[2, 3, 5]</a:t>
            </a:r>
          </a:p>
          <a:p>
            <a:r>
              <a:rPr lang="en-US" dirty="0">
                <a:latin typeface="Courier New" panose="02070309020205020404" pitchFamily="49" charset="0"/>
                <a:cs typeface="Courier New" panose="02070309020205020404" pitchFamily="49" charset="0"/>
              </a:rPr>
              <a:t>a[</a:t>
            </a:r>
            <a:r>
              <a:rPr lang="en-US" dirty="0" err="1">
                <a:latin typeface="Courier New" panose="02070309020205020404" pitchFamily="49" charset="0"/>
                <a:cs typeface="Courier New" panose="02070309020205020404" pitchFamily="49" charset="0"/>
              </a:rPr>
              <a:t>start:end</a:t>
            </a:r>
            <a:r>
              <a:rPr lang="en-US" dirty="0">
                <a:latin typeface="Courier New" panose="02070309020205020404" pitchFamily="49" charset="0"/>
                <a:cs typeface="Courier New" panose="02070309020205020404" pitchFamily="49" charset="0"/>
              </a:rPr>
              <a:t>] # items start through end-1</a:t>
            </a:r>
          </a:p>
          <a:p>
            <a:r>
              <a:rPr lang="en-US" dirty="0">
                <a:latin typeface="Courier New" panose="02070309020205020404" pitchFamily="49" charset="0"/>
                <a:cs typeface="Courier New" panose="02070309020205020404" pitchFamily="49" charset="0"/>
              </a:rPr>
              <a:t>a[start:]    # items start through the rest of the array</a:t>
            </a:r>
          </a:p>
          <a:p>
            <a:r>
              <a:rPr lang="en-US" dirty="0">
                <a:latin typeface="Courier New" panose="02070309020205020404" pitchFamily="49" charset="0"/>
                <a:cs typeface="Courier New" panose="02070309020205020404" pitchFamily="49" charset="0"/>
              </a:rPr>
              <a:t>a[:end]      # items from the beginning through end-1</a:t>
            </a:r>
          </a:p>
          <a:p>
            <a:r>
              <a:rPr lang="en-US" dirty="0">
                <a:latin typeface="Courier New" panose="02070309020205020404" pitchFamily="49" charset="0"/>
                <a:cs typeface="Courier New" panose="02070309020205020404" pitchFamily="49" charset="0"/>
              </a:rPr>
              <a:t>a[:]         # a copy of the whole array</a:t>
            </a:r>
          </a:p>
          <a:p>
            <a:r>
              <a:rPr lang="en-US" dirty="0">
                <a:latin typeface="Courier New" panose="02070309020205020404" pitchFamily="49" charset="0"/>
                <a:cs typeface="Courier New" panose="02070309020205020404" pitchFamily="49" charset="0"/>
              </a:rPr>
              <a:t>a[</a:t>
            </a:r>
            <a:r>
              <a:rPr lang="en-US" dirty="0" err="1">
                <a:latin typeface="Courier New" panose="02070309020205020404" pitchFamily="49" charset="0"/>
                <a:cs typeface="Courier New" panose="02070309020205020404" pitchFamily="49" charset="0"/>
              </a:rPr>
              <a:t>start:end:step</a:t>
            </a:r>
            <a:r>
              <a:rPr lang="en-US" dirty="0">
                <a:latin typeface="Courier New" panose="02070309020205020404" pitchFamily="49" charset="0"/>
                <a:cs typeface="Courier New" panose="02070309020205020404" pitchFamily="49" charset="0"/>
              </a:rPr>
              <a:t>] # start through not past end, by step</a:t>
            </a:r>
          </a:p>
          <a:p>
            <a:pPr lvl="1"/>
            <a:r>
              <a:rPr lang="en-US" dirty="0">
                <a:cs typeface="Courier New" panose="02070309020205020404" pitchFamily="49" charset="0"/>
              </a:rPr>
              <a:t>Note </a:t>
            </a:r>
            <a:r>
              <a:rPr lang="en-US" dirty="0">
                <a:latin typeface="Courier New" panose="02070309020205020404" pitchFamily="49" charset="0"/>
                <a:cs typeface="Courier New" panose="02070309020205020404" pitchFamily="49" charset="0"/>
              </a:rPr>
              <a:t>:end </a:t>
            </a:r>
            <a:r>
              <a:rPr lang="en-US" dirty="0"/>
              <a:t>value represents the first value that is not in the selected slice</a:t>
            </a:r>
          </a:p>
          <a:p>
            <a:pPr marL="0" indent="0">
              <a:buNone/>
            </a:pPr>
            <a:endParaRPr lang="en-US" dirty="0"/>
          </a:p>
        </p:txBody>
      </p:sp>
    </p:spTree>
    <p:extLst>
      <p:ext uri="{BB962C8B-B14F-4D97-AF65-F5344CB8AC3E}">
        <p14:creationId xmlns:p14="http://schemas.microsoft.com/office/powerpoint/2010/main" val="3585817605"/>
      </p:ext>
    </p:extLst>
  </p:cSld>
  <p:clrMapOvr>
    <a:masterClrMapping/>
  </p:clrMapOvr>
  <mc:AlternateContent xmlns:mc="http://schemas.openxmlformats.org/markup-compatibility/2006" xmlns:p14="http://schemas.microsoft.com/office/powerpoint/2010/main">
    <mc:Choice Requires="p14">
      <p:transition spd="slow" p14:dur="2000" advTm="58761"/>
    </mc:Choice>
    <mc:Fallback xmlns="">
      <p:transition spd="slow" advTm="58761"/>
    </mc:Fallback>
  </mc:AlternateContent>
  <p:extLst>
    <p:ext uri="{3A86A75C-4F4B-4683-9AE1-C65F6400EC91}">
      <p14:laserTraceLst xmlns:p14="http://schemas.microsoft.com/office/powerpoint/2010/main">
        <p14:tracePtLst>
          <p14:tracePt t="5814" x="3333750" y="3003550"/>
          <p14:tracePt t="5827" x="3333750" y="2997200"/>
          <p14:tracePt t="5926" x="3333750" y="2990850"/>
          <p14:tracePt t="5950" x="3333750" y="2984500"/>
          <p14:tracePt t="5966" x="3327400" y="2978150"/>
          <p14:tracePt t="5975" x="3321050" y="2971800"/>
          <p14:tracePt t="5982" x="3321050" y="2965450"/>
          <p14:tracePt t="5992" x="3314700" y="2965450"/>
          <p14:tracePt t="6005" x="3295650" y="2946400"/>
          <p14:tracePt t="6022" x="3276600" y="2933700"/>
          <p14:tracePt t="6039" x="3263900" y="2927350"/>
          <p14:tracePt t="6055" x="3251200" y="2914650"/>
          <p14:tracePt t="6072" x="3244850" y="2914650"/>
          <p14:tracePt t="6089" x="3232150" y="2908300"/>
          <p14:tracePt t="6105" x="3225800" y="2908300"/>
          <p14:tracePt t="6122" x="3213100" y="2901950"/>
          <p14:tracePt t="6139" x="3200400" y="2895600"/>
          <p14:tracePt t="6156" x="3194050" y="2895600"/>
          <p14:tracePt t="6159" x="3181350" y="2895600"/>
          <p14:tracePt t="6172" x="3168650" y="2889250"/>
          <p14:tracePt t="6189" x="3149600" y="2889250"/>
          <p14:tracePt t="6192" x="3143250" y="2889250"/>
          <p14:tracePt t="6205" x="3130550" y="2889250"/>
          <p14:tracePt t="6222" x="3124200" y="2889250"/>
          <p14:tracePt t="6225" x="3117850" y="2889250"/>
          <p14:tracePt t="6241" x="3111500" y="2889250"/>
          <p14:tracePt t="6280" x="3105150" y="2889250"/>
          <p14:tracePt t="6320" x="3098800" y="2895600"/>
          <p14:tracePt t="6335" x="3098800" y="2901950"/>
          <p14:tracePt t="6345" x="3092450" y="2901950"/>
          <p14:tracePt t="6360" x="3092450" y="2908300"/>
          <p14:tracePt t="6372" x="3086100" y="2908300"/>
          <p14:tracePt t="6389" x="3079750" y="2921000"/>
          <p14:tracePt t="6405" x="3073400" y="2921000"/>
          <p14:tracePt t="6422" x="3073400" y="2927350"/>
          <p14:tracePt t="6426" x="3073400" y="2933700"/>
          <p14:tracePt t="6456" x="3073400" y="2940050"/>
          <p14:tracePt t="6460" x="3067050" y="2940050"/>
          <p14:tracePt t="6476" x="3067050" y="2946400"/>
          <p14:tracePt t="6489" x="3060700" y="2959100"/>
          <p14:tracePt t="6506" x="3060700" y="2965450"/>
          <p14:tracePt t="6522" x="3060700" y="2990850"/>
          <p14:tracePt t="6539" x="3060700" y="2997200"/>
          <p14:tracePt t="6555" x="3060700" y="3003550"/>
          <p14:tracePt t="6572" x="3060700" y="3016250"/>
          <p14:tracePt t="6588" x="3060700" y="3028950"/>
          <p14:tracePt t="6606" x="3060700" y="3048000"/>
          <p14:tracePt t="6622" x="3067050" y="3067050"/>
          <p14:tracePt t="6627" x="3067050" y="3073400"/>
          <p14:tracePt t="6640" x="3067050" y="3079750"/>
          <p14:tracePt t="6655" x="3067050" y="3086100"/>
          <p14:tracePt t="6672" x="3073400" y="3098800"/>
          <p14:tracePt t="6689" x="3079750" y="3111500"/>
          <p14:tracePt t="6706" x="3079750" y="3117850"/>
          <p14:tracePt t="6708" x="3086100" y="3124200"/>
          <p14:tracePt t="6722" x="3086100" y="3130550"/>
          <p14:tracePt t="6740" x="3092450" y="3136900"/>
          <p14:tracePt t="6757" x="3098800" y="3143250"/>
          <p14:tracePt t="6780" x="3098800" y="3149600"/>
          <p14:tracePt t="6788" x="3105150" y="3149600"/>
          <p14:tracePt t="6805" x="3105150" y="3155950"/>
          <p14:tracePt t="6837" x="3111500" y="3155950"/>
          <p14:tracePt t="6852" x="3117850" y="3155950"/>
          <p14:tracePt t="6860" x="3124200" y="3162300"/>
          <p14:tracePt t="6874" x="3130550" y="3162300"/>
          <p14:tracePt t="6876" x="3136900" y="3162300"/>
          <p14:tracePt t="6889" x="3143250" y="3168650"/>
          <p14:tracePt t="6905" x="3155950" y="3168650"/>
          <p14:tracePt t="6910" x="3162300" y="3175000"/>
          <p14:tracePt t="6923" x="3187700" y="3175000"/>
          <p14:tracePt t="6939" x="3213100" y="3181350"/>
          <p14:tracePt t="6956" x="3225800" y="3187700"/>
          <p14:tracePt t="6972" x="3251200" y="3194050"/>
          <p14:tracePt t="6989" x="3270250" y="3194050"/>
          <p14:tracePt t="7005" x="3289300" y="3194050"/>
          <p14:tracePt t="7022" x="3295650" y="3194050"/>
          <p14:tracePt t="7039" x="3308350" y="3194050"/>
          <p14:tracePt t="7056" x="3321050" y="3187700"/>
          <p14:tracePt t="7072" x="3333750" y="3187700"/>
          <p14:tracePt t="7089" x="3346450" y="3175000"/>
          <p14:tracePt t="7105" x="3359150" y="3175000"/>
          <p14:tracePt t="7122" x="3371850" y="3168650"/>
          <p14:tracePt t="7139" x="3384550" y="3149600"/>
          <p14:tracePt t="7142" x="3390900" y="3143250"/>
          <p14:tracePt t="7158" x="3397250" y="3130550"/>
          <p14:tracePt t="7173" x="3403600" y="3117850"/>
          <p14:tracePt t="7176" x="3403600" y="3111500"/>
          <p14:tracePt t="7189" x="3409950" y="3086100"/>
          <p14:tracePt t="7205" x="3409950" y="3060700"/>
          <p14:tracePt t="7222" x="3409950" y="3048000"/>
          <p14:tracePt t="7239" x="3409950" y="3035300"/>
          <p14:tracePt t="7256" x="3409950" y="3028950"/>
          <p14:tracePt t="7272" x="3409950" y="3022600"/>
          <p14:tracePt t="7289" x="3409950" y="3009900"/>
          <p14:tracePt t="7305" x="3403600" y="3003550"/>
          <p14:tracePt t="7328" x="3390900" y="2990850"/>
          <p14:tracePt t="7344" x="3384550" y="2984500"/>
          <p14:tracePt t="7360" x="3371850" y="2971800"/>
          <p14:tracePt t="7372" x="3365500" y="2971800"/>
          <p14:tracePt t="7389" x="3352800" y="2959100"/>
          <p14:tracePt t="7406" x="3333750" y="2946400"/>
          <p14:tracePt t="7408" x="3321050" y="2940050"/>
          <p14:tracePt t="7425" x="3314700" y="2933700"/>
          <p14:tracePt t="7441" x="3308350" y="2933700"/>
          <p14:tracePt t="7455" x="3295650" y="2927350"/>
          <p14:tracePt t="7472" x="3289300" y="2921000"/>
          <p14:tracePt t="7489" x="3282950" y="2914650"/>
          <p14:tracePt t="7506" x="3270250" y="2908300"/>
          <p14:tracePt t="7522" x="3263900" y="2901950"/>
          <p14:tracePt t="7539" x="3257550" y="2901950"/>
          <p14:tracePt t="7813" x="0" y="0"/>
        </p14:tracePtLst>
        <p14:tracePtLst>
          <p14:tracePt t="29780" x="1816100" y="4946650"/>
          <p14:tracePt t="29819" x="1816100" y="4940300"/>
          <p14:tracePt t="29827" x="1809750" y="4940300"/>
          <p14:tracePt t="29842" x="1803400" y="4940300"/>
          <p14:tracePt t="29858" x="1797050" y="4940300"/>
          <p14:tracePt t="29872" x="1797050" y="4933950"/>
          <p14:tracePt t="29876" x="1790700" y="4933950"/>
          <p14:tracePt t="29893" x="1765300" y="4927600"/>
          <p14:tracePt t="29906" x="1752600" y="4927600"/>
          <p14:tracePt t="29923" x="1733550" y="4921250"/>
          <p14:tracePt t="29939" x="1708150" y="4914900"/>
          <p14:tracePt t="29956" x="1670050" y="4908550"/>
          <p14:tracePt t="29973" x="1644650" y="4908550"/>
          <p14:tracePt t="29990" x="1612900" y="4908550"/>
          <p14:tracePt t="30006" x="1581150" y="4908550"/>
          <p14:tracePt t="30023" x="1549400" y="4908550"/>
          <p14:tracePt t="30039" x="1517650" y="4908550"/>
          <p14:tracePt t="30056" x="1492250" y="4908550"/>
          <p14:tracePt t="30073" x="1460500" y="4908550"/>
          <p14:tracePt t="30089" x="1447800" y="4908550"/>
          <p14:tracePt t="30106" x="1428750" y="4908550"/>
          <p14:tracePt t="30109" x="1422400" y="4908550"/>
          <p14:tracePt t="30122" x="1416050" y="4908550"/>
          <p14:tracePt t="30140" x="1397000" y="4914900"/>
          <p14:tracePt t="30156" x="1377950" y="4914900"/>
          <p14:tracePt t="30173" x="1358900" y="4914900"/>
          <p14:tracePt t="30189" x="1346200" y="4921250"/>
          <p14:tracePt t="30206" x="1339850" y="4921250"/>
          <p14:tracePt t="30223" x="1320800" y="4921250"/>
          <p14:tracePt t="30240" x="1308100" y="4927600"/>
          <p14:tracePt t="30244" x="1301750" y="4927600"/>
          <p14:tracePt t="30256" x="1295400" y="4933950"/>
          <p14:tracePt t="30273" x="1282700" y="4933950"/>
          <p14:tracePt t="30277" x="1270000" y="4940300"/>
          <p14:tracePt t="30289" x="1263650" y="4946650"/>
          <p14:tracePt t="30306" x="1244600" y="4953000"/>
          <p14:tracePt t="30310" x="1238250" y="4953000"/>
          <p14:tracePt t="30323" x="1238250" y="4959350"/>
          <p14:tracePt t="30339" x="1225550" y="4965700"/>
          <p14:tracePt t="30343" x="1219200" y="4965700"/>
          <p14:tracePt t="30359" x="1212850" y="4972050"/>
          <p14:tracePt t="30373" x="1200150" y="4978400"/>
          <p14:tracePt t="30376" x="1200150" y="4984750"/>
          <p14:tracePt t="30390" x="1193800" y="4997450"/>
          <p14:tracePt t="30406" x="1181100" y="5010150"/>
          <p14:tracePt t="30423" x="1168400" y="5022850"/>
          <p14:tracePt t="30439" x="1162050" y="5035550"/>
          <p14:tracePt t="30456" x="1155700" y="5054600"/>
          <p14:tracePt t="30473" x="1149350" y="5060950"/>
          <p14:tracePt t="30490" x="1143000" y="5080000"/>
          <p14:tracePt t="30506" x="1136650" y="5099050"/>
          <p14:tracePt t="30510" x="1136650" y="5105400"/>
          <p14:tracePt t="30523" x="1136650" y="5111750"/>
          <p14:tracePt t="30539" x="1130300" y="5118100"/>
          <p14:tracePt t="30542" x="1130300" y="5130800"/>
          <p14:tracePt t="30556" x="1130300" y="5137150"/>
          <p14:tracePt t="30572" x="1130300" y="5143500"/>
          <p14:tracePt t="30589" x="1130300" y="5149850"/>
          <p14:tracePt t="30607" x="1130300" y="5156200"/>
          <p14:tracePt t="30624" x="1130300" y="5168900"/>
          <p14:tracePt t="30640" x="1136650" y="5187950"/>
          <p14:tracePt t="30656" x="1143000" y="5200650"/>
          <p14:tracePt t="30673" x="1162050" y="5226050"/>
          <p14:tracePt t="30689" x="1187450" y="5245100"/>
          <p14:tracePt t="30706" x="1212850" y="5270500"/>
          <p14:tracePt t="30723" x="1244600" y="5289550"/>
          <p14:tracePt t="30739" x="1270000" y="5308600"/>
          <p14:tracePt t="30756" x="1301750" y="5314950"/>
          <p14:tracePt t="30773" x="1327150" y="5327650"/>
          <p14:tracePt t="30776" x="1339850" y="5334000"/>
          <p14:tracePt t="30790" x="1358900" y="5334000"/>
          <p14:tracePt t="30807" x="1377950" y="5334000"/>
          <p14:tracePt t="30809" x="1390650" y="5334000"/>
          <p14:tracePt t="30823" x="1403350" y="5340350"/>
          <p14:tracePt t="30839" x="1447800" y="5346700"/>
          <p14:tracePt t="30842" x="1466850" y="5353050"/>
          <p14:tracePt t="30856" x="1485900" y="5353050"/>
          <p14:tracePt t="30873" x="1530350" y="5353050"/>
          <p14:tracePt t="30876" x="1549400" y="5353050"/>
          <p14:tracePt t="30892" x="1568450" y="5353050"/>
          <p14:tracePt t="30906" x="1606550" y="5353050"/>
          <p14:tracePt t="30923" x="1644650" y="5346700"/>
          <p14:tracePt t="30939" x="1657350" y="5340350"/>
          <p14:tracePt t="30956" x="1676400" y="5334000"/>
          <p14:tracePt t="30973" x="1682750" y="5327650"/>
          <p14:tracePt t="30990" x="1695450" y="5327650"/>
          <p14:tracePt t="31006" x="1695450" y="5321300"/>
          <p14:tracePt t="31009" x="1701800" y="5314950"/>
          <p14:tracePt t="31039" x="1708150" y="5308600"/>
          <p14:tracePt t="31056" x="1720850" y="5302250"/>
          <p14:tracePt t="31073" x="1727200" y="5295900"/>
          <p14:tracePt t="31076" x="1733550" y="5289550"/>
          <p14:tracePt t="31090" x="1746250" y="5289550"/>
          <p14:tracePt t="31106" x="1746250" y="5283200"/>
          <p14:tracePt t="31109" x="1758950" y="5276850"/>
          <p14:tracePt t="31124" x="1765300" y="5276850"/>
          <p14:tracePt t="31140" x="1784350" y="5264150"/>
          <p14:tracePt t="31156" x="1803400" y="5251450"/>
          <p14:tracePt t="31173" x="1816100" y="5245100"/>
          <p14:tracePt t="31189" x="1828800" y="5238750"/>
          <p14:tracePt t="31206" x="1841500" y="5226050"/>
          <p14:tracePt t="31223" x="1847850" y="5219700"/>
          <p14:tracePt t="31240" x="1854200" y="5213350"/>
          <p14:tracePt t="31257" x="1860550" y="5200650"/>
          <p14:tracePt t="31261" x="1860550" y="5194300"/>
          <p14:tracePt t="31277" x="1866900" y="5187950"/>
          <p14:tracePt t="31290" x="1866900" y="5181600"/>
          <p14:tracePt t="31294" x="1866900" y="5175250"/>
          <p14:tracePt t="31308" x="1866900" y="5168900"/>
          <p14:tracePt t="31325" x="1866900" y="5162550"/>
          <p14:tracePt t="31340" x="1866900" y="5149850"/>
          <p14:tracePt t="31358" x="1866900" y="5137150"/>
          <p14:tracePt t="31375" x="1866900" y="5130800"/>
          <p14:tracePt t="31392" x="1866900" y="5111750"/>
          <p14:tracePt t="31406" x="1860550" y="5092700"/>
          <p14:tracePt t="31423" x="1854200" y="5080000"/>
          <p14:tracePt t="31439" x="1847850" y="5060950"/>
          <p14:tracePt t="31456" x="1841500" y="5054600"/>
          <p14:tracePt t="31473" x="1835150" y="5048250"/>
          <p14:tracePt t="31489" x="1828800" y="5041900"/>
          <p14:tracePt t="31506" x="1822450" y="5035550"/>
          <p14:tracePt t="31523" x="1816100" y="5022850"/>
          <p14:tracePt t="31539" x="1797050" y="5016500"/>
          <p14:tracePt t="31556" x="1784350" y="5010150"/>
          <p14:tracePt t="31559" x="1778000" y="5003800"/>
          <p14:tracePt t="31573" x="1771650" y="5003800"/>
          <p14:tracePt t="31590" x="1739900" y="4991100"/>
          <p14:tracePt t="31606" x="1714500" y="4991100"/>
          <p14:tracePt t="31623" x="1682750" y="4978400"/>
          <p14:tracePt t="31639" x="1657350" y="4972050"/>
          <p14:tracePt t="31656" x="1638300" y="4972050"/>
          <p14:tracePt t="31673" x="1606550" y="4965700"/>
          <p14:tracePt t="31689" x="1568450" y="4959350"/>
          <p14:tracePt t="31706" x="1543050" y="4959350"/>
          <p14:tracePt t="31723" x="1517650" y="4953000"/>
          <p14:tracePt t="31740" x="1492250" y="4953000"/>
          <p14:tracePt t="31756" x="1473200" y="4953000"/>
          <p14:tracePt t="31760" x="1454150" y="4953000"/>
          <p14:tracePt t="31777" x="1447800" y="4953000"/>
          <p14:tracePt t="31789" x="1441450" y="4953000"/>
          <p14:tracePt t="31792" x="1435100" y="4953000"/>
          <p14:tracePt t="31806" x="1428750" y="4953000"/>
          <p14:tracePt t="31823" x="1422400" y="4953000"/>
          <p14:tracePt t="31840" x="1409700" y="4953000"/>
          <p14:tracePt t="31856" x="1403350" y="4953000"/>
          <p14:tracePt t="31872" x="1397000" y="4953000"/>
          <p14:tracePt t="31889" x="1390650" y="4953000"/>
          <p14:tracePt t="31906" x="1384300" y="4965700"/>
          <p14:tracePt t="31923" x="1377950" y="4965700"/>
          <p14:tracePt t="32043" x="0" y="0"/>
        </p14:tracePtLst>
        <p14:tracePtLst>
          <p14:tracePt t="43309" x="3346450" y="5276850"/>
          <p14:tracePt t="43433" x="3333750" y="5276850"/>
          <p14:tracePt t="43449" x="3327400" y="5276850"/>
          <p14:tracePt t="43457" x="3314700" y="5270500"/>
          <p14:tracePt t="43465" x="3302000" y="5264150"/>
          <p14:tracePt t="43476" x="3289300" y="5257800"/>
          <p14:tracePt t="43490" x="3257550" y="5245100"/>
          <p14:tracePt t="43507" x="3225800" y="5238750"/>
          <p14:tracePt t="43523" x="3187700" y="5219700"/>
          <p14:tracePt t="43540" x="3155950" y="5219700"/>
          <p14:tracePt t="43556" x="3111500" y="5207000"/>
          <p14:tracePt t="43573" x="3092450" y="5200650"/>
          <p14:tracePt t="43590" x="3041650" y="5194300"/>
          <p14:tracePt t="43606" x="2984500" y="5194300"/>
          <p14:tracePt t="43611" x="2952750" y="5187950"/>
          <p14:tracePt t="43623" x="2927350" y="5187950"/>
          <p14:tracePt t="43640" x="2870200" y="5175250"/>
          <p14:tracePt t="43656" x="2851150" y="5175250"/>
          <p14:tracePt t="43673" x="2800350" y="5168900"/>
          <p14:tracePt t="43676" x="2781300" y="5162550"/>
          <p14:tracePt t="43690" x="2736850" y="5162550"/>
          <p14:tracePt t="43706" x="2724150" y="5162550"/>
          <p14:tracePt t="43723" x="2686050" y="5162550"/>
          <p14:tracePt t="43740" x="2660650" y="5162550"/>
          <p14:tracePt t="43757" x="2647950" y="5162550"/>
          <p14:tracePt t="43773" x="2628900" y="5162550"/>
          <p14:tracePt t="43790" x="2603500" y="5162550"/>
          <p14:tracePt t="43806" x="2590800" y="5162550"/>
          <p14:tracePt t="43823" x="2565400" y="5162550"/>
          <p14:tracePt t="43840" x="2533650" y="5162550"/>
          <p14:tracePt t="43856" x="2520950" y="5168900"/>
          <p14:tracePt t="43873" x="2489200" y="5175250"/>
          <p14:tracePt t="43876" x="2470150" y="5175250"/>
          <p14:tracePt t="43893" x="2457450" y="5175250"/>
          <p14:tracePt t="43907" x="2438400" y="5181600"/>
          <p14:tracePt t="43923" x="2400300" y="5194300"/>
          <p14:tracePt t="43940" x="2343150" y="5200650"/>
          <p14:tracePt t="43957" x="2311400" y="5213350"/>
          <p14:tracePt t="43973" x="2241550" y="5238750"/>
          <p14:tracePt t="43990" x="2165350" y="5264150"/>
          <p14:tracePt t="44006" x="2120900" y="5276850"/>
          <p14:tracePt t="44023" x="2057400" y="5289550"/>
          <p14:tracePt t="44040" x="2038350" y="5289550"/>
          <p14:tracePt t="44056" x="2006600" y="5308600"/>
          <p14:tracePt t="44073" x="1974850" y="5321300"/>
          <p14:tracePt t="44090" x="1962150" y="5327650"/>
          <p14:tracePt t="44106" x="1943100" y="5340350"/>
          <p14:tracePt t="44112" x="1930400" y="5346700"/>
          <p14:tracePt t="44124" x="1924050" y="5353050"/>
          <p14:tracePt t="44140" x="1911350" y="5365750"/>
          <p14:tracePt t="44143" x="1905000" y="5378450"/>
          <p14:tracePt t="44156" x="1892300" y="5384800"/>
          <p14:tracePt t="44173" x="1879600" y="5410200"/>
          <p14:tracePt t="44176" x="1879600" y="5416550"/>
          <p14:tracePt t="44192" x="1873250" y="5422900"/>
          <p14:tracePt t="44206" x="1866900" y="5441950"/>
          <p14:tracePt t="44223" x="1866900" y="5448300"/>
          <p14:tracePt t="44240" x="1866900" y="5454650"/>
          <p14:tracePt t="44256" x="1866900" y="5467350"/>
          <p14:tracePt t="44290" x="1866900" y="5480050"/>
          <p14:tracePt t="44307" x="1873250" y="5486400"/>
          <p14:tracePt t="44323" x="1892300" y="5511800"/>
          <p14:tracePt t="44340" x="1917700" y="5537200"/>
          <p14:tracePt t="44356" x="1930400" y="5549900"/>
          <p14:tracePt t="44373" x="1968500" y="5575300"/>
          <p14:tracePt t="44390" x="1981200" y="5588000"/>
          <p14:tracePt t="44406" x="2025650" y="5619750"/>
          <p14:tracePt t="44423" x="2051050" y="5632450"/>
          <p14:tracePt t="44441" x="2139950" y="5676900"/>
          <p14:tracePt t="44460" x="2171700" y="5689600"/>
          <p14:tracePt t="44473" x="2222500" y="5708650"/>
          <p14:tracePt t="44493" x="2254250" y="5727700"/>
          <p14:tracePt t="44507" x="2273300" y="5740400"/>
          <p14:tracePt t="44525" x="2305050" y="5759450"/>
          <p14:tracePt t="44540" x="2330450" y="5765800"/>
          <p14:tracePt t="44558" x="2343150" y="5772150"/>
          <p14:tracePt t="44560" x="2355850" y="5778500"/>
          <p14:tracePt t="44573" x="2362200" y="5778500"/>
          <p14:tracePt t="44591" x="2387600" y="5791200"/>
          <p14:tracePt t="44594" x="2413000" y="5797550"/>
          <p14:tracePt t="44611" x="2425700" y="5797550"/>
          <p14:tracePt t="44624" x="2451100" y="5803900"/>
          <p14:tracePt t="44629" x="2470150" y="5810250"/>
          <p14:tracePt t="44640" x="2495550" y="5810250"/>
          <p14:tracePt t="44657" x="2533650" y="5816600"/>
          <p14:tracePt t="44661" x="2559050" y="5816600"/>
          <p14:tracePt t="44673" x="2609850" y="5816600"/>
          <p14:tracePt t="44690" x="2686050" y="5816600"/>
          <p14:tracePt t="44706" x="2736850" y="5816600"/>
          <p14:tracePt t="44723" x="2787650" y="5816600"/>
          <p14:tracePt t="44740" x="2813050" y="5816600"/>
          <p14:tracePt t="44756" x="2863850" y="5816600"/>
          <p14:tracePt t="44773" x="2914650" y="5816600"/>
          <p14:tracePt t="44790" x="2952750" y="5816600"/>
          <p14:tracePt t="44807" x="3028950" y="5816600"/>
          <p14:tracePt t="44823" x="3079750" y="5822950"/>
          <p14:tracePt t="44827" x="3149600" y="5829300"/>
          <p14:tracePt t="44840" x="3181350" y="5829300"/>
          <p14:tracePt t="44856" x="3244850" y="5835650"/>
          <p14:tracePt t="44859" x="3270250" y="5842000"/>
          <p14:tracePt t="44873" x="3346450" y="5854700"/>
          <p14:tracePt t="44890" x="3409950" y="5861050"/>
          <p14:tracePt t="44892" x="3435350" y="5861050"/>
          <p14:tracePt t="44906" x="3473450" y="5867400"/>
          <p14:tracePt t="44923" x="3575050" y="5873750"/>
          <p14:tracePt t="44926" x="3600450" y="5873750"/>
          <p14:tracePt t="44940" x="3670300" y="5873750"/>
          <p14:tracePt t="44956" x="3740150" y="5873750"/>
          <p14:tracePt t="44973" x="3810000" y="5873750"/>
          <p14:tracePt t="44991" x="3911600" y="5867400"/>
          <p14:tracePt t="45006" x="3956050" y="5854700"/>
          <p14:tracePt t="45023" x="4000500" y="5842000"/>
          <p14:tracePt t="45040" x="4038600" y="5835650"/>
          <p14:tracePt t="45056" x="4070350" y="5822950"/>
          <p14:tracePt t="45060" x="4083050" y="5816600"/>
          <p14:tracePt t="45073" x="4095750" y="5810250"/>
          <p14:tracePt t="45090" x="4121150" y="5797550"/>
          <p14:tracePt t="45092" x="4127500" y="5791200"/>
          <p14:tracePt t="45106" x="4133850" y="5778500"/>
          <p14:tracePt t="45123" x="4146550" y="5765800"/>
          <p14:tracePt t="45126" x="4152900" y="5759450"/>
          <p14:tracePt t="45140" x="4159250" y="5740400"/>
          <p14:tracePt t="45156" x="4159250" y="5734050"/>
          <p14:tracePt t="45160" x="4165600" y="5721350"/>
          <p14:tracePt t="45176" x="4165600" y="5715000"/>
          <p14:tracePt t="45191" x="4165600" y="5702300"/>
          <p14:tracePt t="45206" x="4171950" y="5689600"/>
          <p14:tracePt t="45223" x="4171950" y="5676900"/>
          <p14:tracePt t="45240" x="4171950" y="5651500"/>
          <p14:tracePt t="45256" x="4171950" y="5626100"/>
          <p14:tracePt t="45273" x="4165600" y="5594350"/>
          <p14:tracePt t="45290" x="4159250" y="5568950"/>
          <p14:tracePt t="45306" x="4146550" y="5549900"/>
          <p14:tracePt t="45323" x="4140200" y="5537200"/>
          <p14:tracePt t="45326" x="4133850" y="5537200"/>
          <p14:tracePt t="45340" x="4127500" y="5524500"/>
          <p14:tracePt t="45356" x="4108450" y="5511800"/>
          <p14:tracePt t="45359" x="4102100" y="5505450"/>
          <p14:tracePt t="45373" x="4089400" y="5505450"/>
          <p14:tracePt t="45390" x="4064000" y="5492750"/>
          <p14:tracePt t="45406" x="4038600" y="5473700"/>
          <p14:tracePt t="45423" x="4000500" y="5448300"/>
          <p14:tracePt t="45440" x="3962400" y="5429250"/>
          <p14:tracePt t="45456" x="3943350" y="5422900"/>
          <p14:tracePt t="45473" x="3905250" y="5391150"/>
          <p14:tracePt t="45490" x="3854450" y="5365750"/>
          <p14:tracePt t="45507" x="3784600" y="5340350"/>
          <p14:tracePt t="45523" x="3759200" y="5327650"/>
          <p14:tracePt t="45540" x="3695700" y="5314950"/>
          <p14:tracePt t="45556" x="3632200" y="5295900"/>
          <p14:tracePt t="45573" x="3556000" y="5276850"/>
          <p14:tracePt t="45590" x="3479800" y="5257800"/>
          <p14:tracePt t="45594" x="3441700" y="5251450"/>
          <p14:tracePt t="45607" x="3397250" y="5245100"/>
          <p14:tracePt t="45623" x="3295650" y="5232400"/>
          <p14:tracePt t="45626" x="3251200" y="5232400"/>
          <p14:tracePt t="45640" x="3149600" y="5226050"/>
          <p14:tracePt t="45656" x="3098800" y="5226050"/>
          <p14:tracePt t="45673" x="2997200" y="5226050"/>
          <p14:tracePt t="45690" x="2889250" y="5226050"/>
          <p14:tracePt t="45706" x="2774950" y="5226050"/>
          <p14:tracePt t="45723" x="2724150" y="5232400"/>
          <p14:tracePt t="45740" x="2603500" y="5232400"/>
          <p14:tracePt t="45757" x="2495550" y="5238750"/>
          <p14:tracePt t="45773" x="2406650" y="5238750"/>
          <p14:tracePt t="45790" x="2355850" y="5238750"/>
          <p14:tracePt t="45807" x="2324100" y="5238750"/>
          <p14:tracePt t="45823" x="2279650" y="5245100"/>
          <p14:tracePt t="45828" x="2266950" y="5245100"/>
          <p14:tracePt t="45840" x="2260600" y="5245100"/>
          <p14:tracePt t="45857" x="2247900" y="5251450"/>
          <p14:tracePt t="45859" x="2235200" y="5251450"/>
          <p14:tracePt t="45873" x="2235200" y="5257800"/>
          <p14:tracePt t="45890" x="2222500" y="5264150"/>
          <p14:tracePt t="45906" x="2216150" y="5270500"/>
          <p14:tracePt t="45923" x="2209800" y="5276850"/>
          <p14:tracePt t="45940" x="2203450" y="5283200"/>
          <p14:tracePt t="45956" x="2197100" y="5283200"/>
          <p14:tracePt t="46176" x="0" y="0"/>
        </p14:tracePtLst>
      </p14:laserTraceLst>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Enlarging Lists</a:t>
            </a:r>
            <a:endParaRPr lang="nl-BE" dirty="0"/>
          </a:p>
        </p:txBody>
      </p:sp>
      <p:sp>
        <p:nvSpPr>
          <p:cNvPr id="3" name="Content Placeholder 2"/>
          <p:cNvSpPr>
            <a:spLocks noGrp="1"/>
          </p:cNvSpPr>
          <p:nvPr>
            <p:ph idx="1"/>
          </p:nvPr>
        </p:nvSpPr>
        <p:spPr/>
        <p:txBody>
          <a:bodyPr>
            <a:normAutofit lnSpcReduction="10000"/>
          </a:bodyPr>
          <a:lstStyle/>
          <a:p>
            <a:r>
              <a:rPr lang="nl-BE" dirty="0" err="1"/>
              <a:t>Initialize</a:t>
            </a:r>
            <a:r>
              <a:rPr lang="nl-BE" dirty="0"/>
              <a:t> </a:t>
            </a:r>
            <a:r>
              <a:rPr lang="nl-BE" dirty="0" err="1"/>
              <a:t>an</a:t>
            </a:r>
            <a:r>
              <a:rPr lang="nl-BE" dirty="0"/>
              <a:t> empty list</a:t>
            </a:r>
          </a:p>
          <a:p>
            <a:pPr marL="0" indent="0">
              <a:buNone/>
            </a:pPr>
            <a:r>
              <a:rPr lang="nl-BE" dirty="0">
                <a:latin typeface="Courier New" panose="02070309020205020404" pitchFamily="49" charset="0"/>
                <a:cs typeface="Courier New" panose="02070309020205020404" pitchFamily="49" charset="0"/>
              </a:rPr>
              <a:t>&gt;&gt;&gt; L1 = []</a:t>
            </a:r>
          </a:p>
          <a:p>
            <a:endParaRPr lang="nl-BE" dirty="0"/>
          </a:p>
          <a:p>
            <a:r>
              <a:rPr lang="nl-BE" dirty="0" err="1"/>
              <a:t>Concatenate</a:t>
            </a:r>
            <a:r>
              <a:rPr lang="nl-BE" dirty="0"/>
              <a:t> </a:t>
            </a:r>
            <a:r>
              <a:rPr lang="nl-BE" dirty="0" err="1"/>
              <a:t>with</a:t>
            </a:r>
            <a:r>
              <a:rPr lang="nl-BE" dirty="0"/>
              <a:t> </a:t>
            </a:r>
            <a:r>
              <a:rPr lang="nl-BE" b="1" dirty="0"/>
              <a:t>+</a:t>
            </a:r>
            <a:r>
              <a:rPr lang="nl-BE" dirty="0"/>
              <a:t> operator</a:t>
            </a:r>
          </a:p>
          <a:p>
            <a:pPr marL="0" indent="0">
              <a:buNone/>
            </a:pPr>
            <a:r>
              <a:rPr lang="nl-BE" dirty="0">
                <a:latin typeface="Courier New" panose="02070309020205020404" pitchFamily="49" charset="0"/>
                <a:cs typeface="Courier New" panose="02070309020205020404" pitchFamily="49" charset="0"/>
              </a:rPr>
              <a:t>&gt;&gt;&gt; L = [1,2,3]+[4,5,6]</a:t>
            </a:r>
          </a:p>
          <a:p>
            <a:pPr marL="0" indent="0">
              <a:buNone/>
            </a:pPr>
            <a:endParaRPr lang="nl-BE" dirty="0">
              <a:latin typeface="Courier New" panose="02070309020205020404" pitchFamily="49" charset="0"/>
              <a:cs typeface="Courier New" panose="02070309020205020404" pitchFamily="49" charset="0"/>
            </a:endParaRPr>
          </a:p>
          <a:p>
            <a:r>
              <a:rPr lang="en-US" dirty="0"/>
              <a:t>Initialize a list of known size, all elements to same value. * operator on lists is replication and concatenation</a:t>
            </a:r>
          </a:p>
          <a:p>
            <a:pPr marL="0" indent="0">
              <a:buNone/>
            </a:pPr>
            <a:r>
              <a:rPr lang="nl-BE" dirty="0">
                <a:latin typeface="Courier New" panose="02070309020205020404" pitchFamily="49" charset="0"/>
                <a:cs typeface="Courier New" panose="02070309020205020404" pitchFamily="49" charset="0"/>
              </a:rPr>
              <a:t>&gt;&gt;&gt; L1 = [0]*N</a:t>
            </a:r>
          </a:p>
          <a:p>
            <a:pPr marL="0" indent="0">
              <a:buNone/>
            </a:pPr>
            <a:endParaRPr lang="nl-BE"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933411395"/>
      </p:ext>
    </p:extLst>
  </p:cSld>
  <p:clrMapOvr>
    <a:masterClrMapping/>
  </p:clrMapOvr>
  <mc:AlternateContent xmlns:mc="http://schemas.openxmlformats.org/markup-compatibility/2006" xmlns:p14="http://schemas.microsoft.com/office/powerpoint/2010/main">
    <mc:Choice Requires="p14">
      <p:transition spd="slow" p14:dur="2000" advTm="82545"/>
    </mc:Choice>
    <mc:Fallback xmlns="">
      <p:transition spd="slow" advTm="82545"/>
    </mc:Fallback>
  </mc:AlternateContent>
  <p:extLst>
    <p:ext uri="{3A86A75C-4F4B-4683-9AE1-C65F6400EC91}">
      <p14:laserTraceLst xmlns:p14="http://schemas.microsoft.com/office/powerpoint/2010/main">
        <p14:tracePtLst>
          <p14:tracePt t="15465" x="1955800" y="2336800"/>
          <p14:tracePt t="15518" x="1955800" y="2330450"/>
          <p14:tracePt t="15590" x="1955800" y="2324100"/>
          <p14:tracePt t="15630" x="1955800" y="2317750"/>
          <p14:tracePt t="15638" x="1949450" y="2317750"/>
          <p14:tracePt t="15649" x="1943100" y="2311400"/>
          <p14:tracePt t="15662" x="1930400" y="2305050"/>
          <p14:tracePt t="15678" x="1917700" y="2298700"/>
          <p14:tracePt t="15695" x="1905000" y="2286000"/>
          <p14:tracePt t="15712" x="1885950" y="2273300"/>
          <p14:tracePt t="15728" x="1873250" y="2273300"/>
          <p14:tracePt t="15745" x="1854200" y="2254250"/>
          <p14:tracePt t="15762" x="1822450" y="2247900"/>
          <p14:tracePt t="15779" x="1790700" y="2235200"/>
          <p14:tracePt t="15795" x="1778000" y="2228850"/>
          <p14:tracePt t="15799" x="1758950" y="2216150"/>
          <p14:tracePt t="15812" x="1739900" y="2209800"/>
          <p14:tracePt t="15829" x="1701800" y="2190750"/>
          <p14:tracePt t="15833" x="1682750" y="2178050"/>
          <p14:tracePt t="15846" x="1657350" y="2165350"/>
          <p14:tracePt t="15862" x="1638300" y="2159000"/>
          <p14:tracePt t="15867" x="1625600" y="2152650"/>
          <p14:tracePt t="15879" x="1600200" y="2139950"/>
          <p14:tracePt t="15895" x="1574800" y="2127250"/>
          <p14:tracePt t="15912" x="1568450" y="2120900"/>
          <p14:tracePt t="15928" x="1549400" y="2114550"/>
          <p14:tracePt t="15947" x="1536700" y="2114550"/>
          <p14:tracePt t="15962" x="1530350" y="2108200"/>
          <p14:tracePt t="15979" x="1511300" y="2108200"/>
          <p14:tracePt t="15995" x="1504950" y="2108200"/>
          <p14:tracePt t="16012" x="1479550" y="2108200"/>
          <p14:tracePt t="16029" x="1454150" y="2108200"/>
          <p14:tracePt t="16046" x="1441450" y="2108200"/>
          <p14:tracePt t="16050" x="1428750" y="2108200"/>
          <p14:tracePt t="16062" x="1416050" y="2108200"/>
          <p14:tracePt t="16078" x="1403350" y="2114550"/>
          <p14:tracePt t="16081" x="1377950" y="2120900"/>
          <p14:tracePt t="16095" x="1365250" y="2120900"/>
          <p14:tracePt t="16112" x="1333500" y="2127250"/>
          <p14:tracePt t="16115" x="1314450" y="2127250"/>
          <p14:tracePt t="16130" x="1282700" y="2127250"/>
          <p14:tracePt t="16145" x="1250950" y="2127250"/>
          <p14:tracePt t="16162" x="1219200" y="2127250"/>
          <p14:tracePt t="16178" x="1206500" y="2127250"/>
          <p14:tracePt t="16195" x="1181100" y="2133600"/>
          <p14:tracePt t="16212" x="1168400" y="2133600"/>
          <p14:tracePt t="16229" x="1149350" y="2133600"/>
          <p14:tracePt t="16245" x="1130300" y="2133600"/>
          <p14:tracePt t="16249" x="1123950" y="2139950"/>
          <p14:tracePt t="16262" x="1111250" y="2139950"/>
          <p14:tracePt t="16278" x="1104900" y="2139950"/>
          <p14:tracePt t="16295" x="1079500" y="2146300"/>
          <p14:tracePt t="16312" x="1060450" y="2146300"/>
          <p14:tracePt t="16316" x="1047750" y="2152650"/>
          <p14:tracePt t="16331" x="1041400" y="2152650"/>
          <p14:tracePt t="16349" x="1035050" y="2159000"/>
          <p14:tracePt t="16362" x="1028700" y="2165350"/>
          <p14:tracePt t="16379" x="1022350" y="2178050"/>
          <p14:tracePt t="16395" x="1009650" y="2184400"/>
          <p14:tracePt t="16412" x="990600" y="2216150"/>
          <p14:tracePt t="16428" x="971550" y="2241550"/>
          <p14:tracePt t="16445" x="965200" y="2260600"/>
          <p14:tracePt t="16462" x="952500" y="2279650"/>
          <p14:tracePt t="16479" x="939800" y="2298700"/>
          <p14:tracePt t="16496" x="939800" y="2305050"/>
          <p14:tracePt t="16512" x="933450" y="2330450"/>
          <p14:tracePt t="16517" x="927100" y="2336800"/>
          <p14:tracePt t="16528" x="927100" y="2349500"/>
          <p14:tracePt t="16545" x="927100" y="2368550"/>
          <p14:tracePt t="16549" x="927100" y="2387600"/>
          <p14:tracePt t="16562" x="927100" y="2406650"/>
          <p14:tracePt t="16578" x="927100" y="2425700"/>
          <p14:tracePt t="16581" x="933450" y="2438400"/>
          <p14:tracePt t="16596" x="939800" y="2457450"/>
          <p14:tracePt t="16612" x="958850" y="2482850"/>
          <p14:tracePt t="16629" x="977900" y="2501900"/>
          <p14:tracePt t="16645" x="984250" y="2514600"/>
          <p14:tracePt t="16662" x="996950" y="2527300"/>
          <p14:tracePt t="16678" x="1009650" y="2527300"/>
          <p14:tracePt t="16695" x="1028700" y="2540000"/>
          <p14:tracePt t="16712" x="1047750" y="2546350"/>
          <p14:tracePt t="16728" x="1073150" y="2552700"/>
          <p14:tracePt t="16746" x="1092200" y="2559050"/>
          <p14:tracePt t="16750" x="1117600" y="2565400"/>
          <p14:tracePt t="16762" x="1149350" y="2578100"/>
          <p14:tracePt t="16779" x="1174750" y="2578100"/>
          <p14:tracePt t="16781" x="1212850" y="2584450"/>
          <p14:tracePt t="16795" x="1244600" y="2590800"/>
          <p14:tracePt t="16812" x="1314450" y="2597150"/>
          <p14:tracePt t="16815" x="1352550" y="2597150"/>
          <p14:tracePt t="16829" x="1377950" y="2597150"/>
          <p14:tracePt t="16845" x="1466850" y="2609850"/>
          <p14:tracePt t="16862" x="1485900" y="2616200"/>
          <p14:tracePt t="16879" x="1549400" y="2622550"/>
          <p14:tracePt t="16898" x="1581150" y="2628900"/>
          <p14:tracePt t="16912" x="1593850" y="2628900"/>
          <p14:tracePt t="16928" x="1625600" y="2635250"/>
          <p14:tracePt t="16945" x="1657350" y="2641600"/>
          <p14:tracePt t="16962" x="1682750" y="2641600"/>
          <p14:tracePt t="16978" x="1701800" y="2647950"/>
          <p14:tracePt t="16995" x="1714500" y="2647950"/>
          <p14:tracePt t="17012" x="1727200" y="2647950"/>
          <p14:tracePt t="17015" x="1739900" y="2647950"/>
          <p14:tracePt t="17029" x="1746250" y="2647950"/>
          <p14:tracePt t="17045" x="1758950" y="2647950"/>
          <p14:tracePt t="17048" x="1765300" y="2647950"/>
          <p14:tracePt t="17064" x="1771650" y="2641600"/>
          <p14:tracePt t="17079" x="1790700" y="2635250"/>
          <p14:tracePt t="17095" x="1809750" y="2622550"/>
          <p14:tracePt t="17112" x="1816100" y="2616200"/>
          <p14:tracePt t="17129" x="1835150" y="2603500"/>
          <p14:tracePt t="17145" x="1854200" y="2590800"/>
          <p14:tracePt t="17162" x="1866900" y="2584450"/>
          <p14:tracePt t="17178" x="1892300" y="2565400"/>
          <p14:tracePt t="17195" x="1911350" y="2540000"/>
          <p14:tracePt t="17212" x="1930400" y="2533650"/>
          <p14:tracePt t="17229" x="1949450" y="2501900"/>
          <p14:tracePt t="17246" x="1962150" y="2495550"/>
          <p14:tracePt t="17250" x="1968500" y="2482850"/>
          <p14:tracePt t="17262" x="1974850" y="2470150"/>
          <p14:tracePt t="17279" x="1981200" y="2457450"/>
          <p14:tracePt t="17295" x="1987550" y="2451100"/>
          <p14:tracePt t="17312" x="1987550" y="2444750"/>
          <p14:tracePt t="17316" x="1987550" y="2438400"/>
          <p14:tracePt t="17338" x="1987550" y="2432050"/>
          <p14:tracePt t="17367" x="1987550" y="2425700"/>
          <p14:tracePt t="17372" x="1987550" y="2419350"/>
          <p14:tracePt t="17378" x="1987550" y="2413000"/>
          <p14:tracePt t="17395" x="1987550" y="2406650"/>
          <p14:tracePt t="17412" x="1987550" y="2393950"/>
          <p14:tracePt t="17436" x="1987550" y="2387600"/>
          <p14:tracePt t="17445" x="1987550" y="2381250"/>
          <p14:tracePt t="17462" x="1987550" y="2374900"/>
          <p14:tracePt t="17478" x="1987550" y="2368550"/>
          <p14:tracePt t="17496" x="1987550" y="2362200"/>
          <p14:tracePt t="17512" x="1987550" y="2355850"/>
          <p14:tracePt t="17531" x="1981200" y="2349500"/>
          <p14:tracePt t="17533" x="1981200" y="2343150"/>
          <p14:tracePt t="17556" x="1981200" y="2336800"/>
          <p14:tracePt t="17565" x="1974850" y="2336800"/>
          <p14:tracePt t="17580" x="1974850" y="2330450"/>
          <p14:tracePt t="17597" x="1968500" y="2324100"/>
          <p14:tracePt t="17620" x="1962150" y="2317750"/>
          <p14:tracePt t="17644" x="1949450" y="2311400"/>
          <p14:tracePt t="17662" x="1949450" y="2305050"/>
          <p14:tracePt t="17678" x="1936750" y="2292350"/>
          <p14:tracePt t="17695" x="1930400" y="2286000"/>
          <p14:tracePt t="17712" x="1917700" y="2279650"/>
          <p14:tracePt t="17728" x="1911350" y="2273300"/>
          <p14:tracePt t="17746" x="1898650" y="2260600"/>
          <p14:tracePt t="17761" x="1892300" y="2260600"/>
          <p14:tracePt t="17765" x="1879600" y="2247900"/>
          <p14:tracePt t="17778" x="1866900" y="2241550"/>
          <p14:tracePt t="17796" x="1860550" y="2241550"/>
          <p14:tracePt t="17798" x="1847850" y="2228850"/>
          <p14:tracePt t="17815" x="1841500" y="2228850"/>
          <p14:tracePt t="17829" x="1822450" y="2216150"/>
          <p14:tracePt t="17847" x="1803400" y="2216150"/>
          <p14:tracePt t="17862" x="1771650" y="2197100"/>
          <p14:tracePt t="17878" x="1752600" y="2190750"/>
          <p14:tracePt t="17895" x="1733550" y="2190750"/>
          <p14:tracePt t="17912" x="1701800" y="2178050"/>
          <p14:tracePt t="17929" x="1682750" y="2178050"/>
          <p14:tracePt t="17945" x="1651000" y="2171700"/>
          <p14:tracePt t="17962" x="1625600" y="2171700"/>
          <p14:tracePt t="17978" x="1581150" y="2171700"/>
          <p14:tracePt t="17995" x="1536700" y="2171700"/>
          <p14:tracePt t="18012" x="1485900" y="2171700"/>
          <p14:tracePt t="18028" x="1403350" y="2165350"/>
          <p14:tracePt t="18031" x="1377950" y="2165350"/>
          <p14:tracePt t="18045" x="1352550" y="2159000"/>
          <p14:tracePt t="18062" x="1301750" y="2159000"/>
          <p14:tracePt t="18064" x="1270000" y="2152650"/>
          <p14:tracePt t="18079" x="1225550" y="2146300"/>
          <p14:tracePt t="18095" x="1187450" y="2146300"/>
          <p14:tracePt t="18112" x="1143000" y="2146300"/>
          <p14:tracePt t="18129" x="1104900" y="2146300"/>
          <p14:tracePt t="18145" x="1066800" y="2146300"/>
          <p14:tracePt t="18162" x="1035050" y="2152650"/>
          <p14:tracePt t="18178" x="1003300" y="2152650"/>
          <p14:tracePt t="18195" x="977900" y="2159000"/>
          <p14:tracePt t="18199" x="958850" y="2165350"/>
          <p14:tracePt t="18212" x="952500" y="2165350"/>
          <p14:tracePt t="18228" x="933450" y="2171700"/>
          <p14:tracePt t="18245" x="920750" y="2178050"/>
          <p14:tracePt t="18261" x="914400" y="2178050"/>
          <p14:tracePt t="18278" x="908050" y="2190750"/>
          <p14:tracePt t="18312" x="901700" y="2197100"/>
          <p14:tracePt t="18329" x="895350" y="2203450"/>
          <p14:tracePt t="18362" x="895350" y="2209800"/>
          <p14:tracePt t="18475" x="0" y="0"/>
        </p14:tracePtLst>
        <p14:tracePtLst>
          <p14:tracePt t="36402" x="2584450" y="3041650"/>
          <p14:tracePt t="36465" x="2584450" y="3035300"/>
          <p14:tracePt t="36497" x="2578100" y="3035300"/>
          <p14:tracePt t="36507" x="2571750" y="3028950"/>
          <p14:tracePt t="36521" x="2565400" y="3028950"/>
          <p14:tracePt t="36529" x="2552700" y="3022600"/>
          <p14:tracePt t="36546" x="2520950" y="3009900"/>
          <p14:tracePt t="36562" x="2495550" y="2997200"/>
          <p14:tracePt t="36579" x="2476500" y="2997200"/>
          <p14:tracePt t="36596" x="2451100" y="2984500"/>
          <p14:tracePt t="36613" x="2413000" y="2978150"/>
          <p14:tracePt t="36616" x="2400300" y="2978150"/>
          <p14:tracePt t="36629" x="2381250" y="2971800"/>
          <p14:tracePt t="36646" x="2349500" y="2971800"/>
          <p14:tracePt t="36648" x="2336800" y="2965450"/>
          <p14:tracePt t="36662" x="2317750" y="2965450"/>
          <p14:tracePt t="36679" x="2279650" y="2965450"/>
          <p14:tracePt t="36682" x="2260600" y="2965450"/>
          <p14:tracePt t="36696" x="2235200" y="2959100"/>
          <p14:tracePt t="36712" x="2139950" y="2952750"/>
          <p14:tracePt t="36715" x="2114550" y="2952750"/>
          <p14:tracePt t="36730" x="2051050" y="2940050"/>
          <p14:tracePt t="36746" x="2000250" y="2940050"/>
          <p14:tracePt t="36762" x="1943100" y="2927350"/>
          <p14:tracePt t="36779" x="1898650" y="2921000"/>
          <p14:tracePt t="36796" x="1860550" y="2914650"/>
          <p14:tracePt t="36813" x="1828800" y="2908300"/>
          <p14:tracePt t="36829" x="1790700" y="2908300"/>
          <p14:tracePt t="36846" x="1758950" y="2908300"/>
          <p14:tracePt t="36850" x="1746250" y="2908300"/>
          <p14:tracePt t="36863" x="1727200" y="2901950"/>
          <p14:tracePt t="36879" x="1689100" y="2901950"/>
          <p14:tracePt t="36884" x="1670050" y="2901950"/>
          <p14:tracePt t="36899" x="1651000" y="2901950"/>
          <p14:tracePt t="36912" x="1631950" y="2901950"/>
          <p14:tracePt t="36930" x="1574800" y="2901950"/>
          <p14:tracePt t="36946" x="1562100" y="2901950"/>
          <p14:tracePt t="36949" x="1543050" y="2901950"/>
          <p14:tracePt t="36963" x="1530350" y="2901950"/>
          <p14:tracePt t="36979" x="1498600" y="2901950"/>
          <p14:tracePt t="36996" x="1473200" y="2908300"/>
          <p14:tracePt t="37012" x="1447800" y="2914650"/>
          <p14:tracePt t="37029" x="1416050" y="2921000"/>
          <p14:tracePt t="37046" x="1397000" y="2927350"/>
          <p14:tracePt t="37062" x="1352550" y="2933700"/>
          <p14:tracePt t="37079" x="1314450" y="2946400"/>
          <p14:tracePt t="37096" x="1263650" y="2959100"/>
          <p14:tracePt t="37112" x="1238250" y="2965450"/>
          <p14:tracePt t="37129" x="1187450" y="2984500"/>
          <p14:tracePt t="37146" x="1143000" y="2990850"/>
          <p14:tracePt t="37163" x="1130300" y="2997200"/>
          <p14:tracePt t="37180" x="1085850" y="3003550"/>
          <p14:tracePt t="37196" x="1079500" y="3009900"/>
          <p14:tracePt t="37212" x="1066800" y="3016250"/>
          <p14:tracePt t="37231" x="1060450" y="3022600"/>
          <p14:tracePt t="37245" x="1047750" y="3022600"/>
          <p14:tracePt t="37264" x="1041400" y="3028950"/>
          <p14:tracePt t="37279" x="1035050" y="3028950"/>
          <p14:tracePt t="37310" x="1035050" y="3035300"/>
          <p14:tracePt t="37326" x="1035050" y="3041650"/>
          <p14:tracePt t="37334" x="1028700" y="3041650"/>
          <p14:tracePt t="37346" x="1028700" y="3048000"/>
          <p14:tracePt t="37363" x="1022350" y="3067050"/>
          <p14:tracePt t="37367" x="1022350" y="3079750"/>
          <p14:tracePt t="37379" x="1022350" y="3092450"/>
          <p14:tracePt t="37398" x="1028700" y="3162300"/>
          <p14:tracePt t="37412" x="1035050" y="3181350"/>
          <p14:tracePt t="37430" x="1098550" y="3302000"/>
          <p14:tracePt t="37446" x="1155700" y="3365500"/>
          <p14:tracePt t="37462" x="1231900" y="3429000"/>
          <p14:tracePt t="37479" x="1295400" y="3460750"/>
          <p14:tracePt t="37496" x="1365250" y="3486150"/>
          <p14:tracePt t="37512" x="1479550" y="3524250"/>
          <p14:tracePt t="37529" x="1555750" y="3543300"/>
          <p14:tracePt t="37546" x="1644650" y="3556000"/>
          <p14:tracePt t="37563" x="1714500" y="3568700"/>
          <p14:tracePt t="37579" x="1784350" y="3568700"/>
          <p14:tracePt t="37596" x="1854200" y="3575050"/>
          <p14:tracePt t="37612" x="1905000" y="3575050"/>
          <p14:tracePt t="37629" x="1949450" y="3575050"/>
          <p14:tracePt t="37632" x="1962150" y="3581400"/>
          <p14:tracePt t="37646" x="1974850" y="3581400"/>
          <p14:tracePt t="37662" x="2019300" y="3581400"/>
          <p14:tracePt t="37665" x="2032000" y="3581400"/>
          <p14:tracePt t="37680" x="2076450" y="3581400"/>
          <p14:tracePt t="37696" x="2120900" y="3581400"/>
          <p14:tracePt t="37712" x="2152650" y="3581400"/>
          <p14:tracePt t="37729" x="2216150" y="3581400"/>
          <p14:tracePt t="37747" x="2247900" y="3581400"/>
          <p14:tracePt t="37762" x="2305050" y="3581400"/>
          <p14:tracePt t="37779" x="2343150" y="3581400"/>
          <p14:tracePt t="37796" x="2374900" y="3575050"/>
          <p14:tracePt t="37813" x="2457450" y="3562350"/>
          <p14:tracePt t="37829" x="2495550" y="3543300"/>
          <p14:tracePt t="37835" x="2527300" y="3530600"/>
          <p14:tracePt t="37846" x="2540000" y="3530600"/>
          <p14:tracePt t="37863" x="2597150" y="3505200"/>
          <p14:tracePt t="37865" x="2603500" y="3498850"/>
          <p14:tracePt t="37879" x="2609850" y="3492500"/>
          <p14:tracePt t="37900" x="2641600" y="3479800"/>
          <p14:tracePt t="37912" x="2641600" y="3473450"/>
          <p14:tracePt t="37930" x="2654300" y="3467100"/>
          <p14:tracePt t="37946" x="2667000" y="3448050"/>
          <p14:tracePt t="37962" x="2673350" y="3429000"/>
          <p14:tracePt t="37979" x="2679700" y="3409950"/>
          <p14:tracePt t="37996" x="2679700" y="3384550"/>
          <p14:tracePt t="38012" x="2686050" y="3365500"/>
          <p14:tracePt t="38029" x="2686050" y="3340100"/>
          <p14:tracePt t="38046" x="2686050" y="3308350"/>
          <p14:tracePt t="38062" x="2686050" y="3282950"/>
          <p14:tracePt t="38079" x="2673350" y="3251200"/>
          <p14:tracePt t="38096" x="2660650" y="3219450"/>
          <p14:tracePt t="38101" x="2654300" y="3200400"/>
          <p14:tracePt t="38112" x="2647950" y="3187700"/>
          <p14:tracePt t="38129" x="2635250" y="3162300"/>
          <p14:tracePt t="38132" x="2622550" y="3149600"/>
          <p14:tracePt t="38146" x="2616200" y="3143250"/>
          <p14:tracePt t="38164" x="2603500" y="3117850"/>
          <p14:tracePt t="38180" x="2597150" y="3111500"/>
          <p14:tracePt t="38196" x="2590800" y="3105150"/>
          <p14:tracePt t="38213" x="2584450" y="3105150"/>
          <p14:tracePt t="38229" x="2584450" y="3092450"/>
          <p14:tracePt t="38246" x="2578100" y="3086100"/>
          <p14:tracePt t="38262" x="2578100" y="3073400"/>
          <p14:tracePt t="38279" x="2571750" y="3067050"/>
          <p14:tracePt t="38296" x="2565400" y="3054350"/>
          <p14:tracePt t="38511" x="0" y="0"/>
        </p14:tracePtLst>
      </p14:laserTraceLst>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8F4EA-7C6C-43A0-82C2-0F279285E65E}"/>
              </a:ext>
            </a:extLst>
          </p:cNvPr>
          <p:cNvSpPr>
            <a:spLocks noGrp="1"/>
          </p:cNvSpPr>
          <p:nvPr>
            <p:ph type="title"/>
          </p:nvPr>
        </p:nvSpPr>
        <p:spPr/>
        <p:txBody>
          <a:bodyPr/>
          <a:lstStyle/>
          <a:p>
            <a:r>
              <a:rPr lang="en-US" dirty="0"/>
              <a:t>Membership: </a:t>
            </a:r>
            <a:r>
              <a:rPr lang="en-US" dirty="0">
                <a:latin typeface="Courier New" panose="02070309020205020404" pitchFamily="49" charset="0"/>
                <a:cs typeface="Courier New" panose="02070309020205020404" pitchFamily="49" charset="0"/>
              </a:rPr>
              <a:t>in</a:t>
            </a:r>
            <a:r>
              <a:rPr lang="en-US" dirty="0"/>
              <a:t> operator</a:t>
            </a:r>
            <a:endParaRPr lang="en-BE" dirty="0"/>
          </a:p>
        </p:txBody>
      </p:sp>
      <p:sp>
        <p:nvSpPr>
          <p:cNvPr id="3" name="Content Placeholder 2">
            <a:extLst>
              <a:ext uri="{FF2B5EF4-FFF2-40B4-BE49-F238E27FC236}">
                <a16:creationId xmlns:a16="http://schemas.microsoft.com/office/drawing/2014/main" id="{5D5413AD-D44B-4518-9ABA-806A8D9ACAF8}"/>
              </a:ext>
            </a:extLst>
          </p:cNvPr>
          <p:cNvSpPr>
            <a:spLocks noGrp="1"/>
          </p:cNvSpPr>
          <p:nvPr>
            <p:ph idx="1"/>
          </p:nvPr>
        </p:nvSpPr>
        <p:spPr/>
        <p:txBody>
          <a:bodyPr>
            <a:normAutofit fontScale="92500" lnSpcReduction="10000"/>
          </a:bodyPr>
          <a:lstStyle/>
          <a:p>
            <a:r>
              <a:rPr lang="en-US" dirty="0"/>
              <a:t>Membership operators are used to determine if an item is in a list. </a:t>
            </a:r>
          </a:p>
          <a:p>
            <a:pPr lvl="1"/>
            <a:r>
              <a:rPr lang="en-US" dirty="0"/>
              <a:t>is a member of: </a:t>
            </a:r>
            <a:r>
              <a:rPr lang="en-US" dirty="0">
                <a:latin typeface="Courier New" panose="02070309020205020404" pitchFamily="49" charset="0"/>
                <a:cs typeface="Courier New" panose="02070309020205020404" pitchFamily="49" charset="0"/>
              </a:rPr>
              <a:t>in</a:t>
            </a:r>
          </a:p>
          <a:p>
            <a:pPr lvl="1"/>
            <a:r>
              <a:rPr lang="en-US" dirty="0"/>
              <a:t>is not a member of:  </a:t>
            </a:r>
            <a:r>
              <a:rPr lang="en-US" dirty="0">
                <a:latin typeface="Courier New" panose="02070309020205020404" pitchFamily="49" charset="0"/>
                <a:cs typeface="Courier New" panose="02070309020205020404" pitchFamily="49" charset="0"/>
              </a:rPr>
              <a:t>not in</a:t>
            </a:r>
          </a:p>
          <a:p>
            <a:pPr marL="0" indent="0">
              <a:buNone/>
            </a:pPr>
            <a:r>
              <a:rPr lang="nl-BE" dirty="0">
                <a:latin typeface="Courier New" panose="02070309020205020404" pitchFamily="49" charset="0"/>
                <a:cs typeface="Courier New" panose="02070309020205020404" pitchFamily="49" charset="0"/>
              </a:rPr>
              <a:t>&gt;&gt;&gt; </a:t>
            </a:r>
            <a:r>
              <a:rPr lang="en-US" dirty="0">
                <a:latin typeface="Courier New" panose="02070309020205020404" pitchFamily="49" charset="0"/>
                <a:cs typeface="Courier New" panose="02070309020205020404" pitchFamily="49" charset="0"/>
              </a:rPr>
              <a:t>l3 = ['help', [1, 2], 1, 2]</a:t>
            </a:r>
          </a:p>
          <a:p>
            <a:pPr marL="0" indent="0">
              <a:buNone/>
            </a:pPr>
            <a:r>
              <a:rPr lang="en-US" dirty="0">
                <a:latin typeface="Courier New" panose="02070309020205020404" pitchFamily="49" charset="0"/>
                <a:cs typeface="Courier New" panose="02070309020205020404" pitchFamily="49" charset="0"/>
              </a:rPr>
              <a:t>1 in l3</a:t>
            </a:r>
          </a:p>
          <a:p>
            <a:pPr marL="0" indent="0">
              <a:buNone/>
            </a:pPr>
            <a:r>
              <a:rPr lang="en-US" dirty="0">
                <a:latin typeface="Courier New" panose="02070309020205020404" pitchFamily="49" charset="0"/>
                <a:cs typeface="Courier New" panose="02070309020205020404" pitchFamily="49" charset="0"/>
              </a:rPr>
              <a:t>True</a:t>
            </a:r>
          </a:p>
          <a:p>
            <a:pPr marL="0" indent="0">
              <a:buNone/>
            </a:pPr>
            <a:r>
              <a:rPr lang="nl-BE" dirty="0">
                <a:latin typeface="Courier New" panose="02070309020205020404" pitchFamily="49" charset="0"/>
                <a:cs typeface="Courier New" panose="02070309020205020404" pitchFamily="49" charset="0"/>
              </a:rPr>
              <a:t>&gt;&gt;&gt; </a:t>
            </a:r>
            <a:r>
              <a:rPr lang="en-US" dirty="0">
                <a:latin typeface="Courier New" panose="02070309020205020404" pitchFamily="49" charset="0"/>
                <a:cs typeface="Courier New" panose="02070309020205020404" pitchFamily="49" charset="0"/>
              </a:rPr>
              <a:t>'e’ not in l3</a:t>
            </a:r>
          </a:p>
          <a:p>
            <a:pPr marL="0" indent="0">
              <a:buNone/>
            </a:pPr>
            <a:r>
              <a:rPr lang="en-US" dirty="0">
                <a:latin typeface="Courier New" panose="02070309020205020404" pitchFamily="49" charset="0"/>
                <a:cs typeface="Courier New" panose="02070309020205020404" pitchFamily="49" charset="0"/>
              </a:rPr>
              <a:t>True</a:t>
            </a:r>
          </a:p>
          <a:p>
            <a:pPr marL="0" indent="0">
              <a:buNone/>
            </a:pPr>
            <a:r>
              <a:rPr lang="nl-BE" dirty="0">
                <a:latin typeface="Courier New" panose="02070309020205020404" pitchFamily="49" charset="0"/>
                <a:cs typeface="Courier New" panose="02070309020205020404" pitchFamily="49" charset="0"/>
              </a:rPr>
              <a:t>&gt;&gt;&gt; </a:t>
            </a:r>
            <a:r>
              <a:rPr lang="en-US" dirty="0">
                <a:latin typeface="Courier New" panose="02070309020205020404" pitchFamily="49" charset="0"/>
                <a:cs typeface="Courier New" panose="02070309020205020404" pitchFamily="49" charset="0"/>
              </a:rPr>
              <a:t>'help' in l3</a:t>
            </a:r>
          </a:p>
          <a:p>
            <a:pPr marL="0" indent="0">
              <a:buNone/>
            </a:pPr>
            <a:r>
              <a:rPr lang="en-US" dirty="0">
                <a:latin typeface="Courier New" panose="02070309020205020404" pitchFamily="49" charset="0"/>
                <a:cs typeface="Courier New" panose="02070309020205020404" pitchFamily="49" charset="0"/>
              </a:rPr>
              <a:t>True</a:t>
            </a:r>
            <a:endParaRPr lang="en-BE"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804363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55443-C044-053F-B1E9-39E84F0F260D}"/>
              </a:ext>
            </a:extLst>
          </p:cNvPr>
          <p:cNvSpPr>
            <a:spLocks noGrp="1"/>
          </p:cNvSpPr>
          <p:nvPr>
            <p:ph type="title"/>
          </p:nvPr>
        </p:nvSpPr>
        <p:spPr/>
        <p:txBody>
          <a:bodyPr/>
          <a:lstStyle/>
          <a:p>
            <a:r>
              <a:rPr lang="nl-BE" dirty="0"/>
              <a:t>List </a:t>
            </a:r>
            <a:r>
              <a:rPr lang="nl-BE" dirty="0" err="1"/>
              <a:t>methods</a:t>
            </a:r>
            <a:endParaRPr lang="en-BE" dirty="0"/>
          </a:p>
        </p:txBody>
      </p:sp>
      <p:sp>
        <p:nvSpPr>
          <p:cNvPr id="3" name="Content Placeholder 2">
            <a:extLst>
              <a:ext uri="{FF2B5EF4-FFF2-40B4-BE49-F238E27FC236}">
                <a16:creationId xmlns:a16="http://schemas.microsoft.com/office/drawing/2014/main" id="{627D50F3-0DB0-4D74-24DC-0E5A822DA68F}"/>
              </a:ext>
            </a:extLst>
          </p:cNvPr>
          <p:cNvSpPr>
            <a:spLocks noGrp="1"/>
          </p:cNvSpPr>
          <p:nvPr>
            <p:ph idx="1"/>
          </p:nvPr>
        </p:nvSpPr>
        <p:spPr/>
        <p:txBody>
          <a:bodyPr>
            <a:normAutofit fontScale="92500" lnSpcReduction="10000"/>
          </a:bodyPr>
          <a:lstStyle/>
          <a:p>
            <a:r>
              <a:rPr lang="en-US" dirty="0"/>
              <a:t>Method: functions which are associated with a type of data (string, date </a:t>
            </a:r>
            <a:r>
              <a:rPr lang="en-US" dirty="0" err="1"/>
              <a:t>etc</a:t>
            </a:r>
            <a:r>
              <a:rPr lang="en-US" dirty="0"/>
              <a:t>). Called via the data, no need to pass the data into the method</a:t>
            </a:r>
            <a:endParaRPr lang="en-BE" dirty="0"/>
          </a:p>
          <a:p>
            <a:pPr lvl="1"/>
            <a:r>
              <a:rPr lang="en-US" dirty="0"/>
              <a:t>append - Add something to the end</a:t>
            </a:r>
          </a:p>
          <a:p>
            <a:pPr lvl="1"/>
            <a:r>
              <a:rPr lang="en-US" dirty="0"/>
              <a:t>clear - Remove all content</a:t>
            </a:r>
          </a:p>
          <a:p>
            <a:pPr lvl="1"/>
            <a:r>
              <a:rPr lang="en-US" dirty="0"/>
              <a:t>count - Count the instances of a specific value</a:t>
            </a:r>
          </a:p>
          <a:p>
            <a:pPr lvl="1"/>
            <a:r>
              <a:rPr lang="en-US" dirty="0"/>
              <a:t>extend - join lists together</a:t>
            </a:r>
          </a:p>
          <a:p>
            <a:pPr lvl="1"/>
            <a:r>
              <a:rPr lang="en-US" dirty="0"/>
              <a:t>index - find the position of a value</a:t>
            </a:r>
          </a:p>
          <a:p>
            <a:pPr lvl="1"/>
            <a:r>
              <a:rPr lang="en-US" dirty="0"/>
              <a:t>insert - Add data anywhere in the list</a:t>
            </a:r>
          </a:p>
          <a:p>
            <a:pPr lvl="1"/>
            <a:r>
              <a:rPr lang="en-US" dirty="0"/>
              <a:t>pop - Remove the last value</a:t>
            </a:r>
          </a:p>
          <a:p>
            <a:pPr lvl="1"/>
            <a:r>
              <a:rPr lang="en-US" dirty="0"/>
              <a:t>remove - Remove a specific value</a:t>
            </a:r>
          </a:p>
          <a:p>
            <a:pPr lvl="1"/>
            <a:r>
              <a:rPr lang="en-US" dirty="0"/>
              <a:t>reverse - Reverse the list</a:t>
            </a:r>
          </a:p>
          <a:p>
            <a:pPr lvl="1"/>
            <a:r>
              <a:rPr lang="en-US" dirty="0"/>
              <a:t>sort - Order the list </a:t>
            </a:r>
            <a:br>
              <a:rPr lang="en-US" dirty="0"/>
            </a:br>
            <a:r>
              <a:rPr lang="en-US" dirty="0"/>
              <a:t>Note that these methods modify the list in place, they don't return anything</a:t>
            </a:r>
            <a:endParaRPr lang="en-BE" dirty="0"/>
          </a:p>
        </p:txBody>
      </p:sp>
    </p:spTree>
    <p:extLst>
      <p:ext uri="{BB962C8B-B14F-4D97-AF65-F5344CB8AC3E}">
        <p14:creationId xmlns:p14="http://schemas.microsoft.com/office/powerpoint/2010/main" val="1738931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Enlarging Lists</a:t>
            </a:r>
            <a:endParaRPr lang="nl-BE" dirty="0"/>
          </a:p>
        </p:txBody>
      </p:sp>
      <p:sp>
        <p:nvSpPr>
          <p:cNvPr id="3" name="Content Placeholder 2"/>
          <p:cNvSpPr>
            <a:spLocks noGrp="1"/>
          </p:cNvSpPr>
          <p:nvPr>
            <p:ph idx="1"/>
          </p:nvPr>
        </p:nvSpPr>
        <p:spPr/>
        <p:txBody>
          <a:bodyPr>
            <a:normAutofit fontScale="85000" lnSpcReduction="20000"/>
          </a:bodyPr>
          <a:lstStyle/>
          <a:p>
            <a:r>
              <a:rPr lang="nl-BE" dirty="0"/>
              <a:t>Append</a:t>
            </a:r>
          </a:p>
          <a:p>
            <a:pPr marL="0" indent="0">
              <a:buNone/>
            </a:pPr>
            <a:r>
              <a:rPr lang="nl-BE" dirty="0">
                <a:latin typeface="Courier New" panose="02070309020205020404" pitchFamily="49" charset="0"/>
                <a:cs typeface="Courier New" panose="02070309020205020404" pitchFamily="49" charset="0"/>
              </a:rPr>
              <a:t>&gt;&gt;&gt; L1.append("Graham")</a:t>
            </a:r>
          </a:p>
          <a:p>
            <a:pPr lvl="1"/>
            <a:r>
              <a:rPr lang="en-US" dirty="0"/>
              <a:t>append adds its argument as a single element to the end of a list. The length of the list itself will increase by one.</a:t>
            </a:r>
          </a:p>
          <a:p>
            <a:r>
              <a:rPr lang="nl-BE" dirty="0" err="1"/>
              <a:t>Extend</a:t>
            </a:r>
            <a:endParaRPr lang="nl-BE" dirty="0"/>
          </a:p>
          <a:p>
            <a:pPr marL="0" indent="0">
              <a:buNone/>
            </a:pPr>
            <a:r>
              <a:rPr lang="nl-BE" dirty="0">
                <a:latin typeface="Courier New" panose="02070309020205020404" pitchFamily="49" charset="0"/>
                <a:cs typeface="Courier New" panose="02070309020205020404" pitchFamily="49" charset="0"/>
              </a:rPr>
              <a:t>&gt;&gt;&gt; L1.extend(["</a:t>
            </a:r>
            <a:r>
              <a:rPr lang="nl-BE" dirty="0" err="1">
                <a:latin typeface="Courier New" panose="02070309020205020404" pitchFamily="49" charset="0"/>
                <a:cs typeface="Courier New" panose="02070309020205020404" pitchFamily="49" charset="0"/>
              </a:rPr>
              <a:t>Graham","Michael</a:t>
            </a:r>
            <a:r>
              <a:rPr lang="nl-BE" dirty="0">
                <a:latin typeface="Courier New" panose="02070309020205020404" pitchFamily="49" charset="0"/>
                <a:cs typeface="Courier New" panose="02070309020205020404" pitchFamily="49" charset="0"/>
              </a:rPr>
              <a:t>"])</a:t>
            </a:r>
          </a:p>
          <a:p>
            <a:pPr lvl="1"/>
            <a:r>
              <a:rPr lang="en-US" dirty="0"/>
              <a:t>extend iterates over its argument adding each element to the list, extending the list. The length of the list will increase by the number of elements in the </a:t>
            </a:r>
            <a:r>
              <a:rPr lang="en-US" dirty="0" err="1"/>
              <a:t>iterable</a:t>
            </a:r>
            <a:r>
              <a:rPr lang="en-US" dirty="0"/>
              <a:t> argument.</a:t>
            </a:r>
          </a:p>
          <a:p>
            <a:pPr lvl="1"/>
            <a:r>
              <a:rPr lang="en-US" dirty="0"/>
              <a:t>needs a list as argument</a:t>
            </a:r>
            <a:endParaRPr lang="nl-BE" dirty="0"/>
          </a:p>
          <a:p>
            <a:r>
              <a:rPr lang="nl-BE" dirty="0" err="1"/>
              <a:t>Insert</a:t>
            </a:r>
            <a:endParaRPr lang="nl-BE" dirty="0"/>
          </a:p>
          <a:p>
            <a:pPr marL="0" indent="0">
              <a:buNone/>
            </a:pPr>
            <a:r>
              <a:rPr lang="nl-BE" dirty="0">
                <a:latin typeface="Courier New" panose="02070309020205020404" pitchFamily="49" charset="0"/>
                <a:cs typeface="Courier New" panose="02070309020205020404" pitchFamily="49" charset="0"/>
              </a:rPr>
              <a:t>&gt;&gt;&gt; L1.insert(</a:t>
            </a:r>
            <a:r>
              <a:rPr lang="nl-BE" dirty="0" err="1">
                <a:latin typeface="Courier New" panose="02070309020205020404" pitchFamily="49" charset="0"/>
                <a:cs typeface="Courier New" panose="02070309020205020404" pitchFamily="49" charset="0"/>
              </a:rPr>
              <a:t>i,item</a:t>
            </a:r>
            <a:r>
              <a:rPr lang="nl-BE" dirty="0">
                <a:latin typeface="Courier New" panose="02070309020205020404" pitchFamily="49" charset="0"/>
                <a:cs typeface="Courier New" panose="02070309020205020404" pitchFamily="49" charset="0"/>
              </a:rPr>
              <a:t>)</a:t>
            </a:r>
          </a:p>
          <a:p>
            <a:pPr lvl="1"/>
            <a:r>
              <a:rPr lang="en-US" dirty="0"/>
              <a:t>insert item </a:t>
            </a:r>
            <a:r>
              <a:rPr lang="en-US" i="1" dirty="0"/>
              <a:t>before </a:t>
            </a:r>
            <a:r>
              <a:rPr lang="en-US" dirty="0"/>
              <a:t>element </a:t>
            </a:r>
            <a:r>
              <a:rPr lang="en-US" dirty="0" err="1"/>
              <a:t>i</a:t>
            </a:r>
            <a:endParaRPr lang="en-US" dirty="0"/>
          </a:p>
          <a:p>
            <a:pPr lvl="1"/>
            <a:r>
              <a:rPr lang="en-US" dirty="0"/>
              <a:t>add an item at the beginning of a list, use </a:t>
            </a:r>
            <a:r>
              <a:rPr lang="nl-BE" dirty="0" err="1">
                <a:latin typeface="Courier New" panose="02070309020205020404" pitchFamily="49" charset="0"/>
                <a:cs typeface="Courier New" panose="02070309020205020404" pitchFamily="49" charset="0"/>
              </a:rPr>
              <a:t>L.insert</a:t>
            </a:r>
            <a:r>
              <a:rPr lang="nl-BE" dirty="0">
                <a:latin typeface="Courier New" panose="02070309020205020404" pitchFamily="49" charset="0"/>
                <a:cs typeface="Courier New" panose="02070309020205020404" pitchFamily="49" charset="0"/>
              </a:rPr>
              <a:t>(0,item)</a:t>
            </a:r>
          </a:p>
        </p:txBody>
      </p:sp>
    </p:spTree>
    <p:extLst>
      <p:ext uri="{BB962C8B-B14F-4D97-AF65-F5344CB8AC3E}">
        <p14:creationId xmlns:p14="http://schemas.microsoft.com/office/powerpoint/2010/main" val="316877491"/>
      </p:ext>
    </p:extLst>
  </p:cSld>
  <p:clrMapOvr>
    <a:masterClrMapping/>
  </p:clrMapOvr>
  <mc:AlternateContent xmlns:mc="http://schemas.openxmlformats.org/markup-compatibility/2006" xmlns:p14="http://schemas.microsoft.com/office/powerpoint/2010/main">
    <mc:Choice Requires="p14">
      <p:transition spd="slow" p14:dur="2000" advTm="40103"/>
    </mc:Choice>
    <mc:Fallback xmlns="">
      <p:transition spd="slow" advTm="40103"/>
    </mc:Fallback>
  </mc:AlternateContent>
  <p:extLst>
    <p:ext uri="{3A86A75C-4F4B-4683-9AE1-C65F6400EC91}">
      <p14:laserTraceLst xmlns:p14="http://schemas.microsoft.com/office/powerpoint/2010/main">
        <p14:tracePtLst>
          <p14:tracePt t="5658" x="2933700" y="2374900"/>
          <p14:tracePt t="5681" x="2933700" y="2368550"/>
          <p14:tracePt t="5696" x="2933700" y="2362200"/>
          <p14:tracePt t="5703" x="2927350" y="2355850"/>
          <p14:tracePt t="5735" x="2901950" y="2330450"/>
          <p14:tracePt t="5751" x="2876550" y="2305050"/>
          <p14:tracePt t="5768" x="2857500" y="2279650"/>
          <p14:tracePt t="5785" x="2832100" y="2260600"/>
          <p14:tracePt t="5801" x="2825750" y="2254250"/>
          <p14:tracePt t="5818" x="2813050" y="2254250"/>
          <p14:tracePt t="5834" x="2806700" y="2254250"/>
          <p14:tracePt t="5867" x="2800350" y="2254250"/>
          <p14:tracePt t="5884" x="2787650" y="2254250"/>
          <p14:tracePt t="5901" x="2781300" y="2266950"/>
          <p14:tracePt t="5917" x="2774950" y="2266950"/>
          <p14:tracePt t="5934" x="2762250" y="2273300"/>
          <p14:tracePt t="5951" x="2755900" y="2286000"/>
          <p14:tracePt t="5955" x="2743200" y="2305050"/>
          <p14:tracePt t="5968" x="2736850" y="2311400"/>
          <p14:tracePt t="5985" x="2724150" y="2336800"/>
          <p14:tracePt t="6001" x="2711450" y="2368550"/>
          <p14:tracePt t="6018" x="2705100" y="2387600"/>
          <p14:tracePt t="6034" x="2705100" y="2413000"/>
          <p14:tracePt t="6051" x="2705100" y="2425700"/>
          <p14:tracePt t="6068" x="2705100" y="2451100"/>
          <p14:tracePt t="6084" x="2698750" y="2463800"/>
          <p14:tracePt t="6101" x="2698750" y="2482850"/>
          <p14:tracePt t="6118" x="2692400" y="2514600"/>
          <p14:tracePt t="6137" x="2692400" y="2533650"/>
          <p14:tracePt t="6151" x="2692400" y="2546350"/>
          <p14:tracePt t="6167" x="2692400" y="2559050"/>
          <p14:tracePt t="6184" x="2692400" y="2571750"/>
          <p14:tracePt t="6187" x="2692400" y="2578100"/>
          <p14:tracePt t="6217" x="2692400" y="2590800"/>
          <p14:tracePt t="6221" x="2692400" y="2597150"/>
          <p14:tracePt t="6237" x="2692400" y="2603500"/>
          <p14:tracePt t="6252" x="2692400" y="2609850"/>
          <p14:tracePt t="6268" x="2698750" y="2622550"/>
          <p14:tracePt t="6284" x="2705100" y="2628900"/>
          <p14:tracePt t="6301" x="2705100" y="2635250"/>
          <p14:tracePt t="6318" x="2711450" y="2647950"/>
          <p14:tracePt t="6334" x="2717800" y="2647950"/>
          <p14:tracePt t="6351" x="2724150" y="2660650"/>
          <p14:tracePt t="6368" x="2736850" y="2667000"/>
          <p14:tracePt t="6384" x="2743200" y="2679700"/>
          <p14:tracePt t="6401" x="2749550" y="2686050"/>
          <p14:tracePt t="6418" x="2762250" y="2698750"/>
          <p14:tracePt t="6434" x="2774950" y="2705100"/>
          <p14:tracePt t="6451" x="2781300" y="2711450"/>
          <p14:tracePt t="6455" x="2787650" y="2711450"/>
          <p14:tracePt t="6470" x="2794000" y="2711450"/>
          <p14:tracePt t="6486" x="2800350" y="2717800"/>
          <p14:tracePt t="6501" x="2806700" y="2724150"/>
          <p14:tracePt t="6518" x="2819400" y="2724150"/>
          <p14:tracePt t="6534" x="2825750" y="2730500"/>
          <p14:tracePt t="6551" x="2838450" y="2730500"/>
          <p14:tracePt t="6568" x="2851150" y="2743200"/>
          <p14:tracePt t="6584" x="2870200" y="2755900"/>
          <p14:tracePt t="6601" x="2895600" y="2768600"/>
          <p14:tracePt t="6618" x="2914650" y="2774950"/>
          <p14:tracePt t="6621" x="2921000" y="2781300"/>
          <p14:tracePt t="6634" x="2933700" y="2787650"/>
          <p14:tracePt t="6651" x="2952750" y="2787650"/>
          <p14:tracePt t="6668" x="2965450" y="2787650"/>
          <p14:tracePt t="6684" x="2978150" y="2787650"/>
          <p14:tracePt t="6687" x="2984500" y="2787650"/>
          <p14:tracePt t="6701" x="2990850" y="2787650"/>
          <p14:tracePt t="6717" x="3003550" y="2787650"/>
          <p14:tracePt t="6720" x="3009900" y="2787650"/>
          <p14:tracePt t="6734" x="3016250" y="2787650"/>
          <p14:tracePt t="6751" x="3041650" y="2781300"/>
          <p14:tracePt t="6768" x="3060700" y="2774950"/>
          <p14:tracePt t="6784" x="3079750" y="2768600"/>
          <p14:tracePt t="6803" x="3098800" y="2762250"/>
          <p14:tracePt t="6818" x="3105150" y="2755900"/>
          <p14:tracePt t="6835" x="3124200" y="2749550"/>
          <p14:tracePt t="6851" x="3143250" y="2736850"/>
          <p14:tracePt t="6868" x="3155950" y="2724150"/>
          <p14:tracePt t="6872" x="3162300" y="2717800"/>
          <p14:tracePt t="6888" x="3168650" y="2705100"/>
          <p14:tracePt t="6901" x="3175000" y="2692400"/>
          <p14:tracePt t="6918" x="3187700" y="2667000"/>
          <p14:tracePt t="6935" x="3206750" y="2641600"/>
          <p14:tracePt t="6951" x="3213100" y="2616200"/>
          <p14:tracePt t="6968" x="3219450" y="2584450"/>
          <p14:tracePt t="6970" x="3225800" y="2571750"/>
          <p14:tracePt t="6984" x="3225800" y="2552700"/>
          <p14:tracePt t="7001" x="3225800" y="2527300"/>
          <p14:tracePt t="7018" x="3225800" y="2501900"/>
          <p14:tracePt t="7034" x="3225800" y="2489200"/>
          <p14:tracePt t="7051" x="3225800" y="2470150"/>
          <p14:tracePt t="7068" x="3219450" y="2463800"/>
          <p14:tracePt t="7084" x="3213100" y="2451100"/>
          <p14:tracePt t="7101" x="3200400" y="2438400"/>
          <p14:tracePt t="7118" x="3194050" y="2432050"/>
          <p14:tracePt t="7134" x="3181350" y="2425700"/>
          <p14:tracePt t="7138" x="3168650" y="2413000"/>
          <p14:tracePt t="7154" x="3155950" y="2406650"/>
          <p14:tracePt t="7168" x="3143250" y="2400300"/>
          <p14:tracePt t="7171" x="3130550" y="2387600"/>
          <p14:tracePt t="7201" x="3098800" y="2368550"/>
          <p14:tracePt t="7205" x="3079750" y="2362200"/>
          <p14:tracePt t="7220" x="3060700" y="2355850"/>
          <p14:tracePt t="7236" x="3009900" y="2336800"/>
          <p14:tracePt t="7253" x="2990850" y="2330450"/>
          <p14:tracePt t="7268" x="2946400" y="2317750"/>
          <p14:tracePt t="7284" x="2927350" y="2311400"/>
          <p14:tracePt t="7301" x="2908300" y="2311400"/>
          <p14:tracePt t="7318" x="2901950" y="2311400"/>
          <p14:tracePt t="7334" x="2895600" y="2311400"/>
          <p14:tracePt t="7351" x="2889250" y="2311400"/>
          <p14:tracePt t="7368" x="2876550" y="2317750"/>
          <p14:tracePt t="7371" x="2870200" y="2324100"/>
          <p14:tracePt t="7384" x="2863850" y="2324100"/>
          <p14:tracePt t="7401" x="2851150" y="2336800"/>
          <p14:tracePt t="7418" x="2838450" y="2343150"/>
          <p14:tracePt t="7435" x="2819400" y="2362200"/>
          <p14:tracePt t="7451" x="2806700" y="2374900"/>
          <p14:tracePt t="7468" x="2794000" y="2387600"/>
          <p14:tracePt t="7472" x="2794000" y="2393950"/>
          <p14:tracePt t="7486" x="2787650" y="2400300"/>
          <p14:tracePt t="7503" x="2781300" y="2406650"/>
          <p14:tracePt t="7518" x="2781300" y="2413000"/>
          <p14:tracePt t="7534" x="2781300" y="2419350"/>
          <p14:tracePt t="7662" x="2787650" y="2419350"/>
          <p14:tracePt t="7664" x="0" y="0"/>
        </p14:tracePtLst>
        <p14:tracePtLst>
          <p14:tracePt t="27916" x="3054350" y="4216400"/>
          <p14:tracePt t="27946" x="3054350" y="4210050"/>
          <p14:tracePt t="28198" x="3060700" y="4210050"/>
          <p14:tracePt t="28213" x="3073400" y="4210050"/>
          <p14:tracePt t="28222" x="3079750" y="4210050"/>
          <p14:tracePt t="28229" x="3086100" y="4216400"/>
          <p14:tracePt t="28237" x="3124200" y="4222750"/>
          <p14:tracePt t="28254" x="3168650" y="4222750"/>
          <p14:tracePt t="28268" x="3232150" y="4235450"/>
          <p14:tracePt t="28285" x="3282950" y="4241800"/>
          <p14:tracePt t="28302" x="3365500" y="4254500"/>
          <p14:tracePt t="28318" x="3435350" y="4260850"/>
          <p14:tracePt t="28335" x="3498850" y="4267200"/>
          <p14:tracePt t="28351" x="3575050" y="4267200"/>
          <p14:tracePt t="28368" x="3644900" y="4267200"/>
          <p14:tracePt t="28385" x="3695700" y="4267200"/>
          <p14:tracePt t="28402" x="3771900" y="4273550"/>
          <p14:tracePt t="28418" x="3822700" y="4279900"/>
          <p14:tracePt t="28422" x="3854450" y="4279900"/>
          <p14:tracePt t="28435" x="3879850" y="4286250"/>
          <p14:tracePt t="28452" x="3924300" y="4292600"/>
          <p14:tracePt t="28454" x="3956050" y="4298950"/>
          <p14:tracePt t="28468" x="3968750" y="4305300"/>
          <p14:tracePt t="28485" x="4013200" y="4311650"/>
          <p14:tracePt t="28488" x="4044950" y="4318000"/>
          <p14:tracePt t="28502" x="4095750" y="4324350"/>
          <p14:tracePt t="28518" x="4127500" y="4330700"/>
          <p14:tracePt t="28535" x="4165600" y="4337050"/>
          <p14:tracePt t="28552" x="4197350" y="4337050"/>
          <p14:tracePt t="28568" x="4210050" y="4337050"/>
          <p14:tracePt t="28601" x="4216400" y="4337050"/>
          <p14:tracePt t="28930" x="4216400" y="4330700"/>
          <p14:tracePt t="28938" x="4210050" y="4330700"/>
          <p14:tracePt t="28947" x="4210050" y="4324350"/>
          <p14:tracePt t="28955" x="4203700" y="4324350"/>
          <p14:tracePt t="28968" x="4203700" y="4318000"/>
          <p14:tracePt t="28986" x="4184650" y="4305300"/>
          <p14:tracePt t="29002" x="4178300" y="4292600"/>
          <p14:tracePt t="29018" x="4165600" y="4286250"/>
          <p14:tracePt t="29035" x="4146550" y="4279900"/>
          <p14:tracePt t="29052" x="4133850" y="4273550"/>
          <p14:tracePt t="29068" x="4121150" y="4273550"/>
          <p14:tracePt t="29085" x="4108450" y="4273550"/>
          <p14:tracePt t="29102" x="4095750" y="4273550"/>
          <p14:tracePt t="29119" x="4076700" y="4273550"/>
          <p14:tracePt t="29122" x="4064000" y="4273550"/>
          <p14:tracePt t="29135" x="4051300" y="4273550"/>
          <p14:tracePt t="29152" x="4038600" y="4273550"/>
          <p14:tracePt t="29155" x="4019550" y="4273550"/>
          <p14:tracePt t="29168" x="4006850" y="4273550"/>
          <p14:tracePt t="29185" x="3962400" y="4273550"/>
          <p14:tracePt t="29188" x="3937000" y="4273550"/>
          <p14:tracePt t="29202" x="3917950" y="4273550"/>
          <p14:tracePt t="29219" x="3860800" y="4260850"/>
          <p14:tracePt t="29235" x="3816350" y="4254500"/>
          <p14:tracePt t="29252" x="3771900" y="4248150"/>
          <p14:tracePt t="29268" x="3727450" y="4241800"/>
          <p14:tracePt t="29285" x="3708400" y="4235450"/>
          <p14:tracePt t="29302" x="3657600" y="4229100"/>
          <p14:tracePt t="29319" x="3606800" y="4222750"/>
          <p14:tracePt t="29335" x="3568700" y="4222750"/>
          <p14:tracePt t="29352" x="3511550" y="4216400"/>
          <p14:tracePt t="29368" x="3448050" y="4216400"/>
          <p14:tracePt t="29385" x="3422650" y="4216400"/>
          <p14:tracePt t="29389" x="3403600" y="4210050"/>
          <p14:tracePt t="29402" x="3390900" y="4210050"/>
          <p14:tracePt t="29418" x="3365500" y="4203700"/>
          <p14:tracePt t="29550" x="3359150" y="4203700"/>
          <p14:tracePt t="29817" x="0" y="0"/>
        </p14:tracePtLst>
      </p14:laserTraceLst>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Shorten Lists</a:t>
            </a:r>
            <a:endParaRPr lang="nl-BE" dirty="0"/>
          </a:p>
        </p:txBody>
      </p:sp>
      <p:sp>
        <p:nvSpPr>
          <p:cNvPr id="3" name="Content Placeholder 2"/>
          <p:cNvSpPr>
            <a:spLocks noGrp="1"/>
          </p:cNvSpPr>
          <p:nvPr>
            <p:ph idx="1"/>
          </p:nvPr>
        </p:nvSpPr>
        <p:spPr/>
        <p:txBody>
          <a:bodyPr>
            <a:normAutofit fontScale="92500" lnSpcReduction="10000"/>
          </a:bodyPr>
          <a:lstStyle/>
          <a:p>
            <a:r>
              <a:rPr lang="en-US" dirty="0"/>
              <a:t>Delete an element by its index, remove an element or slice from a list</a:t>
            </a:r>
          </a:p>
          <a:p>
            <a:pPr marL="0" indent="0">
              <a:buNone/>
            </a:pPr>
            <a:r>
              <a:rPr lang="nl-BE" dirty="0">
                <a:latin typeface="Courier New" panose="02070309020205020404" pitchFamily="49" charset="0"/>
                <a:cs typeface="Courier New" panose="02070309020205020404" pitchFamily="49" charset="0"/>
              </a:rPr>
              <a:t>&gt;&gt;&gt; del L[i]</a:t>
            </a:r>
          </a:p>
          <a:p>
            <a:r>
              <a:rPr lang="en-US" dirty="0"/>
              <a:t>Remove the first instance of a value in a list</a:t>
            </a:r>
            <a:endParaRPr lang="nl-BE" dirty="0">
              <a:latin typeface="Courier New" panose="02070309020205020404" pitchFamily="49" charset="0"/>
              <a:cs typeface="Courier New" panose="02070309020205020404" pitchFamily="49" charset="0"/>
            </a:endParaRPr>
          </a:p>
          <a:p>
            <a:pPr marL="0" indent="0">
              <a:buNone/>
            </a:pPr>
            <a:r>
              <a:rPr lang="nl-BE" dirty="0">
                <a:latin typeface="Courier New" panose="02070309020205020404" pitchFamily="49" charset="0"/>
                <a:cs typeface="Courier New" panose="02070309020205020404" pitchFamily="49" charset="0"/>
              </a:rPr>
              <a:t>&gt;&gt;&gt; </a:t>
            </a:r>
            <a:r>
              <a:rPr lang="nl-BE" dirty="0" err="1">
                <a:latin typeface="Courier New" panose="02070309020205020404" pitchFamily="49" charset="0"/>
                <a:cs typeface="Courier New" panose="02070309020205020404" pitchFamily="49" charset="0"/>
              </a:rPr>
              <a:t>L.remove</a:t>
            </a:r>
            <a:r>
              <a:rPr lang="nl-BE" dirty="0">
                <a:latin typeface="Courier New" panose="02070309020205020404" pitchFamily="49" charset="0"/>
                <a:cs typeface="Courier New" panose="02070309020205020404" pitchFamily="49" charset="0"/>
              </a:rPr>
              <a:t>(item)</a:t>
            </a:r>
          </a:p>
          <a:p>
            <a:pPr lvl="1"/>
            <a:r>
              <a:rPr lang="en-US" dirty="0"/>
              <a:t>The item must match exactly or an error occurs.</a:t>
            </a:r>
          </a:p>
          <a:p>
            <a:r>
              <a:rPr lang="en-US" dirty="0"/>
              <a:t>Remove and return an element</a:t>
            </a:r>
          </a:p>
          <a:p>
            <a:pPr marL="0" indent="0">
              <a:buNone/>
            </a:pPr>
            <a:r>
              <a:rPr lang="nl-BE" dirty="0">
                <a:latin typeface="Courier New" panose="02070309020205020404" pitchFamily="49" charset="0"/>
                <a:cs typeface="Courier New" panose="02070309020205020404" pitchFamily="49" charset="0"/>
              </a:rPr>
              <a:t>&gt;&gt;&gt; </a:t>
            </a:r>
            <a:r>
              <a:rPr lang="nl-BE" dirty="0" err="1">
                <a:latin typeface="Courier New" panose="02070309020205020404" pitchFamily="49" charset="0"/>
                <a:cs typeface="Courier New" panose="02070309020205020404" pitchFamily="49" charset="0"/>
              </a:rPr>
              <a:t>Lastval</a:t>
            </a:r>
            <a:r>
              <a:rPr lang="nl-BE" dirty="0">
                <a:latin typeface="Courier New" panose="02070309020205020404" pitchFamily="49" charset="0"/>
                <a:cs typeface="Courier New" panose="02070309020205020404" pitchFamily="49" charset="0"/>
              </a:rPr>
              <a:t>=</a:t>
            </a:r>
            <a:r>
              <a:rPr lang="nl-BE" dirty="0" err="1">
                <a:latin typeface="Courier New" panose="02070309020205020404" pitchFamily="49" charset="0"/>
                <a:cs typeface="Courier New" panose="02070309020205020404" pitchFamily="49" charset="0"/>
              </a:rPr>
              <a:t>L.pop</a:t>
            </a:r>
            <a:r>
              <a:rPr lang="nl-BE" dirty="0">
                <a:latin typeface="Courier New" panose="02070309020205020404" pitchFamily="49" charset="0"/>
                <a:cs typeface="Courier New" panose="02070309020205020404" pitchFamily="49" charset="0"/>
              </a:rPr>
              <a:t>()</a:t>
            </a:r>
          </a:p>
          <a:p>
            <a:pPr marL="0" indent="0">
              <a:buNone/>
            </a:pPr>
            <a:r>
              <a:rPr lang="nl-BE" dirty="0">
                <a:latin typeface="Courier New" panose="02070309020205020404" pitchFamily="49" charset="0"/>
                <a:cs typeface="Courier New" panose="02070309020205020404" pitchFamily="49" charset="0"/>
              </a:rPr>
              <a:t>&gt;&gt;&gt; </a:t>
            </a:r>
            <a:r>
              <a:rPr lang="nl-BE" dirty="0" err="1">
                <a:latin typeface="Courier New" panose="02070309020205020404" pitchFamily="49" charset="0"/>
                <a:cs typeface="Courier New" panose="02070309020205020404" pitchFamily="49" charset="0"/>
              </a:rPr>
              <a:t>A_val</a:t>
            </a:r>
            <a:r>
              <a:rPr lang="nl-BE" dirty="0">
                <a:latin typeface="Courier New" panose="02070309020205020404" pitchFamily="49" charset="0"/>
                <a:cs typeface="Courier New" panose="02070309020205020404" pitchFamily="49" charset="0"/>
              </a:rPr>
              <a:t>=</a:t>
            </a:r>
            <a:r>
              <a:rPr lang="nl-BE" dirty="0" err="1">
                <a:latin typeface="Courier New" panose="02070309020205020404" pitchFamily="49" charset="0"/>
                <a:cs typeface="Courier New" panose="02070309020205020404" pitchFamily="49" charset="0"/>
              </a:rPr>
              <a:t>L.pop</a:t>
            </a:r>
            <a:r>
              <a:rPr lang="nl-BE" dirty="0">
                <a:latin typeface="Courier New" panose="02070309020205020404" pitchFamily="49" charset="0"/>
                <a:cs typeface="Courier New" panose="02070309020205020404" pitchFamily="49" charset="0"/>
              </a:rPr>
              <a:t>(2)</a:t>
            </a:r>
          </a:p>
          <a:p>
            <a:pPr lvl="1"/>
            <a:r>
              <a:rPr lang="en-US" dirty="0"/>
              <a:t>If no element is specified, the last element is returned.</a:t>
            </a:r>
          </a:p>
          <a:p>
            <a:pPr lvl="1"/>
            <a:r>
              <a:rPr lang="en-US" dirty="0"/>
              <a:t>If it is present that element is returned.</a:t>
            </a:r>
          </a:p>
        </p:txBody>
      </p:sp>
    </p:spTree>
    <p:extLst>
      <p:ext uri="{BB962C8B-B14F-4D97-AF65-F5344CB8AC3E}">
        <p14:creationId xmlns:p14="http://schemas.microsoft.com/office/powerpoint/2010/main" val="3977056875"/>
      </p:ext>
    </p:extLst>
  </p:cSld>
  <p:clrMapOvr>
    <a:masterClrMapping/>
  </p:clrMapOvr>
  <mc:AlternateContent xmlns:mc="http://schemas.openxmlformats.org/markup-compatibility/2006" xmlns:p14="http://schemas.microsoft.com/office/powerpoint/2010/main">
    <mc:Choice Requires="p14">
      <p:transition spd="slow" p14:dur="2000" advTm="68893"/>
    </mc:Choice>
    <mc:Fallback xmlns="">
      <p:transition spd="slow" advTm="68893"/>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Operators, Methods on Lists</a:t>
            </a:r>
            <a:endParaRPr lang="nl-BE" dirty="0"/>
          </a:p>
        </p:txBody>
      </p:sp>
      <p:sp>
        <p:nvSpPr>
          <p:cNvPr id="3" name="Content Placeholder 2"/>
          <p:cNvSpPr>
            <a:spLocks noGrp="1"/>
          </p:cNvSpPr>
          <p:nvPr>
            <p:ph idx="1"/>
          </p:nvPr>
        </p:nvSpPr>
        <p:spPr/>
        <p:txBody>
          <a:bodyPr>
            <a:normAutofit/>
          </a:bodyPr>
          <a:lstStyle/>
          <a:p>
            <a:r>
              <a:rPr lang="en-US" dirty="0"/>
              <a:t>length of a list</a:t>
            </a:r>
          </a:p>
          <a:p>
            <a:pPr marL="0" indent="0">
              <a:buNone/>
            </a:pPr>
            <a:r>
              <a:rPr lang="nl-BE" dirty="0">
                <a:latin typeface="Courier New" panose="02070309020205020404" pitchFamily="49" charset="0"/>
                <a:cs typeface="Courier New" panose="02070309020205020404" pitchFamily="49" charset="0"/>
              </a:rPr>
              <a:t>&gt;&gt;&gt; </a:t>
            </a:r>
            <a:r>
              <a:rPr lang="nl-BE" dirty="0" err="1">
                <a:latin typeface="Courier New" panose="02070309020205020404" pitchFamily="49" charset="0"/>
                <a:cs typeface="Courier New" panose="02070309020205020404" pitchFamily="49" charset="0"/>
              </a:rPr>
              <a:t>LenOfL</a:t>
            </a:r>
            <a:r>
              <a:rPr lang="nl-BE" dirty="0">
                <a:latin typeface="Courier New" panose="02070309020205020404" pitchFamily="49" charset="0"/>
                <a:cs typeface="Courier New" panose="02070309020205020404" pitchFamily="49" charset="0"/>
              </a:rPr>
              <a:t> = </a:t>
            </a:r>
            <a:r>
              <a:rPr lang="nl-BE" dirty="0" err="1">
                <a:latin typeface="Courier New" panose="02070309020205020404" pitchFamily="49" charset="0"/>
                <a:cs typeface="Courier New" panose="02070309020205020404" pitchFamily="49" charset="0"/>
              </a:rPr>
              <a:t>len</a:t>
            </a:r>
            <a:r>
              <a:rPr lang="nl-BE" dirty="0">
                <a:latin typeface="Courier New" panose="02070309020205020404" pitchFamily="49" charset="0"/>
                <a:cs typeface="Courier New" panose="02070309020205020404" pitchFamily="49" charset="0"/>
              </a:rPr>
              <a:t>(L)</a:t>
            </a:r>
          </a:p>
          <a:p>
            <a:r>
              <a:rPr lang="en-US" dirty="0"/>
              <a:t>Maximum or minimum value of the items:</a:t>
            </a:r>
          </a:p>
          <a:p>
            <a:pPr marL="0" indent="0">
              <a:buNone/>
            </a:pPr>
            <a:r>
              <a:rPr lang="nl-BE" dirty="0">
                <a:latin typeface="Courier New" panose="02070309020205020404" pitchFamily="49" charset="0"/>
                <a:cs typeface="Courier New" panose="02070309020205020404" pitchFamily="49" charset="0"/>
              </a:rPr>
              <a:t>max(L), min(L)</a:t>
            </a:r>
          </a:p>
          <a:p>
            <a:r>
              <a:rPr lang="en-US" dirty="0"/>
              <a:t>Index of first time item occurs</a:t>
            </a:r>
          </a:p>
          <a:p>
            <a:pPr marL="0" indent="0">
              <a:buNone/>
            </a:pPr>
            <a:r>
              <a:rPr lang="nl-BE" dirty="0">
                <a:latin typeface="Courier New" panose="02070309020205020404" pitchFamily="49" charset="0"/>
                <a:cs typeface="Courier New" panose="02070309020205020404" pitchFamily="49" charset="0"/>
              </a:rPr>
              <a:t>&gt;&gt;&gt; </a:t>
            </a:r>
            <a:r>
              <a:rPr lang="nl-BE" dirty="0" err="1">
                <a:latin typeface="Courier New" panose="02070309020205020404" pitchFamily="49" charset="0"/>
                <a:cs typeface="Courier New" panose="02070309020205020404" pitchFamily="49" charset="0"/>
              </a:rPr>
              <a:t>myIndex</a:t>
            </a:r>
            <a:r>
              <a:rPr lang="nl-BE" dirty="0">
                <a:latin typeface="Courier New" panose="02070309020205020404" pitchFamily="49" charset="0"/>
                <a:cs typeface="Courier New" panose="02070309020205020404" pitchFamily="49" charset="0"/>
              </a:rPr>
              <a:t> = </a:t>
            </a:r>
            <a:r>
              <a:rPr lang="nl-BE" dirty="0" err="1">
                <a:latin typeface="Courier New" panose="02070309020205020404" pitchFamily="49" charset="0"/>
                <a:cs typeface="Courier New" panose="02070309020205020404" pitchFamily="49" charset="0"/>
              </a:rPr>
              <a:t>L.index</a:t>
            </a:r>
            <a:r>
              <a:rPr lang="nl-BE" dirty="0">
                <a:latin typeface="Courier New" panose="02070309020205020404" pitchFamily="49" charset="0"/>
                <a:cs typeface="Courier New" panose="02070309020205020404" pitchFamily="49" charset="0"/>
              </a:rPr>
              <a:t>(item)</a:t>
            </a:r>
          </a:p>
          <a:p>
            <a:r>
              <a:rPr lang="nl-BE" dirty="0" err="1"/>
              <a:t>Number</a:t>
            </a:r>
            <a:r>
              <a:rPr lang="nl-BE" dirty="0"/>
              <a:t> of </a:t>
            </a:r>
            <a:r>
              <a:rPr lang="nl-BE" dirty="0" err="1"/>
              <a:t>times</a:t>
            </a:r>
            <a:r>
              <a:rPr lang="nl-BE" dirty="0"/>
              <a:t> item </a:t>
            </a:r>
            <a:r>
              <a:rPr lang="nl-BE" dirty="0" err="1"/>
              <a:t>occurs</a:t>
            </a:r>
            <a:endParaRPr lang="nl-BE" dirty="0"/>
          </a:p>
          <a:p>
            <a:pPr marL="0" indent="0">
              <a:buNone/>
            </a:pPr>
            <a:r>
              <a:rPr lang="nl-BE" dirty="0">
                <a:latin typeface="Courier New" panose="02070309020205020404" pitchFamily="49" charset="0"/>
                <a:cs typeface="Courier New" panose="02070309020205020404" pitchFamily="49" charset="0"/>
              </a:rPr>
              <a:t>&gt;&gt;&gt; </a:t>
            </a:r>
            <a:r>
              <a:rPr lang="nl-BE" dirty="0" err="1">
                <a:latin typeface="Courier New" panose="02070309020205020404" pitchFamily="49" charset="0"/>
                <a:cs typeface="Courier New" panose="02070309020205020404" pitchFamily="49" charset="0"/>
              </a:rPr>
              <a:t>NumItem</a:t>
            </a:r>
            <a:r>
              <a:rPr lang="nl-BE" dirty="0">
                <a:latin typeface="Courier New" panose="02070309020205020404" pitchFamily="49" charset="0"/>
                <a:cs typeface="Courier New" panose="02070309020205020404" pitchFamily="49" charset="0"/>
              </a:rPr>
              <a:t> = </a:t>
            </a:r>
            <a:r>
              <a:rPr lang="nl-BE" dirty="0" err="1">
                <a:latin typeface="Courier New" panose="02070309020205020404" pitchFamily="49" charset="0"/>
                <a:cs typeface="Courier New" panose="02070309020205020404" pitchFamily="49" charset="0"/>
              </a:rPr>
              <a:t>L.count</a:t>
            </a:r>
            <a:r>
              <a:rPr lang="nl-BE" dirty="0">
                <a:latin typeface="Courier New" panose="02070309020205020404" pitchFamily="49" charset="0"/>
                <a:cs typeface="Courier New" panose="02070309020205020404" pitchFamily="49" charset="0"/>
              </a:rPr>
              <a:t>(item)</a:t>
            </a:r>
          </a:p>
        </p:txBody>
      </p:sp>
    </p:spTree>
    <p:extLst>
      <p:ext uri="{BB962C8B-B14F-4D97-AF65-F5344CB8AC3E}">
        <p14:creationId xmlns:p14="http://schemas.microsoft.com/office/powerpoint/2010/main" val="1523360105"/>
      </p:ext>
    </p:extLst>
  </p:cSld>
  <p:clrMapOvr>
    <a:masterClrMapping/>
  </p:clrMapOvr>
  <mc:AlternateContent xmlns:mc="http://schemas.openxmlformats.org/markup-compatibility/2006" xmlns:p14="http://schemas.microsoft.com/office/powerpoint/2010/main">
    <mc:Choice Requires="p14">
      <p:transition spd="slow" p14:dur="2000" advTm="51681"/>
    </mc:Choice>
    <mc:Fallback xmlns="">
      <p:transition spd="slow" advTm="51681"/>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Methods on Lists</a:t>
            </a:r>
            <a:endParaRPr lang="nl-BE" dirty="0"/>
          </a:p>
        </p:txBody>
      </p:sp>
      <p:sp>
        <p:nvSpPr>
          <p:cNvPr id="3" name="Content Placeholder 2"/>
          <p:cNvSpPr>
            <a:spLocks noGrp="1"/>
          </p:cNvSpPr>
          <p:nvPr>
            <p:ph idx="1"/>
          </p:nvPr>
        </p:nvSpPr>
        <p:spPr/>
        <p:txBody>
          <a:bodyPr>
            <a:normAutofit/>
          </a:bodyPr>
          <a:lstStyle/>
          <a:p>
            <a:r>
              <a:rPr lang="en-US" dirty="0"/>
              <a:t>Sort a list in place (overwrites the original !)</a:t>
            </a:r>
          </a:p>
          <a:p>
            <a:pPr marL="0" indent="0">
              <a:buNone/>
            </a:pPr>
            <a:r>
              <a:rPr lang="nl-BE" dirty="0">
                <a:latin typeface="Courier New" panose="02070309020205020404" pitchFamily="49" charset="0"/>
                <a:cs typeface="Courier New" panose="02070309020205020404" pitchFamily="49" charset="0"/>
              </a:rPr>
              <a:t>&gt;&gt;&gt; </a:t>
            </a:r>
            <a:r>
              <a:rPr lang="nl-BE" dirty="0" err="1">
                <a:latin typeface="Courier New" panose="02070309020205020404" pitchFamily="49" charset="0"/>
                <a:cs typeface="Courier New" panose="02070309020205020404" pitchFamily="49" charset="0"/>
              </a:rPr>
              <a:t>L.sort</a:t>
            </a:r>
            <a:r>
              <a:rPr lang="nl-BE" dirty="0">
                <a:latin typeface="Courier New" panose="02070309020205020404" pitchFamily="49" charset="0"/>
                <a:cs typeface="Courier New" panose="02070309020205020404" pitchFamily="49" charset="0"/>
              </a:rPr>
              <a:t>()</a:t>
            </a:r>
          </a:p>
          <a:p>
            <a:r>
              <a:rPr lang="en-US" dirty="0"/>
              <a:t>Return a sorted list to a new list</a:t>
            </a:r>
          </a:p>
          <a:p>
            <a:pPr marL="0" indent="0">
              <a:buNone/>
            </a:pPr>
            <a:r>
              <a:rPr lang="nl-BE" dirty="0">
                <a:latin typeface="Courier New" panose="02070309020205020404" pitchFamily="49" charset="0"/>
                <a:cs typeface="Courier New" panose="02070309020205020404" pitchFamily="49" charset="0"/>
              </a:rPr>
              <a:t>&gt;&gt;&gt; </a:t>
            </a:r>
            <a:r>
              <a:rPr lang="nl-BE" dirty="0" err="1">
                <a:latin typeface="Courier New" panose="02070309020205020404" pitchFamily="49" charset="0"/>
                <a:cs typeface="Courier New" panose="02070309020205020404" pitchFamily="49" charset="0"/>
              </a:rPr>
              <a:t>Lsorted</a:t>
            </a:r>
            <a:r>
              <a:rPr lang="nl-BE" dirty="0">
                <a:latin typeface="Courier New" panose="02070309020205020404" pitchFamily="49" charset="0"/>
                <a:cs typeface="Courier New" panose="02070309020205020404" pitchFamily="49" charset="0"/>
              </a:rPr>
              <a:t> = </a:t>
            </a:r>
            <a:r>
              <a:rPr lang="nl-BE" dirty="0" err="1">
                <a:latin typeface="Courier New" panose="02070309020205020404" pitchFamily="49" charset="0"/>
                <a:cs typeface="Courier New" panose="02070309020205020404" pitchFamily="49" charset="0"/>
              </a:rPr>
              <a:t>sorted</a:t>
            </a:r>
            <a:r>
              <a:rPr lang="nl-BE" dirty="0">
                <a:latin typeface="Courier New" panose="02070309020205020404" pitchFamily="49" charset="0"/>
                <a:cs typeface="Courier New" panose="02070309020205020404" pitchFamily="49" charset="0"/>
              </a:rPr>
              <a:t>(L)</a:t>
            </a:r>
          </a:p>
          <a:p>
            <a:r>
              <a:rPr lang="en-US" dirty="0"/>
              <a:t>Reverse the list in place (overwrites)</a:t>
            </a:r>
          </a:p>
          <a:p>
            <a:pPr marL="0" indent="0">
              <a:buNone/>
            </a:pPr>
            <a:r>
              <a:rPr lang="nl-BE" dirty="0">
                <a:latin typeface="Courier New" panose="02070309020205020404" pitchFamily="49" charset="0"/>
                <a:cs typeface="Courier New" panose="02070309020205020404" pitchFamily="49" charset="0"/>
              </a:rPr>
              <a:t>&gt;&gt;&gt; </a:t>
            </a:r>
            <a:r>
              <a:rPr lang="nl-BE" dirty="0" err="1">
                <a:latin typeface="Courier New" panose="02070309020205020404" pitchFamily="49" charset="0"/>
                <a:cs typeface="Courier New" panose="02070309020205020404" pitchFamily="49" charset="0"/>
              </a:rPr>
              <a:t>L.reverse</a:t>
            </a:r>
            <a:r>
              <a:rPr lang="nl-BE" dirty="0">
                <a:latin typeface="Courier New" panose="02070309020205020404" pitchFamily="49" charset="0"/>
                <a:cs typeface="Courier New" panose="02070309020205020404" pitchFamily="49" charset="0"/>
              </a:rPr>
              <a:t>()</a:t>
            </a:r>
          </a:p>
          <a:p>
            <a:r>
              <a:rPr lang="en-US" dirty="0"/>
              <a:t>Reverse the list and return to another list</a:t>
            </a:r>
          </a:p>
          <a:p>
            <a:pPr marL="0" indent="0">
              <a:buNone/>
            </a:pPr>
            <a:r>
              <a:rPr lang="nl-BE" dirty="0">
                <a:latin typeface="Courier New" panose="02070309020205020404" pitchFamily="49" charset="0"/>
                <a:cs typeface="Courier New" panose="02070309020205020404" pitchFamily="49" charset="0"/>
              </a:rPr>
              <a:t>&gt;&gt;&gt; </a:t>
            </a:r>
            <a:r>
              <a:rPr lang="nl-BE" dirty="0" err="1">
                <a:latin typeface="Courier New" panose="02070309020205020404" pitchFamily="49" charset="0"/>
                <a:cs typeface="Courier New" panose="02070309020205020404" pitchFamily="49" charset="0"/>
              </a:rPr>
              <a:t>Lreversed</a:t>
            </a:r>
            <a:r>
              <a:rPr lang="nl-BE" dirty="0">
                <a:latin typeface="Courier New" panose="02070309020205020404" pitchFamily="49" charset="0"/>
                <a:cs typeface="Courier New" panose="02070309020205020404" pitchFamily="49" charset="0"/>
              </a:rPr>
              <a:t> = L[::-1]</a:t>
            </a:r>
          </a:p>
        </p:txBody>
      </p:sp>
    </p:spTree>
    <p:extLst>
      <p:ext uri="{BB962C8B-B14F-4D97-AF65-F5344CB8AC3E}">
        <p14:creationId xmlns:p14="http://schemas.microsoft.com/office/powerpoint/2010/main" val="3907812131"/>
      </p:ext>
    </p:extLst>
  </p:cSld>
  <p:clrMapOvr>
    <a:masterClrMapping/>
  </p:clrMapOvr>
  <mc:AlternateContent xmlns:mc="http://schemas.openxmlformats.org/markup-compatibility/2006" xmlns:p14="http://schemas.microsoft.com/office/powerpoint/2010/main">
    <mc:Choice Requires="p14">
      <p:transition spd="slow" p14:dur="2000" advTm="24300"/>
    </mc:Choice>
    <mc:Fallback xmlns="">
      <p:transition spd="slow" advTm="243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7949F-961F-4AE3-85B5-1C09790250E8}"/>
              </a:ext>
            </a:extLst>
          </p:cNvPr>
          <p:cNvSpPr>
            <a:spLocks noGrp="1"/>
          </p:cNvSpPr>
          <p:nvPr>
            <p:ph type="title"/>
          </p:nvPr>
        </p:nvSpPr>
        <p:spPr/>
        <p:txBody>
          <a:bodyPr/>
          <a:lstStyle/>
          <a:p>
            <a:r>
              <a:rPr lang="en-US" dirty="0"/>
              <a:t>list()</a:t>
            </a:r>
            <a:endParaRPr lang="en-BE" dirty="0"/>
          </a:p>
        </p:txBody>
      </p:sp>
      <p:sp>
        <p:nvSpPr>
          <p:cNvPr id="3" name="Content Placeholder 2">
            <a:extLst>
              <a:ext uri="{FF2B5EF4-FFF2-40B4-BE49-F238E27FC236}">
                <a16:creationId xmlns:a16="http://schemas.microsoft.com/office/drawing/2014/main" id="{B53A9C9C-B46B-4B52-8112-30D7DE1D84A6}"/>
              </a:ext>
            </a:extLst>
          </p:cNvPr>
          <p:cNvSpPr>
            <a:spLocks noGrp="1"/>
          </p:cNvSpPr>
          <p:nvPr>
            <p:ph idx="1"/>
          </p:nvPr>
        </p:nvSpPr>
        <p:spPr/>
        <p:txBody>
          <a:bodyPr/>
          <a:lstStyle/>
          <a:p>
            <a:r>
              <a:rPr lang="en-US" dirty="0">
                <a:latin typeface="Courier New" panose="02070309020205020404" pitchFamily="49" charset="0"/>
                <a:cs typeface="Courier New" panose="02070309020205020404" pitchFamily="49" charset="0"/>
              </a:rPr>
              <a:t>list()</a:t>
            </a:r>
            <a:r>
              <a:rPr lang="en-US" dirty="0"/>
              <a:t>takes sequence types and converts them to lists. </a:t>
            </a:r>
          </a:p>
          <a:p>
            <a:pPr marL="0" indent="0">
              <a:buNone/>
            </a:pPr>
            <a:r>
              <a:rPr lang="en-US" dirty="0">
                <a:latin typeface="Courier New" panose="02070309020205020404" pitchFamily="49" charset="0"/>
                <a:cs typeface="Courier New" panose="02070309020205020404" pitchFamily="49" charset="0"/>
              </a:rPr>
              <a:t>&gt;&gt;&gt; list('help')</a:t>
            </a:r>
          </a:p>
          <a:p>
            <a:pPr marL="0" indent="0">
              <a:buNone/>
            </a:pPr>
            <a:r>
              <a:rPr lang="en-US" dirty="0">
                <a:latin typeface="Courier New" panose="02070309020205020404" pitchFamily="49" charset="0"/>
                <a:cs typeface="Courier New" panose="02070309020205020404" pitchFamily="49" charset="0"/>
              </a:rPr>
              <a:t>['h', 'e', 'l', 'p']</a:t>
            </a:r>
            <a:endParaRPr lang="en-BE"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8040106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CDC48A1-00E5-FBB9-80F8-0888CB79ED4F}"/>
              </a:ext>
            </a:extLst>
          </p:cNvPr>
          <p:cNvSpPr>
            <a:spLocks noGrp="1"/>
          </p:cNvSpPr>
          <p:nvPr>
            <p:ph type="title"/>
          </p:nvPr>
        </p:nvSpPr>
        <p:spPr/>
        <p:txBody>
          <a:bodyPr/>
          <a:lstStyle/>
          <a:p>
            <a:r>
              <a:rPr lang="nl-BE" dirty="0"/>
              <a:t>Using list as a stack</a:t>
            </a:r>
          </a:p>
        </p:txBody>
      </p:sp>
      <p:sp>
        <p:nvSpPr>
          <p:cNvPr id="3" name="Tijdelijke aanduiding voor inhoud 2">
            <a:extLst>
              <a:ext uri="{FF2B5EF4-FFF2-40B4-BE49-F238E27FC236}">
                <a16:creationId xmlns:a16="http://schemas.microsoft.com/office/drawing/2014/main" id="{7A67FC93-3CDB-DCE0-D7B2-F6870B2C9238}"/>
              </a:ext>
            </a:extLst>
          </p:cNvPr>
          <p:cNvSpPr>
            <a:spLocks noGrp="1"/>
          </p:cNvSpPr>
          <p:nvPr>
            <p:ph idx="1"/>
          </p:nvPr>
        </p:nvSpPr>
        <p:spPr/>
        <p:txBody>
          <a:bodyPr/>
          <a:lstStyle/>
          <a:p>
            <a:pPr algn="l"/>
            <a:r>
              <a:rPr lang="en-US" b="0" i="0" u="none" strike="noStrike" baseline="0" dirty="0"/>
              <a:t>Stack – LIFO </a:t>
            </a:r>
          </a:p>
          <a:p>
            <a:pPr algn="l"/>
            <a:r>
              <a:rPr lang="en-US" dirty="0"/>
              <a:t>W</a:t>
            </a:r>
            <a:r>
              <a:rPr lang="en-US" b="0" i="0" u="none" strike="noStrike" baseline="0" dirty="0"/>
              <a:t>here the last element added is the first element retrieved </a:t>
            </a:r>
          </a:p>
          <a:p>
            <a:pPr algn="l"/>
            <a:r>
              <a:rPr lang="en-US" dirty="0"/>
              <a:t>A</a:t>
            </a:r>
            <a:r>
              <a:rPr lang="en-US" b="0" i="0" u="none" strike="noStrike" baseline="0" dirty="0"/>
              <a:t>dd an item to the top of the stack</a:t>
            </a:r>
            <a:r>
              <a:rPr lang="en-US" dirty="0"/>
              <a:t>: </a:t>
            </a:r>
            <a:r>
              <a:rPr lang="en-US" b="0" i="0" u="none" strike="noStrike" baseline="0" dirty="0">
                <a:latin typeface="Courier New" panose="02070309020205020404" pitchFamily="49" charset="0"/>
                <a:cs typeface="Courier New" panose="02070309020205020404" pitchFamily="49" charset="0"/>
              </a:rPr>
              <a:t>append()</a:t>
            </a:r>
            <a:endParaRPr lang="en-US" b="0" i="0" u="none" strike="noStrike" baseline="0" dirty="0"/>
          </a:p>
          <a:p>
            <a:pPr algn="l"/>
            <a:r>
              <a:rPr lang="en-US" dirty="0"/>
              <a:t>R</a:t>
            </a:r>
            <a:r>
              <a:rPr lang="en-US" b="0" i="0" u="none" strike="noStrike" baseline="0" dirty="0"/>
              <a:t>etrieve an item from the top of the stack: </a:t>
            </a:r>
            <a:r>
              <a:rPr lang="en-US" b="0" i="0" u="none" strike="noStrike" baseline="0" dirty="0">
                <a:latin typeface="Courier New" panose="02070309020205020404" pitchFamily="49" charset="0"/>
                <a:cs typeface="Courier New" panose="02070309020205020404" pitchFamily="49" charset="0"/>
              </a:rPr>
              <a:t>pop() </a:t>
            </a:r>
          </a:p>
          <a:p>
            <a:pPr marL="0" indent="0" algn="l">
              <a:buNone/>
            </a:pPr>
            <a:endParaRPr lang="en-US" sz="1800" dirty="0"/>
          </a:p>
        </p:txBody>
      </p:sp>
    </p:spTree>
    <p:extLst>
      <p:ext uri="{BB962C8B-B14F-4D97-AF65-F5344CB8AC3E}">
        <p14:creationId xmlns:p14="http://schemas.microsoft.com/office/powerpoint/2010/main" val="3174211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Range</a:t>
            </a:r>
            <a:endParaRPr lang="nl-BE" dirty="0"/>
          </a:p>
        </p:txBody>
      </p:sp>
      <p:sp>
        <p:nvSpPr>
          <p:cNvPr id="3" name="Content Placeholder 2"/>
          <p:cNvSpPr>
            <a:spLocks noGrp="1"/>
          </p:cNvSpPr>
          <p:nvPr>
            <p:ph idx="1"/>
          </p:nvPr>
        </p:nvSpPr>
        <p:spPr/>
        <p:txBody>
          <a:bodyPr/>
          <a:lstStyle/>
          <a:p>
            <a:r>
              <a:rPr lang="en-US" dirty="0"/>
              <a:t>Ranges contain an ordered list of integers.</a:t>
            </a:r>
          </a:p>
          <a:p>
            <a:r>
              <a:rPr lang="en-US" dirty="0"/>
              <a:t>The </a:t>
            </a:r>
            <a:r>
              <a:rPr lang="en-US" dirty="0">
                <a:latin typeface="Courier New" panose="02070309020205020404" pitchFamily="49" charset="0"/>
                <a:cs typeface="Courier New" panose="02070309020205020404" pitchFamily="49" charset="0"/>
              </a:rPr>
              <a:t>range</a:t>
            </a:r>
            <a:r>
              <a:rPr lang="en-US" dirty="0"/>
              <a:t> function returns a range object from start to one less than the stop value, a step size can be set (only integers)</a:t>
            </a:r>
          </a:p>
          <a:p>
            <a:pPr marL="0" indent="0">
              <a:buNone/>
            </a:pPr>
            <a:r>
              <a:rPr lang="en-US" dirty="0">
                <a:latin typeface="Courier New" panose="02070309020205020404" pitchFamily="49" charset="0"/>
                <a:cs typeface="Courier New" panose="02070309020205020404" pitchFamily="49" charset="0"/>
              </a:rPr>
              <a:t>range</a:t>
            </a:r>
            <a:r>
              <a:rPr lang="en-US" i="1" dirty="0">
                <a:latin typeface="Courier New" panose="02070309020205020404" pitchFamily="49" charset="0"/>
                <a:cs typeface="Courier New" panose="02070309020205020404" pitchFamily="49" charset="0"/>
              </a:rPr>
              <a:t>(start, stop, step</a:t>
            </a:r>
            <a:r>
              <a:rPr lang="en-US" dirty="0">
                <a:latin typeface="Courier New" panose="02070309020205020404" pitchFamily="49" charset="0"/>
                <a:cs typeface="Courier New" panose="02070309020205020404" pitchFamily="49" charset="0"/>
              </a:rPr>
              <a:t>)</a:t>
            </a:r>
          </a:p>
          <a:p>
            <a:r>
              <a:rPr lang="en-US" dirty="0">
                <a:cs typeface="Courier New" panose="02070309020205020404" pitchFamily="49" charset="0"/>
              </a:rPr>
              <a:t>create a list: convert the range object into a list</a:t>
            </a:r>
          </a:p>
          <a:p>
            <a:pPr marL="0" indent="0">
              <a:buNone/>
            </a:pPr>
            <a:r>
              <a:rPr lang="en-US" dirty="0">
                <a:latin typeface="Courier New" panose="02070309020205020404" pitchFamily="49" charset="0"/>
                <a:cs typeface="Courier New" panose="02070309020205020404" pitchFamily="49" charset="0"/>
              </a:rPr>
              <a:t>&gt;&gt;&gt; LR = list(range(2, 9, 3))</a:t>
            </a:r>
          </a:p>
          <a:p>
            <a:pPr marL="0" indent="0">
              <a:buNone/>
            </a:pPr>
            <a:endParaRPr lang="nl-BE" dirty="0"/>
          </a:p>
        </p:txBody>
      </p:sp>
    </p:spTree>
    <p:extLst>
      <p:ext uri="{BB962C8B-B14F-4D97-AF65-F5344CB8AC3E}">
        <p14:creationId xmlns:p14="http://schemas.microsoft.com/office/powerpoint/2010/main" val="3927581984"/>
      </p:ext>
    </p:extLst>
  </p:cSld>
  <p:clrMapOvr>
    <a:masterClrMapping/>
  </p:clrMapOvr>
  <mc:AlternateContent xmlns:mc="http://schemas.openxmlformats.org/markup-compatibility/2006" xmlns:p14="http://schemas.microsoft.com/office/powerpoint/2010/main">
    <mc:Choice Requires="p14">
      <p:transition spd="slow" p14:dur="2000" advTm="69189"/>
    </mc:Choice>
    <mc:Fallback xmlns="">
      <p:transition spd="slow" advTm="69189"/>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on lists</a:t>
            </a:r>
            <a:endParaRPr lang="nl-BE" dirty="0"/>
          </a:p>
        </p:txBody>
      </p:sp>
      <p:sp>
        <p:nvSpPr>
          <p:cNvPr id="3" name="Content Placeholder 2"/>
          <p:cNvSpPr>
            <a:spLocks noGrp="1"/>
          </p:cNvSpPr>
          <p:nvPr>
            <p:ph idx="1"/>
          </p:nvPr>
        </p:nvSpPr>
        <p:spPr/>
        <p:txBody>
          <a:bodyPr/>
          <a:lstStyle/>
          <a:p>
            <a:r>
              <a:rPr lang="en-US" dirty="0"/>
              <a:t>The range function returns a list of numbers that range from zero to one less than the parameter</a:t>
            </a:r>
          </a:p>
          <a:p>
            <a:pPr marL="0" indent="0">
              <a:buNone/>
            </a:pPr>
            <a:r>
              <a:rPr lang="en-US" dirty="0">
                <a:latin typeface="Courier New" panose="02070309020205020404" pitchFamily="49" charset="0"/>
                <a:cs typeface="Courier New" panose="02070309020205020404" pitchFamily="49" charset="0"/>
              </a:rPr>
              <a:t>range</a:t>
            </a:r>
            <a:r>
              <a:rPr lang="en-US" i="1" dirty="0">
                <a:latin typeface="Courier New" panose="02070309020205020404" pitchFamily="49" charset="0"/>
                <a:cs typeface="Courier New" panose="02070309020205020404" pitchFamily="49" charset="0"/>
              </a:rPr>
              <a:t>(start, stop, step</a:t>
            </a:r>
            <a:r>
              <a:rPr lang="en-US" dirty="0">
                <a:latin typeface="Courier New" panose="02070309020205020404" pitchFamily="49" charset="0"/>
                <a:cs typeface="Courier New" panose="02070309020205020404" pitchFamily="49" charset="0"/>
              </a:rPr>
              <a:t>)</a:t>
            </a:r>
          </a:p>
          <a:p>
            <a:r>
              <a:rPr lang="en-US" dirty="0"/>
              <a:t>Nested lists</a:t>
            </a:r>
          </a:p>
          <a:p>
            <a:pPr lvl="1"/>
            <a:r>
              <a:rPr lang="en-US" dirty="0"/>
              <a:t>Lists can hold any objects</a:t>
            </a:r>
          </a:p>
          <a:p>
            <a:pPr lvl="1"/>
            <a:r>
              <a:rPr lang="en-US" dirty="0"/>
              <a:t>File: list_nested.py</a:t>
            </a:r>
          </a:p>
          <a:p>
            <a:r>
              <a:rPr lang="en-US" dirty="0"/>
              <a:t>Watch out for aliasing / copying lists</a:t>
            </a:r>
          </a:p>
          <a:p>
            <a:pPr lvl="1"/>
            <a:r>
              <a:rPr lang="en-US" dirty="0"/>
              <a:t>File:list_copy.py</a:t>
            </a:r>
          </a:p>
          <a:p>
            <a:endParaRPr lang="nl-BE" dirty="0"/>
          </a:p>
        </p:txBody>
      </p:sp>
    </p:spTree>
    <p:extLst>
      <p:ext uri="{BB962C8B-B14F-4D97-AF65-F5344CB8AC3E}">
        <p14:creationId xmlns:p14="http://schemas.microsoft.com/office/powerpoint/2010/main" val="16508820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111F1-D2A9-4EEE-87FB-EDF6CBEB2903}"/>
              </a:ext>
            </a:extLst>
          </p:cNvPr>
          <p:cNvSpPr>
            <a:spLocks noGrp="1"/>
          </p:cNvSpPr>
          <p:nvPr>
            <p:ph type="title"/>
          </p:nvPr>
        </p:nvSpPr>
        <p:spPr/>
        <p:txBody>
          <a:bodyPr/>
          <a:lstStyle/>
          <a:p>
            <a:r>
              <a:rPr lang="en-US" dirty="0"/>
              <a:t>Mutability </a:t>
            </a:r>
            <a:endParaRPr lang="en-BE" dirty="0"/>
          </a:p>
        </p:txBody>
      </p:sp>
      <p:sp>
        <p:nvSpPr>
          <p:cNvPr id="3" name="Content Placeholder 2">
            <a:extLst>
              <a:ext uri="{FF2B5EF4-FFF2-40B4-BE49-F238E27FC236}">
                <a16:creationId xmlns:a16="http://schemas.microsoft.com/office/drawing/2014/main" id="{E854340E-E9EB-4EC0-A2A0-25BFA933A14C}"/>
              </a:ext>
            </a:extLst>
          </p:cNvPr>
          <p:cNvSpPr>
            <a:spLocks noGrp="1"/>
          </p:cNvSpPr>
          <p:nvPr>
            <p:ph idx="1"/>
          </p:nvPr>
        </p:nvSpPr>
        <p:spPr/>
        <p:txBody>
          <a:bodyPr>
            <a:normAutofit fontScale="92500" lnSpcReduction="10000"/>
          </a:bodyPr>
          <a:lstStyle/>
          <a:p>
            <a:r>
              <a:rPr lang="en-US" b="0" i="0" dirty="0">
                <a:solidFill>
                  <a:srgbClr val="404040"/>
                </a:solidFill>
                <a:effectLst/>
                <a:latin typeface="Lato" panose="020F0502020204030203" pitchFamily="34" charset="0"/>
              </a:rPr>
              <a:t>Lists are </a:t>
            </a:r>
            <a:r>
              <a:rPr lang="en-US" b="1" i="0" dirty="0">
                <a:solidFill>
                  <a:srgbClr val="404040"/>
                </a:solidFill>
                <a:effectLst/>
                <a:latin typeface="Lato" panose="020F0502020204030203" pitchFamily="34" charset="0"/>
              </a:rPr>
              <a:t>mutable</a:t>
            </a:r>
            <a:r>
              <a:rPr lang="en-US" dirty="0">
                <a:solidFill>
                  <a:srgbClr val="404040"/>
                </a:solidFill>
                <a:latin typeface="Lato" panose="020F0502020204030203" pitchFamily="34" charset="0"/>
              </a:rPr>
              <a:t>: </a:t>
            </a:r>
            <a:r>
              <a:rPr lang="en-US" b="0" i="0" dirty="0">
                <a:solidFill>
                  <a:srgbClr val="404040"/>
                </a:solidFill>
                <a:effectLst/>
                <a:latin typeface="Lato" panose="020F0502020204030203" pitchFamily="34" charset="0"/>
              </a:rPr>
              <a:t>their values can be changed without creating a new list.</a:t>
            </a:r>
          </a:p>
          <a:p>
            <a:pPr marL="0" indent="0">
              <a:buNone/>
            </a:pPr>
            <a:r>
              <a:rPr lang="en-US" b="0" i="0" dirty="0">
                <a:solidFill>
                  <a:srgbClr val="404040"/>
                </a:solidFill>
                <a:effectLst/>
                <a:latin typeface="Courier New" panose="02070309020205020404" pitchFamily="49" charset="0"/>
                <a:cs typeface="Courier New" panose="02070309020205020404" pitchFamily="49" charset="0"/>
              </a:rPr>
              <a:t>&gt;&gt;&gt; </a:t>
            </a:r>
            <a:r>
              <a:rPr lang="en-US" b="0" i="0" dirty="0" err="1">
                <a:solidFill>
                  <a:srgbClr val="404040"/>
                </a:solidFill>
                <a:effectLst/>
                <a:latin typeface="Courier New" panose="02070309020205020404" pitchFamily="49" charset="0"/>
                <a:cs typeface="Courier New" panose="02070309020205020404" pitchFamily="49" charset="0"/>
              </a:rPr>
              <a:t>my_list</a:t>
            </a:r>
            <a:r>
              <a:rPr lang="en-US" b="0" i="0" dirty="0">
                <a:solidFill>
                  <a:srgbClr val="404040"/>
                </a:solidFill>
                <a:effectLst/>
                <a:latin typeface="Courier New" panose="02070309020205020404" pitchFamily="49" charset="0"/>
                <a:cs typeface="Courier New" panose="02070309020205020404" pitchFamily="49" charset="0"/>
              </a:rPr>
              <a:t> = [1, 2, 3, 4, 5, 6, 7, 8, 9, 10]</a:t>
            </a:r>
          </a:p>
          <a:p>
            <a:pPr marL="0" indent="0">
              <a:buNone/>
            </a:pPr>
            <a:r>
              <a:rPr lang="en-US" b="0" i="0" dirty="0">
                <a:solidFill>
                  <a:srgbClr val="404040"/>
                </a:solidFill>
                <a:effectLst/>
                <a:latin typeface="Courier New" panose="02070309020205020404" pitchFamily="49" charset="0"/>
                <a:cs typeface="Courier New" panose="02070309020205020404" pitchFamily="49" charset="0"/>
              </a:rPr>
              <a:t>&gt;&gt;&gt; print(id(</a:t>
            </a:r>
            <a:r>
              <a:rPr lang="en-US" b="0" i="0" dirty="0" err="1">
                <a:solidFill>
                  <a:srgbClr val="404040"/>
                </a:solidFill>
                <a:effectLst/>
                <a:latin typeface="Courier New" panose="02070309020205020404" pitchFamily="49" charset="0"/>
                <a:cs typeface="Courier New" panose="02070309020205020404" pitchFamily="49" charset="0"/>
              </a:rPr>
              <a:t>my_list</a:t>
            </a:r>
            <a:r>
              <a:rPr lang="en-US" b="0" i="0" dirty="0">
                <a:solidFill>
                  <a:srgbClr val="404040"/>
                </a:solidFill>
                <a:effectLst/>
                <a:latin typeface="Courier New" panose="02070309020205020404" pitchFamily="49" charset="0"/>
                <a:cs typeface="Courier New" panose="02070309020205020404" pitchFamily="49" charset="0"/>
              </a:rPr>
              <a:t>))</a:t>
            </a:r>
          </a:p>
          <a:p>
            <a:pPr marL="0" indent="0">
              <a:buNone/>
            </a:pPr>
            <a:r>
              <a:rPr lang="en-US" b="0" i="0" dirty="0">
                <a:solidFill>
                  <a:srgbClr val="404040"/>
                </a:solidFill>
                <a:effectLst/>
                <a:latin typeface="Courier New" panose="02070309020205020404" pitchFamily="49" charset="0"/>
                <a:cs typeface="Courier New" panose="02070309020205020404" pitchFamily="49" charset="0"/>
              </a:rPr>
              <a:t>2128612572416</a:t>
            </a:r>
          </a:p>
          <a:p>
            <a:pPr marL="0" indent="0">
              <a:buNone/>
            </a:pPr>
            <a:r>
              <a:rPr lang="en-US" b="0" i="0" dirty="0">
                <a:solidFill>
                  <a:srgbClr val="404040"/>
                </a:solidFill>
                <a:effectLst/>
                <a:latin typeface="Courier New" panose="02070309020205020404" pitchFamily="49" charset="0"/>
                <a:cs typeface="Courier New" panose="02070309020205020404" pitchFamily="49" charset="0"/>
              </a:rPr>
              <a:t>&gt;&gt; </a:t>
            </a:r>
            <a:r>
              <a:rPr lang="en-US" b="0" i="0" dirty="0" err="1">
                <a:solidFill>
                  <a:srgbClr val="404040"/>
                </a:solidFill>
                <a:effectLst/>
                <a:latin typeface="Courier New" panose="02070309020205020404" pitchFamily="49" charset="0"/>
                <a:cs typeface="Courier New" panose="02070309020205020404" pitchFamily="49" charset="0"/>
              </a:rPr>
              <a:t>my_list</a:t>
            </a:r>
            <a:r>
              <a:rPr lang="en-US" b="0" i="0" dirty="0">
                <a:solidFill>
                  <a:srgbClr val="404040"/>
                </a:solidFill>
                <a:effectLst/>
                <a:latin typeface="Courier New" panose="02070309020205020404" pitchFamily="49" charset="0"/>
                <a:cs typeface="Courier New" panose="02070309020205020404" pitchFamily="49" charset="0"/>
              </a:rPr>
              <a:t>[7] = 'sun’</a:t>
            </a:r>
          </a:p>
          <a:p>
            <a:pPr marL="0" indent="0">
              <a:buNone/>
            </a:pPr>
            <a:r>
              <a:rPr lang="en-US" b="0" i="0" dirty="0">
                <a:solidFill>
                  <a:srgbClr val="404040"/>
                </a:solidFill>
                <a:effectLst/>
                <a:latin typeface="Courier New" panose="02070309020205020404" pitchFamily="49" charset="0"/>
                <a:cs typeface="Courier New" panose="02070309020205020404" pitchFamily="49" charset="0"/>
              </a:rPr>
              <a:t>&gt;&gt;&gt; print(id(</a:t>
            </a:r>
            <a:r>
              <a:rPr lang="en-US" b="0" i="0" dirty="0" err="1">
                <a:solidFill>
                  <a:srgbClr val="404040"/>
                </a:solidFill>
                <a:effectLst/>
                <a:latin typeface="Courier New" panose="02070309020205020404" pitchFamily="49" charset="0"/>
                <a:cs typeface="Courier New" panose="02070309020205020404" pitchFamily="49" charset="0"/>
              </a:rPr>
              <a:t>my_list</a:t>
            </a:r>
            <a:r>
              <a:rPr lang="en-US" b="0" i="0" dirty="0">
                <a:solidFill>
                  <a:srgbClr val="404040"/>
                </a:solidFill>
                <a:effectLst/>
                <a:latin typeface="Courier New" panose="02070309020205020404" pitchFamily="49" charset="0"/>
                <a:cs typeface="Courier New" panose="02070309020205020404" pitchFamily="49" charset="0"/>
              </a:rPr>
              <a:t>))</a:t>
            </a:r>
          </a:p>
          <a:p>
            <a:pPr marL="0" indent="0">
              <a:buNone/>
            </a:pPr>
            <a:r>
              <a:rPr lang="en-US" b="0" i="0" dirty="0">
                <a:solidFill>
                  <a:srgbClr val="404040"/>
                </a:solidFill>
                <a:effectLst/>
                <a:latin typeface="Courier New" panose="02070309020205020404" pitchFamily="49" charset="0"/>
                <a:cs typeface="Courier New" panose="02070309020205020404" pitchFamily="49" charset="0"/>
              </a:rPr>
              <a:t>2128612572416</a:t>
            </a:r>
          </a:p>
          <a:p>
            <a:pPr marL="0" indent="0">
              <a:buNone/>
            </a:pPr>
            <a:r>
              <a:rPr lang="en-US" b="0" i="0" dirty="0">
                <a:solidFill>
                  <a:srgbClr val="404040"/>
                </a:solidFill>
                <a:effectLst/>
                <a:latin typeface="Courier New" panose="02070309020205020404" pitchFamily="49" charset="0"/>
                <a:cs typeface="Courier New" panose="02070309020205020404" pitchFamily="49" charset="0"/>
              </a:rPr>
              <a:t>&gt;&gt;&gt; print(</a:t>
            </a:r>
            <a:r>
              <a:rPr lang="en-US" b="0" i="0" dirty="0" err="1">
                <a:solidFill>
                  <a:srgbClr val="404040"/>
                </a:solidFill>
                <a:effectLst/>
                <a:latin typeface="Courier New" panose="02070309020205020404" pitchFamily="49" charset="0"/>
                <a:cs typeface="Courier New" panose="02070309020205020404" pitchFamily="49" charset="0"/>
              </a:rPr>
              <a:t>my_list</a:t>
            </a:r>
            <a:r>
              <a:rPr lang="en-US" b="0" i="0" dirty="0">
                <a:solidFill>
                  <a:srgbClr val="404040"/>
                </a:solidFill>
                <a:effectLst/>
                <a:latin typeface="Courier New" panose="02070309020205020404" pitchFamily="49" charset="0"/>
                <a:cs typeface="Courier New" panose="02070309020205020404" pitchFamily="49" charset="0"/>
              </a:rPr>
              <a:t>)</a:t>
            </a:r>
          </a:p>
          <a:p>
            <a:pPr marL="0" indent="0">
              <a:buNone/>
            </a:pPr>
            <a:r>
              <a:rPr lang="en-US" b="0" i="0" dirty="0">
                <a:solidFill>
                  <a:srgbClr val="404040"/>
                </a:solidFill>
                <a:effectLst/>
                <a:latin typeface="Courier New" panose="02070309020205020404" pitchFamily="49" charset="0"/>
                <a:cs typeface="Courier New" panose="02070309020205020404" pitchFamily="49" charset="0"/>
              </a:rPr>
              <a:t>[1, 2, 3, 4, 5, 6, 7, 'sun', 9, 10]</a:t>
            </a:r>
            <a:endParaRPr lang="en-BE"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7351277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Mutable Objects and values: aliasing</a:t>
            </a:r>
          </a:p>
        </p:txBody>
      </p:sp>
      <p:sp>
        <p:nvSpPr>
          <p:cNvPr id="3" name="Content Placeholder 2"/>
          <p:cNvSpPr>
            <a:spLocks noGrp="1"/>
          </p:cNvSpPr>
          <p:nvPr>
            <p:ph idx="1"/>
          </p:nvPr>
        </p:nvSpPr>
        <p:spPr/>
        <p:txBody>
          <a:bodyPr>
            <a:normAutofit lnSpcReduction="10000"/>
          </a:bodyPr>
          <a:lstStyle/>
          <a:p>
            <a:r>
              <a:rPr lang="en-US" dirty="0"/>
              <a:t>If a refers to an object and you assign b = a, then both variables refer to the same object:</a:t>
            </a:r>
          </a:p>
          <a:p>
            <a:pPr marL="457200" lvl="1" indent="0">
              <a:buNone/>
            </a:pPr>
            <a:r>
              <a:rPr lang="en-US" dirty="0">
                <a:latin typeface="Courier New" panose="02070309020205020404" pitchFamily="49" charset="0"/>
                <a:cs typeface="Courier New" panose="02070309020205020404" pitchFamily="49" charset="0"/>
              </a:rPr>
              <a:t>a = [1, 2, 3]</a:t>
            </a:r>
          </a:p>
          <a:p>
            <a:pPr marL="457200" lvl="1" indent="0">
              <a:buNone/>
            </a:pPr>
            <a:r>
              <a:rPr lang="en-US" dirty="0">
                <a:latin typeface="Courier New" panose="02070309020205020404" pitchFamily="49" charset="0"/>
                <a:cs typeface="Courier New" panose="02070309020205020404" pitchFamily="49" charset="0"/>
              </a:rPr>
              <a:t>b = a</a:t>
            </a:r>
          </a:p>
          <a:p>
            <a:pPr marL="457200" lvl="1" indent="0">
              <a:buNone/>
            </a:pPr>
            <a:r>
              <a:rPr lang="en-US" dirty="0">
                <a:latin typeface="Courier New" panose="02070309020205020404" pitchFamily="49" charset="0"/>
                <a:cs typeface="Courier New" panose="02070309020205020404" pitchFamily="49" charset="0"/>
              </a:rPr>
              <a:t>b is a</a:t>
            </a:r>
          </a:p>
          <a:p>
            <a:pPr marL="457200" lvl="1" indent="0">
              <a:buNone/>
            </a:pPr>
            <a:r>
              <a:rPr lang="en-US" dirty="0">
                <a:latin typeface="Courier New" panose="02070309020205020404" pitchFamily="49" charset="0"/>
                <a:cs typeface="Courier New" panose="02070309020205020404" pitchFamily="49" charset="0"/>
              </a:rPr>
              <a:t>True</a:t>
            </a:r>
          </a:p>
          <a:p>
            <a:r>
              <a:rPr lang="en-US" dirty="0"/>
              <a:t>Pitfall: If the aliased object is mutable, changes made with one alias affect the other:</a:t>
            </a:r>
          </a:p>
          <a:p>
            <a:pPr marL="457200" lvl="1" indent="0">
              <a:buNone/>
            </a:pPr>
            <a:r>
              <a:rPr lang="en-US" dirty="0">
                <a:latin typeface="Courier New" panose="02070309020205020404" pitchFamily="49" charset="0"/>
                <a:cs typeface="Courier New" panose="02070309020205020404" pitchFamily="49" charset="0"/>
              </a:rPr>
              <a:t>b[0] = 17</a:t>
            </a:r>
          </a:p>
          <a:p>
            <a:pPr marL="457200" lvl="1" indent="0">
              <a:buNone/>
            </a:pPr>
            <a:r>
              <a:rPr lang="en-US" dirty="0">
                <a:latin typeface="Courier New" panose="02070309020205020404" pitchFamily="49" charset="0"/>
                <a:cs typeface="Courier New" panose="02070309020205020404" pitchFamily="49" charset="0"/>
              </a:rPr>
              <a:t>print(a)</a:t>
            </a:r>
          </a:p>
          <a:p>
            <a:pPr marL="457200" lvl="1" indent="0">
              <a:buNone/>
            </a:pPr>
            <a:r>
              <a:rPr lang="en-US" dirty="0">
                <a:latin typeface="Courier New" panose="02070309020205020404" pitchFamily="49" charset="0"/>
                <a:cs typeface="Courier New" panose="02070309020205020404" pitchFamily="49" charset="0"/>
              </a:rPr>
              <a:t>[17, 2, 3]</a:t>
            </a:r>
          </a:p>
          <a:p>
            <a:pPr marL="457200" lvl="1" indent="0">
              <a:buNone/>
            </a:pPr>
            <a:endParaRPr lang="en-US" dirty="0">
              <a:latin typeface="Courier New" panose="02070309020205020404" pitchFamily="49" charset="0"/>
              <a:cs typeface="Courier New" panose="02070309020205020404" pitchFamily="49" charset="0"/>
            </a:endParaRPr>
          </a:p>
          <a:p>
            <a:pPr lvl="1"/>
            <a:endParaRPr lang="en-US" dirty="0">
              <a:latin typeface="Courier New" panose="02070309020205020404" pitchFamily="49" charset="0"/>
              <a:cs typeface="Courier New" panose="02070309020205020404" pitchFamily="49" charset="0"/>
            </a:endParaRPr>
          </a:p>
        </p:txBody>
      </p:sp>
      <p:sp>
        <p:nvSpPr>
          <p:cNvPr id="5" name="TextBox 4"/>
          <p:cNvSpPr txBox="1"/>
          <p:nvPr/>
        </p:nvSpPr>
        <p:spPr>
          <a:xfrm>
            <a:off x="838200" y="6311900"/>
            <a:ext cx="6556347" cy="276999"/>
          </a:xfrm>
          <a:prstGeom prst="rect">
            <a:avLst/>
          </a:prstGeom>
          <a:noFill/>
        </p:spPr>
        <p:txBody>
          <a:bodyPr wrap="none" rtlCol="0">
            <a:spAutoFit/>
          </a:bodyPr>
          <a:lstStyle/>
          <a:p>
            <a:r>
              <a:rPr lang="en-US" sz="1200" dirty="0">
                <a:hlinkClick r:id="rId2"/>
              </a:rPr>
              <a:t>https://eng.libretexts.org/Bookshelves/Computer_Science/Book:_Python_for_Everybody_(Severance)</a:t>
            </a:r>
            <a:endParaRPr lang="en-US" sz="1200" dirty="0"/>
          </a:p>
        </p:txBody>
      </p:sp>
    </p:spTree>
    <p:extLst>
      <p:ext uri="{BB962C8B-B14F-4D97-AF65-F5344CB8AC3E}">
        <p14:creationId xmlns:p14="http://schemas.microsoft.com/office/powerpoint/2010/main" val="3383233928"/>
      </p:ext>
    </p:extLst>
  </p:cSld>
  <p:clrMapOvr>
    <a:masterClrMapping/>
  </p:clrMapOvr>
  <mc:AlternateContent xmlns:mc="http://schemas.openxmlformats.org/markup-compatibility/2006" xmlns:p14="http://schemas.microsoft.com/office/powerpoint/2010/main">
    <mc:Choice Requires="p14">
      <p:transition spd="slow" p14:dur="2000" advTm="110235"/>
    </mc:Choice>
    <mc:Fallback xmlns="">
      <p:transition spd="slow" advTm="110235"/>
    </mc:Fallback>
  </mc:AlternateContent>
  <p:extLst>
    <p:ext uri="{3A86A75C-4F4B-4683-9AE1-C65F6400EC91}">
      <p14:laserTraceLst xmlns:p14="http://schemas.microsoft.com/office/powerpoint/2010/main">
        <p14:tracePtLst>
          <p14:tracePt t="29412" x="3632200" y="2495550"/>
          <p14:tracePt t="29676" x="3625850" y="2495550"/>
          <p14:tracePt t="29711" x="3619500" y="2495550"/>
          <p14:tracePt t="29726" x="3613150" y="2495550"/>
          <p14:tracePt t="29758" x="3606800" y="2489200"/>
          <p14:tracePt t="29776" x="3600450" y="2489200"/>
          <p14:tracePt t="29790" x="3587750" y="2489200"/>
          <p14:tracePt t="29806" x="3581400" y="2489200"/>
          <p14:tracePt t="29814" x="3575050" y="2489200"/>
          <p14:tracePt t="29823" x="3568700" y="2489200"/>
          <p14:tracePt t="29839" x="3562350" y="2482850"/>
          <p14:tracePt t="29854" x="3543300" y="2482850"/>
          <p14:tracePt t="29872" x="3530600" y="2482850"/>
          <p14:tracePt t="29887" x="3492500" y="2476500"/>
          <p14:tracePt t="29904" x="3473450" y="2476500"/>
          <p14:tracePt t="29920" x="3441700" y="2470150"/>
          <p14:tracePt t="29937" x="3416300" y="2463800"/>
          <p14:tracePt t="29953" x="3397250" y="2463800"/>
          <p14:tracePt t="29971" x="3365500" y="2463800"/>
          <p14:tracePt t="29974" x="3352800" y="2463800"/>
          <p14:tracePt t="29987" x="3340100" y="2463800"/>
          <p14:tracePt t="30004" x="3308350" y="2463800"/>
          <p14:tracePt t="30010" x="3289300" y="2463800"/>
          <p14:tracePt t="30020" x="3276600" y="2463800"/>
          <p14:tracePt t="30037" x="3244850" y="2463800"/>
          <p14:tracePt t="30040" x="3225800" y="2463800"/>
          <p14:tracePt t="30054" x="3194050" y="2463800"/>
          <p14:tracePt t="30070" x="3155950" y="2457450"/>
          <p14:tracePt t="30073" x="3136900" y="2451100"/>
          <p14:tracePt t="30088" x="3098800" y="2451100"/>
          <p14:tracePt t="30103" x="3060700" y="2444750"/>
          <p14:tracePt t="30121" x="3016250" y="2444750"/>
          <p14:tracePt t="30137" x="2971800" y="2444750"/>
          <p14:tracePt t="30154" x="2946400" y="2438400"/>
          <p14:tracePt t="30170" x="2901950" y="2438400"/>
          <p14:tracePt t="30187" x="2870200" y="2438400"/>
          <p14:tracePt t="30204" x="2838450" y="2438400"/>
          <p14:tracePt t="30221" x="2806700" y="2438400"/>
          <p14:tracePt t="30237" x="2774950" y="2438400"/>
          <p14:tracePt t="30240" x="2749550" y="2438400"/>
          <p14:tracePt t="30256" x="2730500" y="2438400"/>
          <p14:tracePt t="30270" x="2711450" y="2438400"/>
          <p14:tracePt t="30274" x="2686050" y="2438400"/>
          <p14:tracePt t="30287" x="2667000" y="2438400"/>
          <p14:tracePt t="30304" x="2635250" y="2438400"/>
          <p14:tracePt t="30306" x="2616200" y="2438400"/>
          <p14:tracePt t="30323" x="2603500" y="2438400"/>
          <p14:tracePt t="30338" x="2584450" y="2438400"/>
          <p14:tracePt t="30354" x="2559050" y="2438400"/>
          <p14:tracePt t="30370" x="2520950" y="2438400"/>
          <p14:tracePt t="30387" x="2489200" y="2438400"/>
          <p14:tracePt t="30404" x="2457450" y="2438400"/>
          <p14:tracePt t="30420" x="2419350" y="2438400"/>
          <p14:tracePt t="30437" x="2381250" y="2438400"/>
          <p14:tracePt t="30454" x="2343150" y="2438400"/>
          <p14:tracePt t="30470" x="2317750" y="2438400"/>
          <p14:tracePt t="30475" x="2305050" y="2438400"/>
          <p14:tracePt t="30487" x="2292350" y="2438400"/>
          <p14:tracePt t="30504" x="2266950" y="2438400"/>
          <p14:tracePt t="30506" x="2260600" y="2438400"/>
          <p14:tracePt t="30520" x="2254250" y="2438400"/>
          <p14:tracePt t="30538" x="2203450" y="2438400"/>
          <p14:tracePt t="30554" x="2184400" y="2444750"/>
          <p14:tracePt t="30570" x="2178050" y="2444750"/>
          <p14:tracePt t="30573" x="2165350" y="2451100"/>
          <p14:tracePt t="30588" x="2127250" y="2451100"/>
          <p14:tracePt t="30604" x="2101850" y="2457450"/>
          <p14:tracePt t="30621" x="2076450" y="2463800"/>
          <p14:tracePt t="30637" x="2063750" y="2470150"/>
          <p14:tracePt t="30654" x="2044700" y="2482850"/>
          <p14:tracePt t="30671" x="2038350" y="2489200"/>
          <p14:tracePt t="30687" x="2025650" y="2495550"/>
          <p14:tracePt t="30703" x="2019300" y="2501900"/>
          <p14:tracePt t="30708" x="2012950" y="2514600"/>
          <p14:tracePt t="30720" x="2006600" y="2514600"/>
          <p14:tracePt t="30737" x="2000250" y="2527300"/>
          <p14:tracePt t="30740" x="2000250" y="2533650"/>
          <p14:tracePt t="30754" x="1993900" y="2546350"/>
          <p14:tracePt t="30771" x="1987550" y="2552700"/>
          <p14:tracePt t="30774" x="1987550" y="2559050"/>
          <p14:tracePt t="30788" x="1981200" y="2584450"/>
          <p14:tracePt t="30804" x="1974850" y="2603500"/>
          <p14:tracePt t="30821" x="1974850" y="2622550"/>
          <p14:tracePt t="30838" x="1968500" y="2635250"/>
          <p14:tracePt t="30854" x="1968500" y="2660650"/>
          <p14:tracePt t="30870" x="1968500" y="2679700"/>
          <p14:tracePt t="30887" x="1974850" y="2686050"/>
          <p14:tracePt t="30904" x="1987550" y="2698750"/>
          <p14:tracePt t="30920" x="1993900" y="2717800"/>
          <p14:tracePt t="30937" x="2006600" y="2724150"/>
          <p14:tracePt t="30953" x="2019300" y="2736850"/>
          <p14:tracePt t="30971" x="2032000" y="2749550"/>
          <p14:tracePt t="30987" x="2044700" y="2762250"/>
          <p14:tracePt t="31004" x="2063750" y="2781300"/>
          <p14:tracePt t="31008" x="2076450" y="2781300"/>
          <p14:tracePt t="31023" x="2089150" y="2794000"/>
          <p14:tracePt t="31038" x="2114550" y="2800350"/>
          <p14:tracePt t="31054" x="2139950" y="2819400"/>
          <p14:tracePt t="31070" x="2165350" y="2832100"/>
          <p14:tracePt t="31087" x="2203450" y="2838450"/>
          <p14:tracePt t="31104" x="2235200" y="2851150"/>
          <p14:tracePt t="31120" x="2273300" y="2857500"/>
          <p14:tracePt t="31137" x="2343150" y="2870200"/>
          <p14:tracePt t="31154" x="2393950" y="2882900"/>
          <p14:tracePt t="31170" x="2432050" y="2889250"/>
          <p14:tracePt t="31187" x="2476500" y="2895600"/>
          <p14:tracePt t="31204" x="2514600" y="2901950"/>
          <p14:tracePt t="31221" x="2565400" y="2914650"/>
          <p14:tracePt t="31237" x="2616200" y="2921000"/>
          <p14:tracePt t="31241" x="2647950" y="2927350"/>
          <p14:tracePt t="31254" x="2679700" y="2927350"/>
          <p14:tracePt t="31270" x="2717800" y="2933700"/>
          <p14:tracePt t="31273" x="2762250" y="2940050"/>
          <p14:tracePt t="31288" x="2838450" y="2946400"/>
          <p14:tracePt t="31304" x="2901950" y="2946400"/>
          <p14:tracePt t="31320" x="2965450" y="2946400"/>
          <p14:tracePt t="31337" x="3028950" y="2952750"/>
          <p14:tracePt t="31354" x="3054350" y="2952750"/>
          <p14:tracePt t="31371" x="3111500" y="2959100"/>
          <p14:tracePt t="31387" x="3168650" y="2959100"/>
          <p14:tracePt t="31404" x="3238500" y="2959100"/>
          <p14:tracePt t="31423" x="3276600" y="2959100"/>
          <p14:tracePt t="31437" x="3352800" y="2965450"/>
          <p14:tracePt t="31457" x="3441700" y="2971800"/>
          <p14:tracePt t="31459" x="3479800" y="2971800"/>
          <p14:tracePt t="31470" x="3524250" y="2978150"/>
          <p14:tracePt t="31489" x="3575050" y="2978150"/>
          <p14:tracePt t="31492" x="3638550" y="2984500"/>
          <p14:tracePt t="31504" x="3689350" y="2984500"/>
          <p14:tracePt t="31521" x="3784600" y="2990850"/>
          <p14:tracePt t="31538" x="3867150" y="2997200"/>
          <p14:tracePt t="31556" x="3930650" y="2997200"/>
          <p14:tracePt t="31570" x="3981450" y="2997200"/>
          <p14:tracePt t="31588" x="4025900" y="2990850"/>
          <p14:tracePt t="31604" x="4070350" y="2984500"/>
          <p14:tracePt t="31621" x="4121150" y="2978150"/>
          <p14:tracePt t="31637" x="4165600" y="2971800"/>
          <p14:tracePt t="31654" x="4197350" y="2965450"/>
          <p14:tracePt t="31670" x="4235450" y="2959100"/>
          <p14:tracePt t="31687" x="4273550" y="2952750"/>
          <p14:tracePt t="31704" x="4298950" y="2940050"/>
          <p14:tracePt t="31720" x="4318000" y="2940050"/>
          <p14:tracePt t="31724" x="4343400" y="2933700"/>
          <p14:tracePt t="31737" x="4343400" y="2927350"/>
          <p14:tracePt t="31754" x="4356100" y="2927350"/>
          <p14:tracePt t="31756" x="4356100" y="2921000"/>
          <p14:tracePt t="31773" x="4362450" y="2914650"/>
          <p14:tracePt t="31788" x="4368800" y="2908300"/>
          <p14:tracePt t="31806" x="4375150" y="2901950"/>
          <p14:tracePt t="31821" x="4381500" y="2889250"/>
          <p14:tracePt t="31837" x="4387850" y="2870200"/>
          <p14:tracePt t="31854" x="4400550" y="2851150"/>
          <p14:tracePt t="31871" x="4413250" y="2832100"/>
          <p14:tracePt t="31887" x="4419600" y="2800350"/>
          <p14:tracePt t="31904" x="4425950" y="2781300"/>
          <p14:tracePt t="31921" x="4432300" y="2749550"/>
          <p14:tracePt t="31924" x="4438650" y="2736850"/>
          <p14:tracePt t="31937" x="4438650" y="2724150"/>
          <p14:tracePt t="31954" x="4438650" y="2698750"/>
          <p14:tracePt t="31958" x="4438650" y="2686050"/>
          <p14:tracePt t="31971" x="4438650" y="2673350"/>
          <p14:tracePt t="31988" x="4438650" y="2660650"/>
          <p14:tracePt t="31990" x="4438650" y="2654300"/>
          <p14:tracePt t="32004" x="4438650" y="2647950"/>
          <p14:tracePt t="32021" x="4438650" y="2641600"/>
          <p14:tracePt t="32038" x="4438650" y="2635250"/>
          <p14:tracePt t="32054" x="4438650" y="2628900"/>
          <p14:tracePt t="32071" x="4432300" y="2609850"/>
          <p14:tracePt t="32087" x="4432300" y="2590800"/>
          <p14:tracePt t="32105" x="4425950" y="2584450"/>
          <p14:tracePt t="32122" x="4413250" y="2559050"/>
          <p14:tracePt t="32127" x="4406900" y="2546350"/>
          <p14:tracePt t="32137" x="4400550" y="2533650"/>
          <p14:tracePt t="32154" x="4381500" y="2508250"/>
          <p14:tracePt t="32159" x="4381500" y="2501900"/>
          <p14:tracePt t="32174" x="4368800" y="2495550"/>
          <p14:tracePt t="32187" x="4362450" y="2489200"/>
          <p14:tracePt t="32204" x="4349750" y="2482850"/>
          <p14:tracePt t="32221" x="4330700" y="2482850"/>
          <p14:tracePt t="32224" x="4324350" y="2482850"/>
          <p14:tracePt t="32237" x="4318000" y="2482850"/>
          <p14:tracePt t="32254" x="4273550" y="2482850"/>
          <p14:tracePt t="32258" x="4260850" y="2482850"/>
          <p14:tracePt t="32271" x="4241800" y="2482850"/>
          <p14:tracePt t="32288" x="4114800" y="2482850"/>
          <p14:tracePt t="32304" x="4019550" y="2482850"/>
          <p14:tracePt t="32321" x="3924300" y="2482850"/>
          <p14:tracePt t="32337" x="3848100" y="2482850"/>
          <p14:tracePt t="32354" x="3721100" y="2482850"/>
          <p14:tracePt t="32371" x="3625850" y="2476500"/>
          <p14:tracePt t="32387" x="3524250" y="2470150"/>
          <p14:tracePt t="32404" x="3429000" y="2463800"/>
          <p14:tracePt t="32421" x="3346450" y="2451100"/>
          <p14:tracePt t="32425" x="3321050" y="2444750"/>
          <p14:tracePt t="32437" x="3295650" y="2444750"/>
          <p14:tracePt t="32454" x="3244850" y="2438400"/>
          <p14:tracePt t="32457" x="3219450" y="2432050"/>
          <p14:tracePt t="32471" x="3187700" y="2432050"/>
          <p14:tracePt t="32487" x="3136900" y="2425700"/>
          <p14:tracePt t="32491" x="3098800" y="2425700"/>
          <p14:tracePt t="32505" x="3054350" y="2425700"/>
          <p14:tracePt t="32521" x="2990850" y="2425700"/>
          <p14:tracePt t="32523" x="2971800" y="2425700"/>
          <p14:tracePt t="32538" x="2882900" y="2425700"/>
          <p14:tracePt t="32554" x="2832100" y="2432050"/>
          <p14:tracePt t="32570" x="2794000" y="2432050"/>
          <p14:tracePt t="32587" x="2781300" y="2438400"/>
          <p14:tracePt t="32604" x="2755900" y="2438400"/>
          <p14:tracePt t="32621" x="2743200" y="2438400"/>
          <p14:tracePt t="32637" x="2730500" y="2438400"/>
          <p14:tracePt t="32853" x="0" y="0"/>
        </p14:tracePtLst>
        <p14:tracePtLst>
          <p14:tracePt t="35944" x="3028950" y="3067050"/>
          <p14:tracePt t="35951" x="3028950" y="3060700"/>
          <p14:tracePt t="36019" x="3028950" y="3054350"/>
          <p14:tracePt t="36059" x="3022600" y="3054350"/>
          <p14:tracePt t="36067" x="3022600" y="3048000"/>
          <p14:tracePt t="36077" x="3022600" y="3041650"/>
          <p14:tracePt t="36088" x="3016250" y="3041650"/>
          <p14:tracePt t="36104" x="3016250" y="3035300"/>
          <p14:tracePt t="36121" x="3009900" y="3035300"/>
          <p14:tracePt t="36125" x="3009900" y="3028950"/>
          <p14:tracePt t="36144" x="2997200" y="3022600"/>
          <p14:tracePt t="36154" x="2997200" y="3016250"/>
          <p14:tracePt t="36171" x="2990850" y="3009900"/>
          <p14:tracePt t="36175" x="2984500" y="3003550"/>
          <p14:tracePt t="36188" x="2971800" y="2997200"/>
          <p14:tracePt t="36204" x="2952750" y="2984500"/>
          <p14:tracePt t="36221" x="2933700" y="2971800"/>
          <p14:tracePt t="36237" x="2914650" y="2959100"/>
          <p14:tracePt t="36254" x="2901950" y="2959100"/>
          <p14:tracePt t="36271" x="2889250" y="2946400"/>
          <p14:tracePt t="36287" x="2870200" y="2940050"/>
          <p14:tracePt t="36304" x="2863850" y="2933700"/>
          <p14:tracePt t="36321" x="2851150" y="2927350"/>
          <p14:tracePt t="36325" x="2844800" y="2927350"/>
          <p14:tracePt t="36337" x="2838450" y="2927350"/>
          <p14:tracePt t="36354" x="2825750" y="2927350"/>
          <p14:tracePt t="36357" x="2825750" y="2921000"/>
          <p14:tracePt t="36371" x="2813050" y="2921000"/>
          <p14:tracePt t="36388" x="2794000" y="2914650"/>
          <p14:tracePt t="36406" x="2787650" y="2908300"/>
          <p14:tracePt t="36409" x="2774950" y="2901950"/>
          <p14:tracePt t="36421" x="2762250" y="2901950"/>
          <p14:tracePt t="36442" x="2724150" y="2889250"/>
          <p14:tracePt t="36454" x="2692400" y="2882900"/>
          <p14:tracePt t="36475" x="2660650" y="2870200"/>
          <p14:tracePt t="36487" x="2635250" y="2870200"/>
          <p14:tracePt t="36506" x="2609850" y="2857500"/>
          <p14:tracePt t="36521" x="2584450" y="2851150"/>
          <p14:tracePt t="36539" x="2571750" y="2851150"/>
          <p14:tracePt t="36542" x="2559050" y="2851150"/>
          <p14:tracePt t="36554" x="2540000" y="2851150"/>
          <p14:tracePt t="36571" x="2514600" y="2851150"/>
          <p14:tracePt t="36574" x="2501900" y="2851150"/>
          <p14:tracePt t="36587" x="2489200" y="2851150"/>
          <p14:tracePt t="36604" x="2463800" y="2851150"/>
          <p14:tracePt t="36621" x="2444750" y="2851150"/>
          <p14:tracePt t="36638" x="2406650" y="2844800"/>
          <p14:tracePt t="36654" x="2381250" y="2844800"/>
          <p14:tracePt t="36671" x="2362200" y="2844800"/>
          <p14:tracePt t="36688" x="2330450" y="2844800"/>
          <p14:tracePt t="36704" x="2298700" y="2844800"/>
          <p14:tracePt t="36721" x="2286000" y="2844800"/>
          <p14:tracePt t="36737" x="2266950" y="2844800"/>
          <p14:tracePt t="36754" x="2241550" y="2844800"/>
          <p14:tracePt t="36771" x="2235200" y="2851150"/>
          <p14:tracePt t="36788" x="2209800" y="2857500"/>
          <p14:tracePt t="36804" x="2178050" y="2863850"/>
          <p14:tracePt t="36821" x="2165350" y="2863850"/>
          <p14:tracePt t="36837" x="2139950" y="2870200"/>
          <p14:tracePt t="36840" x="2120900" y="2876550"/>
          <p14:tracePt t="36854" x="2114550" y="2876550"/>
          <p14:tracePt t="36871" x="2101850" y="2876550"/>
          <p14:tracePt t="36874" x="2095500" y="2882900"/>
          <p14:tracePt t="36888" x="2076450" y="2889250"/>
          <p14:tracePt t="36904" x="2070100" y="2889250"/>
          <p14:tracePt t="36921" x="2057400" y="2901950"/>
          <p14:tracePt t="36954" x="2051050" y="2908300"/>
          <p14:tracePt t="36987" x="2044700" y="2914650"/>
          <p14:tracePt t="37004" x="2044700" y="2921000"/>
          <p14:tracePt t="37021" x="2038350" y="2927350"/>
          <p14:tracePt t="37038" x="2038350" y="2940050"/>
          <p14:tracePt t="37054" x="2038350" y="2946400"/>
          <p14:tracePt t="37071" x="2038350" y="2959100"/>
          <p14:tracePt t="37076" x="2038350" y="2965450"/>
          <p14:tracePt t="37092" x="2038350" y="2978150"/>
          <p14:tracePt t="37104" x="2038350" y="2990850"/>
          <p14:tracePt t="37108" x="2038350" y="2997200"/>
          <p14:tracePt t="37122" x="2038350" y="3009900"/>
          <p14:tracePt t="37138" x="2044700" y="3035300"/>
          <p14:tracePt t="37154" x="2051050" y="3048000"/>
          <p14:tracePt t="37171" x="2063750" y="3067050"/>
          <p14:tracePt t="37187" x="2070100" y="3079750"/>
          <p14:tracePt t="37205" x="2076450" y="3098800"/>
          <p14:tracePt t="37221" x="2082800" y="3111500"/>
          <p14:tracePt t="37237" x="2095500" y="3124200"/>
          <p14:tracePt t="37254" x="2108200" y="3136900"/>
          <p14:tracePt t="37271" x="2120900" y="3149600"/>
          <p14:tracePt t="37288" x="2133600" y="3162300"/>
          <p14:tracePt t="37304" x="2139950" y="3168650"/>
          <p14:tracePt t="37321" x="2152650" y="3181350"/>
          <p14:tracePt t="37338" x="2165350" y="3187700"/>
          <p14:tracePt t="37342" x="2178050" y="3200400"/>
          <p14:tracePt t="37354" x="2184400" y="3200400"/>
          <p14:tracePt t="37371" x="2203450" y="3213100"/>
          <p14:tracePt t="37374" x="2216150" y="3213100"/>
          <p14:tracePt t="37390" x="2241550" y="3219450"/>
          <p14:tracePt t="37404" x="2273300" y="3225800"/>
          <p14:tracePt t="37421" x="2305050" y="3225800"/>
          <p14:tracePt t="37437" x="2343150" y="3232150"/>
          <p14:tracePt t="37454" x="2368550" y="3232150"/>
          <p14:tracePt t="37471" x="2400300" y="3244850"/>
          <p14:tracePt t="37487" x="2425700" y="3244850"/>
          <p14:tracePt t="37504" x="2444750" y="3244850"/>
          <p14:tracePt t="37521" x="2470150" y="3251200"/>
          <p14:tracePt t="37538" x="2495550" y="3257550"/>
          <p14:tracePt t="37554" x="2527300" y="3257550"/>
          <p14:tracePt t="37571" x="2552700" y="3257550"/>
          <p14:tracePt t="37576" x="2571750" y="3257550"/>
          <p14:tracePt t="37587" x="2584450" y="3257550"/>
          <p14:tracePt t="37604" x="2622550" y="3257550"/>
          <p14:tracePt t="37607" x="2641600" y="3257550"/>
          <p14:tracePt t="37621" x="2660650" y="3257550"/>
          <p14:tracePt t="37638" x="2717800" y="3251200"/>
          <p14:tracePt t="37654" x="2762250" y="3244850"/>
          <p14:tracePt t="37671" x="2794000" y="3244850"/>
          <p14:tracePt t="37687" x="2844800" y="3238500"/>
          <p14:tracePt t="37704" x="2870200" y="3232150"/>
          <p14:tracePt t="37721" x="2889250" y="3225800"/>
          <p14:tracePt t="37737" x="2908300" y="3225800"/>
          <p14:tracePt t="37754" x="2927350" y="3219450"/>
          <p14:tracePt t="37771" x="2933700" y="3219450"/>
          <p14:tracePt t="37788" x="2946400" y="3206750"/>
          <p14:tracePt t="37821" x="2952750" y="3200400"/>
          <p14:tracePt t="37837" x="2959100" y="3194050"/>
          <p14:tracePt t="37854" x="2965450" y="3187700"/>
          <p14:tracePt t="37871" x="2971800" y="3175000"/>
          <p14:tracePt t="37888" x="2978150" y="3155950"/>
          <p14:tracePt t="37904" x="2984500" y="3149600"/>
          <p14:tracePt t="37921" x="2990850" y="3136900"/>
          <p14:tracePt t="37937" x="3003550" y="3124200"/>
          <p14:tracePt t="37955" x="3009900" y="3111500"/>
          <p14:tracePt t="37971" x="3009900" y="3105150"/>
          <p14:tracePt t="37988" x="3016250" y="3092450"/>
          <p14:tracePt t="38005" x="3022600" y="3086100"/>
          <p14:tracePt t="38021" x="3022600" y="3079750"/>
          <p14:tracePt t="38037" x="3022600" y="3073400"/>
          <p14:tracePt t="38057" x="3022600" y="3067050"/>
          <p14:tracePt t="38071" x="3016250" y="3060700"/>
          <p14:tracePt t="38091" x="3009900" y="3054350"/>
          <p14:tracePt t="38106" x="3009900" y="3048000"/>
          <p14:tracePt t="38123" x="3003550" y="3041650"/>
          <p14:tracePt t="38139" x="3003550" y="3035300"/>
          <p14:tracePt t="38156" x="2990850" y="3028950"/>
          <p14:tracePt t="38171" x="2990850" y="3016250"/>
          <p14:tracePt t="38188" x="2984500" y="3009900"/>
          <p14:tracePt t="38204" x="2978150" y="3003550"/>
          <p14:tracePt t="38222" x="2971800" y="2997200"/>
          <p14:tracePt t="38237" x="2965450" y="2990850"/>
          <p14:tracePt t="38255" x="2959100" y="2990850"/>
          <p14:tracePt t="38260" x="2959100" y="2984500"/>
          <p14:tracePt t="38270" x="2952750" y="2984500"/>
          <p14:tracePt t="38287" x="2952750" y="2978150"/>
          <p14:tracePt t="38290" x="2946400" y="2978150"/>
          <p14:tracePt t="38304" x="2940050" y="2978150"/>
          <p14:tracePt t="38321" x="2933700" y="2965450"/>
          <p14:tracePt t="38323" x="2927350" y="2965450"/>
          <p14:tracePt t="38338" x="2927350" y="2959100"/>
          <p14:tracePt t="38354" x="2908300" y="2946400"/>
          <p14:tracePt t="38357" x="2895600" y="2940050"/>
          <p14:tracePt t="38371" x="2876550" y="2940050"/>
          <p14:tracePt t="38388" x="2832100" y="2921000"/>
          <p14:tracePt t="38406" x="2813050" y="2921000"/>
          <p14:tracePt t="38421" x="2774950" y="2914650"/>
          <p14:tracePt t="38437" x="2743200" y="2908300"/>
          <p14:tracePt t="38454" x="2711450" y="2908300"/>
          <p14:tracePt t="38471" x="2698750" y="2901950"/>
          <p14:tracePt t="38488" x="2679700" y="2901950"/>
          <p14:tracePt t="38492" x="2667000" y="2901950"/>
          <p14:tracePt t="38504" x="2647950" y="2901950"/>
          <p14:tracePt t="38521" x="2616200" y="2901950"/>
          <p14:tracePt t="38524" x="2590800" y="2901950"/>
          <p14:tracePt t="38541" x="2559050" y="2901950"/>
          <p14:tracePt t="38554" x="2533650" y="2901950"/>
          <p14:tracePt t="38559" x="2508250" y="2901950"/>
          <p14:tracePt t="38571" x="2482850" y="2901950"/>
          <p14:tracePt t="38588" x="2413000" y="2901950"/>
          <p14:tracePt t="38604" x="2336800" y="2901950"/>
          <p14:tracePt t="38621" x="2298700" y="2901950"/>
          <p14:tracePt t="38624" x="2273300" y="2901950"/>
          <p14:tracePt t="38640" x="2247900" y="2901950"/>
          <p14:tracePt t="38654" x="2216150" y="2901950"/>
          <p14:tracePt t="38671" x="2197100" y="2901950"/>
          <p14:tracePt t="38687" x="2190750" y="2901950"/>
          <p14:tracePt t="38704" x="2171700" y="2901950"/>
          <p14:tracePt t="38721" x="2159000" y="2901950"/>
          <p14:tracePt t="38738" x="2120900" y="2901950"/>
          <p14:tracePt t="38754" x="2089150" y="2901950"/>
          <p14:tracePt t="38758" x="2082800" y="2901950"/>
          <p14:tracePt t="38771" x="2063750" y="2901950"/>
          <p14:tracePt t="38788" x="2063750" y="2908300"/>
          <p14:tracePt t="38791" x="2057400" y="2908300"/>
          <p14:tracePt t="38985" x="2063750" y="2908300"/>
          <p14:tracePt t="39002" x="2070100" y="2895600"/>
          <p14:tracePt t="39009" x="2082800" y="2889250"/>
          <p14:tracePt t="39016" x="0" y="0"/>
        </p14:tracePtLst>
        <p14:tracePtLst>
          <p14:tracePt t="58247" x="2698750" y="3251200"/>
          <p14:tracePt t="58259" x="2698750" y="3244850"/>
          <p14:tracePt t="58267" x="2692400" y="3244850"/>
          <p14:tracePt t="58320" x="2692400" y="3238500"/>
          <p14:tracePt t="58325" x="2686050" y="3238500"/>
          <p14:tracePt t="58371" x="2673350" y="3232150"/>
          <p14:tracePt t="58374" x="2667000" y="3232150"/>
          <p14:tracePt t="58390" x="2660650" y="3232150"/>
          <p14:tracePt t="58405" x="2654300" y="3225800"/>
          <p14:tracePt t="58421" x="2641600" y="3225800"/>
          <p14:tracePt t="58438" x="2616200" y="3219450"/>
          <p14:tracePt t="58455" x="2597150" y="3213100"/>
          <p14:tracePt t="58471" x="2578100" y="3213100"/>
          <p14:tracePt t="58488" x="2565400" y="3213100"/>
          <p14:tracePt t="58505" x="2552700" y="3213100"/>
          <p14:tracePt t="58521" x="2540000" y="3219450"/>
          <p14:tracePt t="58524" x="2527300" y="3225800"/>
          <p14:tracePt t="58538" x="2520950" y="3225800"/>
          <p14:tracePt t="58555" x="2501900" y="3244850"/>
          <p14:tracePt t="58557" x="2489200" y="3244850"/>
          <p14:tracePt t="58571" x="2476500" y="3244850"/>
          <p14:tracePt t="58588" x="2451100" y="3257550"/>
          <p14:tracePt t="58591" x="2444750" y="3257550"/>
          <p14:tracePt t="58605" x="2438400" y="3263900"/>
          <p14:tracePt t="58621" x="2432050" y="3263900"/>
          <p14:tracePt t="58624" x="2425700" y="3270250"/>
          <p14:tracePt t="58640" x="2419350" y="3276600"/>
          <p14:tracePt t="58655" x="2413000" y="3282950"/>
          <p14:tracePt t="58680" x="2413000" y="3289300"/>
          <p14:tracePt t="58688" x="2406650" y="3295650"/>
          <p14:tracePt t="58721" x="2406650" y="3302000"/>
          <p14:tracePt t="58738" x="2406650" y="3308350"/>
          <p14:tracePt t="58755" x="2400300" y="3321050"/>
          <p14:tracePt t="58772" x="2400300" y="3327400"/>
          <p14:tracePt t="58788" x="2400300" y="3333750"/>
          <p14:tracePt t="58805" x="2400300" y="3340100"/>
          <p14:tracePt t="58821" x="2400300" y="3352800"/>
          <p14:tracePt t="58824" x="2400300" y="3359150"/>
          <p14:tracePt t="58839" x="2400300" y="3371850"/>
          <p14:tracePt t="58855" x="2400300" y="3384550"/>
          <p14:tracePt t="58871" x="2400300" y="3397250"/>
          <p14:tracePt t="58889" x="2413000" y="3416300"/>
          <p14:tracePt t="58907" x="2419350" y="3429000"/>
          <p14:tracePt t="58922" x="2425700" y="3429000"/>
          <p14:tracePt t="58937" x="2432050" y="3435350"/>
          <p14:tracePt t="58955" x="2438400" y="3441700"/>
          <p14:tracePt t="58971" x="2444750" y="3441700"/>
          <p14:tracePt t="58988" x="2451100" y="3454400"/>
          <p14:tracePt t="59006" x="2463800" y="3454400"/>
          <p14:tracePt t="59021" x="2482850" y="3467100"/>
          <p14:tracePt t="59025" x="2489200" y="3467100"/>
          <p14:tracePt t="59042" x="2495550" y="3473450"/>
          <p14:tracePt t="59055" x="2508250" y="3479800"/>
          <p14:tracePt t="59071" x="2520950" y="3486150"/>
          <p14:tracePt t="59074" x="2533650" y="3486150"/>
          <p14:tracePt t="59090" x="2546350" y="3492500"/>
          <p14:tracePt t="59121" x="2552700" y="3492500"/>
          <p14:tracePt t="59145" x="2559050" y="3492500"/>
          <p14:tracePt t="59171" x="2565400" y="3492500"/>
          <p14:tracePt t="59179" x="2571750" y="3486150"/>
          <p14:tracePt t="59188" x="2578100" y="3486150"/>
          <p14:tracePt t="59205" x="2590800" y="3473450"/>
          <p14:tracePt t="59221" x="2603500" y="3467100"/>
          <p14:tracePt t="59238" x="2609850" y="3460750"/>
          <p14:tracePt t="59255" x="2622550" y="3460750"/>
          <p14:tracePt t="59271" x="2628900" y="3454400"/>
          <p14:tracePt t="59288" x="2641600" y="3448050"/>
          <p14:tracePt t="59294" x="2647950" y="3448050"/>
          <p14:tracePt t="59304" x="2654300" y="3448050"/>
          <p14:tracePt t="59321" x="2673350" y="3441700"/>
          <p14:tracePt t="59340" x="2686050" y="3435350"/>
          <p14:tracePt t="59355" x="2692400" y="3429000"/>
          <p14:tracePt t="59371" x="2705100" y="3422650"/>
          <p14:tracePt t="59388" x="2717800" y="3416300"/>
          <p14:tracePt t="59406" x="2730500" y="3403600"/>
          <p14:tracePt t="59421" x="2736850" y="3397250"/>
          <p14:tracePt t="59441" x="2743200" y="3390900"/>
          <p14:tracePt t="59455" x="2749550" y="3384550"/>
          <p14:tracePt t="59474" x="2749550" y="3371850"/>
          <p14:tracePt t="59488" x="2749550" y="3365500"/>
          <p14:tracePt t="59507" x="2749550" y="3359150"/>
          <p14:tracePt t="59509" x="2749550" y="3352800"/>
          <p14:tracePt t="59521" x="2749550" y="3346450"/>
          <p14:tracePt t="59539" x="2749550" y="3340100"/>
          <p14:tracePt t="59541" x="2749550" y="3333750"/>
          <p14:tracePt t="59557" x="2749550" y="3321050"/>
          <p14:tracePt t="59589" x="2749550" y="3308350"/>
          <p14:tracePt t="59606" x="2749550" y="3302000"/>
          <p14:tracePt t="59621" x="2749550" y="3295650"/>
          <p14:tracePt t="59653" x="2743200" y="3295650"/>
          <p14:tracePt t="59671" x="2736850" y="3289300"/>
          <p14:tracePt t="59688" x="2730500" y="3282950"/>
          <p14:tracePt t="59705" x="2711450" y="3276600"/>
          <p14:tracePt t="59721" x="2698750" y="3270250"/>
          <p14:tracePt t="59738" x="2673350" y="3263900"/>
          <p14:tracePt t="59755" x="2647950" y="3251200"/>
          <p14:tracePt t="59771" x="2616200" y="3244850"/>
          <p14:tracePt t="59777" x="2603500" y="3244850"/>
          <p14:tracePt t="59788" x="2590800" y="3238500"/>
          <p14:tracePt t="59805" x="2565400" y="3238500"/>
          <p14:tracePt t="59808" x="2559050" y="3238500"/>
          <p14:tracePt t="59821" x="2546350" y="3238500"/>
          <p14:tracePt t="59839" x="2527300" y="3238500"/>
          <p14:tracePt t="59855" x="2508250" y="3238500"/>
          <p14:tracePt t="59871" x="2482850" y="3238500"/>
          <p14:tracePt t="59888" x="2457450" y="3238500"/>
          <p14:tracePt t="59905" x="2444750" y="3238500"/>
          <p14:tracePt t="59921" x="2432050" y="3244850"/>
          <p14:tracePt t="59976" x="2432050" y="3251200"/>
          <p14:tracePt t="60017" x="2425700" y="3251200"/>
          <p14:tracePt t="60026" x="2425700" y="3257550"/>
          <p14:tracePt t="60081" x="2425700" y="3263900"/>
          <p14:tracePt t="60138" x="0" y="0"/>
        </p14:tracePtLst>
        <p14:tracePtLst>
          <p14:tracePt t="64649" x="2298700" y="3587750"/>
          <p14:tracePt t="64657" x="2273300" y="3575050"/>
          <p14:tracePt t="64662" x="2260600" y="3575050"/>
          <p14:tracePt t="64672" x="2247900" y="3568700"/>
          <p14:tracePt t="64705" x="2209800" y="3556000"/>
          <p14:tracePt t="64721" x="2203450" y="3549650"/>
          <p14:tracePt t="64738" x="2197100" y="3549650"/>
          <p14:tracePt t="64816" x="2197100" y="3543300"/>
          <p14:tracePt t="64824" x="2190750" y="3543300"/>
          <p14:tracePt t="64832" x="2178050" y="3543300"/>
          <p14:tracePt t="64840" x="2171700" y="3536950"/>
          <p14:tracePt t="64855" x="2159000" y="3530600"/>
          <p14:tracePt t="64871" x="2139950" y="3524250"/>
          <p14:tracePt t="64888" x="2095500" y="3511550"/>
          <p14:tracePt t="64905" x="2038350" y="3505200"/>
          <p14:tracePt t="64921" x="1987550" y="3498850"/>
          <p14:tracePt t="64938" x="1917700" y="3492500"/>
          <p14:tracePt t="64955" x="1847850" y="3479800"/>
          <p14:tracePt t="64959" x="1828800" y="3479800"/>
          <p14:tracePt t="64971" x="1778000" y="3473450"/>
          <p14:tracePt t="64988" x="1695450" y="3460750"/>
          <p14:tracePt t="65006" x="1657350" y="3460750"/>
          <p14:tracePt t="65023" x="1587500" y="3454400"/>
          <p14:tracePt t="65026" x="1536700" y="3454400"/>
          <p14:tracePt t="65038" x="1517650" y="3454400"/>
          <p14:tracePt t="65055" x="1460500" y="3454400"/>
          <p14:tracePt t="65059" x="1409700" y="3454400"/>
          <p14:tracePt t="65071" x="1390650" y="3454400"/>
          <p14:tracePt t="65089" x="1314450" y="3454400"/>
          <p14:tracePt t="65105" x="1301750" y="3454400"/>
          <p14:tracePt t="65121" x="1282700" y="3460750"/>
          <p14:tracePt t="65178" x="1282700" y="3467100"/>
          <p14:tracePt t="65202" x="1276350" y="3467100"/>
          <p14:tracePt t="65209" x="1276350" y="3473450"/>
          <p14:tracePt t="65217" x="1270000" y="3473450"/>
          <p14:tracePt t="65225" x="1270000" y="3486150"/>
          <p14:tracePt t="65238" x="1270000" y="3492500"/>
          <p14:tracePt t="65255" x="1257300" y="3517900"/>
          <p14:tracePt t="65258" x="1250950" y="3530600"/>
          <p14:tracePt t="65271" x="1250950" y="3556000"/>
          <p14:tracePt t="65288" x="1244600" y="3581400"/>
          <p14:tracePt t="65293" x="1244600" y="3594100"/>
          <p14:tracePt t="65305" x="1244600" y="3613150"/>
          <p14:tracePt t="65322" x="1244600" y="3632200"/>
          <p14:tracePt t="65324" x="1244600" y="3644900"/>
          <p14:tracePt t="65339" x="1244600" y="3657600"/>
          <p14:tracePt t="65355" x="1250950" y="3663950"/>
          <p14:tracePt t="65371" x="1257300" y="3676650"/>
          <p14:tracePt t="65388" x="1263650" y="3683000"/>
          <p14:tracePt t="65405" x="1270000" y="3702050"/>
          <p14:tracePt t="65422" x="1276350" y="3708400"/>
          <p14:tracePt t="65438" x="1282700" y="3727450"/>
          <p14:tracePt t="65455" x="1301750" y="3752850"/>
          <p14:tracePt t="65459" x="1320800" y="3759200"/>
          <p14:tracePt t="65472" x="1327150" y="3771900"/>
          <p14:tracePt t="65488" x="1346200" y="3790950"/>
          <p14:tracePt t="65491" x="1352550" y="3790950"/>
          <p14:tracePt t="65505" x="1365250" y="3810000"/>
          <p14:tracePt t="65522" x="1384300" y="3822700"/>
          <p14:tracePt t="65524" x="1397000" y="3829050"/>
          <p14:tracePt t="65540" x="1428750" y="3841750"/>
          <p14:tracePt t="65555" x="1435100" y="3841750"/>
          <p14:tracePt t="65560" x="1447800" y="3854450"/>
          <p14:tracePt t="65571" x="1466850" y="3860800"/>
          <p14:tracePt t="65588" x="1511300" y="3879850"/>
          <p14:tracePt t="65605" x="1549400" y="3886200"/>
          <p14:tracePt t="65621" x="1574800" y="3898900"/>
          <p14:tracePt t="65638" x="1606550" y="3898900"/>
          <p14:tracePt t="65654" x="1625600" y="3905250"/>
          <p14:tracePt t="65671" x="1644650" y="3905250"/>
          <p14:tracePt t="65688" x="1676400" y="3911600"/>
          <p14:tracePt t="65705" x="1701800" y="3911600"/>
          <p14:tracePt t="65722" x="1727200" y="3911600"/>
          <p14:tracePt t="65725" x="1739900" y="3911600"/>
          <p14:tracePt t="65738" x="1758950" y="3911600"/>
          <p14:tracePt t="65755" x="1778000" y="3911600"/>
          <p14:tracePt t="65758" x="1784350" y="3911600"/>
          <p14:tracePt t="65771" x="1803400" y="3911600"/>
          <p14:tracePt t="65789" x="1835150" y="3911600"/>
          <p14:tracePt t="65805" x="1854200" y="3911600"/>
          <p14:tracePt t="65821" x="1873250" y="3905250"/>
          <p14:tracePt t="65839" x="1898650" y="3886200"/>
          <p14:tracePt t="65855" x="1924050" y="3854450"/>
          <p14:tracePt t="65871" x="1936750" y="3841750"/>
          <p14:tracePt t="65888" x="1968500" y="3816350"/>
          <p14:tracePt t="65905" x="1981200" y="3803650"/>
          <p14:tracePt t="65921" x="2012950" y="3784600"/>
          <p14:tracePt t="65938" x="2038350" y="3771900"/>
          <p14:tracePt t="65955" x="2051050" y="3771900"/>
          <p14:tracePt t="65971" x="2089150" y="3746500"/>
          <p14:tracePt t="65988" x="2095500" y="3746500"/>
          <p14:tracePt t="65992" x="2101850" y="3740150"/>
          <p14:tracePt t="66006" x="2108200" y="3740150"/>
          <p14:tracePt t="66012" x="2108200" y="3733800"/>
          <p14:tracePt t="66021" x="2114550" y="3727450"/>
          <p14:tracePt t="66041" x="2120900" y="3721100"/>
          <p14:tracePt t="66055" x="2127250" y="3714750"/>
          <p14:tracePt t="66073" x="2127250" y="3702050"/>
          <p14:tracePt t="66088" x="2127250" y="3670300"/>
          <p14:tracePt t="66107" x="2127250" y="3657600"/>
          <p14:tracePt t="66122" x="2120900" y="3632200"/>
          <p14:tracePt t="66140" x="2095500" y="3600450"/>
          <p14:tracePt t="66155" x="2063750" y="3568700"/>
          <p14:tracePt t="66172" x="2032000" y="3536950"/>
          <p14:tracePt t="66188" x="1993900" y="3505200"/>
          <p14:tracePt t="66205" x="1962150" y="3479800"/>
          <p14:tracePt t="66222" x="1917700" y="3467100"/>
          <p14:tracePt t="66226" x="1911350" y="3460750"/>
          <p14:tracePt t="66238" x="1898650" y="3460750"/>
          <p14:tracePt t="66255" x="1854200" y="3448050"/>
          <p14:tracePt t="66258" x="1841500" y="3441700"/>
          <p14:tracePt t="66272" x="1809750" y="3435350"/>
          <p14:tracePt t="66275" x="1797050" y="3435350"/>
          <p14:tracePt t="66289" x="1746250" y="3435350"/>
          <p14:tracePt t="66305" x="1708150" y="3435350"/>
          <p14:tracePt t="66321" x="1657350" y="3435350"/>
          <p14:tracePt t="66338" x="1638300" y="3448050"/>
          <p14:tracePt t="66358" x="1606550" y="3460750"/>
          <p14:tracePt t="66373" x="1593850" y="3467100"/>
          <p14:tracePt t="66388" x="1587500" y="3473450"/>
          <p14:tracePt t="66404" x="1587500" y="3479800"/>
          <p14:tracePt t="66427" x="1587500" y="3486150"/>
          <p14:tracePt t="66443" x="1587500" y="3492500"/>
          <p14:tracePt t="66455" x="1587500" y="3498850"/>
          <p14:tracePt t="66471" x="1587500" y="3505200"/>
          <p14:tracePt t="66489" x="1587500" y="3511550"/>
          <p14:tracePt t="66505" x="1587500" y="3517900"/>
          <p14:tracePt t="66508" x="1587500" y="3524250"/>
          <p14:tracePt t="66524" x="1587500" y="3530600"/>
          <p14:tracePt t="66540" x="1587500" y="3536950"/>
          <p14:tracePt t="66555" x="1593850" y="3536950"/>
          <p14:tracePt t="66710" x="0" y="0"/>
        </p14:tracePtLst>
      </p14:laserTraceLst>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Shallow / deep copy</a:t>
            </a:r>
            <a:endParaRPr lang="nl-BE" dirty="0"/>
          </a:p>
        </p:txBody>
      </p:sp>
      <p:sp>
        <p:nvSpPr>
          <p:cNvPr id="3" name="Content Placeholder 2"/>
          <p:cNvSpPr>
            <a:spLocks noGrp="1"/>
          </p:cNvSpPr>
          <p:nvPr>
            <p:ph idx="1"/>
          </p:nvPr>
        </p:nvSpPr>
        <p:spPr/>
        <p:txBody>
          <a:bodyPr>
            <a:normAutofit fontScale="85000" lnSpcReduction="20000"/>
          </a:bodyPr>
          <a:lstStyle/>
          <a:p>
            <a:r>
              <a:rPr lang="en-US" dirty="0"/>
              <a:t>Although aliasing can be useful, it is </a:t>
            </a:r>
            <a:r>
              <a:rPr lang="en-US" b="1" dirty="0"/>
              <a:t>error-prone</a:t>
            </a:r>
            <a:r>
              <a:rPr lang="en-US" dirty="0"/>
              <a:t>. </a:t>
            </a:r>
            <a:br>
              <a:rPr lang="en-US" dirty="0"/>
            </a:br>
            <a:r>
              <a:rPr lang="en-US" dirty="0"/>
              <a:t>In general, it </a:t>
            </a:r>
            <a:r>
              <a:rPr lang="en-US" b="1" dirty="0"/>
              <a:t>is safer to avoid aliasing when you are working with mutable objects.</a:t>
            </a:r>
          </a:p>
          <a:p>
            <a:r>
              <a:rPr lang="en-US" dirty="0"/>
              <a:t>Shallow copy</a:t>
            </a:r>
          </a:p>
          <a:p>
            <a:pPr lvl="1"/>
            <a:r>
              <a:rPr lang="en-US" dirty="0">
                <a:latin typeface="Courier New" panose="02070309020205020404" pitchFamily="49" charset="0"/>
                <a:cs typeface="Courier New" panose="02070309020205020404" pitchFamily="49" charset="0"/>
              </a:rPr>
              <a:t>c = a[:] # use a slice</a:t>
            </a:r>
          </a:p>
          <a:p>
            <a:pPr lvl="1"/>
            <a:r>
              <a:rPr lang="en-US" dirty="0">
                <a:latin typeface="Courier New" panose="02070309020205020404" pitchFamily="49" charset="0"/>
                <a:cs typeface="Courier New" panose="02070309020205020404" pitchFamily="49" charset="0"/>
              </a:rPr>
              <a:t>c = list(a)</a:t>
            </a:r>
          </a:p>
          <a:p>
            <a:pPr lvl="1"/>
            <a:r>
              <a:rPr lang="en-US" dirty="0">
                <a:latin typeface="Courier New" panose="02070309020205020404" pitchFamily="49" charset="0"/>
                <a:cs typeface="Courier New" panose="02070309020205020404" pitchFamily="49" charset="0"/>
              </a:rPr>
              <a:t>c = </a:t>
            </a:r>
            <a:r>
              <a:rPr lang="en-US" dirty="0" err="1">
                <a:latin typeface="Courier New" panose="02070309020205020404" pitchFamily="49" charset="0"/>
                <a:cs typeface="Courier New" panose="02070309020205020404" pitchFamily="49" charset="0"/>
              </a:rPr>
              <a:t>a.copy</a:t>
            </a:r>
            <a:r>
              <a:rPr lang="en-US" dirty="0">
                <a:latin typeface="Courier New" panose="02070309020205020404" pitchFamily="49" charset="0"/>
                <a:cs typeface="Courier New" panose="02070309020205020404" pitchFamily="49" charset="0"/>
              </a:rPr>
              <a:t>()</a:t>
            </a:r>
            <a:r>
              <a:rPr lang="en-US" dirty="0">
                <a:cs typeface="Courier New" panose="02070309020205020404" pitchFamily="49" charset="0"/>
              </a:rPr>
              <a:t>  # safe for flat lists</a:t>
            </a:r>
          </a:p>
          <a:p>
            <a:pPr lvl="2"/>
            <a:r>
              <a:rPr lang="en-US" dirty="0">
                <a:cs typeface="Courier New" panose="02070309020205020404" pitchFamily="49" charset="0"/>
              </a:rPr>
              <a:t>Python’s standard library provides the copy module, which provides copy functions that can be used to create copies of objects. </a:t>
            </a:r>
          </a:p>
          <a:p>
            <a:r>
              <a:rPr lang="en-US" dirty="0">
                <a:cs typeface="Courier New" panose="02070309020205020404" pitchFamily="49" charset="0"/>
              </a:rPr>
              <a:t>Deep copy: to make a completely independent copy of a list —a deep copy— is to use the </a:t>
            </a:r>
            <a:r>
              <a:rPr lang="en-US" dirty="0" err="1">
                <a:cs typeface="Courier New" panose="02070309020205020404" pitchFamily="49" charset="0"/>
              </a:rPr>
              <a:t>the</a:t>
            </a:r>
            <a:r>
              <a:rPr lang="en-US" dirty="0">
                <a:cs typeface="Courier New" panose="02070309020205020404" pitchFamily="49" charset="0"/>
              </a:rPr>
              <a:t> </a:t>
            </a:r>
            <a:r>
              <a:rPr lang="en-US" dirty="0" err="1">
                <a:cs typeface="Courier New" panose="02070309020205020404" pitchFamily="49" charset="0"/>
              </a:rPr>
              <a:t>copy.deepcopy</a:t>
            </a:r>
            <a:r>
              <a:rPr lang="en-US" dirty="0">
                <a:cs typeface="Courier New" panose="02070309020205020404" pitchFamily="49" charset="0"/>
              </a:rPr>
              <a:t>() method.</a:t>
            </a:r>
          </a:p>
          <a:p>
            <a:r>
              <a:rPr lang="en-US" i="1" dirty="0">
                <a:cs typeface="Courier New" panose="02070309020205020404" pitchFamily="49" charset="0"/>
              </a:rPr>
              <a:t>File: copy_shallow_deep.py</a:t>
            </a:r>
          </a:p>
          <a:p>
            <a:r>
              <a:rPr lang="en-US" dirty="0"/>
              <a:t>For immutable objects like strings, aliasing is not as much of a problem. </a:t>
            </a:r>
            <a:endParaRPr lang="en-US" i="1" dirty="0">
              <a:cs typeface="Courier New" panose="02070309020205020404" pitchFamily="49" charset="0"/>
            </a:endParaRPr>
          </a:p>
          <a:p>
            <a:r>
              <a:rPr lang="nl-BE" dirty="0">
                <a:hlinkClick r:id="rId2"/>
              </a:rPr>
              <a:t>https://realpython.com/copying-python-objects/</a:t>
            </a:r>
            <a:r>
              <a:rPr lang="nl-BE" dirty="0"/>
              <a:t> </a:t>
            </a:r>
          </a:p>
        </p:txBody>
      </p:sp>
    </p:spTree>
    <p:extLst>
      <p:ext uri="{BB962C8B-B14F-4D97-AF65-F5344CB8AC3E}">
        <p14:creationId xmlns:p14="http://schemas.microsoft.com/office/powerpoint/2010/main" val="3803441011"/>
      </p:ext>
    </p:extLst>
  </p:cSld>
  <p:clrMapOvr>
    <a:masterClrMapping/>
  </p:clrMapOvr>
  <mc:AlternateContent xmlns:mc="http://schemas.openxmlformats.org/markup-compatibility/2006" xmlns:p14="http://schemas.microsoft.com/office/powerpoint/2010/main">
    <mc:Choice Requires="p14">
      <p:transition spd="slow" p14:dur="2000" advTm="80272"/>
    </mc:Choice>
    <mc:Fallback xmlns="">
      <p:transition spd="slow" advTm="80272"/>
    </mc:Fallback>
  </mc:AlternateContent>
  <p:extLst>
    <p:ext uri="{3A86A75C-4F4B-4683-9AE1-C65F6400EC91}">
      <p14:laserTraceLst xmlns:p14="http://schemas.microsoft.com/office/powerpoint/2010/main">
        <p14:tracePtLst>
          <p14:tracePt t="16390" x="3302000" y="3194050"/>
          <p14:tracePt t="16450" x="3295650" y="3194050"/>
          <p14:tracePt t="16498" x="3295650" y="3187700"/>
          <p14:tracePt t="16507" x="3289300" y="3187700"/>
          <p14:tracePt t="16533" x="3289300" y="3181350"/>
          <p14:tracePt t="16540" x="3282950" y="3181350"/>
          <p14:tracePt t="16548" x="3276600" y="3181350"/>
          <p14:tracePt t="16556" x="3270250" y="3181350"/>
          <p14:tracePt t="16571" x="3251200" y="3181350"/>
          <p14:tracePt t="16588" x="3232150" y="3181350"/>
          <p14:tracePt t="16604" x="3206750" y="3181350"/>
          <p14:tracePt t="16621" x="3175000" y="3181350"/>
          <p14:tracePt t="16638" x="3162300" y="3181350"/>
          <p14:tracePt t="16654" x="3143250" y="3181350"/>
          <p14:tracePt t="16671" x="3124200" y="3181350"/>
          <p14:tracePt t="16677" x="3111500" y="3181350"/>
          <p14:tracePt t="16688" x="3105150" y="3181350"/>
          <p14:tracePt t="16704" x="3086100" y="3181350"/>
          <p14:tracePt t="16707" x="3073400" y="3181350"/>
          <p14:tracePt t="16721" x="3067050" y="3175000"/>
          <p14:tracePt t="16738" x="3048000" y="3175000"/>
          <p14:tracePt t="16741" x="3035300" y="3175000"/>
          <p14:tracePt t="16755" x="3035300" y="3168650"/>
          <p14:tracePt t="16772" x="3016250" y="3168650"/>
          <p14:tracePt t="16790" x="3009900" y="3168650"/>
          <p14:tracePt t="16831" x="3003550" y="3162300"/>
          <p14:tracePt t="16897" x="2997200" y="3162300"/>
          <p14:tracePt t="16910" x="2990850" y="3162300"/>
          <p14:tracePt t="17240" x="2990850" y="3155950"/>
          <p14:tracePt t="17256" x="2990850" y="3149600"/>
          <p14:tracePt t="17264" x="2990850" y="3143250"/>
          <p14:tracePt t="17280" x="2990850" y="3136900"/>
          <p14:tracePt t="17288" x="2984500" y="3130550"/>
          <p14:tracePt t="17304" x="2984500" y="3117850"/>
          <p14:tracePt t="17321" x="2978150" y="3105150"/>
          <p14:tracePt t="17338" x="2971800" y="3098800"/>
          <p14:tracePt t="17354" x="2971800" y="3092450"/>
          <p14:tracePt t="17371" x="2965450" y="3079750"/>
          <p14:tracePt t="17388" x="2959100" y="3067050"/>
          <p14:tracePt t="17404" x="2946400" y="3054350"/>
          <p14:tracePt t="17421" x="2933700" y="3041650"/>
          <p14:tracePt t="17438" x="2921000" y="3028950"/>
          <p14:tracePt t="17441" x="2908300" y="3016250"/>
          <p14:tracePt t="17454" x="2895600" y="3009900"/>
          <p14:tracePt t="17471" x="2876550" y="2997200"/>
          <p14:tracePt t="17475" x="2870200" y="2990850"/>
          <p14:tracePt t="17488" x="2863850" y="2990850"/>
          <p14:tracePt t="17505" x="2838450" y="2971800"/>
          <p14:tracePt t="17522" x="2806700" y="2965450"/>
          <p14:tracePt t="17538" x="2787650" y="2952750"/>
          <p14:tracePt t="17554" x="2768600" y="2946400"/>
          <p14:tracePt t="17571" x="2743200" y="2933700"/>
          <p14:tracePt t="17590" x="2724150" y="2927350"/>
          <p14:tracePt t="17593" x="2711450" y="2921000"/>
          <p14:tracePt t="17604" x="2698750" y="2921000"/>
          <p14:tracePt t="17624" x="2673350" y="2908300"/>
          <p14:tracePt t="17627" x="2660650" y="2908300"/>
          <p14:tracePt t="17638" x="2647950" y="2908300"/>
          <p14:tracePt t="17654" x="2622550" y="2901950"/>
          <p14:tracePt t="17671" x="2603500" y="2895600"/>
          <p14:tracePt t="17688" x="2578100" y="2895600"/>
          <p14:tracePt t="17691" x="2571750" y="2895600"/>
          <p14:tracePt t="17705" x="2565400" y="2895600"/>
          <p14:tracePt t="17721" x="2552700" y="2895600"/>
          <p14:tracePt t="17724" x="2546350" y="2895600"/>
          <p14:tracePt t="17738" x="2540000" y="2895600"/>
          <p14:tracePt t="17756" x="2520950" y="2895600"/>
          <p14:tracePt t="17772" x="2508250" y="2895600"/>
          <p14:tracePt t="17788" x="2495550" y="2895600"/>
          <p14:tracePt t="17804" x="2476500" y="2895600"/>
          <p14:tracePt t="17821" x="2451100" y="2895600"/>
          <p14:tracePt t="17838" x="2438400" y="2895600"/>
          <p14:tracePt t="17854" x="2419350" y="2895600"/>
          <p14:tracePt t="17871" x="2406650" y="2895600"/>
          <p14:tracePt t="17888" x="2393950" y="2895600"/>
          <p14:tracePt t="17905" x="2387600" y="2895600"/>
          <p14:tracePt t="17921" x="2374900" y="2895600"/>
          <p14:tracePt t="17925" x="2368550" y="2895600"/>
          <p14:tracePt t="17954" x="2362200" y="2895600"/>
          <p14:tracePt t="17957" x="2355850" y="2895600"/>
          <p14:tracePt t="17971" x="2349500" y="2895600"/>
          <p14:tracePt t="17988" x="2343150" y="2895600"/>
          <p14:tracePt t="17991" x="2336800" y="2895600"/>
          <p14:tracePt t="18007" x="2330450" y="2895600"/>
          <p14:tracePt t="18021" x="2324100" y="2895600"/>
          <p14:tracePt t="18038" x="2317750" y="2901950"/>
          <p14:tracePt t="18062" x="2311400" y="2901950"/>
          <p14:tracePt t="18071" x="2311400" y="2908300"/>
          <p14:tracePt t="18088" x="2305050" y="2908300"/>
          <p14:tracePt t="18104" x="2298700" y="2914650"/>
          <p14:tracePt t="18121" x="2292350" y="2927350"/>
          <p14:tracePt t="18126" x="2286000" y="2927350"/>
          <p14:tracePt t="18138" x="2279650" y="2933700"/>
          <p14:tracePt t="18154" x="2273300" y="2946400"/>
          <p14:tracePt t="18176" x="2266950" y="2952750"/>
          <p14:tracePt t="18200" x="2266950" y="2959100"/>
          <p14:tracePt t="18217" x="2260600" y="2959100"/>
          <p14:tracePt t="18224" x="2260600" y="2965450"/>
          <p14:tracePt t="18238" x="2254250" y="2971800"/>
          <p14:tracePt t="18255" x="2254250" y="2978150"/>
          <p14:tracePt t="18273" x="2247900" y="2984500"/>
          <p14:tracePt t="18290" x="2247900" y="2990850"/>
          <p14:tracePt t="18304" x="2241550" y="2997200"/>
          <p14:tracePt t="18321" x="2235200" y="3009900"/>
          <p14:tracePt t="18338" x="2235200" y="3016250"/>
          <p14:tracePt t="18354" x="2228850" y="3028950"/>
          <p14:tracePt t="18371" x="2228850" y="3035300"/>
          <p14:tracePt t="18388" x="2222500" y="3041650"/>
          <p14:tracePt t="18404" x="2222500" y="3048000"/>
          <p14:tracePt t="18421" x="2222500" y="3054350"/>
          <p14:tracePt t="18438" x="2222500" y="3060700"/>
          <p14:tracePt t="18454" x="2216150" y="3067050"/>
          <p14:tracePt t="18471" x="2216150" y="3073400"/>
          <p14:tracePt t="18487" x="2216150" y="3079750"/>
          <p14:tracePt t="18514" x="2216150" y="3086100"/>
          <p14:tracePt t="18524" x="2216150" y="3092450"/>
          <p14:tracePt t="18554" x="2216150" y="3098800"/>
          <p14:tracePt t="18570" x="2216150" y="3105150"/>
          <p14:tracePt t="18594" x="2216150" y="3111500"/>
          <p14:tracePt t="18604" x="2216150" y="3117850"/>
          <p14:tracePt t="18638" x="2216150" y="3124200"/>
          <p14:tracePt t="18654" x="2216150" y="3130550"/>
          <p14:tracePt t="18671" x="2216150" y="3143250"/>
          <p14:tracePt t="18688" x="2216150" y="3149600"/>
          <p14:tracePt t="18721" x="2216150" y="3162300"/>
          <p14:tracePt t="18738" x="2216150" y="3168650"/>
          <p14:tracePt t="18754" x="2222500" y="3175000"/>
          <p14:tracePt t="18772" x="2222500" y="3187700"/>
          <p14:tracePt t="18788" x="2228850" y="3194050"/>
          <p14:tracePt t="18804" x="2235200" y="3206750"/>
          <p14:tracePt t="18821" x="2235200" y="3219450"/>
          <p14:tracePt t="18838" x="2241550" y="3232150"/>
          <p14:tracePt t="18854" x="2247900" y="3244850"/>
          <p14:tracePt t="18871" x="2254250" y="3257550"/>
          <p14:tracePt t="18888" x="2260600" y="3263900"/>
          <p14:tracePt t="18891" x="2260600" y="3270250"/>
          <p14:tracePt t="18905" x="2260600" y="3276600"/>
          <p14:tracePt t="18921" x="2266950" y="3276600"/>
          <p14:tracePt t="18924" x="2266950" y="3282950"/>
          <p14:tracePt t="18940" x="2273300" y="3289300"/>
          <p14:tracePt t="18957" x="2279650" y="3295650"/>
          <p14:tracePt t="18975" x="2286000" y="3295650"/>
          <p14:tracePt t="18988" x="2292350" y="3302000"/>
          <p14:tracePt t="19021" x="2298700" y="3308350"/>
          <p14:tracePt t="19038" x="2305050" y="3314700"/>
          <p14:tracePt t="19054" x="2311400" y="3321050"/>
          <p14:tracePt t="19071" x="2317750" y="3321050"/>
          <p14:tracePt t="19088" x="2317750" y="3327400"/>
          <p14:tracePt t="19105" x="2324100" y="3327400"/>
          <p14:tracePt t="19121" x="2324100" y="3333750"/>
          <p14:tracePt t="19137" x="2330450" y="3333750"/>
          <p14:tracePt t="19155" x="2336800" y="3333750"/>
          <p14:tracePt t="19174" x="2343150" y="3340100"/>
          <p14:tracePt t="19188" x="2349500" y="3340100"/>
          <p14:tracePt t="19208" x="2362200" y="3340100"/>
          <p14:tracePt t="19221" x="2381250" y="3346450"/>
          <p14:tracePt t="19241" x="2400300" y="3352800"/>
          <p14:tracePt t="19254" x="2425700" y="3352800"/>
          <p14:tracePt t="19272" x="2444750" y="3359150"/>
          <p14:tracePt t="19288" x="2470150" y="3359150"/>
          <p14:tracePt t="19305" x="2489200" y="3365500"/>
          <p14:tracePt t="19321" x="2508250" y="3365500"/>
          <p14:tracePt t="19340" x="2527300" y="3365500"/>
          <p14:tracePt t="19355" x="2546350" y="3365500"/>
          <p14:tracePt t="19371" x="2578100" y="3371850"/>
          <p14:tracePt t="19388" x="2597150" y="3371850"/>
          <p14:tracePt t="19408" x="2641600" y="3371850"/>
          <p14:tracePt t="19421" x="2654300" y="3371850"/>
          <p14:tracePt t="19438" x="2679700" y="3371850"/>
          <p14:tracePt t="19440" x="2686050" y="3371850"/>
          <p14:tracePt t="19454" x="2692400" y="3371850"/>
          <p14:tracePt t="19471" x="2717800" y="3378200"/>
          <p14:tracePt t="19489" x="2730500" y="3378200"/>
          <p14:tracePt t="19504" x="2743200" y="3378200"/>
          <p14:tracePt t="19521" x="2762250" y="3378200"/>
          <p14:tracePt t="19537" x="2774950" y="3378200"/>
          <p14:tracePt t="19554" x="2794000" y="3378200"/>
          <p14:tracePt t="19571" x="2825750" y="3371850"/>
          <p14:tracePt t="19587" x="2844800" y="3371850"/>
          <p14:tracePt t="19604" x="2857500" y="3365500"/>
          <p14:tracePt t="19621" x="2876550" y="3359150"/>
          <p14:tracePt t="19638" x="2889250" y="3352800"/>
          <p14:tracePt t="19643" x="2895600" y="3346450"/>
          <p14:tracePt t="19654" x="2901950" y="3346450"/>
          <p14:tracePt t="19671" x="2914650" y="3333750"/>
          <p14:tracePt t="19674" x="2914650" y="3327400"/>
          <p14:tracePt t="19688" x="2921000" y="3321050"/>
          <p14:tracePt t="19705" x="2933700" y="3314700"/>
          <p14:tracePt t="19708" x="2933700" y="3308350"/>
          <p14:tracePt t="19721" x="2940050" y="3295650"/>
          <p14:tracePt t="19738" x="2946400" y="3289300"/>
          <p14:tracePt t="19754" x="2952750" y="3276600"/>
          <p14:tracePt t="19772" x="2959100" y="3270250"/>
          <p14:tracePt t="19788" x="2965450" y="3257550"/>
          <p14:tracePt t="19804" x="2971800" y="3251200"/>
          <p14:tracePt t="19821" x="2978150" y="3238500"/>
          <p14:tracePt t="19837" x="2984500" y="3225800"/>
          <p14:tracePt t="19854" x="2990850" y="3213100"/>
          <p14:tracePt t="19871" x="3003550" y="3200400"/>
          <p14:tracePt t="19892" x="3003550" y="3181350"/>
          <p14:tracePt t="19904" x="3009900" y="3175000"/>
          <p14:tracePt t="19921" x="3009900" y="3168650"/>
          <p14:tracePt t="19938" x="3009900" y="3162300"/>
          <p14:tracePt t="19965" x="3009900" y="3155950"/>
          <p14:tracePt t="19979" x="3009900" y="3149600"/>
          <p14:tracePt t="20004" x="3009900" y="3143250"/>
          <p14:tracePt t="20012" x="3009900" y="3136900"/>
          <p14:tracePt t="20021" x="3009900" y="3130550"/>
          <p14:tracePt t="20038" x="3009900" y="3111500"/>
          <p14:tracePt t="20062" x="3009900" y="3098800"/>
          <p14:tracePt t="20071" x="3003550" y="3098800"/>
          <p14:tracePt t="20088" x="2997200" y="3086100"/>
          <p14:tracePt t="20121" x="2990850" y="3073400"/>
          <p14:tracePt t="20138" x="2978150" y="3060700"/>
          <p14:tracePt t="20158" x="2971800" y="3054350"/>
          <p14:tracePt t="20171" x="2965450" y="3054350"/>
          <p14:tracePt t="20188" x="2959100" y="3054350"/>
          <p14:tracePt t="20191" x="2952750" y="3048000"/>
          <p14:tracePt t="20205" x="2952750" y="3041650"/>
          <p14:tracePt t="20221" x="2927350" y="3035300"/>
          <p14:tracePt t="20238" x="2901950" y="3028950"/>
          <p14:tracePt t="20254" x="2882900" y="3022600"/>
          <p14:tracePt t="20271" x="2857500" y="3016250"/>
          <p14:tracePt t="20288" x="2838450" y="3009900"/>
          <p14:tracePt t="20305" x="2819400" y="3003550"/>
          <p14:tracePt t="20321" x="2800350" y="2997200"/>
          <p14:tracePt t="20338" x="2781300" y="2990850"/>
          <p14:tracePt t="20342" x="2768600" y="2990850"/>
          <p14:tracePt t="20354" x="2755900" y="2984500"/>
          <p14:tracePt t="20371" x="2743200" y="2984500"/>
          <p14:tracePt t="20375" x="2724150" y="2984500"/>
          <p14:tracePt t="20393" x="2705100" y="2984500"/>
          <p14:tracePt t="20404" x="2686050" y="2984500"/>
          <p14:tracePt t="20421" x="2667000" y="2984500"/>
          <p14:tracePt t="20438" x="2635250" y="2984500"/>
          <p14:tracePt t="20441" x="2628900" y="2978150"/>
          <p14:tracePt t="20455" x="2590800" y="2978150"/>
          <p14:tracePt t="20471" x="2565400" y="2978150"/>
          <p14:tracePt t="20488" x="2540000" y="2978150"/>
          <p14:tracePt t="20504" x="2527300" y="2978150"/>
          <p14:tracePt t="20521" x="2508250" y="2978150"/>
          <p14:tracePt t="20538" x="2495550" y="2978150"/>
          <p14:tracePt t="20554" x="2489200" y="2978150"/>
          <p14:tracePt t="20571" x="2482850" y="2978150"/>
          <p14:tracePt t="20588" x="2470150" y="2978150"/>
          <p14:tracePt t="20621" x="2463800" y="2978150"/>
          <p14:tracePt t="20638" x="2457450" y="2978150"/>
          <p14:tracePt t="20654" x="2457450" y="2984500"/>
          <p14:tracePt t="20661" x="2451100" y="2984500"/>
          <p14:tracePt t="20672" x="2438400" y="2997200"/>
          <p14:tracePt t="20688" x="2432050" y="2997200"/>
          <p14:tracePt t="20705" x="2425700" y="3003550"/>
          <p14:tracePt t="20708" x="2419350" y="3003550"/>
          <p14:tracePt t="20721" x="2400300" y="3016250"/>
          <p14:tracePt t="20737" x="2393950" y="3016250"/>
          <p14:tracePt t="20754" x="2387600" y="3022600"/>
          <p14:tracePt t="20787" x="2381250" y="3022600"/>
          <p14:tracePt t="20804" x="2381250" y="3028950"/>
          <p14:tracePt t="20821" x="2374900" y="3028950"/>
          <p14:tracePt t="20837" x="2374900" y="3035300"/>
          <p14:tracePt t="20855" x="2368550" y="3035300"/>
          <p14:tracePt t="20871" x="2368550" y="3041650"/>
          <p14:tracePt t="20890" x="2362200" y="3041650"/>
          <p14:tracePt t="20904" x="2362200" y="3048000"/>
          <p14:tracePt t="20937" x="2355850" y="3054350"/>
          <p14:tracePt t="20971" x="2349500" y="3060700"/>
          <p14:tracePt t="20988" x="2349500" y="3067050"/>
          <p14:tracePt t="21004" x="2343150" y="3073400"/>
          <p14:tracePt t="21021" x="2336800" y="3079750"/>
          <p14:tracePt t="21038" x="2330450" y="3092450"/>
          <p14:tracePt t="21054" x="2324100" y="3098800"/>
          <p14:tracePt t="21071" x="2324100" y="3105150"/>
          <p14:tracePt t="21088" x="2317750" y="3117850"/>
          <p14:tracePt t="21108" x="2317750" y="3124200"/>
          <p14:tracePt t="21126" x="2311400" y="3130550"/>
          <p14:tracePt t="21157" x="2311400" y="3136900"/>
          <p14:tracePt t="21189" x="2311400" y="3143250"/>
          <p14:tracePt t="21212" x="2305050" y="3143250"/>
          <p14:tracePt t="21222" x="2305050" y="3149600"/>
          <p14:tracePt t="21237" x="2298700" y="3155950"/>
          <p14:tracePt t="21255" x="2298700" y="3162300"/>
          <p14:tracePt t="21271" x="2298700" y="3168650"/>
          <p14:tracePt t="21288" x="2298700" y="3181350"/>
          <p14:tracePt t="21310" x="2292350" y="3181350"/>
          <p14:tracePt t="21321" x="2292350" y="3187700"/>
          <p14:tracePt t="23106" x="2286000" y="3187700"/>
          <p14:tracePt t="23115" x="2286000" y="3194050"/>
          <p14:tracePt t="23138" x="2286000" y="3200400"/>
          <p14:tracePt t="23147" x="2279650" y="3200400"/>
          <p14:tracePt t="23154" x="2279650" y="3206750"/>
          <p14:tracePt t="23171" x="2273300" y="3206750"/>
          <p14:tracePt t="23188" x="2273300" y="3213100"/>
          <p14:tracePt t="23204" x="2273300" y="3219450"/>
          <p14:tracePt t="23221" x="2266950" y="3225800"/>
          <p14:tracePt t="23238" x="2266950" y="3232150"/>
          <p14:tracePt t="23255" x="2266950" y="3238500"/>
          <p14:tracePt t="23271" x="2266950" y="3244850"/>
          <p14:tracePt t="23288" x="2260600" y="3244850"/>
          <p14:tracePt t="23305" x="2260600" y="3257550"/>
          <p14:tracePt t="23389" x="2260600" y="3263900"/>
          <p14:tracePt t="23429" x="2260600" y="3270250"/>
          <p14:tracePt t="23436" x="2254250" y="3270250"/>
          <p14:tracePt t="23454" x="2254250" y="3276600"/>
          <p14:tracePt t="23986" x="2254250" y="3282950"/>
          <p14:tracePt t="24002" x="2254250" y="3289300"/>
          <p14:tracePt t="24018" x="2254250" y="3295650"/>
          <p14:tracePt t="24034" x="2254250" y="3302000"/>
          <p14:tracePt t="24050" x="2260600" y="3308350"/>
          <p14:tracePt t="24058" x="2260600" y="3314700"/>
          <p14:tracePt t="24082" x="2266950" y="3321050"/>
          <p14:tracePt t="24251" x="2273300" y="3321050"/>
          <p14:tracePt t="24841" x="2279650" y="3321050"/>
          <p14:tracePt t="24857" x="2286000" y="3321050"/>
          <p14:tracePt t="24864" x="2298700" y="3321050"/>
          <p14:tracePt t="24874" x="2311400" y="3321050"/>
          <p14:tracePt t="24888" x="2336800" y="3327400"/>
          <p14:tracePt t="24904" x="2362200" y="3333750"/>
          <p14:tracePt t="24921" x="2374900" y="3333750"/>
          <p14:tracePt t="24938" x="2387600" y="3340100"/>
          <p14:tracePt t="24955" x="2393950" y="3340100"/>
          <p14:tracePt t="24971" x="2400300" y="3340100"/>
          <p14:tracePt t="24988" x="2406650" y="3340100"/>
          <p14:tracePt t="25009" x="2413000" y="3340100"/>
          <p14:tracePt t="25021" x="2419350" y="3340100"/>
          <p14:tracePt t="25038" x="2425700" y="3340100"/>
          <p14:tracePt t="25054" x="2432050" y="3340100"/>
          <p14:tracePt t="25073" x="2438400" y="3340100"/>
          <p14:tracePt t="25088" x="2444750" y="3340100"/>
          <p14:tracePt t="25105" x="2451100" y="3340100"/>
          <p14:tracePt t="25122" x="2457450" y="3340100"/>
          <p14:tracePt t="25138" x="2470150" y="3340100"/>
          <p14:tracePt t="25155" x="2495550" y="3340100"/>
          <p14:tracePt t="25171" x="2514600" y="3346450"/>
          <p14:tracePt t="25188" x="2533650" y="3346450"/>
          <p14:tracePt t="25205" x="2559050" y="3346450"/>
          <p14:tracePt t="25221" x="2565400" y="3346450"/>
          <p14:tracePt t="25238" x="2584450" y="3346450"/>
          <p14:tracePt t="25255" x="2590800" y="3346450"/>
          <p14:tracePt t="25259" x="2597150" y="3346450"/>
          <p14:tracePt t="25271" x="2603500" y="3346450"/>
          <p14:tracePt t="25288" x="2616200" y="3346450"/>
          <p14:tracePt t="25305" x="2628900" y="3352800"/>
          <p14:tracePt t="25321" x="2647950" y="3359150"/>
          <p14:tracePt t="25338" x="2679700" y="3359150"/>
          <p14:tracePt t="25355" x="2705100" y="3365500"/>
          <p14:tracePt t="25372" x="2717800" y="3365500"/>
          <p14:tracePt t="25388" x="2736850" y="3365500"/>
          <p14:tracePt t="25405" x="2743200" y="3371850"/>
          <p14:tracePt t="25421" x="2749550" y="3371850"/>
          <p14:tracePt t="25460" x="2755900" y="3371850"/>
          <p14:tracePt t="25484" x="2762250" y="3371850"/>
          <p14:tracePt t="25500" x="2768600" y="3371850"/>
          <p14:tracePt t="25524" x="2774950" y="3371850"/>
          <p14:tracePt t="25548" x="2781300" y="3371850"/>
          <p14:tracePt t="25573" x="2787650" y="3371850"/>
          <p14:tracePt t="25604" x="2794000" y="3371850"/>
          <p14:tracePt t="25670" x="2800350" y="3365500"/>
          <p14:tracePt t="25694" x="2806700" y="3359150"/>
          <p14:tracePt t="25702" x="2806700" y="3352800"/>
          <p14:tracePt t="25711" x="2813050" y="3352800"/>
          <p14:tracePt t="25721" x="2819400" y="3346450"/>
          <p14:tracePt t="25738" x="2825750" y="3340100"/>
          <p14:tracePt t="25755" x="2838450" y="3333750"/>
          <p14:tracePt t="25760" x="2844800" y="3327400"/>
          <p14:tracePt t="25782" x="2851150" y="3327400"/>
          <p14:tracePt t="25791" x="2857500" y="3321050"/>
          <p14:tracePt t="25830" x="2863850" y="3321050"/>
          <p14:tracePt t="25846" x="2863850" y="3314700"/>
          <p14:tracePt t="25919" x="2870200" y="3308350"/>
          <p14:tracePt t="25937" x="2876550" y="3302000"/>
          <p14:tracePt t="25944" x="2882900" y="3295650"/>
          <p14:tracePt t="25954" x="2882900" y="3289300"/>
          <p14:tracePt t="25971" x="2882900" y="3282950"/>
          <p14:tracePt t="25976" x="2889250" y="3282950"/>
          <p14:tracePt t="25988" x="2889250" y="3276600"/>
          <p14:tracePt t="26005" x="2895600" y="3276600"/>
          <p14:tracePt t="26021" x="2895600" y="3263900"/>
          <p14:tracePt t="26055" x="2901950" y="3257550"/>
          <p14:tracePt t="26071" x="2908300" y="3244850"/>
          <p14:tracePt t="26088" x="2914650" y="3238500"/>
          <p14:tracePt t="26104" x="2921000" y="3213100"/>
          <p14:tracePt t="26121" x="2921000" y="3200400"/>
          <p14:tracePt t="26137" x="2933700" y="3175000"/>
          <p14:tracePt t="26154" x="2933700" y="3149600"/>
          <p14:tracePt t="26171" x="2940050" y="3143250"/>
          <p14:tracePt t="26188" x="2946400" y="3117850"/>
          <p14:tracePt t="26205" x="2946400" y="3111500"/>
          <p14:tracePt t="26221" x="2946400" y="3092450"/>
          <p14:tracePt t="26238" x="2946400" y="3086100"/>
          <p14:tracePt t="26242" x="2946400" y="3079750"/>
          <p14:tracePt t="26255" x="2946400" y="3067050"/>
          <p14:tracePt t="26272" x="2933700" y="3054350"/>
          <p14:tracePt t="26288" x="2927350" y="3041650"/>
          <p14:tracePt t="26305" x="2901950" y="3035300"/>
          <p14:tracePt t="26322" x="2882900" y="3028950"/>
          <p14:tracePt t="26338" x="2857500" y="3022600"/>
          <p14:tracePt t="26355" x="2819400" y="3016250"/>
          <p14:tracePt t="26371" x="2787650" y="3016250"/>
          <p14:tracePt t="26388" x="2743200" y="3016250"/>
          <p14:tracePt t="26405" x="2698750" y="3009900"/>
          <p14:tracePt t="26421" x="2654300" y="3003550"/>
          <p14:tracePt t="26438" x="2609850" y="3003550"/>
          <p14:tracePt t="26442" x="2597150" y="3003550"/>
          <p14:tracePt t="26455" x="2578100" y="3003550"/>
          <p14:tracePt t="26471" x="2552700" y="3003550"/>
          <p14:tracePt t="26476" x="2540000" y="3003550"/>
          <p14:tracePt t="26488" x="2533650" y="3003550"/>
          <p14:tracePt t="26505" x="2527300" y="3003550"/>
          <p14:tracePt t="26507" x="2520950" y="3003550"/>
          <p14:tracePt t="26521" x="2514600" y="3003550"/>
          <p14:tracePt t="26541" x="2508250" y="3003550"/>
          <p14:tracePt t="26557" x="2508250" y="3009900"/>
          <p14:tracePt t="26571" x="2501900" y="3009900"/>
          <p14:tracePt t="26588" x="2495550" y="3028950"/>
          <p14:tracePt t="26605" x="2489200" y="3048000"/>
          <p14:tracePt t="26621" x="2489200" y="3060700"/>
          <p14:tracePt t="26638" x="2482850" y="3086100"/>
          <p14:tracePt t="26655" x="2476500" y="3111500"/>
          <p14:tracePt t="26671" x="2470150" y="3136900"/>
          <p14:tracePt t="26688" x="2470150" y="3143250"/>
          <p14:tracePt t="26704" x="2463800" y="3162300"/>
          <p14:tracePt t="26708" x="2463800" y="3168650"/>
          <p14:tracePt t="26721" x="2463800" y="3181350"/>
          <p14:tracePt t="26738" x="2463800" y="3187700"/>
          <p14:tracePt t="26754" x="2463800" y="3194050"/>
          <p14:tracePt t="26772" x="2463800" y="3206750"/>
          <p14:tracePt t="26775" x="2463800" y="3213100"/>
          <p14:tracePt t="26798" x="2463800" y="3225800"/>
          <p14:tracePt t="26806" x="2470150" y="3225800"/>
          <p14:tracePt t="26821" x="2476500" y="3244850"/>
          <p14:tracePt t="26838" x="2489200" y="3251200"/>
          <p14:tracePt t="26854" x="2514600" y="3282950"/>
          <p14:tracePt t="26871" x="2540000" y="3308350"/>
          <p14:tracePt t="26891" x="2565400" y="3327400"/>
          <p14:tracePt t="26905" x="2603500" y="3346450"/>
          <p14:tracePt t="26922" x="2628900" y="3359150"/>
          <p14:tracePt t="26938" x="2641600" y="3365500"/>
          <p14:tracePt t="26955" x="2647950" y="3365500"/>
          <p14:tracePt t="26971" x="2660650" y="3365500"/>
          <p14:tracePt t="26990" x="2667000" y="3365500"/>
          <p14:tracePt t="27008" x="2673350" y="3365500"/>
          <p14:tracePt t="27024" x="2686050" y="3365500"/>
          <p14:tracePt t="27042" x="2692400" y="3365500"/>
          <p14:tracePt t="27055" x="2717800" y="3365500"/>
          <p14:tracePt t="27072" x="2736850" y="3365500"/>
          <p14:tracePt t="27088" x="2755900" y="3359150"/>
          <p14:tracePt t="27105" x="2774950" y="3352800"/>
          <p14:tracePt t="27121" x="2781300" y="3352800"/>
          <p14:tracePt t="27138" x="2787650" y="3346450"/>
          <p14:tracePt t="27176" x="2794000" y="3346450"/>
          <p14:tracePt t="27194" x="2800350" y="3340100"/>
          <p14:tracePt t="27208" x="2806700" y="3340100"/>
          <p14:tracePt t="27226" x="2813050" y="3340100"/>
          <p14:tracePt t="27232" x="2813050" y="3333750"/>
          <p14:tracePt t="27241" x="2825750" y="3333750"/>
          <p14:tracePt t="27259" x="2838450" y="3327400"/>
          <p14:tracePt t="27273" x="2844800" y="3327400"/>
          <p14:tracePt t="27288" x="2851150" y="3327400"/>
          <p14:tracePt t="27606" x="0" y="0"/>
        </p14:tracePtLst>
      </p14:laserTraceLst>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11806-CC51-845F-0E28-BEA9DB580ADC}"/>
              </a:ext>
            </a:extLst>
          </p:cNvPr>
          <p:cNvSpPr>
            <a:spLocks noGrp="1"/>
          </p:cNvSpPr>
          <p:nvPr>
            <p:ph type="title"/>
          </p:nvPr>
        </p:nvSpPr>
        <p:spPr/>
        <p:txBody>
          <a:bodyPr/>
          <a:lstStyle/>
          <a:p>
            <a:r>
              <a:rPr lang="en-US" dirty="0"/>
              <a:t>Shallow / deep copy</a:t>
            </a:r>
          </a:p>
        </p:txBody>
      </p:sp>
      <p:sp>
        <p:nvSpPr>
          <p:cNvPr id="3" name="Content Placeholder 2">
            <a:extLst>
              <a:ext uri="{FF2B5EF4-FFF2-40B4-BE49-F238E27FC236}">
                <a16:creationId xmlns:a16="http://schemas.microsoft.com/office/drawing/2014/main" id="{C84C01B8-4F00-3F98-C6E5-1B1203A2773C}"/>
              </a:ext>
            </a:extLst>
          </p:cNvPr>
          <p:cNvSpPr>
            <a:spLocks noGrp="1"/>
          </p:cNvSpPr>
          <p:nvPr>
            <p:ph idx="1"/>
          </p:nvPr>
        </p:nvSpPr>
        <p:spPr/>
        <p:txBody>
          <a:bodyPr>
            <a:normAutofit fontScale="92500" lnSpcReduction="20000"/>
          </a:bodyPr>
          <a:lstStyle/>
          <a:p>
            <a:r>
              <a:rPr lang="en-US" dirty="0"/>
              <a:t>Shallow Copy: creates a new object, but doesn't create copies of the objects that the original object references. Instead, it inserts references into the new object that point to the same objects as the original.</a:t>
            </a:r>
          </a:p>
          <a:p>
            <a:r>
              <a:rPr lang="en-US" dirty="0"/>
              <a:t>Deep copy: creates a new object and recursively copies all objects found in the original, creating entirely independent copies</a:t>
            </a:r>
          </a:p>
          <a:p>
            <a:r>
              <a:rPr lang="en-US" dirty="0"/>
              <a:t>Key Differences</a:t>
            </a:r>
          </a:p>
          <a:p>
            <a:pPr lvl="1"/>
            <a:r>
              <a:rPr lang="en-US" dirty="0"/>
              <a:t>References vs. Copies: Shallow copy copies the references of the objects, while deep copy copies the objects themselves.</a:t>
            </a:r>
          </a:p>
          <a:p>
            <a:pPr lvl="1"/>
            <a:r>
              <a:rPr lang="en-US" dirty="0"/>
              <a:t>Performance: Shallow copies are faster and use less memory since they only copy references. Deep copies are slower and use more memory because they create new objects.</a:t>
            </a:r>
          </a:p>
          <a:p>
            <a:pPr lvl="1"/>
            <a:r>
              <a:rPr lang="en-US" dirty="0"/>
              <a:t>Use Cases: Use shallow copy when you need a new object but want to share some data between the original and the copy. Use deep copy when you need a completely independent copy of the original object.</a:t>
            </a:r>
          </a:p>
        </p:txBody>
      </p:sp>
    </p:spTree>
    <p:extLst>
      <p:ext uri="{BB962C8B-B14F-4D97-AF65-F5344CB8AC3E}">
        <p14:creationId xmlns:p14="http://schemas.microsoft.com/office/powerpoint/2010/main" val="37185021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97D4B-1B29-A30C-CBB8-4FA35EFA784E}"/>
              </a:ext>
            </a:extLst>
          </p:cNvPr>
          <p:cNvSpPr>
            <a:spLocks noGrp="1"/>
          </p:cNvSpPr>
          <p:nvPr>
            <p:ph type="title"/>
          </p:nvPr>
        </p:nvSpPr>
        <p:spPr/>
        <p:txBody>
          <a:bodyPr/>
          <a:lstStyle/>
          <a:p>
            <a:r>
              <a:rPr lang="nl-BE" dirty="0" err="1"/>
              <a:t>Unpacking</a:t>
            </a:r>
            <a:r>
              <a:rPr lang="nl-BE" dirty="0"/>
              <a:t> </a:t>
            </a:r>
            <a:endParaRPr lang="en-US" dirty="0"/>
          </a:p>
        </p:txBody>
      </p:sp>
      <p:sp>
        <p:nvSpPr>
          <p:cNvPr id="3" name="Content Placeholder 2">
            <a:extLst>
              <a:ext uri="{FF2B5EF4-FFF2-40B4-BE49-F238E27FC236}">
                <a16:creationId xmlns:a16="http://schemas.microsoft.com/office/drawing/2014/main" id="{609CCA03-A1DB-1496-5807-7C5BF8896ACC}"/>
              </a:ext>
            </a:extLst>
          </p:cNvPr>
          <p:cNvSpPr>
            <a:spLocks noGrp="1"/>
          </p:cNvSpPr>
          <p:nvPr>
            <p:ph idx="1"/>
          </p:nvPr>
        </p:nvSpPr>
        <p:spPr/>
        <p:txBody>
          <a:bodyPr/>
          <a:lstStyle/>
          <a:p>
            <a:r>
              <a:rPr lang="en-US" dirty="0"/>
              <a:t>Unpacking allows you to assign values from </a:t>
            </a:r>
            <a:r>
              <a:rPr lang="en-US" dirty="0" err="1"/>
              <a:t>iterables</a:t>
            </a:r>
            <a:r>
              <a:rPr lang="en-US" dirty="0"/>
              <a:t> (like lists or tuples) to multiple variables in a single statement. </a:t>
            </a:r>
          </a:p>
          <a:p>
            <a:pPr marL="0" indent="0">
              <a:buNone/>
            </a:pPr>
            <a:r>
              <a:rPr lang="en-US" dirty="0">
                <a:latin typeface="Courier New" panose="02070309020205020404" pitchFamily="49" charset="0"/>
                <a:cs typeface="Courier New" panose="02070309020205020404" pitchFamily="49" charset="0"/>
              </a:rPr>
              <a:t>&gt;&gt;&gt; colors = ['red', 'green', 'blue']</a:t>
            </a:r>
          </a:p>
          <a:p>
            <a:pPr marL="0" indent="0">
              <a:buNone/>
            </a:pPr>
            <a:r>
              <a:rPr lang="en-US" dirty="0">
                <a:latin typeface="Courier New" panose="02070309020205020404" pitchFamily="49" charset="0"/>
                <a:cs typeface="Courier New" panose="02070309020205020404" pitchFamily="49" charset="0"/>
              </a:rPr>
              <a:t>&gt;&gt;&gt; first, second, third = colors</a:t>
            </a:r>
          </a:p>
          <a:p>
            <a:pPr marL="0" indent="0">
              <a:buNone/>
            </a:pPr>
            <a:r>
              <a:rPr lang="en-US" dirty="0">
                <a:latin typeface="Courier New" panose="02070309020205020404" pitchFamily="49" charset="0"/>
                <a:cs typeface="Courier New" panose="02070309020205020404" pitchFamily="49" charset="0"/>
              </a:rPr>
              <a:t>&gt;&gt;&gt; print(first)  # Output: red</a:t>
            </a:r>
          </a:p>
          <a:p>
            <a:pPr marL="0" indent="0">
              <a:buNone/>
            </a:pPr>
            <a:r>
              <a:rPr lang="en-US" dirty="0">
                <a:latin typeface="Courier New" panose="02070309020205020404" pitchFamily="49" charset="0"/>
                <a:cs typeface="Courier New" panose="02070309020205020404" pitchFamily="49" charset="0"/>
              </a:rPr>
              <a:t>&gt;&gt;&gt; print(second)  # Output: green</a:t>
            </a:r>
          </a:p>
          <a:p>
            <a:pPr marL="0" indent="0">
              <a:buNone/>
            </a:pPr>
            <a:r>
              <a:rPr lang="en-US" dirty="0">
                <a:latin typeface="Courier New" panose="02070309020205020404" pitchFamily="49" charset="0"/>
                <a:cs typeface="Courier New" panose="02070309020205020404" pitchFamily="49" charset="0"/>
              </a:rPr>
              <a:t>&gt;&gt;&gt; print(third)  # Output: blue</a:t>
            </a:r>
          </a:p>
        </p:txBody>
      </p:sp>
    </p:spTree>
    <p:extLst>
      <p:ext uri="{BB962C8B-B14F-4D97-AF65-F5344CB8AC3E}">
        <p14:creationId xmlns:p14="http://schemas.microsoft.com/office/powerpoint/2010/main" val="17603744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Hands-on Lists</a:t>
            </a:r>
            <a:endParaRPr lang="nl-BE" dirty="0"/>
          </a:p>
        </p:txBody>
      </p:sp>
      <p:sp>
        <p:nvSpPr>
          <p:cNvPr id="3" name="Content Placeholder 2"/>
          <p:cNvSpPr>
            <a:spLocks noGrp="1"/>
          </p:cNvSpPr>
          <p:nvPr>
            <p:ph idx="1"/>
          </p:nvPr>
        </p:nvSpPr>
        <p:spPr/>
        <p:txBody>
          <a:bodyPr>
            <a:normAutofit fontScale="92500" lnSpcReduction="20000"/>
          </a:bodyPr>
          <a:lstStyle/>
          <a:p>
            <a:r>
              <a:rPr lang="en-US" dirty="0"/>
              <a:t>Generate a list </a:t>
            </a:r>
            <a:endParaRPr lang="nl-BE" dirty="0"/>
          </a:p>
          <a:p>
            <a:pPr marL="0" indent="0">
              <a:buNone/>
            </a:pPr>
            <a:r>
              <a:rPr lang="nl-BE" dirty="0" err="1">
                <a:latin typeface="Courier New" panose="02070309020205020404" pitchFamily="49" charset="0"/>
                <a:cs typeface="Courier New" panose="02070309020205020404" pitchFamily="49" charset="0"/>
              </a:rPr>
              <a:t>NumList</a:t>
            </a:r>
            <a:r>
              <a:rPr lang="nl-BE" dirty="0">
                <a:latin typeface="Courier New" panose="02070309020205020404" pitchFamily="49" charset="0"/>
                <a:cs typeface="Courier New" panose="02070309020205020404" pitchFamily="49" charset="0"/>
              </a:rPr>
              <a:t>=list(range(10))</a:t>
            </a:r>
          </a:p>
          <a:p>
            <a:r>
              <a:rPr lang="en-US" dirty="0"/>
              <a:t>Print the length of the list</a:t>
            </a:r>
          </a:p>
          <a:p>
            <a:r>
              <a:rPr lang="en-US" dirty="0"/>
              <a:t>Change the fourth element to 11</a:t>
            </a:r>
          </a:p>
          <a:p>
            <a:r>
              <a:rPr lang="en-US" dirty="0"/>
              <a:t>Extend the list with L=[20,30,40]</a:t>
            </a:r>
          </a:p>
          <a:p>
            <a:r>
              <a:rPr lang="en-US" dirty="0"/>
              <a:t>Print the index of the item 9</a:t>
            </a:r>
          </a:p>
          <a:p>
            <a:r>
              <a:rPr lang="en-US" dirty="0"/>
              <a:t>Remove that item from the list</a:t>
            </a:r>
          </a:p>
          <a:p>
            <a:r>
              <a:rPr lang="en-US" dirty="0"/>
              <a:t>Print the current length of the list</a:t>
            </a:r>
          </a:p>
          <a:p>
            <a:r>
              <a:rPr lang="en-US" dirty="0"/>
              <a:t>Sort the list and then reverse the sorted version</a:t>
            </a:r>
          </a:p>
          <a:p>
            <a:r>
              <a:rPr lang="en-US" i="1" dirty="0"/>
              <a:t>File: handson_lists.py</a:t>
            </a:r>
          </a:p>
          <a:p>
            <a:endParaRPr lang="nl-BE" dirty="0"/>
          </a:p>
        </p:txBody>
      </p:sp>
    </p:spTree>
    <p:extLst>
      <p:ext uri="{BB962C8B-B14F-4D97-AF65-F5344CB8AC3E}">
        <p14:creationId xmlns:p14="http://schemas.microsoft.com/office/powerpoint/2010/main" val="32929246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6D5D99-3397-432A-B5BD-F18F7095060A}"/>
              </a:ext>
            </a:extLst>
          </p:cNvPr>
          <p:cNvSpPr>
            <a:spLocks noGrp="1"/>
          </p:cNvSpPr>
          <p:nvPr>
            <p:ph type="title"/>
          </p:nvPr>
        </p:nvSpPr>
        <p:spPr/>
        <p:txBody>
          <a:bodyPr/>
          <a:lstStyle/>
          <a:p>
            <a:r>
              <a:rPr lang="nl-BE" dirty="0" err="1"/>
              <a:t>tuple</a:t>
            </a:r>
            <a:endParaRPr lang="en-US" dirty="0"/>
          </a:p>
        </p:txBody>
      </p:sp>
      <p:sp>
        <p:nvSpPr>
          <p:cNvPr id="5" name="Text Placeholder 4">
            <a:extLst>
              <a:ext uri="{FF2B5EF4-FFF2-40B4-BE49-F238E27FC236}">
                <a16:creationId xmlns:a16="http://schemas.microsoft.com/office/drawing/2014/main" id="{54F16F61-A54C-431E-9630-F0C719DBC2FA}"/>
              </a:ext>
            </a:extLst>
          </p:cNvPr>
          <p:cNvSpPr>
            <a:spLocks noGrp="1"/>
          </p:cNvSpPr>
          <p:nvPr>
            <p:ph type="body" idx="1"/>
          </p:nvPr>
        </p:nvSpPr>
        <p:spPr/>
        <p:txBody>
          <a:bodyPr/>
          <a:lstStyle/>
          <a:p>
            <a:r>
              <a:rPr lang="en-US" dirty="0" err="1"/>
              <a:t>tuple.ipynb</a:t>
            </a:r>
            <a:endParaRPr lang="en-US" dirty="0"/>
          </a:p>
        </p:txBody>
      </p:sp>
    </p:spTree>
    <p:extLst>
      <p:ext uri="{BB962C8B-B14F-4D97-AF65-F5344CB8AC3E}">
        <p14:creationId xmlns:p14="http://schemas.microsoft.com/office/powerpoint/2010/main" val="11138495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t>Tuples</a:t>
            </a:r>
            <a:endParaRPr lang="nl-BE" dirty="0"/>
          </a:p>
        </p:txBody>
      </p:sp>
      <p:sp>
        <p:nvSpPr>
          <p:cNvPr id="3" name="Content Placeholder 2"/>
          <p:cNvSpPr>
            <a:spLocks noGrp="1"/>
          </p:cNvSpPr>
          <p:nvPr>
            <p:ph idx="1"/>
          </p:nvPr>
        </p:nvSpPr>
        <p:spPr/>
        <p:txBody>
          <a:bodyPr>
            <a:normAutofit/>
          </a:bodyPr>
          <a:lstStyle/>
          <a:p>
            <a:r>
              <a:rPr lang="en-US" dirty="0"/>
              <a:t>Tuples are defined by specifying items separated by commas within an optional pair of parentheses (). </a:t>
            </a:r>
          </a:p>
          <a:p>
            <a:pPr marL="0" indent="0">
              <a:buNone/>
            </a:pPr>
            <a:r>
              <a:rPr lang="en-US" dirty="0">
                <a:latin typeface="Courier New" panose="02070309020205020404" pitchFamily="49" charset="0"/>
                <a:cs typeface="Courier New" panose="02070309020205020404" pitchFamily="49" charset="0"/>
              </a:rPr>
              <a:t>&gt;&gt;&gt; </a:t>
            </a:r>
            <a:r>
              <a:rPr lang="nl-BE" dirty="0" err="1">
                <a:latin typeface="Courier New" panose="02070309020205020404" pitchFamily="49" charset="0"/>
                <a:cs typeface="Courier New" panose="02070309020205020404" pitchFamily="49" charset="0"/>
              </a:rPr>
              <a:t>test_tuple_new</a:t>
            </a:r>
            <a:r>
              <a:rPr lang="nl-BE" dirty="0">
                <a:latin typeface="Courier New" panose="02070309020205020404" pitchFamily="49" charset="0"/>
                <a:cs typeface="Courier New" panose="02070309020205020404" pitchFamily="49" charset="0"/>
              </a:rPr>
              <a:t> = ('element1','element2','element3')</a:t>
            </a:r>
            <a:endParaRPr lang="nl-BE" dirty="0"/>
          </a:p>
          <a:p>
            <a:r>
              <a:rPr lang="en-US" dirty="0"/>
              <a:t>Tuples are just like lists, except being immutable, consider it as a Read-only list</a:t>
            </a:r>
          </a:p>
          <a:p>
            <a:r>
              <a:rPr lang="en-US" dirty="0"/>
              <a:t>Because tuples are </a:t>
            </a:r>
            <a:r>
              <a:rPr lang="en-US" b="1" dirty="0"/>
              <a:t>immutable </a:t>
            </a:r>
            <a:r>
              <a:rPr lang="en-US" dirty="0"/>
              <a:t>objects, they are usually used when the list of values doesn't change.</a:t>
            </a:r>
          </a:p>
          <a:p>
            <a:r>
              <a:rPr lang="en-US" dirty="0"/>
              <a:t>Note: Mutable </a:t>
            </a:r>
            <a:r>
              <a:rPr lang="en-US" i="1" dirty="0"/>
              <a:t>elements </a:t>
            </a:r>
            <a:r>
              <a:rPr lang="en-US" dirty="0"/>
              <a:t>of a tuple can be changed.</a:t>
            </a:r>
          </a:p>
          <a:p>
            <a:endParaRPr lang="nl-BE"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779977204"/>
      </p:ext>
    </p:extLst>
  </p:cSld>
  <p:clrMapOvr>
    <a:masterClrMapping/>
  </p:clrMapOvr>
  <mc:AlternateContent xmlns:mc="http://schemas.openxmlformats.org/markup-compatibility/2006" xmlns:p14="http://schemas.microsoft.com/office/powerpoint/2010/main">
    <mc:Choice Requires="p14">
      <p:transition spd="slow" p14:dur="2000" advTm="105190"/>
    </mc:Choice>
    <mc:Fallback xmlns="">
      <p:transition spd="slow" advTm="10519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Tuple operations</a:t>
            </a:r>
            <a:endParaRPr lang="nl-BE" dirty="0"/>
          </a:p>
        </p:txBody>
      </p:sp>
      <p:sp>
        <p:nvSpPr>
          <p:cNvPr id="3" name="Content Placeholder 2"/>
          <p:cNvSpPr>
            <a:spLocks noGrp="1"/>
          </p:cNvSpPr>
          <p:nvPr>
            <p:ph idx="1"/>
          </p:nvPr>
        </p:nvSpPr>
        <p:spPr/>
        <p:txBody>
          <a:bodyPr>
            <a:normAutofit fontScale="77500" lnSpcReduction="20000"/>
          </a:bodyPr>
          <a:lstStyle/>
          <a:p>
            <a:r>
              <a:rPr lang="en-US" dirty="0"/>
              <a:t>Comma-separated lists with no enclosing parentheses/brackets/braces are assumed tuples</a:t>
            </a:r>
          </a:p>
          <a:p>
            <a:pPr marL="0" indent="0">
              <a:buNone/>
            </a:pPr>
            <a:r>
              <a:rPr lang="en-US" dirty="0">
                <a:latin typeface="Courier New" panose="02070309020205020404" pitchFamily="49" charset="0"/>
                <a:cs typeface="Courier New" panose="02070309020205020404" pitchFamily="49" charset="0"/>
              </a:rPr>
              <a:t>&gt;&gt;&gt; </a:t>
            </a:r>
            <a:r>
              <a:rPr lang="fr-FR" dirty="0">
                <a:latin typeface="Courier New" panose="02070309020205020404" pitchFamily="49" charset="0"/>
                <a:cs typeface="Courier New" panose="02070309020205020404" pitchFamily="49" charset="0"/>
              </a:rPr>
              <a:t>T=1,2,3</a:t>
            </a:r>
          </a:p>
          <a:p>
            <a:pPr marL="0" indent="0">
              <a:buNone/>
            </a:pPr>
            <a:r>
              <a:rPr lang="en-US" dirty="0">
                <a:latin typeface="Courier New" panose="02070309020205020404" pitchFamily="49" charset="0"/>
                <a:cs typeface="Courier New" panose="02070309020205020404" pitchFamily="49" charset="0"/>
              </a:rPr>
              <a:t>&gt;&gt;&gt; </a:t>
            </a:r>
            <a:r>
              <a:rPr lang="fr-FR" dirty="0">
                <a:latin typeface="Courier New" panose="02070309020205020404" pitchFamily="49" charset="0"/>
                <a:cs typeface="Courier New" panose="02070309020205020404" pitchFamily="49" charset="0"/>
              </a:rPr>
              <a:t>type(T)</a:t>
            </a:r>
          </a:p>
          <a:p>
            <a:pPr marL="0" indent="0">
              <a:buNone/>
            </a:pPr>
            <a:r>
              <a:rPr lang="fr-FR" dirty="0">
                <a:latin typeface="Courier New" panose="02070309020205020404" pitchFamily="49" charset="0"/>
                <a:cs typeface="Courier New" panose="02070309020205020404" pitchFamily="49" charset="0"/>
              </a:rPr>
              <a:t>tuple</a:t>
            </a:r>
          </a:p>
          <a:p>
            <a:r>
              <a:rPr lang="en-US" dirty="0">
                <a:cs typeface="Courier New" panose="02070309020205020404" pitchFamily="49" charset="0"/>
              </a:rPr>
              <a:t>create a tuple with a single element, include the final comma</a:t>
            </a:r>
          </a:p>
          <a:p>
            <a:pPr marL="0" indent="0">
              <a:buNone/>
            </a:pPr>
            <a:r>
              <a:rPr lang="en-US" dirty="0">
                <a:latin typeface="Courier New" panose="02070309020205020404" pitchFamily="49" charset="0"/>
                <a:cs typeface="Courier New" panose="02070309020205020404" pitchFamily="49" charset="0"/>
              </a:rPr>
              <a:t>&gt;&gt;&gt; T1 = (11,)</a:t>
            </a:r>
            <a:endParaRPr lang="fr-FR" dirty="0">
              <a:latin typeface="Courier New" panose="02070309020205020404" pitchFamily="49" charset="0"/>
              <a:cs typeface="Courier New" panose="02070309020205020404" pitchFamily="49" charset="0"/>
            </a:endParaRPr>
          </a:p>
          <a:p>
            <a:r>
              <a:rPr lang="nl-BE" dirty="0" err="1"/>
              <a:t>Indexing</a:t>
            </a:r>
            <a:endParaRPr lang="nl-BE" dirty="0"/>
          </a:p>
          <a:p>
            <a:pPr marL="0" indent="0">
              <a:buNone/>
            </a:pPr>
            <a:r>
              <a:rPr lang="en-US" dirty="0">
                <a:latin typeface="Courier New" panose="02070309020205020404" pitchFamily="49" charset="0"/>
                <a:cs typeface="Courier New" panose="02070309020205020404" pitchFamily="49" charset="0"/>
              </a:rPr>
              <a:t>&gt;&gt;&gt; </a:t>
            </a:r>
            <a:r>
              <a:rPr lang="nl-BE" dirty="0">
                <a:latin typeface="Courier New" panose="02070309020205020404" pitchFamily="49" charset="0"/>
                <a:cs typeface="Courier New" panose="02070309020205020404" pitchFamily="49" charset="0"/>
              </a:rPr>
              <a:t>print T[0]</a:t>
            </a:r>
          </a:p>
          <a:p>
            <a:r>
              <a:rPr lang="nl-BE" dirty="0" err="1"/>
              <a:t>Slicing</a:t>
            </a:r>
            <a:endParaRPr lang="nl-BE" dirty="0"/>
          </a:p>
          <a:p>
            <a:pPr marL="0" indent="0">
              <a:buNone/>
            </a:pPr>
            <a:r>
              <a:rPr lang="en-US" dirty="0">
                <a:latin typeface="Courier New" panose="02070309020205020404" pitchFamily="49" charset="0"/>
                <a:cs typeface="Courier New" panose="02070309020205020404" pitchFamily="49" charset="0"/>
              </a:rPr>
              <a:t>&gt;&gt;&gt; </a:t>
            </a:r>
            <a:r>
              <a:rPr lang="nl-BE" dirty="0">
                <a:latin typeface="Courier New" panose="02070309020205020404" pitchFamily="49" charset="0"/>
                <a:cs typeface="Courier New" panose="02070309020205020404" pitchFamily="49" charset="0"/>
              </a:rPr>
              <a:t>T2=T[1:]</a:t>
            </a:r>
          </a:p>
          <a:p>
            <a:r>
              <a:rPr lang="en-US" dirty="0">
                <a:cs typeface="Courier New" panose="02070309020205020404" pitchFamily="49" charset="0"/>
              </a:rPr>
              <a:t>File: tuple_1.py</a:t>
            </a:r>
            <a:endParaRPr lang="nl-BE" dirty="0">
              <a:cs typeface="Courier New" panose="02070309020205020404" pitchFamily="49" charset="0"/>
            </a:endParaRPr>
          </a:p>
        </p:txBody>
      </p:sp>
    </p:spTree>
    <p:extLst>
      <p:ext uri="{BB962C8B-B14F-4D97-AF65-F5344CB8AC3E}">
        <p14:creationId xmlns:p14="http://schemas.microsoft.com/office/powerpoint/2010/main" val="802429534"/>
      </p:ext>
    </p:extLst>
  </p:cSld>
  <p:clrMapOvr>
    <a:masterClrMapping/>
  </p:clrMapOvr>
  <mc:AlternateContent xmlns:mc="http://schemas.openxmlformats.org/markup-compatibility/2006" xmlns:p14="http://schemas.microsoft.com/office/powerpoint/2010/main">
    <mc:Choice Requires="p14">
      <p:transition spd="slow" p14:dur="2000" advTm="68185"/>
    </mc:Choice>
    <mc:Fallback xmlns="">
      <p:transition spd="slow" advTm="68185"/>
    </mc:Fallback>
  </mc:AlternateContent>
  <p:extLst>
    <p:ext uri="{3A86A75C-4F4B-4683-9AE1-C65F6400EC91}">
      <p14:laserTraceLst xmlns:p14="http://schemas.microsoft.com/office/powerpoint/2010/main">
        <p14:tracePtLst>
          <p14:tracePt t="7954" x="2260600" y="4902200"/>
          <p14:tracePt t="8467" x="2266950" y="4902200"/>
          <p14:tracePt t="8500" x="2273300" y="4902200"/>
          <p14:tracePt t="8508" x="2273300" y="4908550"/>
          <p14:tracePt t="8517" x="2279650" y="4914900"/>
          <p14:tracePt t="8532" x="2286000" y="4921250"/>
          <p14:tracePt t="8550" x="2298700" y="4927600"/>
          <p14:tracePt t="8565" x="2311400" y="4940300"/>
          <p14:tracePt t="8580" x="2324100" y="4953000"/>
          <p14:tracePt t="8596" x="2343150" y="4965700"/>
          <p14:tracePt t="8612" x="2355850" y="4972050"/>
          <p14:tracePt t="8629" x="2362200" y="4978400"/>
          <p14:tracePt t="8645" x="2374900" y="4978400"/>
          <p14:tracePt t="8662" x="2381250" y="4984750"/>
          <p14:tracePt t="8679" x="2393950" y="4984750"/>
          <p14:tracePt t="8695" x="2413000" y="4991100"/>
          <p14:tracePt t="8715" x="2432050" y="4991100"/>
          <p14:tracePt t="8729" x="2444750" y="4991100"/>
          <p14:tracePt t="8749" x="2476500" y="4991100"/>
          <p14:tracePt t="8762" x="2489200" y="4991100"/>
          <p14:tracePt t="8779" x="2514600" y="4991100"/>
          <p14:tracePt t="8782" x="2540000" y="4997450"/>
          <p14:tracePt t="8795" x="2559050" y="4997450"/>
          <p14:tracePt t="8815" x="2616200" y="4997450"/>
          <p14:tracePt t="8829" x="2667000" y="4997450"/>
          <p14:tracePt t="8849" x="2717800" y="4997450"/>
          <p14:tracePt t="8862" x="2768600" y="4997450"/>
          <p14:tracePt t="8879" x="2819400" y="4997450"/>
          <p14:tracePt t="8896" x="2851150" y="4997450"/>
          <p14:tracePt t="8913" x="2889250" y="4991100"/>
          <p14:tracePt t="8917" x="2901950" y="4991100"/>
          <p14:tracePt t="8929" x="2921000" y="4984750"/>
          <p14:tracePt t="8946" x="2940050" y="4972050"/>
          <p14:tracePt t="8963" x="2959100" y="4953000"/>
          <p14:tracePt t="8979" x="2971800" y="4933950"/>
          <p14:tracePt t="8996" x="2990850" y="4895850"/>
          <p14:tracePt t="9012" x="2990850" y="4870450"/>
          <p14:tracePt t="9016" x="2990850" y="4838700"/>
          <p14:tracePt t="9029" x="2990850" y="4832350"/>
          <p14:tracePt t="9046" x="2990850" y="4806950"/>
          <p14:tracePt t="9048" x="2990850" y="4787900"/>
          <p14:tracePt t="9065" x="2990850" y="4775200"/>
          <p14:tracePt t="9079" x="2990850" y="4756150"/>
          <p14:tracePt t="9096" x="2990850" y="4743450"/>
          <p14:tracePt t="9112" x="2984500" y="4730750"/>
          <p14:tracePt t="9129" x="2978150" y="4718050"/>
          <p14:tracePt t="9146" x="2965450" y="4686300"/>
          <p14:tracePt t="9163" x="2959100" y="4660900"/>
          <p14:tracePt t="9179" x="2940050" y="4622800"/>
          <p14:tracePt t="9196" x="2908300" y="4559300"/>
          <p14:tracePt t="9212" x="2882900" y="4521200"/>
          <p14:tracePt t="9229" x="2851150" y="4489450"/>
          <p14:tracePt t="9246" x="2819400" y="4464050"/>
          <p14:tracePt t="9249" x="2813050" y="4451350"/>
          <p14:tracePt t="9262" x="2787650" y="4445000"/>
          <p14:tracePt t="9279" x="2774950" y="4432300"/>
          <p14:tracePt t="9282" x="2749550" y="4425950"/>
          <p14:tracePt t="9296" x="2736850" y="4425950"/>
          <p14:tracePt t="9314" x="2679700" y="4425950"/>
          <p14:tracePt t="9329" x="2616200" y="4425950"/>
          <p14:tracePt t="9346" x="2527300" y="4425950"/>
          <p14:tracePt t="9362" x="2470150" y="4425950"/>
          <p14:tracePt t="9379" x="2393950" y="4432300"/>
          <p14:tracePt t="9396" x="2362200" y="4432300"/>
          <p14:tracePt t="9412" x="2324100" y="4445000"/>
          <p14:tracePt t="9450" x="2317750" y="4445000"/>
          <p14:tracePt t="9465" x="2317750" y="4451350"/>
          <p14:tracePt t="9484" x="2311400" y="4457700"/>
          <p14:tracePt t="9492" x="2305050" y="4470400"/>
          <p14:tracePt t="9499" x="2292350" y="4476750"/>
          <p14:tracePt t="9512" x="2279650" y="4489450"/>
          <p14:tracePt t="9529" x="2260600" y="4521200"/>
          <p14:tracePt t="9532" x="2254250" y="4527550"/>
          <p14:tracePt t="9546" x="2235200" y="4546600"/>
          <p14:tracePt t="9563" x="2216150" y="4578350"/>
          <p14:tracePt t="9579" x="2209800" y="4591050"/>
          <p14:tracePt t="9596" x="2203450" y="4603750"/>
          <p14:tracePt t="9612" x="2203450" y="4610100"/>
          <p14:tracePt t="9629" x="2203450" y="4616450"/>
          <p14:tracePt t="9646" x="2203450" y="4622800"/>
          <p14:tracePt t="9663" x="2203450" y="4629150"/>
          <p14:tracePt t="9695" x="2203450" y="4635500"/>
          <p14:tracePt t="9766" x="2209800" y="4635500"/>
          <p14:tracePt t="9774" x="2216150" y="4635500"/>
          <p14:tracePt t="9782" x="2222500" y="4635500"/>
          <p14:tracePt t="9815" x="2228850" y="4635500"/>
          <p14:tracePt t="9817" x="0" y="0"/>
        </p14:tracePtLst>
        <p14:tracePtLst>
          <p14:tracePt t="17767" x="2324100" y="5143500"/>
          <p14:tracePt t="17868" x="2317750" y="5143500"/>
          <p14:tracePt t="17884" x="2311400" y="5149850"/>
          <p14:tracePt t="17900" x="2298700" y="5149850"/>
          <p14:tracePt t="17913" x="2292350" y="5149850"/>
          <p14:tracePt t="17929" x="2279650" y="5156200"/>
          <p14:tracePt t="17931" x="2273300" y="5162550"/>
          <p14:tracePt t="17946" x="2254250" y="5162550"/>
          <p14:tracePt t="17963" x="2241550" y="5168900"/>
          <p14:tracePt t="17979" x="2235200" y="5175250"/>
          <p14:tracePt t="17996" x="2228850" y="5181600"/>
          <p14:tracePt t="18014" x="2222500" y="5181600"/>
          <p14:tracePt t="18029" x="2209800" y="5194300"/>
          <p14:tracePt t="18046" x="2197100" y="5207000"/>
          <p14:tracePt t="18063" x="2178050" y="5226050"/>
          <p14:tracePt t="18079" x="2159000" y="5238750"/>
          <p14:tracePt t="18096" x="2133600" y="5257800"/>
          <p14:tracePt t="18113" x="2120900" y="5270500"/>
          <p14:tracePt t="18129" x="2108200" y="5276850"/>
          <p14:tracePt t="18133" x="2101850" y="5283200"/>
          <p14:tracePt t="18146" x="2095500" y="5283200"/>
          <p14:tracePt t="18163" x="2089150" y="5289550"/>
          <p14:tracePt t="18179" x="2070100" y="5302250"/>
          <p14:tracePt t="18196" x="2051050" y="5321300"/>
          <p14:tracePt t="18199" x="2032000" y="5340350"/>
          <p14:tracePt t="18213" x="2019300" y="5359400"/>
          <p14:tracePt t="18229" x="2006600" y="5365750"/>
          <p14:tracePt t="18246" x="2000250" y="5365750"/>
          <p14:tracePt t="18264" x="1974850" y="5391150"/>
          <p14:tracePt t="18279" x="1955800" y="5403850"/>
          <p14:tracePt t="18296" x="1936750" y="5422900"/>
          <p14:tracePt t="18313" x="1924050" y="5435600"/>
          <p14:tracePt t="18329" x="1917700" y="5448300"/>
          <p14:tracePt t="18360" x="1911350" y="5454650"/>
          <p14:tracePt t="18386" x="1911350" y="5461000"/>
          <p14:tracePt t="18400" x="1911350" y="5473700"/>
          <p14:tracePt t="18418" x="1911350" y="5480050"/>
          <p14:tracePt t="18431" x="1911350" y="5486400"/>
          <p14:tracePt t="18446" x="1911350" y="5492750"/>
          <p14:tracePt t="18464" x="1917700" y="5524500"/>
          <p14:tracePt t="18479" x="1930400" y="5556250"/>
          <p14:tracePt t="18496" x="1949450" y="5581650"/>
          <p14:tracePt t="18516" x="1974850" y="5613400"/>
          <p14:tracePt t="18529" x="1981200" y="5626100"/>
          <p14:tracePt t="18547" x="2012950" y="5651500"/>
          <p14:tracePt t="18563" x="2038350" y="5670550"/>
          <p14:tracePt t="18580" x="2057400" y="5683250"/>
          <p14:tracePt t="18596" x="2076450" y="5689600"/>
          <p14:tracePt t="18615" x="2082800" y="5689600"/>
          <p14:tracePt t="18617" x="2082800" y="5695950"/>
          <p14:tracePt t="18629" x="2089150" y="5695950"/>
          <p14:tracePt t="18648" x="2095500" y="5695950"/>
          <p14:tracePt t="18674" x="2101850" y="5695950"/>
          <p14:tracePt t="18683" x="2108200" y="5695950"/>
          <p14:tracePt t="18696" x="2114550" y="5695950"/>
          <p14:tracePt t="18715" x="2133600" y="5683250"/>
          <p14:tracePt t="18729" x="2159000" y="5664200"/>
          <p14:tracePt t="18749" x="2190750" y="5638800"/>
          <p14:tracePt t="18763" x="2216150" y="5619750"/>
          <p14:tracePt t="18782" x="2235200" y="5594350"/>
          <p14:tracePt t="18786" x="2241550" y="5588000"/>
          <p14:tracePt t="18796" x="2247900" y="5575300"/>
          <p14:tracePt t="18812" x="2260600" y="5556250"/>
          <p14:tracePt t="18829" x="2260600" y="5537200"/>
          <p14:tracePt t="18846" x="2266950" y="5524500"/>
          <p14:tracePt t="18863" x="2266950" y="5505450"/>
          <p14:tracePt t="18879" x="2266950" y="5492750"/>
          <p14:tracePt t="18883" x="2266950" y="5486400"/>
          <p14:tracePt t="18896" x="2266950" y="5480050"/>
          <p14:tracePt t="18913" x="2266950" y="5473700"/>
          <p14:tracePt t="18980" x="2266950" y="5467350"/>
          <p14:tracePt t="18988" x="2260600" y="5467350"/>
          <p14:tracePt t="19020" x="2260600" y="5461000"/>
          <p14:tracePt t="19028" x="2254250" y="5461000"/>
          <p14:tracePt t="19046" x="2247900" y="5454650"/>
          <p14:tracePt t="19062" x="2228850" y="5448300"/>
          <p14:tracePt t="19079" x="2209800" y="5441950"/>
          <p14:tracePt t="19096" x="2184400" y="5429250"/>
          <p14:tracePt t="19113" x="2171700" y="5422900"/>
          <p14:tracePt t="19129" x="2152650" y="5416550"/>
          <p14:tracePt t="19146" x="2127250" y="5397500"/>
          <p14:tracePt t="19163" x="2114550" y="5397500"/>
          <p14:tracePt t="19179" x="2095500" y="5384800"/>
          <p14:tracePt t="19196" x="2089150" y="5384800"/>
          <p14:tracePt t="19215" x="2076450" y="5378450"/>
          <p14:tracePt t="19238" x="2070100" y="5378450"/>
          <p14:tracePt t="19254" x="2063750" y="5378450"/>
          <p14:tracePt t="19270" x="2051050" y="5378450"/>
          <p14:tracePt t="19286" x="2044700" y="5378450"/>
          <p14:tracePt t="19303" x="2032000" y="5378450"/>
          <p14:tracePt t="19313" x="2025650" y="5378450"/>
          <p14:tracePt t="19329" x="2019300" y="5378450"/>
          <p14:tracePt t="19346" x="2006600" y="5378450"/>
          <p14:tracePt t="19363" x="2000250" y="5384800"/>
          <p14:tracePt t="19379" x="1993900" y="5391150"/>
          <p14:tracePt t="19384" x="1987550" y="5391150"/>
          <p14:tracePt t="19488" x="1987550" y="5397500"/>
          <p14:tracePt t="19513" x="0" y="0"/>
        </p14:tracePtLst>
        <p14:tracePtLst>
          <p14:tracePt t="50491" x="2349500" y="4210050"/>
          <p14:tracePt t="52487" x="2349500" y="4203700"/>
          <p14:tracePt t="52518" x="2355850" y="4203700"/>
          <p14:tracePt t="52567" x="2355850" y="4197350"/>
          <p14:tracePt t="52818" x="0" y="0"/>
        </p14:tracePtLst>
      </p14:laserTraceLst>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Tuple operations</a:t>
            </a:r>
            <a:endParaRPr lang="nl-BE" dirty="0"/>
          </a:p>
        </p:txBody>
      </p:sp>
      <p:sp>
        <p:nvSpPr>
          <p:cNvPr id="3" name="Content Placeholder 2"/>
          <p:cNvSpPr>
            <a:spLocks noGrp="1"/>
          </p:cNvSpPr>
          <p:nvPr>
            <p:ph idx="1"/>
          </p:nvPr>
        </p:nvSpPr>
        <p:spPr/>
        <p:txBody>
          <a:bodyPr>
            <a:normAutofit fontScale="62500" lnSpcReduction="20000"/>
          </a:bodyPr>
          <a:lstStyle/>
          <a:p>
            <a:r>
              <a:rPr lang="nl-BE" dirty="0" err="1"/>
              <a:t>Length</a:t>
            </a:r>
            <a:endParaRPr lang="nl-BE" dirty="0"/>
          </a:p>
          <a:p>
            <a:pPr marL="0" indent="0">
              <a:buNone/>
            </a:pPr>
            <a:r>
              <a:rPr lang="en-US" dirty="0">
                <a:latin typeface="Courier New" panose="02070309020205020404" pitchFamily="49" charset="0"/>
                <a:cs typeface="Courier New" panose="02070309020205020404" pitchFamily="49" charset="0"/>
              </a:rPr>
              <a:t>&gt;&gt;&gt; </a:t>
            </a:r>
            <a:r>
              <a:rPr lang="nl-BE" dirty="0" err="1">
                <a:latin typeface="Courier New" panose="02070309020205020404" pitchFamily="49" charset="0"/>
                <a:cs typeface="Courier New" panose="02070309020205020404" pitchFamily="49" charset="0"/>
              </a:rPr>
              <a:t>len</a:t>
            </a:r>
            <a:r>
              <a:rPr lang="nl-BE" dirty="0">
                <a:latin typeface="Courier New" panose="02070309020205020404" pitchFamily="49" charset="0"/>
                <a:cs typeface="Courier New" panose="02070309020205020404" pitchFamily="49" charset="0"/>
              </a:rPr>
              <a:t>(T)</a:t>
            </a:r>
          </a:p>
          <a:p>
            <a:r>
              <a:rPr lang="en-US" dirty="0"/>
              <a:t>Concatenation (note assignment to new variable)</a:t>
            </a:r>
          </a:p>
          <a:p>
            <a:pPr marL="0" indent="0">
              <a:buNone/>
            </a:pPr>
            <a:r>
              <a:rPr lang="en-US" dirty="0">
                <a:latin typeface="Courier New" panose="02070309020205020404" pitchFamily="49" charset="0"/>
                <a:cs typeface="Courier New" panose="02070309020205020404" pitchFamily="49" charset="0"/>
              </a:rPr>
              <a:t>&gt;&gt;&gt; </a:t>
            </a:r>
            <a:r>
              <a:rPr lang="de-DE" dirty="0">
                <a:latin typeface="Courier New" panose="02070309020205020404" pitchFamily="49" charset="0"/>
                <a:cs typeface="Courier New" panose="02070309020205020404" pitchFamily="49" charset="0"/>
              </a:rPr>
              <a:t>t1 = 1, 2, 3</a:t>
            </a:r>
          </a:p>
          <a:p>
            <a:pPr marL="0" indent="0">
              <a:buNone/>
            </a:pPr>
            <a:r>
              <a:rPr lang="en-US" dirty="0">
                <a:latin typeface="Courier New" panose="02070309020205020404" pitchFamily="49" charset="0"/>
                <a:cs typeface="Courier New" panose="02070309020205020404" pitchFamily="49" charset="0"/>
              </a:rPr>
              <a:t>&gt;&gt;&gt; </a:t>
            </a:r>
            <a:r>
              <a:rPr lang="de-DE" dirty="0" err="1">
                <a:latin typeface="Courier New" panose="02070309020205020404" pitchFamily="49" charset="0"/>
                <a:cs typeface="Courier New" panose="02070309020205020404" pitchFamily="49" charset="0"/>
              </a:rPr>
              <a:t>print</a:t>
            </a:r>
            <a:r>
              <a:rPr lang="de-DE" dirty="0">
                <a:latin typeface="Courier New" panose="02070309020205020404" pitchFamily="49" charset="0"/>
                <a:cs typeface="Courier New" panose="02070309020205020404" pitchFamily="49" charset="0"/>
              </a:rPr>
              <a:t>('</a:t>
            </a:r>
            <a:r>
              <a:rPr lang="de-DE" dirty="0" err="1">
                <a:latin typeface="Courier New" panose="02070309020205020404" pitchFamily="49" charset="0"/>
                <a:cs typeface="Courier New" panose="02070309020205020404" pitchFamily="49" charset="0"/>
              </a:rPr>
              <a:t>id</a:t>
            </a:r>
            <a:r>
              <a:rPr lang="de-DE" dirty="0">
                <a:latin typeface="Courier New" panose="02070309020205020404" pitchFamily="49" charset="0"/>
                <a:cs typeface="Courier New" panose="02070309020205020404" pitchFamily="49" charset="0"/>
              </a:rPr>
              <a:t>(t1)', </a:t>
            </a:r>
            <a:r>
              <a:rPr lang="de-DE" dirty="0" err="1">
                <a:latin typeface="Courier New" panose="02070309020205020404" pitchFamily="49" charset="0"/>
                <a:cs typeface="Courier New" panose="02070309020205020404" pitchFamily="49" charset="0"/>
              </a:rPr>
              <a:t>id</a:t>
            </a:r>
            <a:r>
              <a:rPr lang="de-DE" dirty="0">
                <a:latin typeface="Courier New" panose="02070309020205020404" pitchFamily="49" charset="0"/>
                <a:cs typeface="Courier New" panose="02070309020205020404" pitchFamily="49" charset="0"/>
              </a:rPr>
              <a:t>(t1))</a:t>
            </a:r>
          </a:p>
          <a:p>
            <a:pPr marL="0" indent="0">
              <a:buNone/>
            </a:pPr>
            <a:r>
              <a:rPr lang="de-DE" dirty="0" err="1">
                <a:latin typeface="Courier New" panose="02070309020205020404" pitchFamily="49" charset="0"/>
                <a:cs typeface="Courier New" panose="02070309020205020404" pitchFamily="49" charset="0"/>
              </a:rPr>
              <a:t>Id</a:t>
            </a:r>
            <a:r>
              <a:rPr lang="de-DE" dirty="0">
                <a:latin typeface="Courier New" panose="02070309020205020404" pitchFamily="49" charset="0"/>
                <a:cs typeface="Courier New" panose="02070309020205020404" pitchFamily="49" charset="0"/>
              </a:rPr>
              <a:t>(t1) 2847300829504</a:t>
            </a:r>
          </a:p>
          <a:p>
            <a:pPr marL="0" indent="0">
              <a:buNone/>
            </a:pPr>
            <a:r>
              <a:rPr lang="en-US" dirty="0">
                <a:latin typeface="Courier New" panose="02070309020205020404" pitchFamily="49" charset="0"/>
                <a:cs typeface="Courier New" panose="02070309020205020404" pitchFamily="49" charset="0"/>
              </a:rPr>
              <a:t>&gt;&gt;&gt; </a:t>
            </a:r>
            <a:r>
              <a:rPr lang="de-DE" dirty="0">
                <a:latin typeface="Courier New" panose="02070309020205020404" pitchFamily="49" charset="0"/>
                <a:cs typeface="Courier New" panose="02070309020205020404" pitchFamily="49" charset="0"/>
              </a:rPr>
              <a:t>t1 = t1 + (11, 12, 13)</a:t>
            </a:r>
          </a:p>
          <a:p>
            <a:pPr marL="0" indent="0">
              <a:buNone/>
            </a:pPr>
            <a:r>
              <a:rPr lang="en-US" dirty="0">
                <a:latin typeface="Courier New" panose="02070309020205020404" pitchFamily="49" charset="0"/>
                <a:cs typeface="Courier New" panose="02070309020205020404" pitchFamily="49" charset="0"/>
              </a:rPr>
              <a:t>&gt;&gt;&gt; </a:t>
            </a:r>
            <a:r>
              <a:rPr lang="de-DE" dirty="0" err="1">
                <a:latin typeface="Courier New" panose="02070309020205020404" pitchFamily="49" charset="0"/>
                <a:cs typeface="Courier New" panose="02070309020205020404" pitchFamily="49" charset="0"/>
              </a:rPr>
              <a:t>print</a:t>
            </a:r>
            <a:r>
              <a:rPr lang="de-DE" dirty="0">
                <a:latin typeface="Courier New" panose="02070309020205020404" pitchFamily="49" charset="0"/>
                <a:cs typeface="Courier New" panose="02070309020205020404" pitchFamily="49" charset="0"/>
              </a:rPr>
              <a:t>('</a:t>
            </a:r>
            <a:r>
              <a:rPr lang="de-DE" dirty="0" err="1">
                <a:latin typeface="Courier New" panose="02070309020205020404" pitchFamily="49" charset="0"/>
                <a:cs typeface="Courier New" panose="02070309020205020404" pitchFamily="49" charset="0"/>
              </a:rPr>
              <a:t>id</a:t>
            </a:r>
            <a:r>
              <a:rPr lang="de-DE" dirty="0">
                <a:latin typeface="Courier New" panose="02070309020205020404" pitchFamily="49" charset="0"/>
                <a:cs typeface="Courier New" panose="02070309020205020404" pitchFamily="49" charset="0"/>
              </a:rPr>
              <a:t>(t1)', </a:t>
            </a:r>
            <a:r>
              <a:rPr lang="de-DE" dirty="0" err="1">
                <a:latin typeface="Courier New" panose="02070309020205020404" pitchFamily="49" charset="0"/>
                <a:cs typeface="Courier New" panose="02070309020205020404" pitchFamily="49" charset="0"/>
              </a:rPr>
              <a:t>id</a:t>
            </a:r>
            <a:r>
              <a:rPr lang="de-DE" dirty="0">
                <a:latin typeface="Courier New" panose="02070309020205020404" pitchFamily="49" charset="0"/>
                <a:cs typeface="Courier New" panose="02070309020205020404" pitchFamily="49" charset="0"/>
              </a:rPr>
              <a:t>(t1))</a:t>
            </a:r>
          </a:p>
          <a:p>
            <a:pPr marL="0" indent="0">
              <a:buNone/>
            </a:pPr>
            <a:r>
              <a:rPr lang="de-DE" dirty="0" err="1">
                <a:latin typeface="Courier New" panose="02070309020205020404" pitchFamily="49" charset="0"/>
                <a:cs typeface="Courier New" panose="02070309020205020404" pitchFamily="49" charset="0"/>
              </a:rPr>
              <a:t>id</a:t>
            </a:r>
            <a:r>
              <a:rPr lang="de-DE" dirty="0">
                <a:latin typeface="Courier New" panose="02070309020205020404" pitchFamily="49" charset="0"/>
                <a:cs typeface="Courier New" panose="02070309020205020404" pitchFamily="49" charset="0"/>
              </a:rPr>
              <a:t>(t1) 2847300875648</a:t>
            </a:r>
          </a:p>
          <a:p>
            <a:pPr marL="0" indent="0">
              <a:buNone/>
            </a:pPr>
            <a:r>
              <a:rPr lang="en-US" dirty="0">
                <a:latin typeface="Courier New" panose="02070309020205020404" pitchFamily="49" charset="0"/>
                <a:cs typeface="Courier New" panose="02070309020205020404" pitchFamily="49" charset="0"/>
              </a:rPr>
              <a:t>&gt;&gt;&gt; </a:t>
            </a:r>
            <a:r>
              <a:rPr lang="de-DE" dirty="0" err="1">
                <a:latin typeface="Courier New" panose="02070309020205020404" pitchFamily="49" charset="0"/>
                <a:cs typeface="Courier New" panose="02070309020205020404" pitchFamily="49" charset="0"/>
              </a:rPr>
              <a:t>print</a:t>
            </a:r>
            <a:r>
              <a:rPr lang="de-DE" dirty="0">
                <a:latin typeface="Courier New" panose="02070309020205020404" pitchFamily="49" charset="0"/>
                <a:cs typeface="Courier New" panose="02070309020205020404" pitchFamily="49" charset="0"/>
              </a:rPr>
              <a:t>(t1)</a:t>
            </a:r>
          </a:p>
          <a:p>
            <a:pPr marL="0" indent="0">
              <a:buNone/>
            </a:pPr>
            <a:r>
              <a:rPr lang="de-DE" dirty="0">
                <a:latin typeface="Courier New" panose="02070309020205020404" pitchFamily="49" charset="0"/>
                <a:cs typeface="Courier New" panose="02070309020205020404" pitchFamily="49" charset="0"/>
              </a:rPr>
              <a:t>(1, 2, 3, 11, 12, 13)</a:t>
            </a:r>
            <a:endParaRPr lang="nl-BE" dirty="0">
              <a:latin typeface="Courier New" panose="02070309020205020404" pitchFamily="49" charset="0"/>
              <a:cs typeface="Courier New" panose="02070309020205020404" pitchFamily="49" charset="0"/>
            </a:endParaRPr>
          </a:p>
          <a:p>
            <a:r>
              <a:rPr lang="nl-BE" dirty="0" err="1"/>
              <a:t>Membership</a:t>
            </a:r>
            <a:endParaRPr lang="nl-BE" dirty="0"/>
          </a:p>
          <a:p>
            <a:pPr marL="0" indent="0">
              <a:buNone/>
            </a:pPr>
            <a:r>
              <a:rPr lang="en-US" dirty="0">
                <a:latin typeface="Courier New" panose="02070309020205020404" pitchFamily="49" charset="0"/>
                <a:cs typeface="Courier New" panose="02070309020205020404" pitchFamily="49" charset="0"/>
              </a:rPr>
              <a:t>&gt;&gt;&gt; </a:t>
            </a:r>
            <a:r>
              <a:rPr lang="nl-BE" dirty="0">
                <a:latin typeface="Courier New" panose="02070309020205020404" pitchFamily="49" charset="0"/>
                <a:cs typeface="Courier New" panose="02070309020205020404" pitchFamily="49" charset="0"/>
              </a:rPr>
              <a:t>3 in T</a:t>
            </a:r>
            <a:br>
              <a:rPr lang="nl-BE" dirty="0">
                <a:latin typeface="Courier New" panose="02070309020205020404" pitchFamily="49" charset="0"/>
                <a:cs typeface="Courier New" panose="02070309020205020404" pitchFamily="49" charset="0"/>
              </a:rPr>
            </a:br>
            <a:r>
              <a:rPr lang="nl-BE" dirty="0">
                <a:latin typeface="Courier New" panose="02070309020205020404" pitchFamily="49" charset="0"/>
                <a:cs typeface="Courier New" panose="02070309020205020404" pitchFamily="49" charset="0"/>
              </a:rPr>
              <a:t>True</a:t>
            </a:r>
          </a:p>
        </p:txBody>
      </p:sp>
    </p:spTree>
    <p:extLst>
      <p:ext uri="{BB962C8B-B14F-4D97-AF65-F5344CB8AC3E}">
        <p14:creationId xmlns:p14="http://schemas.microsoft.com/office/powerpoint/2010/main" val="138357203"/>
      </p:ext>
    </p:extLst>
  </p:cSld>
  <p:clrMapOvr>
    <a:masterClrMapping/>
  </p:clrMapOvr>
  <mc:AlternateContent xmlns:mc="http://schemas.openxmlformats.org/markup-compatibility/2006" xmlns:p14="http://schemas.microsoft.com/office/powerpoint/2010/main">
    <mc:Choice Requires="p14">
      <p:transition spd="slow" p14:dur="2000" advTm="22250"/>
    </mc:Choice>
    <mc:Fallback xmlns="">
      <p:transition spd="slow" advTm="2225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346E8-FCF1-49E0-9A66-7D30EEB25364}"/>
              </a:ext>
            </a:extLst>
          </p:cNvPr>
          <p:cNvSpPr>
            <a:spLocks noGrp="1"/>
          </p:cNvSpPr>
          <p:nvPr>
            <p:ph type="title"/>
          </p:nvPr>
        </p:nvSpPr>
        <p:spPr/>
        <p:txBody>
          <a:bodyPr/>
          <a:lstStyle/>
          <a:p>
            <a:r>
              <a:rPr lang="en-US" dirty="0"/>
              <a:t>Tuple unpacking</a:t>
            </a:r>
            <a:endParaRPr lang="en-BE" dirty="0"/>
          </a:p>
        </p:txBody>
      </p:sp>
      <p:sp>
        <p:nvSpPr>
          <p:cNvPr id="3" name="Content Placeholder 2">
            <a:extLst>
              <a:ext uri="{FF2B5EF4-FFF2-40B4-BE49-F238E27FC236}">
                <a16:creationId xmlns:a16="http://schemas.microsoft.com/office/drawing/2014/main" id="{D9657F04-1DFD-44A4-AAA9-C89D13CA7D36}"/>
              </a:ext>
            </a:extLst>
          </p:cNvPr>
          <p:cNvSpPr>
            <a:spLocks noGrp="1"/>
          </p:cNvSpPr>
          <p:nvPr>
            <p:ph idx="1"/>
          </p:nvPr>
        </p:nvSpPr>
        <p:spPr/>
        <p:txBody>
          <a:bodyPr>
            <a:normAutofit fontScale="77500" lnSpcReduction="20000"/>
          </a:bodyPr>
          <a:lstStyle/>
          <a:p>
            <a:r>
              <a:rPr lang="en-US" dirty="0"/>
              <a:t>Consider it as a multiple assignment statement </a:t>
            </a:r>
          </a:p>
          <a:p>
            <a:pPr marL="0" indent="0">
              <a:buNone/>
            </a:pPr>
            <a:r>
              <a:rPr lang="en-US" dirty="0">
                <a:latin typeface="Courier New" panose="02070309020205020404" pitchFamily="49" charset="0"/>
                <a:cs typeface="Courier New" panose="02070309020205020404" pitchFamily="49" charset="0"/>
              </a:rPr>
              <a:t>&gt;&gt;&gt; T1 = (1, 2, 3, 11, 12, 13)</a:t>
            </a:r>
          </a:p>
          <a:p>
            <a:pPr marL="0" indent="0">
              <a:buNone/>
            </a:pPr>
            <a:r>
              <a:rPr lang="en-US" dirty="0">
                <a:latin typeface="Courier New" panose="02070309020205020404" pitchFamily="49" charset="0"/>
                <a:cs typeface="Courier New" panose="02070309020205020404" pitchFamily="49" charset="0"/>
              </a:rPr>
              <a:t>&gt;&gt;&gt; (a, b, c, d, e, f) = T1</a:t>
            </a:r>
          </a:p>
          <a:p>
            <a:r>
              <a:rPr lang="en-US" dirty="0">
                <a:cs typeface="Courier New" panose="02070309020205020404" pitchFamily="49" charset="0"/>
              </a:rPr>
              <a:t>If the number of variables is less than the number of values, add an * to the variable name and the values will be assigned to the variable as a list</a:t>
            </a:r>
          </a:p>
          <a:p>
            <a:pPr marL="0" indent="0">
              <a:buNone/>
            </a:pPr>
            <a:r>
              <a:rPr lang="en-US" dirty="0">
                <a:latin typeface="Courier New" panose="02070309020205020404" pitchFamily="49" charset="0"/>
                <a:cs typeface="Courier New" panose="02070309020205020404" pitchFamily="49" charset="0"/>
              </a:rPr>
              <a:t>&gt;&gt;&gt;(</a:t>
            </a:r>
            <a:r>
              <a:rPr lang="en-US" dirty="0" err="1">
                <a:latin typeface="Courier New" panose="02070309020205020404" pitchFamily="49" charset="0"/>
                <a:cs typeface="Courier New" panose="02070309020205020404" pitchFamily="49" charset="0"/>
              </a:rPr>
              <a:t>a,b</a:t>
            </a:r>
            <a:r>
              <a:rPr lang="en-US" dirty="0">
                <a:latin typeface="Courier New" panose="02070309020205020404" pitchFamily="49" charset="0"/>
                <a:cs typeface="Courier New" panose="02070309020205020404" pitchFamily="49" charset="0"/>
              </a:rPr>
              <a:t>,*c) = T1</a:t>
            </a:r>
          </a:p>
          <a:p>
            <a:pPr marL="0" indent="0">
              <a:buNone/>
            </a:pPr>
            <a:r>
              <a:rPr lang="en-US" dirty="0">
                <a:latin typeface="Courier New" panose="02070309020205020404" pitchFamily="49" charset="0"/>
                <a:cs typeface="Courier New" panose="02070309020205020404" pitchFamily="49" charset="0"/>
              </a:rPr>
              <a:t>&gt;&gt;&gt; a</a:t>
            </a:r>
          </a:p>
          <a:p>
            <a:pPr marL="0" indent="0">
              <a:buNone/>
            </a:pPr>
            <a:r>
              <a:rPr lang="en-US" dirty="0">
                <a:latin typeface="Courier New" panose="02070309020205020404" pitchFamily="49" charset="0"/>
                <a:cs typeface="Courier New" panose="02070309020205020404" pitchFamily="49" charset="0"/>
              </a:rPr>
              <a:t>1</a:t>
            </a:r>
          </a:p>
          <a:p>
            <a:pPr marL="0" indent="0">
              <a:buNone/>
            </a:pPr>
            <a:r>
              <a:rPr lang="en-US" dirty="0">
                <a:latin typeface="Courier New" panose="02070309020205020404" pitchFamily="49" charset="0"/>
                <a:cs typeface="Courier New" panose="02070309020205020404" pitchFamily="49" charset="0"/>
              </a:rPr>
              <a:t>&gt;&gt;&gt; b</a:t>
            </a:r>
          </a:p>
          <a:p>
            <a:pPr marL="0" indent="0">
              <a:buNone/>
            </a:pPr>
            <a:r>
              <a:rPr lang="en-US" dirty="0">
                <a:latin typeface="Courier New" panose="02070309020205020404" pitchFamily="49" charset="0"/>
                <a:cs typeface="Courier New" panose="02070309020205020404" pitchFamily="49" charset="0"/>
              </a:rPr>
              <a:t>2</a:t>
            </a:r>
          </a:p>
          <a:p>
            <a:pPr marL="0" indent="0">
              <a:buNone/>
            </a:pPr>
            <a:r>
              <a:rPr lang="en-US" dirty="0">
                <a:latin typeface="Courier New" panose="02070309020205020404" pitchFamily="49" charset="0"/>
                <a:cs typeface="Courier New" panose="02070309020205020404" pitchFamily="49" charset="0"/>
              </a:rPr>
              <a:t>&gt;&gt;&gt; c</a:t>
            </a:r>
          </a:p>
          <a:p>
            <a:pPr marL="0" indent="0">
              <a:buNone/>
            </a:pPr>
            <a:r>
              <a:rPr lang="en-US" dirty="0">
                <a:latin typeface="Courier New" panose="02070309020205020404" pitchFamily="49" charset="0"/>
                <a:cs typeface="Courier New" panose="02070309020205020404" pitchFamily="49" charset="0"/>
              </a:rPr>
              <a:t>[3, 11, 12, 13]</a:t>
            </a:r>
          </a:p>
        </p:txBody>
      </p:sp>
    </p:spTree>
    <p:extLst>
      <p:ext uri="{BB962C8B-B14F-4D97-AF65-F5344CB8AC3E}">
        <p14:creationId xmlns:p14="http://schemas.microsoft.com/office/powerpoint/2010/main" val="11491936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Tuple vs List</a:t>
            </a:r>
            <a:endParaRPr lang="nl-BE" dirty="0"/>
          </a:p>
        </p:txBody>
      </p:sp>
      <p:sp>
        <p:nvSpPr>
          <p:cNvPr id="3" name="Content Placeholder 2"/>
          <p:cNvSpPr>
            <a:spLocks noGrp="1"/>
          </p:cNvSpPr>
          <p:nvPr>
            <p:ph idx="1"/>
          </p:nvPr>
        </p:nvSpPr>
        <p:spPr/>
        <p:txBody>
          <a:bodyPr>
            <a:normAutofit fontScale="92500" lnSpcReduction="10000"/>
          </a:bodyPr>
          <a:lstStyle/>
          <a:p>
            <a:r>
              <a:rPr lang="en-US" dirty="0"/>
              <a:t>Tuples are frequently used to return multiple variables from </a:t>
            </a:r>
            <a:r>
              <a:rPr lang="en-US" i="1" dirty="0"/>
              <a:t>functions</a:t>
            </a:r>
            <a:r>
              <a:rPr lang="en-US" dirty="0"/>
              <a:t>.</a:t>
            </a:r>
          </a:p>
          <a:p>
            <a:r>
              <a:rPr lang="en-US" dirty="0"/>
              <a:t>Tuples should be used whenever the structure should not be dynamically sized or changed. Always use tuples instead of lists unless you need mutability.</a:t>
            </a:r>
          </a:p>
          <a:p>
            <a:r>
              <a:rPr lang="en-US" dirty="0"/>
              <a:t>Tuples are immutable, and usually contain a heterogeneous sequence of elements that are accessed via unpacking or indexing </a:t>
            </a:r>
          </a:p>
          <a:p>
            <a:r>
              <a:rPr lang="en-US" dirty="0"/>
              <a:t>Lists are mutable, and their elements are usually homogeneous and are accessed by iterating over the list.</a:t>
            </a:r>
          </a:p>
          <a:p>
            <a:pPr marL="0" indent="0">
              <a:buNone/>
            </a:pPr>
            <a:endParaRPr lang="en-US" dirty="0"/>
          </a:p>
          <a:p>
            <a:r>
              <a:rPr lang="en-US" dirty="0">
                <a:hlinkClick r:id="rId2"/>
              </a:rPr>
              <a:t>http://justinbois.github.io/bootcamp/2023/lessons/l05_lists_and_tuples.html</a:t>
            </a:r>
            <a:endParaRPr lang="en-US" dirty="0"/>
          </a:p>
          <a:p>
            <a:pPr marL="0" indent="0">
              <a:buNone/>
            </a:pPr>
            <a:endParaRPr lang="en-US" dirty="0"/>
          </a:p>
          <a:p>
            <a:pPr marL="0" indent="0">
              <a:buNone/>
            </a:pPr>
            <a:endParaRPr lang="en-US" dirty="0"/>
          </a:p>
          <a:p>
            <a:pPr marL="0" indent="0">
              <a:buNone/>
            </a:pPr>
            <a:endParaRPr lang="nl-BE" dirty="0"/>
          </a:p>
        </p:txBody>
      </p:sp>
    </p:spTree>
    <p:extLst>
      <p:ext uri="{BB962C8B-B14F-4D97-AF65-F5344CB8AC3E}">
        <p14:creationId xmlns:p14="http://schemas.microsoft.com/office/powerpoint/2010/main" val="2394352441"/>
      </p:ext>
    </p:extLst>
  </p:cSld>
  <p:clrMapOvr>
    <a:masterClrMapping/>
  </p:clrMapOvr>
  <mc:AlternateContent xmlns:mc="http://schemas.openxmlformats.org/markup-compatibility/2006" xmlns:p14="http://schemas.microsoft.com/office/powerpoint/2010/main">
    <mc:Choice Requires="p14">
      <p:transition spd="slow" p14:dur="2000" advTm="44575"/>
    </mc:Choice>
    <mc:Fallback xmlns="">
      <p:transition spd="slow" advTm="44575"/>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09177-6ED4-AE0D-0A7F-29685F2EA917}"/>
              </a:ext>
            </a:extLst>
          </p:cNvPr>
          <p:cNvSpPr>
            <a:spLocks noGrp="1"/>
          </p:cNvSpPr>
          <p:nvPr>
            <p:ph type="title"/>
          </p:nvPr>
        </p:nvSpPr>
        <p:spPr/>
        <p:txBody>
          <a:bodyPr/>
          <a:lstStyle/>
          <a:p>
            <a:r>
              <a:rPr lang="en-US" dirty="0"/>
              <a:t>Tuple vs List</a:t>
            </a:r>
            <a:endParaRPr lang="en-BE" dirty="0"/>
          </a:p>
        </p:txBody>
      </p:sp>
      <p:sp>
        <p:nvSpPr>
          <p:cNvPr id="3" name="Content Placeholder 2">
            <a:extLst>
              <a:ext uri="{FF2B5EF4-FFF2-40B4-BE49-F238E27FC236}">
                <a16:creationId xmlns:a16="http://schemas.microsoft.com/office/drawing/2014/main" id="{4AA5A758-02B1-E1DF-D42F-3B08E6BE9266}"/>
              </a:ext>
            </a:extLst>
          </p:cNvPr>
          <p:cNvSpPr>
            <a:spLocks noGrp="1"/>
          </p:cNvSpPr>
          <p:nvPr>
            <p:ph idx="1"/>
          </p:nvPr>
        </p:nvSpPr>
        <p:spPr/>
        <p:txBody>
          <a:bodyPr>
            <a:normAutofit fontScale="62500" lnSpcReduction="20000"/>
          </a:bodyPr>
          <a:lstStyle/>
          <a:p>
            <a:r>
              <a:rPr lang="en-US" dirty="0">
                <a:hlinkClick r:id="rId2"/>
              </a:rPr>
              <a:t>https://stackoverflow.com/questions/16940293/why-is-there-no-tuple-comprehension-in-python</a:t>
            </a:r>
            <a:r>
              <a:rPr lang="en-US" dirty="0"/>
              <a:t>  </a:t>
            </a:r>
          </a:p>
          <a:p>
            <a:r>
              <a:rPr lang="en-US" dirty="0"/>
              <a:t>Raymond Hettinger (one of the Python core developers) had this to say about tuples in a recent tweet:</a:t>
            </a:r>
          </a:p>
          <a:p>
            <a:r>
              <a:rPr lang="en-US" dirty="0"/>
              <a:t>#python tip: Generally, lists are for looping; tuples for structs. Lists are homogeneous; tuples heterogeneous. Lists for variable length.</a:t>
            </a:r>
          </a:p>
          <a:p>
            <a:r>
              <a:rPr lang="en-US" dirty="0"/>
              <a:t>Although a tuple is </a:t>
            </a:r>
            <a:r>
              <a:rPr lang="en-US" dirty="0" err="1"/>
              <a:t>iterable</a:t>
            </a:r>
            <a:r>
              <a:rPr lang="en-US" dirty="0"/>
              <a:t> and seems like simply a immutable list, it's really the Python equivalent of a C struct:</a:t>
            </a:r>
          </a:p>
          <a:p>
            <a:pPr marL="0" indent="0">
              <a:buNone/>
            </a:pPr>
            <a:r>
              <a:rPr lang="en-US" dirty="0">
                <a:latin typeface="Courier New" panose="02070309020205020404" pitchFamily="49" charset="0"/>
                <a:cs typeface="Courier New" panose="02070309020205020404" pitchFamily="49" charset="0"/>
              </a:rPr>
              <a:t>struct {</a:t>
            </a:r>
          </a:p>
          <a:p>
            <a:pPr marL="0" indent="0">
              <a:buNone/>
            </a:pPr>
            <a:r>
              <a:rPr lang="en-US" dirty="0">
                <a:latin typeface="Courier New" panose="02070309020205020404" pitchFamily="49" charset="0"/>
                <a:cs typeface="Courier New" panose="02070309020205020404" pitchFamily="49" charset="0"/>
              </a:rPr>
              <a:t>    int a;</a:t>
            </a:r>
          </a:p>
          <a:p>
            <a:pPr marL="0" indent="0">
              <a:buNone/>
            </a:pPr>
            <a:r>
              <a:rPr lang="en-US" dirty="0">
                <a:latin typeface="Courier New" panose="02070309020205020404" pitchFamily="49" charset="0"/>
                <a:cs typeface="Courier New" panose="02070309020205020404" pitchFamily="49" charset="0"/>
              </a:rPr>
              <a:t>    char b;</a:t>
            </a:r>
          </a:p>
          <a:p>
            <a:pPr marL="0" indent="0">
              <a:buNone/>
            </a:pPr>
            <a:r>
              <a:rPr lang="en-US" dirty="0">
                <a:latin typeface="Courier New" panose="02070309020205020404" pitchFamily="49" charset="0"/>
                <a:cs typeface="Courier New" panose="02070309020205020404" pitchFamily="49" charset="0"/>
              </a:rPr>
              <a:t>    float c;</a:t>
            </a:r>
          </a:p>
          <a:p>
            <a:pPr marL="0" indent="0">
              <a:buNone/>
            </a:pPr>
            <a:r>
              <a:rPr lang="en-US" dirty="0">
                <a:latin typeface="Courier New" panose="02070309020205020404" pitchFamily="49" charset="0"/>
                <a:cs typeface="Courier New" panose="02070309020205020404" pitchFamily="49" charset="0"/>
              </a:rPr>
              <a:t>} foo;</a:t>
            </a:r>
          </a:p>
          <a:p>
            <a:pPr marL="0" indent="0">
              <a:buNone/>
            </a:pPr>
            <a:r>
              <a:rPr lang="en-US" dirty="0">
                <a:latin typeface="Courier New" panose="02070309020205020404" pitchFamily="49" charset="0"/>
                <a:cs typeface="Courier New" panose="02070309020205020404" pitchFamily="49" charset="0"/>
              </a:rPr>
              <a:t>struct foo x = { 3, 'g', 5.9 };</a:t>
            </a:r>
          </a:p>
          <a:p>
            <a:pPr marL="0" indent="0">
              <a:buNone/>
            </a:pPr>
            <a:r>
              <a:rPr lang="en-US" dirty="0"/>
              <a:t>becomes in Python</a:t>
            </a:r>
          </a:p>
          <a:p>
            <a:r>
              <a:rPr lang="en-US" dirty="0">
                <a:latin typeface="Courier New" panose="02070309020205020404" pitchFamily="49" charset="0"/>
                <a:cs typeface="Courier New" panose="02070309020205020404" pitchFamily="49" charset="0"/>
              </a:rPr>
              <a:t>x = (3, 'g', 5.9)</a:t>
            </a:r>
            <a:endParaRPr lang="en-BE"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1192750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Tip: list or tuple?</a:t>
            </a:r>
            <a:endParaRPr lang="nl-BE" dirty="0"/>
          </a:p>
        </p:txBody>
      </p:sp>
      <p:sp>
        <p:nvSpPr>
          <p:cNvPr id="3" name="Content Placeholder 2"/>
          <p:cNvSpPr>
            <a:spLocks noGrp="1"/>
          </p:cNvSpPr>
          <p:nvPr>
            <p:ph idx="1"/>
          </p:nvPr>
        </p:nvSpPr>
        <p:spPr/>
        <p:txBody>
          <a:bodyPr>
            <a:normAutofit fontScale="77500" lnSpcReduction="20000"/>
          </a:bodyPr>
          <a:lstStyle/>
          <a:p>
            <a:r>
              <a:rPr lang="en-US" dirty="0"/>
              <a:t>Generally,  </a:t>
            </a:r>
          </a:p>
          <a:p>
            <a:pPr lvl="1"/>
            <a:r>
              <a:rPr lang="en-US" dirty="0"/>
              <a:t>lists are for looping; tuples for structs. </a:t>
            </a:r>
          </a:p>
          <a:p>
            <a:pPr lvl="1"/>
            <a:r>
              <a:rPr lang="en-US" dirty="0"/>
              <a:t>Lists are homogeneous; tuples heterogeneous. </a:t>
            </a:r>
          </a:p>
          <a:p>
            <a:pPr lvl="1"/>
            <a:r>
              <a:rPr lang="en-US" dirty="0"/>
              <a:t>Lists for variable length.</a:t>
            </a:r>
            <a:br>
              <a:rPr lang="en-US" dirty="0"/>
            </a:br>
            <a:r>
              <a:rPr lang="en-US" dirty="0"/>
              <a:t>(</a:t>
            </a:r>
            <a:r>
              <a:rPr lang="en-US" dirty="0">
                <a:hlinkClick r:id="rId2"/>
              </a:rPr>
              <a:t>https://stackoverflow.com/questions/16940293/why-is-there-no-tuple-comprehension-in-python</a:t>
            </a:r>
            <a:r>
              <a:rPr lang="en-US" dirty="0"/>
              <a:t>) </a:t>
            </a:r>
          </a:p>
          <a:p>
            <a:r>
              <a:rPr lang="en-US" dirty="0"/>
              <a:t>Based on </a:t>
            </a:r>
            <a:r>
              <a:rPr lang="en-US" dirty="0">
                <a:hlinkClick r:id="rId3"/>
              </a:rPr>
              <a:t>https://stackoverflow.com/questions/24854139/lists-are-for-homogeneous-data-and-tuples-are-for-heterogeneous-data-why</a:t>
            </a:r>
            <a:r>
              <a:rPr lang="en-US" dirty="0"/>
              <a:t> </a:t>
            </a:r>
          </a:p>
          <a:p>
            <a:r>
              <a:rPr lang="en-US" dirty="0"/>
              <a:t>A tuple is meant to be for fixed and predetermined data meanings. </a:t>
            </a:r>
            <a:r>
              <a:rPr lang="en-US" dirty="0">
                <a:latin typeface="Courier New" panose="02070309020205020404" pitchFamily="49" charset="0"/>
                <a:cs typeface="Courier New" panose="02070309020205020404" pitchFamily="49" charset="0"/>
              </a:rPr>
              <a:t>person = ("John", "Doe")</a:t>
            </a:r>
          </a:p>
          <a:p>
            <a:r>
              <a:rPr lang="en-US" dirty="0"/>
              <a:t>One of the direct benefits is that it can be used as a dictionary key. </a:t>
            </a:r>
          </a:p>
          <a:p>
            <a:pPr marL="0" indent="0">
              <a:buNone/>
            </a:pPr>
            <a:r>
              <a:rPr lang="en-US" dirty="0" err="1">
                <a:latin typeface="Courier New" panose="02070309020205020404" pitchFamily="49" charset="0"/>
                <a:cs typeface="Courier New" panose="02070309020205020404" pitchFamily="49" charset="0"/>
              </a:rPr>
              <a:t>some_dict</a:t>
            </a:r>
            <a:r>
              <a:rPr lang="en-US" dirty="0">
                <a:latin typeface="Courier New" panose="02070309020205020404" pitchFamily="49" charset="0"/>
                <a:cs typeface="Courier New" panose="02070309020205020404" pitchFamily="49" charset="0"/>
              </a:rPr>
              <a:t> = {person: "blah blah"}  # is working</a:t>
            </a:r>
          </a:p>
          <a:p>
            <a:pPr marL="0" indent="0">
              <a:buNone/>
            </a:pPr>
            <a:r>
              <a:rPr lang="en-US" dirty="0" err="1">
                <a:latin typeface="Courier New" panose="02070309020205020404" pitchFamily="49" charset="0"/>
                <a:cs typeface="Courier New" panose="02070309020205020404" pitchFamily="49" charset="0"/>
              </a:rPr>
              <a:t>da_list</a:t>
            </a:r>
            <a:r>
              <a:rPr lang="en-US" dirty="0">
                <a:latin typeface="Courier New" panose="02070309020205020404" pitchFamily="49" charset="0"/>
                <a:cs typeface="Courier New" panose="02070309020205020404" pitchFamily="49" charset="0"/>
              </a:rPr>
              <a:t> = ["Larry", "Smith"]</a:t>
            </a:r>
          </a:p>
          <a:p>
            <a:pPr marL="0" indent="0">
              <a:buNone/>
            </a:pPr>
            <a:r>
              <a:rPr lang="en-US" dirty="0" err="1">
                <a:latin typeface="Courier New" panose="02070309020205020404" pitchFamily="49" charset="0"/>
                <a:cs typeface="Courier New" panose="02070309020205020404" pitchFamily="49" charset="0"/>
              </a:rPr>
              <a:t>some_dict</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da_list</a:t>
            </a:r>
            <a:r>
              <a:rPr lang="en-US" dirty="0">
                <a:latin typeface="Courier New" panose="02070309020205020404" pitchFamily="49" charset="0"/>
                <a:cs typeface="Courier New" panose="02070309020205020404" pitchFamily="49" charset="0"/>
              </a:rPr>
              <a:t>: "blah blah"}  # is not working</a:t>
            </a:r>
          </a:p>
          <a:p>
            <a:pPr marL="0" indent="0">
              <a:buNone/>
            </a:pPr>
            <a:endParaRPr lang="nl-BE" dirty="0"/>
          </a:p>
        </p:txBody>
      </p:sp>
    </p:spTree>
    <p:extLst>
      <p:ext uri="{BB962C8B-B14F-4D97-AF65-F5344CB8AC3E}">
        <p14:creationId xmlns:p14="http://schemas.microsoft.com/office/powerpoint/2010/main" val="4003778944"/>
      </p:ext>
    </p:extLst>
  </p:cSld>
  <p:clrMapOvr>
    <a:masterClrMapping/>
  </p:clrMapOvr>
  <mc:AlternateContent xmlns:mc="http://schemas.openxmlformats.org/markup-compatibility/2006" xmlns:p14="http://schemas.microsoft.com/office/powerpoint/2010/main">
    <mc:Choice Requires="p14">
      <p:transition spd="slow" p14:dur="2000" advTm="26093"/>
    </mc:Choice>
    <mc:Fallback xmlns="">
      <p:transition spd="slow" advTm="26093"/>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Named tuple</a:t>
            </a:r>
            <a:endParaRPr lang="nl-BE" dirty="0"/>
          </a:p>
        </p:txBody>
      </p:sp>
      <p:sp>
        <p:nvSpPr>
          <p:cNvPr id="3" name="Content Placeholder 2"/>
          <p:cNvSpPr>
            <a:spLocks noGrp="1"/>
          </p:cNvSpPr>
          <p:nvPr>
            <p:ph idx="1"/>
          </p:nvPr>
        </p:nvSpPr>
        <p:spPr/>
        <p:txBody>
          <a:bodyPr/>
          <a:lstStyle/>
          <a:p>
            <a:r>
              <a:rPr lang="en-US" dirty="0"/>
              <a:t>A </a:t>
            </a:r>
            <a:r>
              <a:rPr lang="en-US" i="1" dirty="0" err="1"/>
              <a:t>namedtuple</a:t>
            </a:r>
            <a:r>
              <a:rPr lang="en-US" dirty="0"/>
              <a:t> is a tuple in which each element is explicitly given a name. </a:t>
            </a:r>
          </a:p>
          <a:p>
            <a:pPr lvl="1"/>
            <a:r>
              <a:rPr lang="en-US" dirty="0"/>
              <a:t>helps us to write better readable code: use descriptive names to the fields.</a:t>
            </a:r>
          </a:p>
          <a:p>
            <a:r>
              <a:rPr lang="en-US" i="1" dirty="0"/>
              <a:t>File: named_tuple.py</a:t>
            </a:r>
            <a:endParaRPr lang="nl-BE" i="1" dirty="0"/>
          </a:p>
        </p:txBody>
      </p:sp>
    </p:spTree>
    <p:extLst>
      <p:ext uri="{BB962C8B-B14F-4D97-AF65-F5344CB8AC3E}">
        <p14:creationId xmlns:p14="http://schemas.microsoft.com/office/powerpoint/2010/main" val="33289632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Tip what sequence?</a:t>
            </a:r>
          </a:p>
        </p:txBody>
      </p:sp>
      <p:sp>
        <p:nvSpPr>
          <p:cNvPr id="3" name="Content Placeholder 2"/>
          <p:cNvSpPr>
            <a:spLocks noGrp="1"/>
          </p:cNvSpPr>
          <p:nvPr>
            <p:ph idx="1"/>
          </p:nvPr>
        </p:nvSpPr>
        <p:spPr/>
        <p:txBody>
          <a:bodyPr>
            <a:normAutofit fontScale="85000" lnSpcReduction="20000"/>
          </a:bodyPr>
          <a:lstStyle/>
          <a:p>
            <a:r>
              <a:rPr lang="en-US" dirty="0"/>
              <a:t>The different kinds of sequences (strings, lists, and tuples) can be used interchangeably. </a:t>
            </a:r>
          </a:p>
          <a:p>
            <a:pPr lvl="1"/>
            <a:r>
              <a:rPr lang="en-US" dirty="0"/>
              <a:t>Strings</a:t>
            </a:r>
          </a:p>
          <a:p>
            <a:pPr lvl="2"/>
            <a:r>
              <a:rPr lang="en-US" dirty="0"/>
              <a:t>To start with the obvious, strings are more limited than other sequences because the elements have to be characters. </a:t>
            </a:r>
          </a:p>
          <a:p>
            <a:pPr lvl="2"/>
            <a:r>
              <a:rPr lang="en-US" dirty="0"/>
              <a:t>They are also immutable. </a:t>
            </a:r>
          </a:p>
          <a:p>
            <a:pPr lvl="2"/>
            <a:r>
              <a:rPr lang="en-US" dirty="0"/>
              <a:t>If you need the ability to change the characters in a string (as opposed to creating a new string), you might want to use a list of characters instead.</a:t>
            </a:r>
          </a:p>
          <a:p>
            <a:pPr lvl="1"/>
            <a:r>
              <a:rPr lang="en-US" dirty="0"/>
              <a:t>Lists are more common than tuples, mostly because they are mutable. </a:t>
            </a:r>
          </a:p>
          <a:p>
            <a:pPr lvl="1"/>
            <a:r>
              <a:rPr lang="en-US" dirty="0"/>
              <a:t>But there are a few cases where you might prefer tuples:</a:t>
            </a:r>
          </a:p>
          <a:p>
            <a:pPr lvl="2"/>
            <a:r>
              <a:rPr lang="en-US" dirty="0"/>
              <a:t>In some contexts, like a return statement, it is syntactically simpler to create a tuple than a list. </a:t>
            </a:r>
          </a:p>
          <a:p>
            <a:pPr lvl="2"/>
            <a:r>
              <a:rPr lang="en-US" dirty="0"/>
              <a:t>If you want to use a sequence as a dictionary key, you have to use an immutable type like a tuple or string.</a:t>
            </a:r>
          </a:p>
          <a:p>
            <a:pPr lvl="2"/>
            <a:r>
              <a:rPr lang="en-US" dirty="0"/>
              <a:t>If you are passing a sequence as an argument to a function, using tuples reduces the potential for unexpected behavior due to aliasing.</a:t>
            </a:r>
          </a:p>
          <a:p>
            <a:pPr lvl="2"/>
            <a:r>
              <a:rPr lang="en-US" dirty="0"/>
              <a:t>Because tuples are immutable, they don't provide methods like sort and reverse, which modify existing lists. </a:t>
            </a:r>
          </a:p>
        </p:txBody>
      </p:sp>
      <p:sp>
        <p:nvSpPr>
          <p:cNvPr id="4" name="TextBox 3"/>
          <p:cNvSpPr txBox="1"/>
          <p:nvPr/>
        </p:nvSpPr>
        <p:spPr>
          <a:xfrm>
            <a:off x="838200" y="6065679"/>
            <a:ext cx="10320454" cy="246221"/>
          </a:xfrm>
          <a:prstGeom prst="rect">
            <a:avLst/>
          </a:prstGeom>
          <a:noFill/>
        </p:spPr>
        <p:txBody>
          <a:bodyPr wrap="none" rtlCol="0">
            <a:spAutoFit/>
          </a:bodyPr>
          <a:lstStyle/>
          <a:p>
            <a:r>
              <a:rPr lang="en-US" sz="1000" dirty="0">
                <a:hlinkClick r:id="rId2"/>
              </a:rPr>
              <a:t>https://eng.libretexts.org/Bookshelves/Computer_Science/Book%3A_Python_for_Everybody_(Severance)/10%3A_Tuples/10.08%3A_Sequences%3A_strings%2C_lists%2C_and_tuples_-_Oh_My!</a:t>
            </a:r>
            <a:endParaRPr lang="en-US" sz="1000" dirty="0"/>
          </a:p>
        </p:txBody>
      </p:sp>
    </p:spTree>
    <p:extLst>
      <p:ext uri="{BB962C8B-B14F-4D97-AF65-F5344CB8AC3E}">
        <p14:creationId xmlns:p14="http://schemas.microsoft.com/office/powerpoint/2010/main" val="20675428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6D5D99-3397-432A-B5BD-F18F7095060A}"/>
              </a:ext>
            </a:extLst>
          </p:cNvPr>
          <p:cNvSpPr>
            <a:spLocks noGrp="1"/>
          </p:cNvSpPr>
          <p:nvPr>
            <p:ph type="title"/>
          </p:nvPr>
        </p:nvSpPr>
        <p:spPr/>
        <p:txBody>
          <a:bodyPr/>
          <a:lstStyle/>
          <a:p>
            <a:r>
              <a:rPr lang="nl-BE" dirty="0" err="1"/>
              <a:t>dictionary</a:t>
            </a:r>
            <a:endParaRPr lang="en-US" dirty="0"/>
          </a:p>
        </p:txBody>
      </p:sp>
      <p:sp>
        <p:nvSpPr>
          <p:cNvPr id="5" name="Text Placeholder 4">
            <a:extLst>
              <a:ext uri="{FF2B5EF4-FFF2-40B4-BE49-F238E27FC236}">
                <a16:creationId xmlns:a16="http://schemas.microsoft.com/office/drawing/2014/main" id="{54F16F61-A54C-431E-9630-F0C719DBC2FA}"/>
              </a:ext>
            </a:extLst>
          </p:cNvPr>
          <p:cNvSpPr>
            <a:spLocks noGrp="1"/>
          </p:cNvSpPr>
          <p:nvPr>
            <p:ph type="body" idx="1"/>
          </p:nvPr>
        </p:nvSpPr>
        <p:spPr/>
        <p:txBody>
          <a:bodyPr/>
          <a:lstStyle/>
          <a:p>
            <a:r>
              <a:rPr lang="en-US" dirty="0" err="1"/>
              <a:t>dictionary.ipynb</a:t>
            </a:r>
            <a:endParaRPr lang="en-US" dirty="0"/>
          </a:p>
        </p:txBody>
      </p:sp>
    </p:spTree>
    <p:extLst>
      <p:ext uri="{BB962C8B-B14F-4D97-AF65-F5344CB8AC3E}">
        <p14:creationId xmlns:p14="http://schemas.microsoft.com/office/powerpoint/2010/main" val="2708990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Dictionary</a:t>
            </a:r>
            <a:endParaRPr lang="nl-BE" dirty="0"/>
          </a:p>
        </p:txBody>
      </p:sp>
      <p:sp>
        <p:nvSpPr>
          <p:cNvPr id="3" name="Content Placeholder 2"/>
          <p:cNvSpPr>
            <a:spLocks noGrp="1"/>
          </p:cNvSpPr>
          <p:nvPr>
            <p:ph idx="1"/>
          </p:nvPr>
        </p:nvSpPr>
        <p:spPr/>
        <p:txBody>
          <a:bodyPr>
            <a:normAutofit lnSpcReduction="10000"/>
          </a:bodyPr>
          <a:lstStyle/>
          <a:p>
            <a:r>
              <a:rPr lang="en-US" dirty="0"/>
              <a:t>A dictionary is like a list, but more general. </a:t>
            </a:r>
          </a:p>
          <a:p>
            <a:pPr lvl="1"/>
            <a:r>
              <a:rPr lang="en-US" dirty="0"/>
              <a:t>In a list, the index positions have to be integers; </a:t>
            </a:r>
          </a:p>
          <a:p>
            <a:pPr lvl="1"/>
            <a:r>
              <a:rPr lang="en-US" dirty="0"/>
              <a:t>in a dictionary, the indices can be (almost) any type.</a:t>
            </a:r>
          </a:p>
          <a:p>
            <a:r>
              <a:rPr lang="en-US" dirty="0"/>
              <a:t>Mapping between a set of indices (keys) and a set of values. Each key maps to a value:  a </a:t>
            </a:r>
            <a:r>
              <a:rPr lang="en-US" b="1" dirty="0" err="1"/>
              <a:t>key:value</a:t>
            </a:r>
            <a:r>
              <a:rPr lang="en-US" dirty="0"/>
              <a:t> pair structure, and it's possible to retrieve the value using the key. </a:t>
            </a:r>
          </a:p>
          <a:p>
            <a:pPr lvl="1"/>
            <a:r>
              <a:rPr lang="en-US" b="1" dirty="0"/>
              <a:t>key</a:t>
            </a:r>
            <a:r>
              <a:rPr lang="en-US" dirty="0"/>
              <a:t>: an immutable object, no need to have strings as the keys, any immutable object can be a key.</a:t>
            </a:r>
          </a:p>
          <a:p>
            <a:pPr lvl="1"/>
            <a:r>
              <a:rPr lang="en-US" b="1" dirty="0"/>
              <a:t>value</a:t>
            </a:r>
            <a:r>
              <a:rPr lang="en-US" dirty="0"/>
              <a:t>:  can be either a mutable or immutable object. </a:t>
            </a:r>
          </a:p>
          <a:p>
            <a:r>
              <a:rPr lang="en-US" dirty="0"/>
              <a:t>Tip: assume that dictionaries have no sense of order (may be different depending on the Python version)</a:t>
            </a:r>
          </a:p>
        </p:txBody>
      </p:sp>
    </p:spTree>
    <p:extLst>
      <p:ext uri="{BB962C8B-B14F-4D97-AF65-F5344CB8AC3E}">
        <p14:creationId xmlns:p14="http://schemas.microsoft.com/office/powerpoint/2010/main" val="1685400709"/>
      </p:ext>
    </p:extLst>
  </p:cSld>
  <p:clrMapOvr>
    <a:masterClrMapping/>
  </p:clrMapOvr>
  <mc:AlternateContent xmlns:mc="http://schemas.openxmlformats.org/markup-compatibility/2006" xmlns:p14="http://schemas.microsoft.com/office/powerpoint/2010/main">
    <mc:Choice Requires="p14">
      <p:transition spd="slow" p14:dur="2000" advTm="113183"/>
    </mc:Choice>
    <mc:Fallback xmlns="">
      <p:transition spd="slow" advTm="113183"/>
    </mc:Fallback>
  </mc:AlternateContent>
  <p:extLst>
    <p:ext uri="{3A86A75C-4F4B-4683-9AE1-C65F6400EC91}">
      <p14:laserTraceLst xmlns:p14="http://schemas.microsoft.com/office/powerpoint/2010/main">
        <p14:tracePtLst>
          <p14:tracePt t="80795" x="3041650" y="4895850"/>
          <p14:tracePt t="81259" x="3041650" y="4902200"/>
          <p14:tracePt t="81283" x="3048000" y="4902200"/>
          <p14:tracePt t="81315" x="3054350" y="4902200"/>
          <p14:tracePt t="81323" x="3054350" y="4908550"/>
          <p14:tracePt t="81340" x="3060700" y="4908550"/>
          <p14:tracePt t="81347" x="3067050" y="4908550"/>
          <p14:tracePt t="81445" x="3073400" y="4908550"/>
          <p14:tracePt t="81549" x="3079750" y="4908550"/>
          <p14:tracePt t="81597" x="3086100" y="4908550"/>
          <p14:tracePt t="82323" x="3086100" y="4914900"/>
          <p14:tracePt t="82331" x="3092450" y="4914900"/>
          <p14:tracePt t="82340" x="3092450" y="4921250"/>
          <p14:tracePt t="82355" x="3098800" y="4921250"/>
          <p14:tracePt t="82371" x="3098800" y="4927600"/>
          <p14:tracePt t="82388" x="3105150" y="4933950"/>
          <p14:tracePt t="82405" x="3117850" y="4933950"/>
          <p14:tracePt t="82421" x="3124200" y="4946650"/>
          <p14:tracePt t="82438" x="3136900" y="4946650"/>
          <p14:tracePt t="82454" x="3143250" y="4953000"/>
          <p14:tracePt t="82459" x="3149600" y="4959350"/>
          <p14:tracePt t="82471" x="3155950" y="4959350"/>
          <p14:tracePt t="82488" x="3168650" y="4965700"/>
          <p14:tracePt t="82504" x="3194050" y="4978400"/>
          <p14:tracePt t="82521" x="3213100" y="4984750"/>
          <p14:tracePt t="82524" x="3232150" y="4991100"/>
          <p14:tracePt t="82538" x="3244850" y="4991100"/>
          <p14:tracePt t="82554" x="3251200" y="4997450"/>
          <p14:tracePt t="82557" x="3263900" y="5003800"/>
          <p14:tracePt t="82571" x="3270250" y="5003800"/>
          <p14:tracePt t="82589" x="3282950" y="5003800"/>
          <p14:tracePt t="82605" x="3289300" y="5003800"/>
          <p14:tracePt t="82621" x="3295650" y="5003800"/>
          <p14:tracePt t="82654" x="3302000" y="5003800"/>
          <p14:tracePt t="82669" x="3308350" y="5010150"/>
          <p14:tracePt t="82685" x="3321050" y="5010150"/>
          <p14:tracePt t="82693" x="3327400" y="5010150"/>
          <p14:tracePt t="82704" x="3333750" y="5010150"/>
          <p14:tracePt t="82721" x="3359150" y="5016500"/>
          <p14:tracePt t="82725" x="3371850" y="5016500"/>
          <p14:tracePt t="82738" x="3384550" y="5016500"/>
          <p14:tracePt t="82755" x="3416300" y="5016500"/>
          <p14:tracePt t="82758" x="3422650" y="5016500"/>
          <p14:tracePt t="82771" x="3454400" y="5022850"/>
          <p14:tracePt t="82788" x="3473450" y="5022850"/>
          <p14:tracePt t="82792" x="3498850" y="5022850"/>
          <p14:tracePt t="82805" x="3505200" y="5029200"/>
          <p14:tracePt t="82823" x="3568700" y="5029200"/>
          <p14:tracePt t="82839" x="3613150" y="5035550"/>
          <p14:tracePt t="82854" x="3657600" y="5041900"/>
          <p14:tracePt t="82871" x="3695700" y="5041900"/>
          <p14:tracePt t="82888" x="3733800" y="5041900"/>
          <p14:tracePt t="82904" x="3765550" y="5048250"/>
          <p14:tracePt t="82921" x="3784600" y="5048250"/>
          <p14:tracePt t="82938" x="3803650" y="5048250"/>
          <p14:tracePt t="82955" x="3822700" y="5048250"/>
          <p14:tracePt t="82959" x="3835400" y="5048250"/>
          <p14:tracePt t="82975" x="3841750" y="5048250"/>
          <p14:tracePt t="82988" x="3848100" y="5048250"/>
          <p14:tracePt t="83004" x="3854450" y="5048250"/>
          <p14:tracePt t="83007" x="3860800" y="5048250"/>
          <p14:tracePt t="83031" x="3867150" y="5048250"/>
          <p14:tracePt t="83066" x="3873500" y="5048250"/>
          <p14:tracePt t="83074" x="3879850" y="5048250"/>
          <p14:tracePt t="83090" x="3886200" y="5041900"/>
          <p14:tracePt t="83113" x="3898900" y="5041900"/>
          <p14:tracePt t="83121" x="3898900" y="5035550"/>
          <p14:tracePt t="83138" x="3911600" y="5029200"/>
          <p14:tracePt t="83155" x="3930650" y="5022850"/>
          <p14:tracePt t="83161" x="3930650" y="5016500"/>
          <p14:tracePt t="83172" x="3943350" y="5010150"/>
          <p14:tracePt t="83188" x="3962400" y="4997450"/>
          <p14:tracePt t="83205" x="3981450" y="4991100"/>
          <p14:tracePt t="83221" x="3994150" y="4984750"/>
          <p14:tracePt t="83225" x="4013200" y="4978400"/>
          <p14:tracePt t="83238" x="4019550" y="4972050"/>
          <p14:tracePt t="83254" x="4038600" y="4965700"/>
          <p14:tracePt t="83258" x="4038600" y="4959350"/>
          <p14:tracePt t="83271" x="4051300" y="4959350"/>
          <p14:tracePt t="83289" x="4064000" y="4946650"/>
          <p14:tracePt t="83305" x="4070350" y="4940300"/>
          <p14:tracePt t="83321" x="4076700" y="4940300"/>
          <p14:tracePt t="83347" x="4076700" y="4933950"/>
          <p14:tracePt t="83388" x="4083050" y="4933950"/>
          <p14:tracePt t="83395" x="4083050" y="4927600"/>
          <p14:tracePt t="83411" x="4089400" y="4927600"/>
          <p14:tracePt t="83427" x="4089400" y="4921250"/>
          <p14:tracePt t="83438" x="4095750" y="4921250"/>
          <p14:tracePt t="83455" x="4095750" y="4914900"/>
          <p14:tracePt t="83458" x="4108450" y="4908550"/>
          <p14:tracePt t="83472" x="4108450" y="4902200"/>
          <p14:tracePt t="83488" x="4114800" y="4895850"/>
          <p14:tracePt t="83504" x="4114800" y="4889500"/>
          <p14:tracePt t="83521" x="4121150" y="4883150"/>
          <p14:tracePt t="83797" x="4121150" y="4889500"/>
          <p14:tracePt t="83838" x="4121150" y="4895850"/>
          <p14:tracePt t="86224" x="0" y="0"/>
        </p14:tracePtLst>
        <p14:tracePtLst>
          <p14:tracePt t="93425" x="7397750" y="5600700"/>
          <p14:tracePt t="93431" x="7391400" y="5600700"/>
          <p14:tracePt t="93442" x="7391400" y="5607050"/>
          <p14:tracePt t="93577" x="7391400" y="5613400"/>
          <p14:tracePt t="93583" x="7416800" y="5613400"/>
          <p14:tracePt t="93593" x="7448550" y="5619750"/>
          <p14:tracePt t="93605" x="7493000" y="5626100"/>
          <p14:tracePt t="93622" x="7639050" y="5645150"/>
          <p14:tracePt t="93639" x="7778750" y="5657850"/>
          <p14:tracePt t="93641" x="7867650" y="5664200"/>
          <p14:tracePt t="93655" x="7918450" y="5670550"/>
          <p14:tracePt t="93672" x="8058150" y="5670550"/>
          <p14:tracePt t="93674" x="8108950" y="5670550"/>
          <p14:tracePt t="93689" x="8159750" y="5670550"/>
          <p14:tracePt t="93705" x="8178800" y="5670550"/>
          <p14:tracePt t="93761" x="8178800" y="5664200"/>
          <p14:tracePt t="93778" x="8166100" y="5657850"/>
          <p14:tracePt t="93786" x="8153400" y="5651500"/>
          <p14:tracePt t="93793" x="8134350" y="5638800"/>
          <p14:tracePt t="93805" x="8115300" y="5632450"/>
          <p14:tracePt t="93821" x="8026400" y="5613400"/>
          <p14:tracePt t="93838" x="7937500" y="5607050"/>
          <p14:tracePt t="93842" x="7886700" y="5607050"/>
          <p14:tracePt t="93855" x="7816850" y="5607050"/>
          <p14:tracePt t="93872" x="7702550" y="5607050"/>
          <p14:tracePt t="93875" x="7594600" y="5607050"/>
          <p14:tracePt t="93888" x="7505700" y="5613400"/>
          <p14:tracePt t="93905" x="7372350" y="5613400"/>
          <p14:tracePt t="93908" x="7239000" y="5613400"/>
          <p14:tracePt t="93922" x="7162800" y="5613400"/>
          <p14:tracePt t="93939" x="6902450" y="5613400"/>
          <p14:tracePt t="93955" x="6667500" y="5607050"/>
          <p14:tracePt t="93971" x="6553200" y="5594350"/>
          <p14:tracePt t="93988" x="6451600" y="5581650"/>
          <p14:tracePt t="94004" x="6375400" y="5568950"/>
          <p14:tracePt t="94021" x="6362700" y="5562600"/>
          <p14:tracePt t="94038" x="6356350" y="5562600"/>
          <p14:tracePt t="94102" x="6356350" y="5556250"/>
          <p14:tracePt t="94108" x="6350000" y="5549900"/>
          <p14:tracePt t="94121" x="6343650" y="5543550"/>
          <p14:tracePt t="94138" x="6330950" y="5524500"/>
          <p14:tracePt t="94141" x="6324600" y="5511800"/>
          <p14:tracePt t="94156" x="6318250" y="5499100"/>
          <p14:tracePt t="94172" x="6311900" y="5486400"/>
          <p14:tracePt t="94189" x="6305550" y="5473700"/>
          <p14:tracePt t="94205" x="6305550" y="5454650"/>
          <p14:tracePt t="94221" x="6305550" y="5435600"/>
          <p14:tracePt t="94238" x="6305550" y="5416550"/>
          <p14:tracePt t="94255" x="6299200" y="5391150"/>
          <p14:tracePt t="94272" x="6299200" y="5372100"/>
          <p14:tracePt t="94288" x="6292850" y="5365750"/>
          <p14:tracePt t="94305" x="6292850" y="5353050"/>
          <p14:tracePt t="94309" x="6286500" y="5353050"/>
          <p14:tracePt t="94322" x="6286500" y="5346700"/>
          <p14:tracePt t="94338" x="6280150" y="5346700"/>
          <p14:tracePt t="94342" x="6280150" y="5340350"/>
          <p14:tracePt t="94357" x="6280150" y="5334000"/>
          <p14:tracePt t="94372" x="6273800" y="5334000"/>
          <p14:tracePt t="94375" x="6273800" y="5327650"/>
          <p14:tracePt t="94391" x="6273800" y="5321300"/>
          <p14:tracePt t="94405" x="6267450" y="5314950"/>
          <p14:tracePt t="94422" x="6261100" y="5308600"/>
          <p14:tracePt t="94439" x="6254750" y="5289550"/>
          <p14:tracePt t="94455" x="6242050" y="5270500"/>
          <p14:tracePt t="94471" x="6235700" y="5257800"/>
          <p14:tracePt t="94488" x="6216650" y="5232400"/>
          <p14:tracePt t="94505" x="6203950" y="5213350"/>
          <p14:tracePt t="94522" x="6197600" y="5200650"/>
          <p14:tracePt t="94538" x="6184900" y="5194300"/>
          <p14:tracePt t="94555" x="6184900" y="5187950"/>
          <p14:tracePt t="94571" x="6178550" y="5187950"/>
          <p14:tracePt t="94592" x="6172200" y="5187950"/>
          <p14:tracePt t="94604" x="6172200" y="5181600"/>
          <p14:tracePt t="94621" x="6159500" y="5175250"/>
          <p14:tracePt t="94639" x="6146800" y="5168900"/>
          <p14:tracePt t="94655" x="6127750" y="5156200"/>
          <p14:tracePt t="94672" x="6108700" y="5143500"/>
          <p14:tracePt t="94690" x="6083300" y="5124450"/>
          <p14:tracePt t="94705" x="6057900" y="5111750"/>
          <p14:tracePt t="94721" x="6032500" y="5099050"/>
          <p14:tracePt t="94738" x="6026150" y="5092700"/>
          <p14:tracePt t="94755" x="6000750" y="5086350"/>
          <p14:tracePt t="94771" x="5988050" y="5080000"/>
          <p14:tracePt t="94788" x="5975350" y="5073650"/>
          <p14:tracePt t="94821" x="5969000" y="5073650"/>
          <p14:tracePt t="94838" x="5969000" y="5067300"/>
          <p14:tracePt t="94855" x="5962650" y="5067300"/>
          <p14:tracePt t="94871" x="5956300" y="5054600"/>
          <p14:tracePt t="94875" x="5949950" y="5054600"/>
          <p14:tracePt t="94889" x="5943600" y="5041900"/>
          <p14:tracePt t="94905" x="5937250" y="5035550"/>
          <p14:tracePt t="94921" x="5924550" y="5029200"/>
          <p14:tracePt t="94955" x="5918200" y="5022850"/>
          <p14:tracePt t="94988" x="5911850" y="5016500"/>
          <p14:tracePt t="95005" x="5905500" y="5010150"/>
          <p14:tracePt t="95022" x="5899150" y="5003800"/>
          <p14:tracePt t="95038" x="5886450" y="4997450"/>
          <p14:tracePt t="95055" x="5880100" y="4991100"/>
          <p14:tracePt t="95072" x="5873750" y="4984750"/>
          <p14:tracePt t="95074" x="5867400" y="4984750"/>
          <p14:tracePt t="95093" x="5861050" y="4984750"/>
          <p14:tracePt t="95105" x="5854700" y="4984750"/>
          <p14:tracePt t="95125" x="5848350" y="4984750"/>
          <p14:tracePt t="95159" x="5842000" y="4984750"/>
          <p14:tracePt t="95172" x="5835650" y="4984750"/>
          <p14:tracePt t="95179" x="5829300" y="4984750"/>
          <p14:tracePt t="95195" x="5822950" y="4984750"/>
          <p14:tracePt t="95204" x="5816600" y="4984750"/>
          <p14:tracePt t="95222" x="5810250" y="4984750"/>
          <p14:tracePt t="95238" x="5797550" y="4984750"/>
          <p14:tracePt t="95256" x="5784850" y="4984750"/>
          <p14:tracePt t="95271" x="5772150" y="4984750"/>
          <p14:tracePt t="95288" x="5759450" y="4991100"/>
          <p14:tracePt t="95306" x="5746750" y="4991100"/>
          <p14:tracePt t="95321" x="5740400" y="4991100"/>
          <p14:tracePt t="95326" x="5734050" y="4997450"/>
          <p14:tracePt t="95338" x="5727700" y="4997450"/>
          <p14:tracePt t="95358" x="5721350" y="4997450"/>
          <p14:tracePt t="95390" x="5721350" y="5003800"/>
          <p14:tracePt t="95413" x="5721350" y="5010150"/>
          <p14:tracePt t="95421" x="5715000" y="5010150"/>
          <p14:tracePt t="95445" x="5708650" y="5016500"/>
          <p14:tracePt t="95461" x="5702300" y="5022850"/>
          <p14:tracePt t="95487" x="5695950" y="5029200"/>
          <p14:tracePt t="95504" x="5695950" y="5035550"/>
          <p14:tracePt t="95527" x="5689600" y="5035550"/>
          <p14:tracePt t="95538" x="5689600" y="5041900"/>
          <p14:tracePt t="95568" x="5689600" y="5048250"/>
          <p14:tracePt t="95592" x="5689600" y="5054600"/>
          <p14:tracePt t="95600" x="5689600" y="5060950"/>
          <p14:tracePt t="95624" x="5689600" y="5067300"/>
          <p14:tracePt t="95656" x="5689600" y="5073650"/>
          <p14:tracePt t="95687" x="5689600" y="5080000"/>
          <p14:tracePt t="95696" x="5689600" y="5086350"/>
          <p14:tracePt t="95711" x="5689600" y="5092700"/>
          <p14:tracePt t="95727" x="5689600" y="5099050"/>
          <p14:tracePt t="95738" x="5689600" y="5105400"/>
          <p14:tracePt t="95755" x="5689600" y="5111750"/>
          <p14:tracePt t="95771" x="5689600" y="5124450"/>
          <p14:tracePt t="95788" x="5695950" y="5130800"/>
          <p14:tracePt t="95793" x="5695950" y="5137150"/>
          <p14:tracePt t="95821" x="5695950" y="5143500"/>
          <p14:tracePt t="95838" x="5702300" y="5143500"/>
          <p14:tracePt t="95874" x="5702300" y="5149850"/>
          <p14:tracePt t="95922" x="5708650" y="5149850"/>
          <p14:tracePt t="95937" x="5708650" y="5156200"/>
          <p14:tracePt t="95954" x="5708650" y="5162550"/>
          <p14:tracePt t="95971" x="5715000" y="5162550"/>
          <p14:tracePt t="95988" x="5721350" y="5168900"/>
          <p14:tracePt t="96005" x="5727700" y="5175250"/>
          <p14:tracePt t="96021" x="5734050" y="5187950"/>
          <p14:tracePt t="96025" x="5740400" y="5187950"/>
          <p14:tracePt t="96042" x="5753100" y="5194300"/>
          <p14:tracePt t="96057" x="5759450" y="5200650"/>
          <p14:tracePt t="96071" x="5759450" y="5207000"/>
          <p14:tracePt t="96088" x="5765800" y="5207000"/>
          <p14:tracePt t="96092" x="5772150" y="5213350"/>
          <p14:tracePt t="96105" x="5778500" y="5213350"/>
          <p14:tracePt t="96122" x="5784850" y="5213350"/>
          <p14:tracePt t="96139" x="5791200" y="5219700"/>
          <p14:tracePt t="96203" x="5797550" y="5219700"/>
          <p14:tracePt t="96213" x="5803900" y="5219700"/>
          <p14:tracePt t="96227" x="5810250" y="5219700"/>
          <p14:tracePt t="96243" x="5816600" y="5219700"/>
          <p14:tracePt t="96254" x="5822950" y="5219700"/>
          <p14:tracePt t="96272" x="5835650" y="5219700"/>
          <p14:tracePt t="96288" x="5848350" y="5219700"/>
          <p14:tracePt t="96305" x="5854700" y="5219700"/>
          <p14:tracePt t="96322" x="5867400" y="5213350"/>
          <p14:tracePt t="96325" x="5873750" y="5207000"/>
          <p14:tracePt t="96339" x="5886450" y="5207000"/>
          <p14:tracePt t="96355" x="5886450" y="5200650"/>
          <p14:tracePt t="96359" x="5892800" y="5200650"/>
          <p14:tracePt t="96371" x="5899150" y="5200650"/>
          <p14:tracePt t="96389" x="5911850" y="5194300"/>
          <p14:tracePt t="96405" x="5911850" y="5187950"/>
          <p14:tracePt t="96421" x="5918200" y="5181600"/>
          <p14:tracePt t="96438" x="5918200" y="5175250"/>
          <p14:tracePt t="96454" x="5924550" y="5175250"/>
          <p14:tracePt t="96472" x="5924550" y="5168900"/>
          <p14:tracePt t="96488" x="5924550" y="5162550"/>
          <p14:tracePt t="96504" x="5924550" y="5156200"/>
          <p14:tracePt t="96522" x="5924550" y="5149850"/>
          <p14:tracePt t="96538" x="5924550" y="5143500"/>
          <p14:tracePt t="96581" x="5924550" y="5137150"/>
          <p14:tracePt t="96624" x="5924550" y="5130800"/>
          <p14:tracePt t="96642" x="5924550" y="5124450"/>
          <p14:tracePt t="96671" x="5924550" y="5118100"/>
          <p14:tracePt t="96680" x="5924550" y="5111750"/>
          <p14:tracePt t="96688" x="5918200" y="5105400"/>
          <p14:tracePt t="96722" x="5911850" y="5092700"/>
          <p14:tracePt t="96739" x="5905500" y="5086350"/>
          <p14:tracePt t="96755" x="5905500" y="5080000"/>
          <p14:tracePt t="96775" x="5899150" y="5073650"/>
          <p14:tracePt t="96815" x="5899150" y="5067300"/>
          <p14:tracePt t="96831" x="5899150" y="5060950"/>
          <p14:tracePt t="96841" x="5892800" y="5060950"/>
          <p14:tracePt t="96887" x="5892800" y="5054600"/>
          <p14:tracePt t="96900" x="5886450" y="5054600"/>
          <p14:tracePt t="96909" x="5880100" y="5054600"/>
          <p14:tracePt t="96922" x="5880100" y="5048250"/>
          <p14:tracePt t="96955" x="5873750" y="5048250"/>
          <p14:tracePt t="96972" x="5873750" y="5041900"/>
          <p14:tracePt t="96988" x="5867400" y="5035550"/>
          <p14:tracePt t="97021" x="5861050" y="5029200"/>
          <p14:tracePt t="97038" x="5854700" y="5029200"/>
          <p14:tracePt t="97041" x="5854700" y="5022850"/>
          <p14:tracePt t="97065" x="5848350" y="5016500"/>
          <p14:tracePt t="97082" x="5842000" y="5010150"/>
          <p14:tracePt t="97106" x="5835650" y="5010150"/>
          <p14:tracePt t="97114" x="5829300" y="5003800"/>
          <p14:tracePt t="97139" x="5822950" y="5003800"/>
          <p14:tracePt t="97154" x="5822950" y="4997450"/>
          <p14:tracePt t="97171" x="5816600" y="4997450"/>
          <p14:tracePt t="97188" x="5810250" y="4997450"/>
          <p14:tracePt t="97205" x="5797550" y="4991100"/>
          <p14:tracePt t="97227" x="5791200" y="4991100"/>
          <p14:tracePt t="97244" x="5784850" y="4991100"/>
          <p14:tracePt t="97255" x="5778500" y="4984750"/>
          <p14:tracePt t="97272" x="5772150" y="4984750"/>
          <p14:tracePt t="97275" x="5765800" y="4984750"/>
          <p14:tracePt t="97288" x="5759450" y="4984750"/>
          <p14:tracePt t="97322" x="5746750" y="4984750"/>
          <p14:tracePt t="97412" x="0" y="0"/>
        </p14:tracePtLst>
        <p14:tracePtLst>
          <p14:tracePt t="101356" x="4102100" y="5740400"/>
          <p14:tracePt t="101506" x="4108450" y="5740400"/>
          <p14:tracePt t="101521" x="4114800" y="5734050"/>
          <p14:tracePt t="101555" x="4133850" y="5708650"/>
          <p14:tracePt t="101572" x="4146550" y="5695950"/>
          <p14:tracePt t="101588" x="4152900" y="5676900"/>
          <p14:tracePt t="101605" x="4159250" y="5670550"/>
          <p14:tracePt t="101622" x="4165600" y="5657850"/>
          <p14:tracePt t="101639" x="4171950" y="5645150"/>
          <p14:tracePt t="101655" x="4171950" y="5638800"/>
          <p14:tracePt t="101672" x="4171950" y="5632450"/>
          <p14:tracePt t="101691" x="4171950" y="5619750"/>
          <p14:tracePt t="101708" x="4178300" y="5613400"/>
          <p14:tracePt t="101724" x="4178300" y="5600700"/>
          <p14:tracePt t="101739" x="4178300" y="5594350"/>
          <p14:tracePt t="101757" x="4178300" y="5581650"/>
          <p14:tracePt t="101772" x="4178300" y="5575300"/>
          <p14:tracePt t="101789" x="4178300" y="5562600"/>
          <p14:tracePt t="101805" x="4178300" y="5556250"/>
          <p14:tracePt t="101823" x="4171950" y="5549900"/>
          <p14:tracePt t="101838" x="4171950" y="5543550"/>
          <p14:tracePt t="101857" x="4165600" y="5543550"/>
          <p14:tracePt t="101861" x="4159250" y="5537200"/>
          <p14:tracePt t="101872" x="4159250" y="5530850"/>
          <p14:tracePt t="101888" x="4152900" y="5524500"/>
          <p14:tracePt t="101905" x="4140200" y="5511800"/>
          <p14:tracePt t="101922" x="4133850" y="5505450"/>
          <p14:tracePt t="101925" x="4127500" y="5505450"/>
          <p14:tracePt t="101939" x="4121150" y="5492750"/>
          <p14:tracePt t="101955" x="4102100" y="5486400"/>
          <p14:tracePt t="101958" x="4095750" y="5480050"/>
          <p14:tracePt t="101972" x="4089400" y="5480050"/>
          <p14:tracePt t="101990" x="4064000" y="5461000"/>
          <p14:tracePt t="102005" x="4044950" y="5454650"/>
          <p14:tracePt t="102022" x="4019550" y="5441950"/>
          <p14:tracePt t="102038" x="3994150" y="5435600"/>
          <p14:tracePt t="102055" x="3962400" y="5416550"/>
          <p14:tracePt t="102072" x="3930650" y="5416550"/>
          <p14:tracePt t="102088" x="3898900" y="5397500"/>
          <p14:tracePt t="102108" x="3860800" y="5397500"/>
          <p14:tracePt t="102111" x="3848100" y="5391150"/>
          <p14:tracePt t="102122" x="3835400" y="5384800"/>
          <p14:tracePt t="102125" x="3829050" y="5378450"/>
          <p14:tracePt t="102138" x="3816350" y="5378450"/>
          <p14:tracePt t="102156" x="3797300" y="5372100"/>
          <p14:tracePt t="102161" x="3784600" y="5372100"/>
          <p14:tracePt t="102172" x="3771900" y="5372100"/>
          <p14:tracePt t="102188" x="3727450" y="5365750"/>
          <p14:tracePt t="102191" x="3714750" y="5359400"/>
          <p14:tracePt t="102205" x="3702050" y="5359400"/>
          <p14:tracePt t="102222" x="3663950" y="5359400"/>
          <p14:tracePt t="102225" x="3644900" y="5359400"/>
          <p14:tracePt t="102240" x="3613150" y="5353050"/>
          <p14:tracePt t="102256" x="3575050" y="5346700"/>
          <p14:tracePt t="102272" x="3524250" y="5340350"/>
          <p14:tracePt t="102288" x="3498850" y="5340350"/>
          <p14:tracePt t="102305" x="3473450" y="5340350"/>
          <p14:tracePt t="102322" x="3435350" y="5340350"/>
          <p14:tracePt t="102338" x="3403600" y="5340350"/>
          <p14:tracePt t="102355" x="3371850" y="5340350"/>
          <p14:tracePt t="102360" x="3352800" y="5340350"/>
          <p14:tracePt t="102372" x="3333750" y="5340350"/>
          <p14:tracePt t="102388" x="3308350" y="5340350"/>
          <p14:tracePt t="102392" x="3289300" y="5340350"/>
          <p14:tracePt t="102405" x="3276600" y="5340350"/>
          <p14:tracePt t="102422" x="3251200" y="5340350"/>
          <p14:tracePt t="102425" x="3219450" y="5340350"/>
          <p14:tracePt t="102438" x="3206750" y="5346700"/>
          <p14:tracePt t="102455" x="3175000" y="5353050"/>
          <p14:tracePt t="102458" x="3155950" y="5365750"/>
          <p14:tracePt t="102472" x="3111500" y="5378450"/>
          <p14:tracePt t="102489" x="3073400" y="5397500"/>
          <p14:tracePt t="102505" x="3048000" y="5410200"/>
          <p14:tracePt t="102522" x="3009900" y="5429250"/>
          <p14:tracePt t="102538" x="2997200" y="5441950"/>
          <p14:tracePt t="102555" x="2971800" y="5454650"/>
          <p14:tracePt t="102572" x="2952750" y="5467350"/>
          <p14:tracePt t="102588" x="2933700" y="5480050"/>
          <p14:tracePt t="102605" x="2921000" y="5492750"/>
          <p14:tracePt t="102622" x="2914650" y="5499100"/>
          <p14:tracePt t="102626" x="2908300" y="5505450"/>
          <p14:tracePt t="102638" x="2895600" y="5511800"/>
          <p14:tracePt t="102655" x="2889250" y="5518150"/>
          <p14:tracePt t="102659" x="2889250" y="5530850"/>
          <p14:tracePt t="102672" x="2882900" y="5530850"/>
          <p14:tracePt t="102689" x="2876550" y="5543550"/>
          <p14:tracePt t="102705" x="2876550" y="5549900"/>
          <p14:tracePt t="102722" x="2876550" y="5556250"/>
          <p14:tracePt t="102725" x="2876550" y="5568950"/>
          <p14:tracePt t="102741" x="2870200" y="5581650"/>
          <p14:tracePt t="102755" x="2870200" y="5594350"/>
          <p14:tracePt t="102772" x="2870200" y="5600700"/>
          <p14:tracePt t="102788" x="2870200" y="5607050"/>
          <p14:tracePt t="102805" x="2870200" y="5626100"/>
          <p14:tracePt t="102822" x="2870200" y="5632450"/>
          <p14:tracePt t="102838" x="2870200" y="5651500"/>
          <p14:tracePt t="102855" x="2876550" y="5670550"/>
          <p14:tracePt t="102871" x="2876550" y="5683250"/>
          <p14:tracePt t="102888" x="2889250" y="5702300"/>
          <p14:tracePt t="102891" x="2889250" y="5708650"/>
          <p14:tracePt t="102905" x="2889250" y="5721350"/>
          <p14:tracePt t="102922" x="2901950" y="5734050"/>
          <p14:tracePt t="102926" x="2901950" y="5746750"/>
          <p14:tracePt t="102940" x="2908300" y="5753100"/>
          <p14:tracePt t="102955" x="2914650" y="5765800"/>
          <p14:tracePt t="102972" x="2927350" y="5778500"/>
          <p14:tracePt t="102989" x="2927350" y="5784850"/>
          <p14:tracePt t="103005" x="2940050" y="5797550"/>
          <p14:tracePt t="103022" x="2946400" y="5803900"/>
          <p14:tracePt t="103038" x="2971800" y="5829300"/>
          <p14:tracePt t="103055" x="2990850" y="5842000"/>
          <p14:tracePt t="103072" x="3009900" y="5861050"/>
          <p14:tracePt t="103088" x="3028950" y="5867400"/>
          <p14:tracePt t="103105" x="3041650" y="5886450"/>
          <p14:tracePt t="103122" x="3060700" y="5899150"/>
          <p14:tracePt t="103125" x="3073400" y="5899150"/>
          <p14:tracePt t="103139" x="3086100" y="5905500"/>
          <p14:tracePt t="103156" x="3098800" y="5911850"/>
          <p14:tracePt t="103161" x="3111500" y="5911850"/>
          <p14:tracePt t="103172" x="3124200" y="5918200"/>
          <p14:tracePt t="103190" x="3149600" y="5930900"/>
          <p14:tracePt t="103205" x="3168650" y="5937250"/>
          <p14:tracePt t="103222" x="3187700" y="5943600"/>
          <p14:tracePt t="103238" x="3206750" y="5943600"/>
          <p14:tracePt t="103255" x="3238500" y="5949950"/>
          <p14:tracePt t="103272" x="3263900" y="5956300"/>
          <p14:tracePt t="103288" x="3289300" y="5956300"/>
          <p14:tracePt t="103305" x="3333750" y="5956300"/>
          <p14:tracePt t="103322" x="3378200" y="5962650"/>
          <p14:tracePt t="103342" x="3416300" y="5962650"/>
          <p14:tracePt t="103344" x="3454400" y="5969000"/>
          <p14:tracePt t="103355" x="3467100" y="5969000"/>
          <p14:tracePt t="103375" x="3543300" y="5975350"/>
          <p14:tracePt t="103388" x="3575050" y="5981700"/>
          <p14:tracePt t="103406" x="3613150" y="5988050"/>
          <p14:tracePt t="103408" x="3619500" y="5988050"/>
          <p14:tracePt t="103422" x="3638550" y="5988050"/>
          <p14:tracePt t="103441" x="3670300" y="5988050"/>
          <p14:tracePt t="103455" x="3695700" y="5988050"/>
          <p14:tracePt t="103474" x="3702050" y="5988050"/>
          <p14:tracePt t="103488" x="3714750" y="5988050"/>
          <p14:tracePt t="103505" x="3733800" y="5988050"/>
          <p14:tracePt t="103522" x="3752850" y="5988050"/>
          <p14:tracePt t="103539" x="3765550" y="5988050"/>
          <p14:tracePt t="103555" x="3790950" y="5988050"/>
          <p14:tracePt t="103572" x="3810000" y="5988050"/>
          <p14:tracePt t="103588" x="3841750" y="5988050"/>
          <p14:tracePt t="103605" x="3860800" y="5981700"/>
          <p14:tracePt t="103622" x="3879850" y="5969000"/>
          <p14:tracePt t="103638" x="3892550" y="5962650"/>
          <p14:tracePt t="103642" x="3898900" y="5962650"/>
          <p14:tracePt t="103655" x="3905250" y="5956300"/>
          <p14:tracePt t="103672" x="3917950" y="5949950"/>
          <p14:tracePt t="103674" x="3924300" y="5937250"/>
          <p14:tracePt t="103689" x="3937000" y="5924550"/>
          <p14:tracePt t="103705" x="3949700" y="5918200"/>
          <p14:tracePt t="103722" x="3968750" y="5905500"/>
          <p14:tracePt t="103738" x="3987800" y="5880100"/>
          <p14:tracePt t="103755" x="4000500" y="5867400"/>
          <p14:tracePt t="103772" x="4013200" y="5848350"/>
          <p14:tracePt t="103788" x="4032250" y="5829300"/>
          <p14:tracePt t="103805" x="4044950" y="5816600"/>
          <p14:tracePt t="103822" x="4051300" y="5803900"/>
          <p14:tracePt t="103838" x="4064000" y="5784850"/>
          <p14:tracePt t="103843" x="4070350" y="5778500"/>
          <p14:tracePt t="103855" x="4076700" y="5765800"/>
          <p14:tracePt t="103872" x="4089400" y="5746750"/>
          <p14:tracePt t="103877" x="4095750" y="5746750"/>
          <p14:tracePt t="103888" x="4095750" y="5740400"/>
          <p14:tracePt t="103905" x="4108450" y="5727700"/>
          <p14:tracePt t="103908" x="4108450" y="5721350"/>
          <p14:tracePt t="103923" x="4114800" y="5715000"/>
          <p14:tracePt t="103940" x="4121150" y="5708650"/>
          <p14:tracePt t="103955" x="4121150" y="5695950"/>
          <p14:tracePt t="103972" x="4127500" y="5689600"/>
          <p14:tracePt t="103988" x="4133850" y="5676900"/>
          <p14:tracePt t="104005" x="4133850" y="5670550"/>
          <p14:tracePt t="104022" x="4133850" y="5657850"/>
          <p14:tracePt t="104038" x="4133850" y="5651500"/>
          <p14:tracePt t="104055" x="4133850" y="5638800"/>
          <p14:tracePt t="104088" x="4133850" y="5632450"/>
          <p14:tracePt t="104108" x="4133850" y="5619750"/>
          <p14:tracePt t="104121" x="4133850" y="5613400"/>
          <p14:tracePt t="104155" x="4133850" y="5607050"/>
          <p14:tracePt t="104174" x="4133850" y="5600700"/>
          <p14:tracePt t="104231" x="4133850" y="5594350"/>
          <p14:tracePt t="104424" x="0" y="0"/>
        </p14:tracePtLst>
      </p14:laserTraceLst>
    </p:ext>
  </p:extLs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4DEE0-A466-41C6-9E0C-72A3E4FB9FF0}"/>
              </a:ext>
            </a:extLst>
          </p:cNvPr>
          <p:cNvSpPr>
            <a:spLocks noGrp="1"/>
          </p:cNvSpPr>
          <p:nvPr>
            <p:ph type="title"/>
          </p:nvPr>
        </p:nvSpPr>
        <p:spPr/>
        <p:txBody>
          <a:bodyPr/>
          <a:lstStyle/>
          <a:p>
            <a:r>
              <a:rPr lang="en-US" dirty="0"/>
              <a:t>Dictionary</a:t>
            </a:r>
            <a:endParaRPr lang="en-BE" dirty="0"/>
          </a:p>
        </p:txBody>
      </p:sp>
      <p:sp>
        <p:nvSpPr>
          <p:cNvPr id="3" name="Content Placeholder 2">
            <a:extLst>
              <a:ext uri="{FF2B5EF4-FFF2-40B4-BE49-F238E27FC236}">
                <a16:creationId xmlns:a16="http://schemas.microsoft.com/office/drawing/2014/main" id="{0F430344-3500-4B71-BA7F-60465B89143A}"/>
              </a:ext>
            </a:extLst>
          </p:cNvPr>
          <p:cNvSpPr>
            <a:spLocks noGrp="1"/>
          </p:cNvSpPr>
          <p:nvPr>
            <p:ph idx="1"/>
          </p:nvPr>
        </p:nvSpPr>
        <p:spPr/>
        <p:txBody>
          <a:bodyPr>
            <a:normAutofit lnSpcReduction="10000"/>
          </a:bodyPr>
          <a:lstStyle/>
          <a:p>
            <a:r>
              <a:rPr lang="en-US" dirty="0"/>
              <a:t>Key-value pairs in a dictionary can be created using the {} notation </a:t>
            </a:r>
          </a:p>
          <a:p>
            <a:pPr marL="457200" lvl="1" indent="0">
              <a:buNone/>
            </a:pPr>
            <a:r>
              <a:rPr lang="en-US" dirty="0">
                <a:latin typeface="Courier New" panose="02070309020205020404" pitchFamily="49" charset="0"/>
                <a:cs typeface="Courier New" panose="02070309020205020404" pitchFamily="49" charset="0"/>
              </a:rPr>
              <a:t>&gt;&gt;&gt; </a:t>
            </a:r>
            <a:r>
              <a:rPr lang="en-US" dirty="0" err="1">
                <a:latin typeface="Courier New" panose="02070309020205020404" pitchFamily="49" charset="0"/>
                <a:cs typeface="Courier New" panose="02070309020205020404" pitchFamily="49" charset="0"/>
              </a:rPr>
              <a:t>mydict</a:t>
            </a:r>
            <a:r>
              <a:rPr lang="en-US" dirty="0">
                <a:latin typeface="Courier New" panose="02070309020205020404" pitchFamily="49" charset="0"/>
                <a:cs typeface="Courier New" panose="02070309020205020404" pitchFamily="49" charset="0"/>
              </a:rPr>
              <a:t> = {key : value, key : value}, </a:t>
            </a:r>
          </a:p>
          <a:p>
            <a:pPr marL="457200" lvl="1" indent="0">
              <a:buNone/>
            </a:pPr>
            <a:r>
              <a:rPr lang="en-US" dirty="0">
                <a:latin typeface="Courier New" panose="02070309020205020404" pitchFamily="49" charset="0"/>
                <a:cs typeface="Courier New" panose="02070309020205020404" pitchFamily="49" charset="0"/>
              </a:rPr>
              <a:t>&gt;&gt;&gt; </a:t>
            </a:r>
            <a:r>
              <a:rPr lang="en-US" dirty="0" err="1">
                <a:latin typeface="Courier New" panose="02070309020205020404" pitchFamily="49" charset="0"/>
                <a:cs typeface="Courier New" panose="02070309020205020404" pitchFamily="49" charset="0"/>
              </a:rPr>
              <a:t>mydict</a:t>
            </a:r>
            <a:r>
              <a:rPr lang="en-US" dirty="0">
                <a:latin typeface="Courier New" panose="02070309020205020404" pitchFamily="49" charset="0"/>
                <a:cs typeface="Courier New" panose="02070309020205020404" pitchFamily="49" charset="0"/>
              </a:rPr>
              <a:t> = {'ab' : '</a:t>
            </a:r>
            <a:r>
              <a:rPr lang="en-US" dirty="0" err="1">
                <a:latin typeface="Courier New" panose="02070309020205020404" pitchFamily="49" charset="0"/>
                <a:cs typeface="Courier New" panose="02070309020205020404" pitchFamily="49" charset="0"/>
              </a:rPr>
              <a:t>abcd</a:t>
            </a:r>
            <a:r>
              <a:rPr lang="en-US" dirty="0">
                <a:latin typeface="Courier New" panose="02070309020205020404" pitchFamily="49" charset="0"/>
                <a:cs typeface="Courier New" panose="02070309020205020404" pitchFamily="49" charset="0"/>
              </a:rPr>
              <a:t>','cd' : '</a:t>
            </a:r>
            <a:r>
              <a:rPr lang="en-US" dirty="0" err="1">
                <a:latin typeface="Courier New" panose="02070309020205020404" pitchFamily="49" charset="0"/>
                <a:cs typeface="Courier New" panose="02070309020205020404" pitchFamily="49" charset="0"/>
              </a:rPr>
              <a:t>efgh</a:t>
            </a:r>
            <a:r>
              <a:rPr lang="en-US" dirty="0">
                <a:latin typeface="Courier New" panose="02070309020205020404" pitchFamily="49" charset="0"/>
                <a:cs typeface="Courier New" panose="02070309020205020404" pitchFamily="49" charset="0"/>
              </a:rPr>
              <a:t>’} </a:t>
            </a:r>
          </a:p>
          <a:p>
            <a:r>
              <a:rPr lang="en-US" dirty="0" err="1">
                <a:latin typeface="Courier New" panose="02070309020205020404" pitchFamily="49" charset="0"/>
                <a:cs typeface="Courier New" panose="02070309020205020404" pitchFamily="49" charset="0"/>
              </a:rPr>
              <a:t>dict</a:t>
            </a:r>
            <a:r>
              <a:rPr lang="en-US" dirty="0">
                <a:latin typeface="Courier New" panose="02070309020205020404" pitchFamily="49" charset="0"/>
                <a:cs typeface="Courier New" panose="02070309020205020404" pitchFamily="49" charset="0"/>
              </a:rPr>
              <a:t>(): </a:t>
            </a:r>
            <a:r>
              <a:rPr lang="en-US" dirty="0">
                <a:cs typeface="Courier New" panose="02070309020205020404" pitchFamily="49" charset="0"/>
              </a:rPr>
              <a:t>Convert a 2-tuple into a dictionary</a:t>
            </a:r>
          </a:p>
          <a:p>
            <a:pPr marL="457200" lvl="1" indent="0">
              <a:buNone/>
            </a:pPr>
            <a:r>
              <a:rPr lang="en-US" sz="2000" dirty="0">
                <a:latin typeface="Courier New" panose="02070309020205020404" pitchFamily="49" charset="0"/>
                <a:cs typeface="Courier New" panose="02070309020205020404" pitchFamily="49" charset="0"/>
              </a:rPr>
              <a:t>&gt;&gt;&gt; d1 = </a:t>
            </a:r>
            <a:r>
              <a:rPr lang="en-US" sz="2000" dirty="0" err="1">
                <a:latin typeface="Courier New" panose="02070309020205020404" pitchFamily="49" charset="0"/>
                <a:cs typeface="Courier New" panose="02070309020205020404" pitchFamily="49" charset="0"/>
              </a:rPr>
              <a:t>dict</a:t>
            </a:r>
            <a:r>
              <a:rPr lang="en-US" sz="2000" dirty="0">
                <a:latin typeface="Courier New" panose="02070309020205020404" pitchFamily="49" charset="0"/>
                <a:cs typeface="Courier New" panose="02070309020205020404" pitchFamily="49" charset="0"/>
              </a:rPr>
              <a:t>((('k1',11),('k2',12.3),('k3',(1, 2, 3))))</a:t>
            </a:r>
          </a:p>
          <a:p>
            <a:pPr marL="457200" lvl="1" indent="0">
              <a:buNone/>
            </a:pPr>
            <a:r>
              <a:rPr lang="en-US" sz="2000" dirty="0">
                <a:latin typeface="Courier New" panose="02070309020205020404" pitchFamily="49" charset="0"/>
                <a:cs typeface="Courier New" panose="02070309020205020404" pitchFamily="49" charset="0"/>
              </a:rPr>
              <a:t>&gt;&gt;&gt; d1</a:t>
            </a:r>
          </a:p>
          <a:p>
            <a:pPr marL="457200" lvl="1" indent="0">
              <a:buNone/>
            </a:pPr>
            <a:r>
              <a:rPr lang="en-US" sz="2000" dirty="0">
                <a:latin typeface="Courier New" panose="02070309020205020404" pitchFamily="49" charset="0"/>
                <a:cs typeface="Courier New" panose="02070309020205020404" pitchFamily="49" charset="0"/>
              </a:rPr>
              <a:t>{'k1': 11, 'k2': 12.3, 'k3': (1, 2, 3)}</a:t>
            </a:r>
          </a:p>
          <a:p>
            <a:r>
              <a:rPr lang="en-US" dirty="0">
                <a:cs typeface="Courier New" panose="02070309020205020404" pitchFamily="49" charset="0"/>
              </a:rPr>
              <a:t>Use keyword arguments</a:t>
            </a:r>
          </a:p>
          <a:p>
            <a:pPr marL="457200" lvl="1" indent="0">
              <a:buNone/>
            </a:pPr>
            <a:r>
              <a:rPr lang="en-US" sz="2200" dirty="0">
                <a:latin typeface="Courier New" panose="02070309020205020404" pitchFamily="49" charset="0"/>
                <a:cs typeface="Courier New" panose="02070309020205020404" pitchFamily="49" charset="0"/>
              </a:rPr>
              <a:t>&gt;&gt;&gt; d2 = </a:t>
            </a:r>
            <a:r>
              <a:rPr lang="en-US" sz="2200" dirty="0" err="1">
                <a:latin typeface="Courier New" panose="02070309020205020404" pitchFamily="49" charset="0"/>
                <a:cs typeface="Courier New" panose="02070309020205020404" pitchFamily="49" charset="0"/>
              </a:rPr>
              <a:t>dict</a:t>
            </a:r>
            <a:r>
              <a:rPr lang="en-US" sz="2200" dirty="0">
                <a:latin typeface="Courier New" panose="02070309020205020404" pitchFamily="49" charset="0"/>
                <a:cs typeface="Courier New" panose="02070309020205020404" pitchFamily="49" charset="0"/>
              </a:rPr>
              <a:t>(alfa = 1, beta = (1,2), gamma = 'help')</a:t>
            </a:r>
          </a:p>
          <a:p>
            <a:pPr marL="457200" lvl="1" indent="0">
              <a:buNone/>
            </a:pPr>
            <a:r>
              <a:rPr lang="en-US" sz="2200" dirty="0">
                <a:latin typeface="Courier New" panose="02070309020205020404" pitchFamily="49" charset="0"/>
                <a:cs typeface="Courier New" panose="02070309020205020404" pitchFamily="49" charset="0"/>
              </a:rPr>
              <a:t>&gt;&gt;&gt; d2</a:t>
            </a:r>
          </a:p>
          <a:p>
            <a:pPr marL="457200" lvl="1" indent="0">
              <a:buNone/>
            </a:pPr>
            <a:r>
              <a:rPr lang="en-US" sz="2200" dirty="0">
                <a:latin typeface="Courier New" panose="02070309020205020404" pitchFamily="49" charset="0"/>
                <a:cs typeface="Courier New" panose="02070309020205020404" pitchFamily="49" charset="0"/>
              </a:rPr>
              <a:t>{'alfa': 1, 'beta': (1, 2), 'gamma': 'help'}</a:t>
            </a:r>
          </a:p>
          <a:p>
            <a:endParaRPr lang="en-BE" dirty="0"/>
          </a:p>
        </p:txBody>
      </p:sp>
    </p:spTree>
    <p:extLst>
      <p:ext uri="{BB962C8B-B14F-4D97-AF65-F5344CB8AC3E}">
        <p14:creationId xmlns:p14="http://schemas.microsoft.com/office/powerpoint/2010/main" val="17924442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E0A6E-8612-464E-A5F8-493DBBA7A189}"/>
              </a:ext>
            </a:extLst>
          </p:cNvPr>
          <p:cNvSpPr>
            <a:spLocks noGrp="1"/>
          </p:cNvSpPr>
          <p:nvPr>
            <p:ph type="title"/>
          </p:nvPr>
        </p:nvSpPr>
        <p:spPr/>
        <p:txBody>
          <a:bodyPr/>
          <a:lstStyle/>
          <a:p>
            <a:r>
              <a:rPr lang="en-US" dirty="0"/>
              <a:t>Indexing a dictionary</a:t>
            </a:r>
            <a:endParaRPr lang="en-BE" dirty="0"/>
          </a:p>
        </p:txBody>
      </p:sp>
      <p:sp>
        <p:nvSpPr>
          <p:cNvPr id="3" name="Content Placeholder 2">
            <a:extLst>
              <a:ext uri="{FF2B5EF4-FFF2-40B4-BE49-F238E27FC236}">
                <a16:creationId xmlns:a16="http://schemas.microsoft.com/office/drawing/2014/main" id="{E3B025BE-A840-44D0-8742-0CEC7B6424EF}"/>
              </a:ext>
            </a:extLst>
          </p:cNvPr>
          <p:cNvSpPr>
            <a:spLocks noGrp="1"/>
          </p:cNvSpPr>
          <p:nvPr>
            <p:ph idx="1"/>
          </p:nvPr>
        </p:nvSpPr>
        <p:spPr/>
        <p:txBody>
          <a:bodyPr>
            <a:normAutofit/>
          </a:bodyPr>
          <a:lstStyle/>
          <a:p>
            <a:r>
              <a:rPr lang="en-US" dirty="0"/>
              <a:t>To access a member of the dictionary, use the key to index the content: </a:t>
            </a:r>
          </a:p>
          <a:p>
            <a:pPr marL="457200" lvl="1" indent="0">
              <a:buNone/>
            </a:pPr>
            <a:r>
              <a:rPr lang="en-US" sz="2000" dirty="0">
                <a:latin typeface="Courier New" panose="02070309020205020404" pitchFamily="49" charset="0"/>
                <a:cs typeface="Courier New" panose="02070309020205020404" pitchFamily="49" charset="0"/>
              </a:rPr>
              <a:t>&gt;&gt;&gt; d2 = {'alfa': 1, 'beta': (1, 2), 'gamma': 'help'}</a:t>
            </a:r>
          </a:p>
          <a:p>
            <a:pPr marL="457200" lvl="1" indent="0">
              <a:buNone/>
            </a:pPr>
            <a:r>
              <a:rPr lang="en-US" sz="2000" dirty="0">
                <a:latin typeface="Courier New" panose="02070309020205020404" pitchFamily="49" charset="0"/>
                <a:cs typeface="Courier New" panose="02070309020205020404" pitchFamily="49" charset="0"/>
              </a:rPr>
              <a:t>&gt;&gt;&gt; d2['beta']</a:t>
            </a:r>
          </a:p>
          <a:p>
            <a:pPr marL="457200" lvl="1" indent="0">
              <a:buNone/>
            </a:pPr>
            <a:r>
              <a:rPr lang="en-US" sz="2000" dirty="0">
                <a:latin typeface="Courier New" panose="02070309020205020404" pitchFamily="49" charset="0"/>
                <a:cs typeface="Courier New" panose="02070309020205020404" pitchFamily="49" charset="0"/>
              </a:rPr>
              <a:t>(1, 2)</a:t>
            </a:r>
          </a:p>
          <a:p>
            <a:r>
              <a:rPr lang="en-US" dirty="0"/>
              <a:t>Add new keys</a:t>
            </a:r>
          </a:p>
          <a:p>
            <a:pPr lvl="1"/>
            <a:r>
              <a:rPr lang="en-US" dirty="0"/>
              <a:t>Using Subscript notation</a:t>
            </a:r>
          </a:p>
          <a:p>
            <a:pPr marL="457200" lvl="1" indent="0">
              <a:buNone/>
            </a:pPr>
            <a:r>
              <a:rPr lang="en-US" dirty="0">
                <a:latin typeface="Courier New" panose="02070309020205020404" pitchFamily="49" charset="0"/>
                <a:cs typeface="Courier New" panose="02070309020205020404" pitchFamily="49" charset="0"/>
              </a:rPr>
              <a:t>&gt;&gt;&gt; </a:t>
            </a:r>
            <a:r>
              <a:rPr lang="nl-BE" dirty="0" err="1">
                <a:latin typeface="Courier New" panose="02070309020205020404" pitchFamily="49" charset="0"/>
                <a:cs typeface="Courier New" panose="02070309020205020404" pitchFamily="49" charset="0"/>
              </a:rPr>
              <a:t>mydict</a:t>
            </a:r>
            <a:r>
              <a:rPr lang="en-US" dirty="0">
                <a:latin typeface="Courier New" panose="02070309020205020404" pitchFamily="49" charset="0"/>
                <a:cs typeface="Courier New" panose="02070309020205020404" pitchFamily="49" charset="0"/>
              </a:rPr>
              <a:t>['key12'] = ‘help’</a:t>
            </a:r>
          </a:p>
          <a:p>
            <a:pPr marL="457200" lvl="1" indent="0">
              <a:buNone/>
            </a:pPr>
            <a:r>
              <a:rPr lang="en-US" dirty="0">
                <a:latin typeface="Courier New" panose="02070309020205020404" pitchFamily="49" charset="0"/>
                <a:cs typeface="Courier New" panose="02070309020205020404" pitchFamily="49" charset="0"/>
              </a:rPr>
              <a:t>&gt;&gt;&gt; </a:t>
            </a:r>
            <a:r>
              <a:rPr lang="nl-BE" dirty="0" err="1">
                <a:latin typeface="Courier New" panose="02070309020205020404" pitchFamily="49" charset="0"/>
                <a:cs typeface="Courier New" panose="02070309020205020404" pitchFamily="49" charset="0"/>
              </a:rPr>
              <a:t>mydict</a:t>
            </a:r>
            <a:r>
              <a:rPr lang="en-US" dirty="0">
                <a:latin typeface="Courier New" panose="02070309020205020404" pitchFamily="49" charset="0"/>
                <a:cs typeface="Courier New" panose="02070309020205020404" pitchFamily="49" charset="0"/>
              </a:rPr>
              <a:t>['key33'] = 55</a:t>
            </a:r>
          </a:p>
          <a:p>
            <a:pPr lvl="1"/>
            <a:r>
              <a:rPr lang="en-US" dirty="0"/>
              <a:t>Using update() method</a:t>
            </a:r>
          </a:p>
          <a:p>
            <a:pPr marL="457200" lvl="1" indent="0">
              <a:buNone/>
            </a:pPr>
            <a:r>
              <a:rPr lang="en-US" dirty="0">
                <a:latin typeface="Courier New" panose="02070309020205020404" pitchFamily="49" charset="0"/>
                <a:cs typeface="Courier New" panose="02070309020205020404" pitchFamily="49" charset="0"/>
              </a:rPr>
              <a:t>&gt;&gt;&gt; </a:t>
            </a:r>
            <a:r>
              <a:rPr lang="en-US" dirty="0" err="1">
                <a:latin typeface="Courier New" panose="02070309020205020404" pitchFamily="49" charset="0"/>
                <a:cs typeface="Courier New" panose="02070309020205020404" pitchFamily="49" charset="0"/>
              </a:rPr>
              <a:t>mydict.update</a:t>
            </a:r>
            <a:r>
              <a:rPr lang="en-US" dirty="0">
                <a:latin typeface="Courier New" panose="02070309020205020404" pitchFamily="49" charset="0"/>
                <a:cs typeface="Courier New" panose="02070309020205020404" pitchFamily="49" charset="0"/>
              </a:rPr>
              <a:t>({'key45':'test'})</a:t>
            </a:r>
          </a:p>
          <a:p>
            <a:endParaRPr lang="en-BE"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5742129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971A1-307C-4FC6-A436-F5CA0DF92805}"/>
              </a:ext>
            </a:extLst>
          </p:cNvPr>
          <p:cNvSpPr>
            <a:spLocks noGrp="1"/>
          </p:cNvSpPr>
          <p:nvPr>
            <p:ph type="title"/>
          </p:nvPr>
        </p:nvSpPr>
        <p:spPr/>
        <p:txBody>
          <a:bodyPr/>
          <a:lstStyle/>
          <a:p>
            <a:r>
              <a:rPr lang="en-US" dirty="0"/>
              <a:t>Dictionaries are mutable</a:t>
            </a:r>
            <a:endParaRPr lang="en-BE" dirty="0"/>
          </a:p>
        </p:txBody>
      </p:sp>
      <p:sp>
        <p:nvSpPr>
          <p:cNvPr id="3" name="Content Placeholder 2">
            <a:extLst>
              <a:ext uri="{FF2B5EF4-FFF2-40B4-BE49-F238E27FC236}">
                <a16:creationId xmlns:a16="http://schemas.microsoft.com/office/drawing/2014/main" id="{6FF97F19-AAB4-4CC7-B857-810910DD91CA}"/>
              </a:ext>
            </a:extLst>
          </p:cNvPr>
          <p:cNvSpPr>
            <a:spLocks noGrp="1"/>
          </p:cNvSpPr>
          <p:nvPr>
            <p:ph idx="1"/>
          </p:nvPr>
        </p:nvSpPr>
        <p:spPr/>
        <p:txBody>
          <a:bodyPr>
            <a:normAutofit/>
          </a:bodyPr>
          <a:lstStyle/>
          <a:p>
            <a:pPr marL="0" indent="0">
              <a:buNone/>
            </a:pPr>
            <a:r>
              <a:rPr lang="en-US" sz="2200" dirty="0">
                <a:latin typeface="Courier New" panose="02070309020205020404" pitchFamily="49" charset="0"/>
                <a:cs typeface="Courier New" panose="02070309020205020404" pitchFamily="49" charset="0"/>
              </a:rPr>
              <a:t>&gt;&gt;&gt; </a:t>
            </a:r>
            <a:r>
              <a:rPr lang="nl-BE" sz="2200" dirty="0">
                <a:latin typeface="Courier New" panose="02070309020205020404" pitchFamily="49" charset="0"/>
                <a:cs typeface="Courier New" panose="02070309020205020404" pitchFamily="49" charset="0"/>
              </a:rPr>
              <a:t>print(d1)</a:t>
            </a:r>
          </a:p>
          <a:p>
            <a:pPr marL="0" indent="0">
              <a:buNone/>
            </a:pPr>
            <a:r>
              <a:rPr lang="nl-BE" sz="2200" dirty="0">
                <a:latin typeface="Courier New" panose="02070309020205020404" pitchFamily="49" charset="0"/>
                <a:cs typeface="Courier New" panose="02070309020205020404" pitchFamily="49" charset="0"/>
              </a:rPr>
              <a:t>{'k1': 11, 'k2': 12.3, 'k3': (1, 2, 3)}</a:t>
            </a:r>
          </a:p>
          <a:p>
            <a:pPr marL="0" indent="0">
              <a:buNone/>
            </a:pPr>
            <a:r>
              <a:rPr lang="en-US" sz="2200" dirty="0">
                <a:latin typeface="Courier New" panose="02070309020205020404" pitchFamily="49" charset="0"/>
                <a:cs typeface="Courier New" panose="02070309020205020404" pitchFamily="49" charset="0"/>
              </a:rPr>
              <a:t>&gt;&gt;&gt; </a:t>
            </a:r>
            <a:r>
              <a:rPr lang="nl-BE" sz="2200" dirty="0">
                <a:latin typeface="Courier New" panose="02070309020205020404" pitchFamily="49" charset="0"/>
                <a:cs typeface="Courier New" panose="02070309020205020404" pitchFamily="49" charset="0"/>
              </a:rPr>
              <a:t>d1['k1'] = 'help'</a:t>
            </a:r>
          </a:p>
          <a:p>
            <a:pPr marL="0" indent="0">
              <a:buNone/>
            </a:pPr>
            <a:r>
              <a:rPr lang="en-US" sz="2200" dirty="0">
                <a:latin typeface="Courier New" panose="02070309020205020404" pitchFamily="49" charset="0"/>
                <a:cs typeface="Courier New" panose="02070309020205020404" pitchFamily="49" charset="0"/>
              </a:rPr>
              <a:t>&gt;&gt;&gt; </a:t>
            </a:r>
            <a:r>
              <a:rPr lang="nl-BE" sz="2200" dirty="0">
                <a:latin typeface="Courier New" panose="02070309020205020404" pitchFamily="49" charset="0"/>
                <a:cs typeface="Courier New" panose="02070309020205020404" pitchFamily="49" charset="0"/>
              </a:rPr>
              <a:t>print(d1)</a:t>
            </a:r>
          </a:p>
          <a:p>
            <a:pPr marL="0" indent="0">
              <a:buNone/>
            </a:pPr>
            <a:r>
              <a:rPr lang="nl-BE" sz="2200" dirty="0">
                <a:latin typeface="Courier New" panose="02070309020205020404" pitchFamily="49" charset="0"/>
                <a:cs typeface="Courier New" panose="02070309020205020404" pitchFamily="49" charset="0"/>
              </a:rPr>
              <a:t>{'k1': 'help', 'k2': 12.3, 'k3': (1, 2, 3)}</a:t>
            </a:r>
            <a:endParaRPr lang="en-BE" sz="2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571723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6E81C-0F68-4D07-A045-E3E9CAA090D2}"/>
              </a:ext>
            </a:extLst>
          </p:cNvPr>
          <p:cNvSpPr>
            <a:spLocks noGrp="1"/>
          </p:cNvSpPr>
          <p:nvPr>
            <p:ph type="title"/>
          </p:nvPr>
        </p:nvSpPr>
        <p:spPr/>
        <p:txBody>
          <a:bodyPr/>
          <a:lstStyle/>
          <a:p>
            <a:r>
              <a:rPr lang="en-US" dirty="0"/>
              <a:t>Membership of dictionaries</a:t>
            </a:r>
            <a:endParaRPr lang="en-BE" dirty="0"/>
          </a:p>
        </p:txBody>
      </p:sp>
      <p:sp>
        <p:nvSpPr>
          <p:cNvPr id="3" name="Content Placeholder 2">
            <a:extLst>
              <a:ext uri="{FF2B5EF4-FFF2-40B4-BE49-F238E27FC236}">
                <a16:creationId xmlns:a16="http://schemas.microsoft.com/office/drawing/2014/main" id="{760FB269-A148-49A5-880A-AF70EE97F3FA}"/>
              </a:ext>
            </a:extLst>
          </p:cNvPr>
          <p:cNvSpPr>
            <a:spLocks noGrp="1"/>
          </p:cNvSpPr>
          <p:nvPr>
            <p:ph idx="1"/>
          </p:nvPr>
        </p:nvSpPr>
        <p:spPr/>
        <p:txBody>
          <a:bodyPr>
            <a:normAutofit/>
          </a:bodyPr>
          <a:lstStyle/>
          <a:p>
            <a:r>
              <a:rPr lang="en-US" dirty="0"/>
              <a:t>Operators </a:t>
            </a:r>
            <a:r>
              <a:rPr lang="en-US" dirty="0">
                <a:latin typeface="Courier New" panose="02070309020205020404" pitchFamily="49" charset="0"/>
                <a:cs typeface="Courier New" panose="02070309020205020404" pitchFamily="49" charset="0"/>
              </a:rPr>
              <a:t>in</a:t>
            </a:r>
            <a:r>
              <a:rPr lang="en-US" dirty="0"/>
              <a:t> and </a:t>
            </a:r>
            <a:r>
              <a:rPr lang="en-US" dirty="0">
                <a:latin typeface="Courier New" panose="02070309020205020404" pitchFamily="49" charset="0"/>
                <a:cs typeface="Courier New" panose="02070309020205020404" pitchFamily="49" charset="0"/>
              </a:rPr>
              <a:t>not in</a:t>
            </a:r>
            <a:r>
              <a:rPr lang="en-US" dirty="0">
                <a:cs typeface="Courier New" panose="02070309020205020404" pitchFamily="49" charset="0"/>
              </a:rPr>
              <a:t> </a:t>
            </a:r>
            <a:r>
              <a:rPr lang="en-US" dirty="0"/>
              <a:t>only work on key values</a:t>
            </a:r>
          </a:p>
          <a:p>
            <a:pPr marL="0" indent="0">
              <a:buNone/>
            </a:pPr>
            <a:r>
              <a:rPr lang="en-US" sz="2200" dirty="0">
                <a:latin typeface="Courier New" panose="02070309020205020404" pitchFamily="49" charset="0"/>
                <a:cs typeface="Courier New" panose="02070309020205020404" pitchFamily="49" charset="0"/>
              </a:rPr>
              <a:t>&gt;&gt;&gt; d1</a:t>
            </a:r>
          </a:p>
          <a:p>
            <a:pPr marL="0" indent="0">
              <a:buNone/>
            </a:pPr>
            <a:r>
              <a:rPr lang="en-US" sz="2200" dirty="0">
                <a:latin typeface="Courier New" panose="02070309020205020404" pitchFamily="49" charset="0"/>
                <a:cs typeface="Courier New" panose="02070309020205020404" pitchFamily="49" charset="0"/>
              </a:rPr>
              <a:t>{'k1': 'help', 'k2': 12.3, 'k3': (1, 2, 3)}</a:t>
            </a:r>
          </a:p>
          <a:p>
            <a:pPr marL="0" indent="0">
              <a:buNone/>
            </a:pPr>
            <a:r>
              <a:rPr lang="en-US" sz="2200" dirty="0">
                <a:latin typeface="Courier New" panose="02070309020205020404" pitchFamily="49" charset="0"/>
                <a:cs typeface="Courier New" panose="02070309020205020404" pitchFamily="49" charset="0"/>
              </a:rPr>
              <a:t>&gt;&gt;&gt; 'k1' in d1</a:t>
            </a:r>
          </a:p>
          <a:p>
            <a:pPr marL="0" indent="0">
              <a:buNone/>
            </a:pPr>
            <a:r>
              <a:rPr lang="en-US" sz="2200" dirty="0">
                <a:latin typeface="Courier New" panose="02070309020205020404" pitchFamily="49" charset="0"/>
                <a:cs typeface="Courier New" panose="02070309020205020404" pitchFamily="49" charset="0"/>
              </a:rPr>
              <a:t>True</a:t>
            </a:r>
          </a:p>
          <a:p>
            <a:pPr marL="0" indent="0">
              <a:buNone/>
            </a:pPr>
            <a:r>
              <a:rPr lang="en-US" sz="2200" dirty="0">
                <a:latin typeface="Courier New" panose="02070309020205020404" pitchFamily="49" charset="0"/>
                <a:cs typeface="Courier New" panose="02070309020205020404" pitchFamily="49" charset="0"/>
              </a:rPr>
              <a:t>&gt;&gt;&gt; 'help' in d1</a:t>
            </a:r>
          </a:p>
          <a:p>
            <a:pPr marL="0" indent="0">
              <a:buNone/>
            </a:pPr>
            <a:r>
              <a:rPr lang="en-US" sz="2200" dirty="0">
                <a:latin typeface="Courier New" panose="02070309020205020404" pitchFamily="49" charset="0"/>
                <a:cs typeface="Courier New" panose="02070309020205020404" pitchFamily="49" charset="0"/>
              </a:rPr>
              <a:t>False</a:t>
            </a:r>
            <a:endParaRPr lang="en-BE" sz="2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693746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Dictionary methods</a:t>
            </a:r>
            <a:endParaRPr lang="nl-BE" dirty="0"/>
          </a:p>
        </p:txBody>
      </p:sp>
      <p:sp>
        <p:nvSpPr>
          <p:cNvPr id="3" name="Content Placeholder 2"/>
          <p:cNvSpPr>
            <a:spLocks noGrp="1"/>
          </p:cNvSpPr>
          <p:nvPr>
            <p:ph idx="1"/>
          </p:nvPr>
        </p:nvSpPr>
        <p:spPr/>
        <p:txBody>
          <a:bodyPr>
            <a:normAutofit/>
          </a:bodyPr>
          <a:lstStyle/>
          <a:p>
            <a:r>
              <a:rPr lang="en-US" altLang="nl-BE" dirty="0">
                <a:ea typeface="ＭＳ Ｐゴシック" panose="020B0600070205080204" pitchFamily="34" charset="-128"/>
              </a:rPr>
              <a:t>The </a:t>
            </a:r>
            <a:r>
              <a:rPr lang="en-US" altLang="nl-BE" dirty="0">
                <a:latin typeface="Courier New" panose="02070309020205020404" pitchFamily="49" charset="0"/>
                <a:ea typeface="ＭＳ Ｐゴシック" panose="020B0600070205080204" pitchFamily="34" charset="-128"/>
                <a:cs typeface="Courier New" panose="02070309020205020404" pitchFamily="49" charset="0"/>
              </a:rPr>
              <a:t>keys</a:t>
            </a:r>
            <a:r>
              <a:rPr lang="en-US" altLang="nl-BE" dirty="0">
                <a:ea typeface="ＭＳ Ｐゴシック" panose="020B0600070205080204" pitchFamily="34" charset="-128"/>
              </a:rPr>
              <a:t> method returns a list of the keys in a dictionary</a:t>
            </a:r>
          </a:p>
          <a:p>
            <a:pPr>
              <a:buFont typeface="Wingdings 2" panose="05020102010507070707" pitchFamily="18" charset="2"/>
              <a:buNone/>
            </a:pPr>
            <a:r>
              <a:rPr lang="en-US" altLang="nl-BE" dirty="0">
                <a:latin typeface="Courier New" panose="02070309020205020404" pitchFamily="49" charset="0"/>
                <a:ea typeface="ＭＳ Ｐゴシック" panose="020B0600070205080204" pitchFamily="34" charset="-128"/>
                <a:cs typeface="Courier New" panose="02070309020205020404" pitchFamily="49" charset="0"/>
              </a:rPr>
              <a:t> </a:t>
            </a:r>
            <a:r>
              <a:rPr lang="en-US" sz="2200" dirty="0">
                <a:latin typeface="Courier New" panose="02070309020205020404" pitchFamily="49" charset="0"/>
                <a:cs typeface="Courier New" panose="02070309020205020404" pitchFamily="49" charset="0"/>
              </a:rPr>
              <a:t>&gt;&gt;&gt; </a:t>
            </a:r>
            <a:r>
              <a:rPr lang="en-US" altLang="nl-BE" sz="2200" dirty="0">
                <a:latin typeface="Courier New" panose="02070309020205020404" pitchFamily="49" charset="0"/>
                <a:ea typeface="ＭＳ Ｐゴシック" panose="020B0600070205080204" pitchFamily="34" charset="-128"/>
                <a:cs typeface="Courier New" panose="02070309020205020404" pitchFamily="49" charset="0"/>
              </a:rPr>
              <a:t>print(</a:t>
            </a:r>
            <a:r>
              <a:rPr lang="nl-BE" sz="2200" dirty="0" err="1">
                <a:latin typeface="Courier New" panose="02070309020205020404" pitchFamily="49" charset="0"/>
                <a:cs typeface="Courier New" panose="02070309020205020404" pitchFamily="49" charset="0"/>
              </a:rPr>
              <a:t>mydict</a:t>
            </a:r>
            <a:r>
              <a:rPr lang="en-US" altLang="nl-BE" sz="2200" dirty="0">
                <a:latin typeface="Courier New" panose="02070309020205020404" pitchFamily="49" charset="0"/>
                <a:ea typeface="ＭＳ Ｐゴシック" panose="020B0600070205080204" pitchFamily="34" charset="-128"/>
                <a:cs typeface="Courier New" panose="02070309020205020404" pitchFamily="49" charset="0"/>
              </a:rPr>
              <a:t>.keys())</a:t>
            </a:r>
          </a:p>
          <a:p>
            <a:r>
              <a:rPr lang="en-US" altLang="nl-BE" dirty="0">
                <a:ea typeface="ＭＳ Ｐゴシック" panose="020B0600070205080204" pitchFamily="34" charset="-128"/>
              </a:rPr>
              <a:t>The </a:t>
            </a:r>
            <a:r>
              <a:rPr lang="en-US" altLang="nl-BE" dirty="0">
                <a:latin typeface="Courier New" panose="02070309020205020404" pitchFamily="49" charset="0"/>
                <a:ea typeface="ＭＳ Ｐゴシック" panose="020B0600070205080204" pitchFamily="34" charset="-128"/>
                <a:cs typeface="Courier New" panose="02070309020205020404" pitchFamily="49" charset="0"/>
              </a:rPr>
              <a:t>values</a:t>
            </a:r>
            <a:r>
              <a:rPr lang="en-US" altLang="nl-BE" dirty="0">
                <a:ea typeface="ＭＳ Ｐゴシック" panose="020B0600070205080204" pitchFamily="34" charset="-128"/>
              </a:rPr>
              <a:t> method returns a list of the values</a:t>
            </a:r>
          </a:p>
          <a:p>
            <a:pPr>
              <a:buFont typeface="Wingdings 2" panose="05020102010507070707" pitchFamily="18" charset="2"/>
              <a:buNone/>
            </a:pPr>
            <a:r>
              <a:rPr lang="en-US" altLang="nl-BE" dirty="0">
                <a:latin typeface="Courier New" panose="02070309020205020404" pitchFamily="49" charset="0"/>
                <a:ea typeface="ＭＳ Ｐゴシック" panose="020B0600070205080204" pitchFamily="34" charset="-128"/>
                <a:cs typeface="Courier New" panose="02070309020205020404" pitchFamily="49" charset="0"/>
              </a:rPr>
              <a:t> </a:t>
            </a:r>
            <a:r>
              <a:rPr lang="en-US" sz="2200" dirty="0">
                <a:latin typeface="Courier New" panose="02070309020205020404" pitchFamily="49" charset="0"/>
                <a:cs typeface="Courier New" panose="02070309020205020404" pitchFamily="49" charset="0"/>
              </a:rPr>
              <a:t>&gt;&gt;&gt; </a:t>
            </a:r>
            <a:r>
              <a:rPr lang="en-US" altLang="nl-BE" sz="2200" dirty="0">
                <a:latin typeface="Courier New" panose="02070309020205020404" pitchFamily="49" charset="0"/>
                <a:ea typeface="ＭＳ Ｐゴシック" panose="020B0600070205080204" pitchFamily="34" charset="-128"/>
                <a:cs typeface="Courier New" panose="02070309020205020404" pitchFamily="49" charset="0"/>
              </a:rPr>
              <a:t>print(</a:t>
            </a:r>
            <a:r>
              <a:rPr lang="nl-BE" sz="2200" dirty="0" err="1">
                <a:latin typeface="Courier New" panose="02070309020205020404" pitchFamily="49" charset="0"/>
                <a:cs typeface="Courier New" panose="02070309020205020404" pitchFamily="49" charset="0"/>
              </a:rPr>
              <a:t>mydict</a:t>
            </a:r>
            <a:r>
              <a:rPr lang="en-US" altLang="nl-BE" sz="2200" dirty="0">
                <a:latin typeface="Courier New" panose="02070309020205020404" pitchFamily="49" charset="0"/>
                <a:ea typeface="ＭＳ Ｐゴシック" panose="020B0600070205080204" pitchFamily="34" charset="-128"/>
                <a:cs typeface="Courier New" panose="02070309020205020404" pitchFamily="49" charset="0"/>
              </a:rPr>
              <a:t>.values())</a:t>
            </a:r>
          </a:p>
          <a:p>
            <a:r>
              <a:rPr lang="en-US" altLang="nl-BE" dirty="0">
                <a:ea typeface="ＭＳ Ｐゴシック" panose="020B0600070205080204" pitchFamily="34" charset="-128"/>
              </a:rPr>
              <a:t>The </a:t>
            </a:r>
            <a:r>
              <a:rPr lang="en-US" altLang="nl-BE" dirty="0">
                <a:latin typeface="Courier New" panose="02070309020205020404" pitchFamily="49" charset="0"/>
                <a:ea typeface="ＭＳ Ｐゴシック" panose="020B0600070205080204" pitchFamily="34" charset="-128"/>
                <a:cs typeface="Courier New" panose="02070309020205020404" pitchFamily="49" charset="0"/>
              </a:rPr>
              <a:t>items</a:t>
            </a:r>
            <a:r>
              <a:rPr lang="en-US" altLang="nl-BE" dirty="0">
                <a:ea typeface="ＭＳ Ｐゴシック" panose="020B0600070205080204" pitchFamily="34" charset="-128"/>
              </a:rPr>
              <a:t> method returns a list of  tuple pairs of the key-value pairs in a dictionary</a:t>
            </a:r>
          </a:p>
          <a:p>
            <a:pPr>
              <a:buFont typeface="Wingdings 2" panose="05020102010507070707" pitchFamily="18" charset="2"/>
              <a:buNone/>
            </a:pPr>
            <a:r>
              <a:rPr lang="en-US" altLang="nl-BE" dirty="0">
                <a:latin typeface="Courier New" panose="02070309020205020404" pitchFamily="49" charset="0"/>
                <a:ea typeface="ＭＳ Ｐゴシック" panose="020B0600070205080204" pitchFamily="34" charset="-128"/>
                <a:cs typeface="Courier New" panose="02070309020205020404" pitchFamily="49" charset="0"/>
              </a:rPr>
              <a:t> </a:t>
            </a:r>
            <a:r>
              <a:rPr lang="en-US" sz="2200" dirty="0">
                <a:latin typeface="Courier New" panose="02070309020205020404" pitchFamily="49" charset="0"/>
                <a:cs typeface="Courier New" panose="02070309020205020404" pitchFamily="49" charset="0"/>
              </a:rPr>
              <a:t>&gt;&gt;&gt; </a:t>
            </a:r>
            <a:r>
              <a:rPr lang="en-US" altLang="nl-BE" sz="2200" dirty="0">
                <a:latin typeface="Courier New" panose="02070309020205020404" pitchFamily="49" charset="0"/>
                <a:ea typeface="ＭＳ Ｐゴシック" panose="020B0600070205080204" pitchFamily="34" charset="-128"/>
                <a:cs typeface="Courier New" panose="02070309020205020404" pitchFamily="49" charset="0"/>
              </a:rPr>
              <a:t>print(</a:t>
            </a:r>
            <a:r>
              <a:rPr lang="nl-BE" sz="2200" dirty="0" err="1">
                <a:latin typeface="Courier New" panose="02070309020205020404" pitchFamily="49" charset="0"/>
                <a:cs typeface="Courier New" panose="02070309020205020404" pitchFamily="49" charset="0"/>
              </a:rPr>
              <a:t>mydict</a:t>
            </a:r>
            <a:r>
              <a:rPr lang="en-US" altLang="nl-BE" sz="2200" dirty="0">
                <a:latin typeface="Courier New" panose="02070309020205020404" pitchFamily="49" charset="0"/>
                <a:ea typeface="ＭＳ Ｐゴシック" panose="020B0600070205080204" pitchFamily="34" charset="-128"/>
                <a:cs typeface="Courier New" panose="02070309020205020404" pitchFamily="49" charset="0"/>
              </a:rPr>
              <a:t>.items())</a:t>
            </a:r>
          </a:p>
        </p:txBody>
      </p:sp>
    </p:spTree>
    <p:extLst>
      <p:ext uri="{BB962C8B-B14F-4D97-AF65-F5344CB8AC3E}">
        <p14:creationId xmlns:p14="http://schemas.microsoft.com/office/powerpoint/2010/main" val="3381808942"/>
      </p:ext>
    </p:extLst>
  </p:cSld>
  <p:clrMapOvr>
    <a:masterClrMapping/>
  </p:clrMapOvr>
  <mc:AlternateContent xmlns:mc="http://schemas.openxmlformats.org/markup-compatibility/2006" xmlns:p14="http://schemas.microsoft.com/office/powerpoint/2010/main">
    <mc:Choice Requires="p14">
      <p:transition spd="slow" p14:dur="2000" advTm="44687"/>
    </mc:Choice>
    <mc:Fallback xmlns="">
      <p:transition spd="slow" advTm="44687"/>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Dictionary: aliasing</a:t>
            </a:r>
          </a:p>
        </p:txBody>
      </p:sp>
      <p:sp>
        <p:nvSpPr>
          <p:cNvPr id="3" name="Content Placeholder 2"/>
          <p:cNvSpPr>
            <a:spLocks noGrp="1"/>
          </p:cNvSpPr>
          <p:nvPr>
            <p:ph idx="1"/>
          </p:nvPr>
        </p:nvSpPr>
        <p:spPr/>
        <p:txBody>
          <a:bodyPr>
            <a:normAutofit/>
          </a:bodyPr>
          <a:lstStyle/>
          <a:p>
            <a:r>
              <a:rPr lang="en-US" dirty="0">
                <a:cs typeface="Courier New" panose="02070309020205020404" pitchFamily="49" charset="0"/>
              </a:rPr>
              <a:t>Because dictionaries are mutable, you need to be aware of aliasing (as with lists). </a:t>
            </a:r>
            <a:br>
              <a:rPr lang="en-US" dirty="0">
                <a:cs typeface="Courier New" panose="02070309020205020404" pitchFamily="49" charset="0"/>
              </a:rPr>
            </a:br>
            <a:r>
              <a:rPr lang="en-US" dirty="0">
                <a:cs typeface="Courier New" panose="02070309020205020404" pitchFamily="49" charset="0"/>
              </a:rPr>
              <a:t>Whenever two variables refer to the same dictionary object, changes to one affect the other. </a:t>
            </a:r>
          </a:p>
          <a:p>
            <a:pPr lvl="1"/>
            <a:r>
              <a:rPr lang="en-US" dirty="0">
                <a:cs typeface="Courier New" panose="02070309020205020404" pitchFamily="49" charset="0"/>
              </a:rPr>
              <a:t>use deep copy to be sure</a:t>
            </a:r>
          </a:p>
          <a:p>
            <a:pPr lvl="1"/>
            <a:r>
              <a:rPr lang="en-US" dirty="0">
                <a:latin typeface="Courier New" panose="02070309020205020404" pitchFamily="49" charset="0"/>
                <a:cs typeface="Courier New" panose="02070309020205020404" pitchFamily="49" charset="0"/>
              </a:rPr>
              <a:t>.copy() </a:t>
            </a:r>
            <a:r>
              <a:rPr lang="en-US" dirty="0">
                <a:cs typeface="Courier New" panose="02070309020205020404" pitchFamily="49" charset="0"/>
              </a:rPr>
              <a:t>creates a shallow copy</a:t>
            </a: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81980605"/>
      </p:ext>
    </p:extLst>
  </p:cSld>
  <p:clrMapOvr>
    <a:masterClrMapping/>
  </p:clrMapOvr>
  <mc:AlternateContent xmlns:mc="http://schemas.openxmlformats.org/markup-compatibility/2006" xmlns:p14="http://schemas.microsoft.com/office/powerpoint/2010/main">
    <mc:Choice Requires="p14">
      <p:transition spd="slow" p14:dur="2000" advTm="87438"/>
    </mc:Choice>
    <mc:Fallback xmlns="">
      <p:transition spd="slow" advTm="87438"/>
    </mc:Fallback>
  </mc:AlternateContent>
  <p:extLst>
    <p:ext uri="{3A86A75C-4F4B-4683-9AE1-C65F6400EC91}">
      <p14:laserTraceLst xmlns:p14="http://schemas.microsoft.com/office/powerpoint/2010/main">
        <p14:tracePtLst>
          <p14:tracePt t="15082" x="2711450" y="2749550"/>
          <p14:tracePt t="15144" x="2711450" y="2743200"/>
          <p14:tracePt t="15177" x="2711450" y="2736850"/>
          <p14:tracePt t="15208" x="2711450" y="2730500"/>
          <p14:tracePt t="15232" x="2711450" y="2724150"/>
          <p14:tracePt t="15248" x="2705100" y="2717800"/>
          <p14:tracePt t="15264" x="2698750" y="2711450"/>
          <p14:tracePt t="15280" x="2692400" y="2698750"/>
          <p14:tracePt t="15290" x="2692400" y="2686050"/>
          <p14:tracePt t="15307" x="2686050" y="2679700"/>
          <p14:tracePt t="15319" x="2679700" y="2673350"/>
          <p14:tracePt t="15336" x="2673350" y="2660650"/>
          <p14:tracePt t="15405" x="2667000" y="2660650"/>
          <p14:tracePt t="15438" x="2660650" y="2660650"/>
          <p14:tracePt t="15442" x="2654300" y="2660650"/>
          <p14:tracePt t="15466" x="2647950" y="2660650"/>
          <p14:tracePt t="15483" x="2641600" y="2660650"/>
          <p14:tracePt t="15498" x="2635250" y="2660650"/>
          <p14:tracePt t="15507" x="2628900" y="2660650"/>
          <p14:tracePt t="15530" x="2622550" y="2660650"/>
          <p14:tracePt t="15546" x="2616200" y="2660650"/>
          <p14:tracePt t="15562" x="2603500" y="2660650"/>
          <p14:tracePt t="15573" x="2597150" y="2667000"/>
          <p14:tracePt t="15588" x="2590800" y="2667000"/>
          <p14:tracePt t="15605" x="2578100" y="2673350"/>
          <p14:tracePt t="15619" x="2559050" y="2686050"/>
          <p14:tracePt t="15637" x="2540000" y="2686050"/>
          <p14:tracePt t="15652" x="2527300" y="2698750"/>
          <p14:tracePt t="15669" x="2514600" y="2711450"/>
          <p14:tracePt t="15685" x="2508250" y="2711450"/>
          <p14:tracePt t="15702" x="2501900" y="2730500"/>
          <p14:tracePt t="15719" x="2495550" y="2743200"/>
          <p14:tracePt t="15735" x="2495550" y="2762250"/>
          <p14:tracePt t="15752" x="2495550" y="2774950"/>
          <p14:tracePt t="15769" x="2495550" y="2800350"/>
          <p14:tracePt t="15772" x="2495550" y="2806700"/>
          <p14:tracePt t="15786" x="2495550" y="2819400"/>
          <p14:tracePt t="15802" x="2495550" y="2844800"/>
          <p14:tracePt t="15819" x="2495550" y="2851150"/>
          <p14:tracePt t="15836" x="2508250" y="2882900"/>
          <p14:tracePt t="15852" x="2514600" y="2901950"/>
          <p14:tracePt t="15869" x="2514600" y="2927350"/>
          <p14:tracePt t="15885" x="2527300" y="2952750"/>
          <p14:tracePt t="15902" x="2533650" y="2965450"/>
          <p14:tracePt t="15919" x="2552700" y="3003550"/>
          <p14:tracePt t="15935" x="2571750" y="3022600"/>
          <p14:tracePt t="15952" x="2578100" y="3035300"/>
          <p14:tracePt t="15969" x="2603500" y="3048000"/>
          <p14:tracePt t="15974" x="2609850" y="3048000"/>
          <p14:tracePt t="15985" x="2616200" y="3054350"/>
          <p14:tracePt t="16002" x="2628900" y="3060700"/>
          <p14:tracePt t="16007" x="2635250" y="3060700"/>
          <p14:tracePt t="16019" x="2641600" y="3067050"/>
          <p14:tracePt t="16036" x="2654300" y="3067050"/>
          <p14:tracePt t="16040" x="2660650" y="3067050"/>
          <p14:tracePt t="16052" x="2667000" y="3067050"/>
          <p14:tracePt t="16070" x="2679700" y="3067050"/>
          <p14:tracePt t="16086" x="2686050" y="3067050"/>
          <p14:tracePt t="16102" x="2705100" y="3048000"/>
          <p14:tracePt t="16119" x="2717800" y="3022600"/>
          <p14:tracePt t="16135" x="2736850" y="2978150"/>
          <p14:tracePt t="16152" x="2743200" y="2927350"/>
          <p14:tracePt t="16169" x="2743200" y="2870200"/>
          <p14:tracePt t="16185" x="2743200" y="2832100"/>
          <p14:tracePt t="16202" x="2724150" y="2774950"/>
          <p14:tracePt t="16219" x="2698750" y="2730500"/>
          <p14:tracePt t="16235" x="2686050" y="2717800"/>
          <p14:tracePt t="16242" x="2679700" y="2698750"/>
          <p14:tracePt t="16256" x="2673350" y="2692400"/>
          <p14:tracePt t="16269" x="2673350" y="2686050"/>
          <p14:tracePt t="16286" x="2673350" y="2679700"/>
          <p14:tracePt t="16302" x="2673350" y="2667000"/>
          <p14:tracePt t="16321" x="2673350" y="2660650"/>
          <p14:tracePt t="16493" x="0" y="0"/>
        </p14:tracePtLst>
        <p14:tracePtLst>
          <p14:tracePt t="17085" x="3054350" y="2692400"/>
          <p14:tracePt t="17099" x="3054350" y="2686050"/>
          <p14:tracePt t="17107" x="3048000" y="2686050"/>
          <p14:tracePt t="17119" x="3048000" y="2679700"/>
          <p14:tracePt t="17187" x="3035300" y="2679700"/>
          <p14:tracePt t="17202" x="3022600" y="2673350"/>
          <p14:tracePt t="17222" x="2997200" y="2667000"/>
          <p14:tracePt t="17235" x="2965450" y="2654300"/>
          <p14:tracePt t="17253" x="2927350" y="2654300"/>
          <p14:tracePt t="17269" x="2889250" y="2647950"/>
          <p14:tracePt t="17287" x="2870200" y="2641600"/>
          <p14:tracePt t="17292" x="2851150" y="2641600"/>
          <p14:tracePt t="17302" x="2844800" y="2641600"/>
          <p14:tracePt t="17319" x="2832100" y="2641600"/>
          <p14:tracePt t="17323" x="2819400" y="2641600"/>
          <p14:tracePt t="17336" x="2813050" y="2641600"/>
          <p14:tracePt t="17352" x="2806700" y="2647950"/>
          <p14:tracePt t="17355" x="2800350" y="2654300"/>
          <p14:tracePt t="17369" x="2794000" y="2660650"/>
          <p14:tracePt t="17385" x="2794000" y="2667000"/>
          <p14:tracePt t="17388" x="2787650" y="2667000"/>
          <p14:tracePt t="17405" x="2781300" y="2673350"/>
          <p14:tracePt t="17420" x="2774950" y="2679700"/>
          <p14:tracePt t="17436" x="2774950" y="2692400"/>
          <p14:tracePt t="17452" x="2768600" y="2711450"/>
          <p14:tracePt t="17469" x="2768600" y="2717800"/>
          <p14:tracePt t="17485" x="2768600" y="2755900"/>
          <p14:tracePt t="17502" x="2768600" y="2781300"/>
          <p14:tracePt t="17519" x="2774950" y="2819400"/>
          <p14:tracePt t="17535" x="2813050" y="2863850"/>
          <p14:tracePt t="17552" x="2851150" y="2901950"/>
          <p14:tracePt t="17556" x="2870200" y="2927350"/>
          <p14:tracePt t="17569" x="2882900" y="2933700"/>
          <p14:tracePt t="17585" x="2914650" y="2959100"/>
          <p14:tracePt t="17602" x="2940050" y="2971800"/>
          <p14:tracePt t="17619" x="2959100" y="2990850"/>
          <p14:tracePt t="17622" x="2971800" y="2990850"/>
          <p14:tracePt t="17635" x="2984500" y="2997200"/>
          <p14:tracePt t="17652" x="3009900" y="3009900"/>
          <p14:tracePt t="17655" x="3028950" y="3016250"/>
          <p14:tracePt t="17670" x="3067050" y="3028950"/>
          <p14:tracePt t="17686" x="3111500" y="3041650"/>
          <p14:tracePt t="17702" x="3168650" y="3054350"/>
          <p14:tracePt t="17719" x="3232150" y="3060700"/>
          <p14:tracePt t="17735" x="3295650" y="3067050"/>
          <p14:tracePt t="17752" x="3390900" y="3067050"/>
          <p14:tracePt t="17769" x="3467100" y="3067050"/>
          <p14:tracePt t="17786" x="3536950" y="3054350"/>
          <p14:tracePt t="17789" x="3556000" y="3054350"/>
          <p14:tracePt t="17802" x="3606800" y="3041650"/>
          <p14:tracePt t="17819" x="3670300" y="3022600"/>
          <p14:tracePt t="17822" x="3689350" y="3016250"/>
          <p14:tracePt t="17835" x="3721100" y="3009900"/>
          <p14:tracePt t="17852" x="3752850" y="3003550"/>
          <p14:tracePt t="17855" x="3771900" y="2997200"/>
          <p14:tracePt t="17869" x="3778250" y="2997200"/>
          <p14:tracePt t="17873" x="3790950" y="2990850"/>
          <p14:tracePt t="17885" x="3810000" y="2984500"/>
          <p14:tracePt t="17888" x="3816350" y="2978150"/>
          <p14:tracePt t="17902" x="3822700" y="2978150"/>
          <p14:tracePt t="17919" x="3867150" y="2959100"/>
          <p14:tracePt t="17922" x="3879850" y="2959100"/>
          <p14:tracePt t="17936" x="3924300" y="2933700"/>
          <p14:tracePt t="17952" x="3943350" y="2914650"/>
          <p14:tracePt t="17969" x="3968750" y="2882900"/>
          <p14:tracePt t="17985" x="3981450" y="2870200"/>
          <p14:tracePt t="18002" x="3994150" y="2838450"/>
          <p14:tracePt t="18019" x="3994150" y="2819400"/>
          <p14:tracePt t="18036" x="3994150" y="2800350"/>
          <p14:tracePt t="18052" x="3981450" y="2768600"/>
          <p14:tracePt t="18057" x="3975100" y="2762250"/>
          <p14:tracePt t="18069" x="3962400" y="2755900"/>
          <p14:tracePt t="18086" x="3949700" y="2736850"/>
          <p14:tracePt t="18088" x="3937000" y="2724150"/>
          <p14:tracePt t="18102" x="3917950" y="2711450"/>
          <p14:tracePt t="18120" x="3879850" y="2692400"/>
          <p14:tracePt t="18135" x="3873500" y="2686050"/>
          <p14:tracePt t="18152" x="3829050" y="2667000"/>
          <p14:tracePt t="18169" x="3816350" y="2660650"/>
          <p14:tracePt t="18186" x="3778250" y="2641600"/>
          <p14:tracePt t="18202" x="3727450" y="2616200"/>
          <p14:tracePt t="18219" x="3695700" y="2603500"/>
          <p14:tracePt t="18235" x="3651250" y="2590800"/>
          <p14:tracePt t="18252" x="3587750" y="2578100"/>
          <p14:tracePt t="18269" x="3511550" y="2565400"/>
          <p14:tracePt t="18287" x="3454400" y="2559050"/>
          <p14:tracePt t="18293" x="3416300" y="2559050"/>
          <p14:tracePt t="18303" x="3340100" y="2552700"/>
          <p14:tracePt t="18319" x="3282950" y="2552700"/>
          <p14:tracePt t="18323" x="3257550" y="2552700"/>
          <p14:tracePt t="18336" x="3238500" y="2552700"/>
          <p14:tracePt t="18352" x="3194050" y="2552700"/>
          <p14:tracePt t="18355" x="3187700" y="2552700"/>
          <p14:tracePt t="18369" x="3181350" y="2552700"/>
          <p14:tracePt t="18386" x="3155950" y="2552700"/>
          <p14:tracePt t="18402" x="3130550" y="2565400"/>
          <p14:tracePt t="18419" x="3092450" y="2578100"/>
          <p14:tracePt t="18436" x="3060700" y="2584450"/>
          <p14:tracePt t="18452" x="3022600" y="2597150"/>
          <p14:tracePt t="18469" x="2997200" y="2616200"/>
          <p14:tracePt t="18485" x="2984500" y="2622550"/>
          <p14:tracePt t="18502" x="2978150" y="2635250"/>
          <p14:tracePt t="18519" x="2978150" y="2641600"/>
          <p14:tracePt t="18536" x="2978150" y="2660650"/>
          <p14:tracePt t="18553" x="2978150" y="2673350"/>
          <p14:tracePt t="18557" x="2978150" y="2679700"/>
          <p14:tracePt t="18569" x="2978150" y="2686050"/>
          <p14:tracePt t="18585" x="2984500" y="2705100"/>
          <p14:tracePt t="18590" x="2990850" y="2717800"/>
          <p14:tracePt t="18602" x="2997200" y="2724150"/>
          <p14:tracePt t="18622" x="3003550" y="2736850"/>
          <p14:tracePt t="18636" x="3016250" y="2749550"/>
          <p14:tracePt t="18652" x="3022600" y="2762250"/>
          <p14:tracePt t="18669" x="3028950" y="2774950"/>
          <p14:tracePt t="18685" x="3035300" y="2794000"/>
          <p14:tracePt t="18702" x="3060700" y="2819400"/>
          <p14:tracePt t="18719" x="3073400" y="2844800"/>
          <p14:tracePt t="18738" x="3092450" y="2863850"/>
          <p14:tracePt t="18752" x="3111500" y="2882900"/>
          <p14:tracePt t="18773" x="3130550" y="2895600"/>
          <p14:tracePt t="18785" x="3130550" y="2901950"/>
          <p14:tracePt t="18805" x="3136900" y="2901950"/>
          <p14:tracePt t="18846" x="3143250" y="2901950"/>
          <p14:tracePt t="18855" x="3149600" y="2895600"/>
          <p14:tracePt t="18869" x="3149600" y="2889250"/>
          <p14:tracePt t="18886" x="3175000" y="2870200"/>
          <p14:tracePt t="18904" x="0" y="0"/>
        </p14:tracePtLst>
        <p14:tracePtLst>
          <p14:tracePt t="19865" x="5568950" y="2362200"/>
          <p14:tracePt t="19886" x="5518150" y="2317750"/>
          <p14:tracePt t="19919" x="5473700" y="2292350"/>
          <p14:tracePt t="19952" x="5435600" y="2279650"/>
          <p14:tracePt t="19969" x="5416550" y="2279650"/>
          <p14:tracePt t="19985" x="5372100" y="2279650"/>
          <p14:tracePt t="20003" x="5346700" y="2279650"/>
          <p14:tracePt t="20006" x="5321300" y="2279650"/>
          <p14:tracePt t="20019" x="5276850" y="2273300"/>
          <p14:tracePt t="20035" x="5213350" y="2273300"/>
          <p14:tracePt t="20038" x="5187950" y="2273300"/>
          <p14:tracePt t="20052" x="5168900" y="2273300"/>
          <p14:tracePt t="20069" x="5080000" y="2273300"/>
          <p14:tracePt t="20072" x="5010150" y="2273300"/>
          <p14:tracePt t="20086" x="4959350" y="2279650"/>
          <p14:tracePt t="20102" x="4895850" y="2286000"/>
          <p14:tracePt t="20106" x="4876800" y="2292350"/>
          <p14:tracePt t="20119" x="4864100" y="2298700"/>
          <p14:tracePt t="20136" x="4806950" y="2330450"/>
          <p14:tracePt t="20152" x="4794250" y="2343150"/>
          <p14:tracePt t="20169" x="4781550" y="2355850"/>
          <p14:tracePt t="20185" x="4768850" y="2362200"/>
          <p14:tracePt t="20202" x="4762500" y="2381250"/>
          <p14:tracePt t="20219" x="4743450" y="2406650"/>
          <p14:tracePt t="20235" x="4724400" y="2444750"/>
          <p14:tracePt t="20252" x="4711700" y="2463800"/>
          <p14:tracePt t="20269" x="4686300" y="2514600"/>
          <p14:tracePt t="20274" x="4673600" y="2540000"/>
          <p14:tracePt t="20287" x="4673600" y="2552700"/>
          <p14:tracePt t="20304" x="4654550" y="2616200"/>
          <p14:tracePt t="20320" x="4654550" y="2679700"/>
          <p14:tracePt t="20336" x="4654550" y="2711450"/>
          <p14:tracePt t="20352" x="4660900" y="2743200"/>
          <p14:tracePt t="20371" x="4673600" y="2781300"/>
          <p14:tracePt t="20390" x="4686300" y="2806700"/>
          <p14:tracePt t="20402" x="4705350" y="2825750"/>
          <p14:tracePt t="20423" x="4711700" y="2838450"/>
          <p14:tracePt t="20426" x="4718050" y="2844800"/>
          <p14:tracePt t="20436" x="4724400" y="2851150"/>
          <p14:tracePt t="20454" x="4743450" y="2857500"/>
          <p14:tracePt t="20469" x="4756150" y="2870200"/>
          <p14:tracePt t="20487" x="4775200" y="2882900"/>
          <p14:tracePt t="20490" x="4794250" y="2889250"/>
          <p14:tracePt t="20502" x="4800600" y="2895600"/>
          <p14:tracePt t="20521" x="4826000" y="2914650"/>
          <p14:tracePt t="20524" x="4857750" y="2933700"/>
          <p14:tracePt t="20535" x="4876800" y="2940050"/>
          <p14:tracePt t="20552" x="4908550" y="2959100"/>
          <p14:tracePt t="20555" x="4953000" y="2984500"/>
          <p14:tracePt t="20569" x="4984750" y="2997200"/>
          <p14:tracePt t="20587" x="5060950" y="3028950"/>
          <p14:tracePt t="20602" x="5149850" y="3048000"/>
          <p14:tracePt t="20619" x="5200650" y="3048000"/>
          <p14:tracePt t="20636" x="5251450" y="3048000"/>
          <p14:tracePt t="20652" x="5334000" y="3041650"/>
          <p14:tracePt t="20669" x="5359400" y="3022600"/>
          <p14:tracePt t="20685" x="5403850" y="3009900"/>
          <p14:tracePt t="20702" x="5448300" y="2990850"/>
          <p14:tracePt t="20719" x="5473700" y="2978150"/>
          <p14:tracePt t="20735" x="5518150" y="2965450"/>
          <p14:tracePt t="20752" x="5556250" y="2946400"/>
          <p14:tracePt t="20757" x="5568950" y="2940050"/>
          <p14:tracePt t="20769" x="5581650" y="2933700"/>
          <p14:tracePt t="20785" x="5638800" y="2914650"/>
          <p14:tracePt t="20791" x="5651500" y="2908300"/>
          <p14:tracePt t="20802" x="5664200" y="2901950"/>
          <p14:tracePt t="20820" x="5734050" y="2863850"/>
          <p14:tracePt t="20836" x="5765800" y="2844800"/>
          <p14:tracePt t="20852" x="5784850" y="2825750"/>
          <p14:tracePt t="20869" x="5829300" y="2794000"/>
          <p14:tracePt t="20886" x="5848350" y="2781300"/>
          <p14:tracePt t="20902" x="5867400" y="2768600"/>
          <p14:tracePt t="20919" x="5880100" y="2755900"/>
          <p14:tracePt t="20935" x="5911850" y="2724150"/>
          <p14:tracePt t="20952" x="5930900" y="2705100"/>
          <p14:tracePt t="20969" x="5949950" y="2679700"/>
          <p14:tracePt t="20985" x="5962650" y="2654300"/>
          <p14:tracePt t="20990" x="5969000" y="2641600"/>
          <p14:tracePt t="21002" x="5969000" y="2628900"/>
          <p14:tracePt t="21019" x="5975350" y="2603500"/>
          <p14:tracePt t="21023" x="5975350" y="2565400"/>
          <p14:tracePt t="21035" x="5962650" y="2540000"/>
          <p14:tracePt t="21052" x="5943600" y="2514600"/>
          <p14:tracePt t="21055" x="5930900" y="2495550"/>
          <p14:tracePt t="21069" x="5905500" y="2482850"/>
          <p14:tracePt t="21086" x="5842000" y="2451100"/>
          <p14:tracePt t="21102" x="5797550" y="2432050"/>
          <p14:tracePt t="21119" x="5689600" y="2413000"/>
          <p14:tracePt t="21135" x="5619750" y="2406650"/>
          <p14:tracePt t="21152" x="5511800" y="2387600"/>
          <p14:tracePt t="21169" x="5422900" y="2374900"/>
          <p14:tracePt t="21185" x="5302250" y="2362200"/>
          <p14:tracePt t="21202" x="5232400" y="2362200"/>
          <p14:tracePt t="21219" x="5181600" y="2362200"/>
          <p14:tracePt t="21236" x="5162550" y="2362200"/>
          <p14:tracePt t="21252" x="5143500" y="2362200"/>
          <p14:tracePt t="21269" x="5137150" y="2362200"/>
          <p14:tracePt t="21286" x="5130800" y="2362200"/>
          <p14:tracePt t="21291" x="5130800" y="2368550"/>
          <p14:tracePt t="21302" x="5130800" y="2374900"/>
          <p14:tracePt t="21319" x="5124450" y="2381250"/>
          <p14:tracePt t="21322" x="5118100" y="2381250"/>
          <p14:tracePt t="21339" x="5118100" y="2387600"/>
          <p14:tracePt t="21457" x="0" y="0"/>
        </p14:tracePtLst>
        <p14:tracePtLst>
          <p14:tracePt t="31923" x="3073400" y="3295650"/>
          <p14:tracePt t="31969" x="3073400" y="3289300"/>
          <p14:tracePt t="31977" x="3067050" y="3289300"/>
          <p14:tracePt t="31995" x="3060700" y="3282950"/>
          <p14:tracePt t="32021" x="3048000" y="3276600"/>
          <p14:tracePt t="32036" x="3035300" y="3276600"/>
          <p14:tracePt t="32055" x="3022600" y="3270250"/>
          <p14:tracePt t="32069" x="2984500" y="3270250"/>
          <p14:tracePt t="32086" x="2946400" y="3270250"/>
          <p14:tracePt t="32090" x="2927350" y="3270250"/>
          <p14:tracePt t="32102" x="2908300" y="3270250"/>
          <p14:tracePt t="32119" x="2851150" y="3270250"/>
          <p14:tracePt t="32122" x="2774950" y="3282950"/>
          <p14:tracePt t="32136" x="2749550" y="3289300"/>
          <p14:tracePt t="32153" x="2686050" y="3302000"/>
          <p14:tracePt t="32155" x="2647950" y="3302000"/>
          <p14:tracePt t="32169" x="2622550" y="3308350"/>
          <p14:tracePt t="32186" x="2552700" y="3308350"/>
          <p14:tracePt t="32202" x="2520950" y="3308350"/>
          <p14:tracePt t="32220" x="2501900" y="3308350"/>
          <p14:tracePt t="32235" x="2495550" y="3308350"/>
          <p14:tracePt t="32252" x="2489200" y="3308350"/>
          <p14:tracePt t="32269" x="2482850" y="3308350"/>
          <p14:tracePt t="32286" x="2470150" y="3321050"/>
          <p14:tracePt t="32292" x="2463800" y="3327400"/>
          <p14:tracePt t="32302" x="2457450" y="3333750"/>
          <p14:tracePt t="32319" x="2444750" y="3340100"/>
          <p14:tracePt t="32336" x="2425700" y="3352800"/>
          <p14:tracePt t="32352" x="2413000" y="3365500"/>
          <p14:tracePt t="32369" x="2413000" y="3371850"/>
          <p14:tracePt t="32386" x="2400300" y="3390900"/>
          <p14:tracePt t="32388" x="2400300" y="3397250"/>
          <p14:tracePt t="32402" x="2400300" y="3416300"/>
          <p14:tracePt t="32419" x="2400300" y="3435350"/>
          <p14:tracePt t="32425" x="2400300" y="3448050"/>
          <p14:tracePt t="32430" x="2400300" y="3454400"/>
          <p14:tracePt t="32438" x="2413000" y="3467100"/>
          <p14:tracePt t="32453" x="2444750" y="3511550"/>
          <p14:tracePt t="32469" x="2476500" y="3549650"/>
          <p14:tracePt t="32486" x="2527300" y="3600450"/>
          <p14:tracePt t="32502" x="2616200" y="3663950"/>
          <p14:tracePt t="32519" x="2724150" y="3727450"/>
          <p14:tracePt t="32536" x="2876550" y="3790950"/>
          <p14:tracePt t="32552" x="3009900" y="3822700"/>
          <p14:tracePt t="32569" x="3257550" y="3873500"/>
          <p14:tracePt t="32586" x="3435350" y="3898900"/>
          <p14:tracePt t="32603" x="3568700" y="3917950"/>
          <p14:tracePt t="32619" x="3708400" y="3943350"/>
          <p14:tracePt t="32623" x="3733800" y="3943350"/>
          <p14:tracePt t="32636" x="3759200" y="3943350"/>
          <p14:tracePt t="32652" x="3784600" y="3943350"/>
          <p14:tracePt t="32655" x="3784600" y="3930650"/>
          <p14:tracePt t="32669" x="3790950" y="3917950"/>
          <p14:tracePt t="32686" x="3810000" y="3848100"/>
          <p14:tracePt t="32702" x="3816350" y="3790950"/>
          <p14:tracePt t="32719" x="3816350" y="3714750"/>
          <p14:tracePt t="32736" x="3816350" y="3683000"/>
          <p14:tracePt t="32752" x="3803650" y="3632200"/>
          <p14:tracePt t="32769" x="3790950" y="3587750"/>
          <p14:tracePt t="32786" x="3771900" y="3556000"/>
          <p14:tracePt t="32790" x="3765550" y="3543300"/>
          <p14:tracePt t="32803" x="3746500" y="3517900"/>
          <p14:tracePt t="32819" x="3727450" y="3486150"/>
          <p14:tracePt t="32837" x="3695700" y="3448050"/>
          <p14:tracePt t="32852" x="3663950" y="3429000"/>
          <p14:tracePt t="32856" x="3632200" y="3409950"/>
          <p14:tracePt t="32869" x="3613150" y="3397250"/>
          <p14:tracePt t="32874" x="3581400" y="3390900"/>
          <p14:tracePt t="32886" x="3568700" y="3384550"/>
          <p14:tracePt t="32903" x="3517900" y="3365500"/>
          <p14:tracePt t="32905" x="3505200" y="3365500"/>
          <p14:tracePt t="32919" x="3486150" y="3359150"/>
          <p14:tracePt t="32936" x="3467100" y="3346450"/>
          <p14:tracePt t="33049" x="0" y="0"/>
        </p14:tracePtLst>
        <p14:tracePtLst>
          <p14:tracePt t="33623" x="2330450" y="3663950"/>
          <p14:tracePt t="33711" x="2330450" y="3657600"/>
          <p14:tracePt t="33718" x="2324100" y="3657600"/>
          <p14:tracePt t="33753" x="2305050" y="3657600"/>
          <p14:tracePt t="33771" x="2260600" y="3644900"/>
          <p14:tracePt t="33775" x="2235200" y="3638550"/>
          <p14:tracePt t="33786" x="2171700" y="3625850"/>
          <p14:tracePt t="33802" x="2114550" y="3606800"/>
          <p14:tracePt t="33806" x="2076450" y="3600450"/>
          <p14:tracePt t="33819" x="2032000" y="3587750"/>
          <p14:tracePt t="33837" x="1955800" y="3575050"/>
          <p14:tracePt t="33840" x="1936750" y="3575050"/>
          <p14:tracePt t="33852" x="1917700" y="3575050"/>
          <p14:tracePt t="33871" x="1885950" y="3575050"/>
          <p14:tracePt t="33888" x="1866900" y="3575050"/>
          <p14:tracePt t="33902" x="1841500" y="3575050"/>
          <p14:tracePt t="33921" x="1803400" y="3575050"/>
          <p14:tracePt t="33936" x="1771650" y="3581400"/>
          <p14:tracePt t="33953" x="1733550" y="3587750"/>
          <p14:tracePt t="33970" x="1682750" y="3587750"/>
          <p14:tracePt t="33986" x="1651000" y="3587750"/>
          <p14:tracePt t="34002" x="1638300" y="3587750"/>
          <p14:tracePt t="34019" x="1625600" y="3587750"/>
          <p14:tracePt t="34036" x="1612900" y="3587750"/>
          <p14:tracePt t="34052" x="1606550" y="3587750"/>
          <p14:tracePt t="34069" x="1600200" y="3594100"/>
          <p14:tracePt t="34072" x="1593850" y="3594100"/>
          <p14:tracePt t="34089" x="1587500" y="3594100"/>
          <p14:tracePt t="34102" x="1581150" y="3600450"/>
          <p14:tracePt t="34106" x="1568450" y="3606800"/>
          <p14:tracePt t="34120" x="1562100" y="3606800"/>
          <p14:tracePt t="34136" x="1543050" y="3613150"/>
          <p14:tracePt t="34152" x="1536700" y="3625850"/>
          <p14:tracePt t="34170" x="1530350" y="3632200"/>
          <p14:tracePt t="34186" x="1524000" y="3638550"/>
          <p14:tracePt t="34203" x="1517650" y="3644900"/>
          <p14:tracePt t="34219" x="1517650" y="3651250"/>
          <p14:tracePt t="34236" x="1511300" y="3663950"/>
          <p14:tracePt t="34252" x="1511300" y="3683000"/>
          <p14:tracePt t="34269" x="1511300" y="3708400"/>
          <p14:tracePt t="34287" x="1511300" y="3752850"/>
          <p14:tracePt t="34303" x="1517650" y="3778250"/>
          <p14:tracePt t="34306" x="1517650" y="3790950"/>
          <p14:tracePt t="34320" x="1524000" y="3803650"/>
          <p14:tracePt t="34336" x="1530350" y="3822700"/>
          <p14:tracePt t="34338" x="1536700" y="3829050"/>
          <p14:tracePt t="34352" x="1536700" y="3835400"/>
          <p14:tracePt t="34369" x="1543050" y="3854450"/>
          <p14:tracePt t="34372" x="1543050" y="3860800"/>
          <p14:tracePt t="34386" x="1549400" y="3879850"/>
          <p14:tracePt t="34403" x="1562100" y="3905250"/>
          <p14:tracePt t="34419" x="1568450" y="3917950"/>
          <p14:tracePt t="34436" x="1587500" y="3949700"/>
          <p14:tracePt t="34453" x="1606550" y="3975100"/>
          <p14:tracePt t="34469" x="1644650" y="4006850"/>
          <p14:tracePt t="34486" x="1676400" y="4032250"/>
          <p14:tracePt t="34502" x="1720850" y="4051300"/>
          <p14:tracePt t="34519" x="1778000" y="4070350"/>
          <p14:tracePt t="34536" x="1835150" y="4089400"/>
          <p14:tracePt t="34541" x="1860550" y="4095750"/>
          <p14:tracePt t="34552" x="1885950" y="4095750"/>
          <p14:tracePt t="34569" x="1924050" y="4102100"/>
          <p14:tracePt t="34573" x="1943100" y="4102100"/>
          <p14:tracePt t="34586" x="1968500" y="4108450"/>
          <p14:tracePt t="34603" x="2019300" y="4114800"/>
          <p14:tracePt t="34606" x="2044700" y="4121150"/>
          <p14:tracePt t="34622" x="2070100" y="4121150"/>
          <p14:tracePt t="34637" x="2127250" y="4127500"/>
          <p14:tracePt t="34653" x="2178050" y="4127500"/>
          <p14:tracePt t="34669" x="2222500" y="4127500"/>
          <p14:tracePt t="34686" x="2241550" y="4127500"/>
          <p14:tracePt t="34703" x="2266950" y="4127500"/>
          <p14:tracePt t="34719" x="2292350" y="4127500"/>
          <p14:tracePt t="34736" x="2305050" y="4114800"/>
          <p14:tracePt t="34742" x="2311400" y="4108450"/>
          <p14:tracePt t="34752" x="2317750" y="4108450"/>
          <p14:tracePt t="34769" x="2324100" y="4095750"/>
          <p14:tracePt t="34786" x="2330450" y="4083050"/>
          <p14:tracePt t="34803" x="2336800" y="4070350"/>
          <p14:tracePt t="34806" x="2343150" y="4070350"/>
          <p14:tracePt t="34820" x="2343150" y="4064000"/>
          <p14:tracePt t="34836" x="2349500" y="4057650"/>
          <p14:tracePt t="34838" x="2355850" y="4051300"/>
          <p14:tracePt t="34852" x="2362200" y="4051300"/>
          <p14:tracePt t="34869" x="2368550" y="4044950"/>
          <p14:tracePt t="34872" x="2374900" y="4038600"/>
          <p14:tracePt t="34886" x="2381250" y="4032250"/>
          <p14:tracePt t="34902" x="2393950" y="4019550"/>
          <p14:tracePt t="34919" x="2400300" y="4000500"/>
          <p14:tracePt t="34936" x="2413000" y="3987800"/>
          <p14:tracePt t="34952" x="2425700" y="3968750"/>
          <p14:tracePt t="34969" x="2432050" y="3943350"/>
          <p14:tracePt t="34986" x="2438400" y="3917950"/>
          <p14:tracePt t="35003" x="2444750" y="3898900"/>
          <p14:tracePt t="35006" x="2444750" y="3892550"/>
          <p14:tracePt t="35025" x="2444750" y="3879850"/>
          <p14:tracePt t="35041" x="2444750" y="3873500"/>
          <p14:tracePt t="35053" x="2444750" y="3867150"/>
          <p14:tracePt t="35069" x="2444750" y="3848100"/>
          <p14:tracePt t="35073" x="2444750" y="3835400"/>
          <p14:tracePt t="35090" x="2444750" y="3829050"/>
          <p14:tracePt t="35102" x="2444750" y="3822700"/>
          <p14:tracePt t="35119" x="2444750" y="3816350"/>
          <p14:tracePt t="35136" x="2444750" y="3803650"/>
          <p14:tracePt t="35152" x="2444750" y="3790950"/>
          <p14:tracePt t="35169" x="2438400" y="3784600"/>
          <p14:tracePt t="35186" x="2432050" y="3771900"/>
          <p14:tracePt t="35202" x="2425700" y="3759200"/>
          <p14:tracePt t="35219" x="2419350" y="3752850"/>
          <p14:tracePt t="35236" x="2413000" y="3746500"/>
          <p14:tracePt t="35256" x="2406650" y="3733800"/>
          <p14:tracePt t="35258" x="2400300" y="3733800"/>
          <p14:tracePt t="35269" x="2400300" y="3727450"/>
          <p14:tracePt t="35290" x="2381250" y="3721100"/>
          <p14:tracePt t="35307" x="2374900" y="3714750"/>
          <p14:tracePt t="35331" x="2368550" y="3714750"/>
          <p14:tracePt t="35339" x="2362200" y="3708400"/>
          <p14:tracePt t="35363" x="2355850" y="3708400"/>
          <p14:tracePt t="35422" x="2349500" y="3708400"/>
          <p14:tracePt t="35443" x="2343150" y="3708400"/>
          <p14:tracePt t="35452" x="2336800" y="3708400"/>
          <p14:tracePt t="35459" x="2330450" y="3708400"/>
          <p14:tracePt t="35469" x="2324100" y="3708400"/>
          <p14:tracePt t="35486" x="2305050" y="3708400"/>
          <p14:tracePt t="35503" x="2279650" y="3708400"/>
          <p14:tracePt t="35519" x="2254250" y="3708400"/>
          <p14:tracePt t="35522" x="2241550" y="3708400"/>
          <p14:tracePt t="35536" x="2222500" y="3708400"/>
          <p14:tracePt t="35553" x="2203450" y="3708400"/>
          <p14:tracePt t="35556" x="2197100" y="3702050"/>
          <p14:tracePt t="35570" x="2190750" y="3702050"/>
          <p14:tracePt t="35586" x="2178050" y="3702050"/>
          <p14:tracePt t="35602" x="2171700" y="3702050"/>
          <p14:tracePt t="35619" x="2159000" y="3702050"/>
          <p14:tracePt t="35623" x="2152650" y="3702050"/>
          <p14:tracePt t="35638" x="2146300" y="3702050"/>
          <p14:tracePt t="35952" x="0" y="0"/>
        </p14:tracePtLst>
        <p14:tracePtLst>
          <p14:tracePt t="44306" x="4997450" y="3498850"/>
          <p14:tracePt t="44433" x="4991100" y="3498850"/>
          <p14:tracePt t="44441" x="4984750" y="3498850"/>
          <p14:tracePt t="44453" x="4978400" y="3498850"/>
          <p14:tracePt t="44486" x="4927600" y="3486150"/>
          <p14:tracePt t="44489" x="4914900" y="3486150"/>
          <p14:tracePt t="44503" x="4902200" y="3486150"/>
          <p14:tracePt t="44519" x="4851400" y="3479800"/>
          <p14:tracePt t="44522" x="4838700" y="3479800"/>
          <p14:tracePt t="44536" x="4787900" y="3473450"/>
          <p14:tracePt t="44553" x="4737100" y="3467100"/>
          <p14:tracePt t="44569" x="4711700" y="3467100"/>
          <p14:tracePt t="44586" x="4654550" y="3467100"/>
          <p14:tracePt t="44603" x="4629150" y="3467100"/>
          <p14:tracePt t="44619" x="4584700" y="3467100"/>
          <p14:tracePt t="44636" x="4565650" y="3467100"/>
          <p14:tracePt t="44653" x="4540250" y="3467100"/>
          <p14:tracePt t="44669" x="4533900" y="3467100"/>
          <p14:tracePt t="44715" x="4527550" y="3467100"/>
          <p14:tracePt t="44731" x="4527550" y="3473450"/>
          <p14:tracePt t="44739" x="4521200" y="3473450"/>
          <p14:tracePt t="44747" x="4514850" y="3479800"/>
          <p14:tracePt t="44755" x="4502150" y="3511550"/>
          <p14:tracePt t="44769" x="4495800" y="3517900"/>
          <p14:tracePt t="44786" x="4483100" y="3543300"/>
          <p14:tracePt t="44803" x="4470400" y="3562350"/>
          <p14:tracePt t="44819" x="4457700" y="3581400"/>
          <p14:tracePt t="44836" x="4451350" y="3594100"/>
          <p14:tracePt t="44853" x="4445000" y="3613150"/>
          <p14:tracePt t="44869" x="4438650" y="3632200"/>
          <p14:tracePt t="44888" x="4425950" y="3651250"/>
          <p14:tracePt t="44904" x="4413250" y="3670300"/>
          <p14:tracePt t="44919" x="4400550" y="3695700"/>
          <p14:tracePt t="44936" x="4394200" y="3714750"/>
          <p14:tracePt t="44953" x="4381500" y="3740150"/>
          <p14:tracePt t="44969" x="4381500" y="3759200"/>
          <p14:tracePt t="44972" x="4375150" y="3765550"/>
          <p14:tracePt t="44986" x="4375150" y="3771900"/>
          <p14:tracePt t="45003" x="4375150" y="3790950"/>
          <p14:tracePt t="45019" x="4368800" y="3803650"/>
          <p14:tracePt t="45036" x="4368800" y="3829050"/>
          <p14:tracePt t="45053" x="4368800" y="3841750"/>
          <p14:tracePt t="45069" x="4368800" y="3854450"/>
          <p14:tracePt t="45086" x="4387850" y="3873500"/>
          <p14:tracePt t="45103" x="4400550" y="3892550"/>
          <p14:tracePt t="45122" x="4406900" y="3898900"/>
          <p14:tracePt t="45136" x="4432300" y="3924300"/>
          <p14:tracePt t="45153" x="4451350" y="3943350"/>
          <p14:tracePt t="45170" x="4470400" y="3956050"/>
          <p14:tracePt t="45187" x="4489450" y="3968750"/>
          <p14:tracePt t="45191" x="4495800" y="3975100"/>
          <p14:tracePt t="45203" x="4508500" y="3975100"/>
          <p14:tracePt t="45222" x="4533900" y="3987800"/>
          <p14:tracePt t="45224" x="4540250" y="3987800"/>
          <p14:tracePt t="45239" x="4552950" y="3994150"/>
          <p14:tracePt t="45253" x="4559300" y="3994150"/>
          <p14:tracePt t="45256" x="4578350" y="3994150"/>
          <p14:tracePt t="45270" x="4603750" y="3994150"/>
          <p14:tracePt t="45288" x="4648200" y="3994150"/>
          <p14:tracePt t="45303" x="4679950" y="3994150"/>
          <p14:tracePt t="45320" x="4730750" y="3994150"/>
          <p14:tracePt t="45336" x="4781550" y="3994150"/>
          <p14:tracePt t="45353" x="4806950" y="3994150"/>
          <p14:tracePt t="45370" x="4851400" y="3994150"/>
          <p14:tracePt t="45386" x="4883150" y="3987800"/>
          <p14:tracePt t="45403" x="4921250" y="3975100"/>
          <p14:tracePt t="45419" x="4940300" y="3975100"/>
          <p14:tracePt t="45423" x="4946650" y="3968750"/>
          <p14:tracePt t="45436" x="4965700" y="3968750"/>
          <p14:tracePt t="45453" x="4984750" y="3962400"/>
          <p14:tracePt t="45469" x="4991100" y="3962400"/>
          <p14:tracePt t="45486" x="4997450" y="3956050"/>
          <p14:tracePt t="45503" x="5010150" y="3956050"/>
          <p14:tracePt t="45519" x="5016500" y="3949700"/>
          <p14:tracePt t="45521" x="5022850" y="3949700"/>
          <p14:tracePt t="45536" x="5035550" y="3937000"/>
          <p14:tracePt t="45553" x="5067300" y="3905250"/>
          <p14:tracePt t="45569" x="5080000" y="3892550"/>
          <p14:tracePt t="45586" x="5092700" y="3867150"/>
          <p14:tracePt t="45603" x="5099050" y="3841750"/>
          <p14:tracePt t="45619" x="5099050" y="3816350"/>
          <p14:tracePt t="45636" x="5105400" y="3797300"/>
          <p14:tracePt t="45653" x="5105400" y="3778250"/>
          <p14:tracePt t="45669" x="5105400" y="3765550"/>
          <p14:tracePt t="45686" x="5105400" y="3752850"/>
          <p14:tracePt t="45689" x="5105400" y="3740150"/>
          <p14:tracePt t="45707" x="5099050" y="3733800"/>
          <p14:tracePt t="45723" x="5092700" y="3727450"/>
          <p14:tracePt t="45736" x="5086350" y="3727450"/>
          <p14:tracePt t="45753" x="5080000" y="3721100"/>
          <p14:tracePt t="45756" x="5073650" y="3714750"/>
          <p14:tracePt t="45769" x="5060950" y="3714750"/>
          <p14:tracePt t="45786" x="5029200" y="3714750"/>
          <p14:tracePt t="45803" x="5003800" y="3708400"/>
          <p14:tracePt t="45819" x="4984750" y="3708400"/>
          <p14:tracePt t="45836" x="4978400" y="3708400"/>
          <p14:tracePt t="45853" x="4972050" y="3708400"/>
          <p14:tracePt t="45869" x="4965700" y="3708400"/>
          <p14:tracePt t="45886" x="4959350" y="3714750"/>
          <p14:tracePt t="45903" x="4946650" y="3721100"/>
          <p14:tracePt t="45920" x="4940300" y="3733800"/>
          <p14:tracePt t="45936" x="4933950" y="3733800"/>
          <p14:tracePt t="46141" x="4933950" y="3740150"/>
          <p14:tracePt t="46150" x="0" y="0"/>
        </p14:tracePtLst>
        <p14:tracePtLst>
          <p14:tracePt t="46643" x="6045200" y="3714750"/>
          <p14:tracePt t="46649" x="6051550" y="3714750"/>
          <p14:tracePt t="46681" x="6051550" y="3708400"/>
          <p14:tracePt t="46777" x="6045200" y="3708400"/>
          <p14:tracePt t="46793" x="6038850" y="3708400"/>
          <p14:tracePt t="46806" x="6032500" y="3708400"/>
          <p14:tracePt t="46811" x="6026150" y="3708400"/>
          <p14:tracePt t="46819" x="6019800" y="3708400"/>
          <p14:tracePt t="46839" x="6000750" y="3714750"/>
          <p14:tracePt t="46852" x="5956300" y="3740150"/>
          <p14:tracePt t="46870" x="5937250" y="3752850"/>
          <p14:tracePt t="46886" x="5918200" y="3771900"/>
          <p14:tracePt t="46892" x="5905500" y="3778250"/>
          <p14:tracePt t="46904" x="5899150" y="3790950"/>
          <p14:tracePt t="46908" x="5892800" y="3797300"/>
          <p14:tracePt t="46920" x="5886450" y="3810000"/>
          <p14:tracePt t="46936" x="5873750" y="3835400"/>
          <p14:tracePt t="46940" x="5867400" y="3848100"/>
          <p14:tracePt t="46953" x="5867400" y="3854450"/>
          <p14:tracePt t="46972" x="5867400" y="3873500"/>
          <p14:tracePt t="46986" x="5867400" y="3886200"/>
          <p14:tracePt t="47003" x="5867400" y="3898900"/>
          <p14:tracePt t="47019" x="5873750" y="3905250"/>
          <p14:tracePt t="47036" x="5886450" y="3917950"/>
          <p14:tracePt t="47053" x="5905500" y="3943350"/>
          <p14:tracePt t="47070" x="5937250" y="3962400"/>
          <p14:tracePt t="47086" x="5969000" y="3975100"/>
          <p14:tracePt t="47103" x="6019800" y="4000500"/>
          <p14:tracePt t="47120" x="6057900" y="4013200"/>
          <p14:tracePt t="47136" x="6096000" y="4019550"/>
          <p14:tracePt t="47153" x="6134100" y="4019550"/>
          <p14:tracePt t="47170" x="6165850" y="4019550"/>
          <p14:tracePt t="47173" x="6184900" y="4019550"/>
          <p14:tracePt t="47186" x="6197600" y="4019550"/>
          <p14:tracePt t="47202" x="6229350" y="4006850"/>
          <p14:tracePt t="47205" x="6248400" y="4000500"/>
          <p14:tracePt t="47219" x="6248400" y="3994150"/>
          <p14:tracePt t="47237" x="6286500" y="3981450"/>
          <p14:tracePt t="47253" x="6311900" y="3975100"/>
          <p14:tracePt t="47270" x="6337300" y="3962400"/>
          <p14:tracePt t="47286" x="6350000" y="3962400"/>
          <p14:tracePt t="47303" x="6369050" y="3949700"/>
          <p14:tracePt t="47319" x="6375400" y="3943350"/>
          <p14:tracePt t="47336" x="6400800" y="3924300"/>
          <p14:tracePt t="47353" x="6413500" y="3905250"/>
          <p14:tracePt t="47369" x="6432550" y="3867150"/>
          <p14:tracePt t="47386" x="6445250" y="3841750"/>
          <p14:tracePt t="47403" x="6451600" y="3790950"/>
          <p14:tracePt t="47406" x="6451600" y="3778250"/>
          <p14:tracePt t="47420" x="6451600" y="3765550"/>
          <p14:tracePt t="47436" x="6451600" y="3740150"/>
          <p14:tracePt t="47439" x="6451600" y="3733800"/>
          <p14:tracePt t="47453" x="6451600" y="3714750"/>
          <p14:tracePt t="47470" x="6445250" y="3702050"/>
          <p14:tracePt t="47487" x="6432550" y="3689350"/>
          <p14:tracePt t="47503" x="6426200" y="3683000"/>
          <p14:tracePt t="47519" x="6413500" y="3670300"/>
          <p14:tracePt t="47536" x="6375400" y="3651250"/>
          <p14:tracePt t="47553" x="6356350" y="3638550"/>
          <p14:tracePt t="47569" x="6330950" y="3632200"/>
          <p14:tracePt t="47586" x="6311900" y="3625850"/>
          <p14:tracePt t="47603" x="6280150" y="3619500"/>
          <p14:tracePt t="47607" x="6267450" y="3619500"/>
          <p14:tracePt t="47619" x="6261100" y="3619500"/>
          <p14:tracePt t="47636" x="6242050" y="3619500"/>
          <p14:tracePt t="47653" x="6229350" y="3619500"/>
          <p14:tracePt t="47763" x="0" y="0"/>
        </p14:tracePtLst>
      </p14:laserTraceLst>
    </p:ext>
  </p:extLs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14D84-8C20-F699-389D-12AA73F6D2DE}"/>
              </a:ext>
            </a:extLst>
          </p:cNvPr>
          <p:cNvSpPr>
            <a:spLocks noGrp="1"/>
          </p:cNvSpPr>
          <p:nvPr>
            <p:ph type="title"/>
          </p:nvPr>
        </p:nvSpPr>
        <p:spPr/>
        <p:txBody>
          <a:bodyPr/>
          <a:lstStyle/>
          <a:p>
            <a:r>
              <a:rPr lang="en-US" dirty="0"/>
              <a:t>Dictionary implementation</a:t>
            </a:r>
          </a:p>
        </p:txBody>
      </p:sp>
      <p:sp>
        <p:nvSpPr>
          <p:cNvPr id="3" name="Content Placeholder 2">
            <a:extLst>
              <a:ext uri="{FF2B5EF4-FFF2-40B4-BE49-F238E27FC236}">
                <a16:creationId xmlns:a16="http://schemas.microsoft.com/office/drawing/2014/main" id="{2B4B3AC6-BE8A-96B8-EAB0-16844726758B}"/>
              </a:ext>
            </a:extLst>
          </p:cNvPr>
          <p:cNvSpPr>
            <a:spLocks noGrp="1"/>
          </p:cNvSpPr>
          <p:nvPr>
            <p:ph idx="1"/>
          </p:nvPr>
        </p:nvSpPr>
        <p:spPr/>
        <p:txBody>
          <a:bodyPr/>
          <a:lstStyle/>
          <a:p>
            <a:r>
              <a:rPr lang="en-US" dirty="0">
                <a:hlinkClick r:id="rId2"/>
              </a:rPr>
              <a:t>http://justinbois.github.io/bootcamp/2023/lessons/l09_dictionaries.html</a:t>
            </a:r>
            <a:endParaRPr lang="en-US" dirty="0"/>
          </a:p>
          <a:p>
            <a:r>
              <a:rPr lang="en-US" dirty="0"/>
              <a:t>A dictionary is an implementation of a hash table</a:t>
            </a:r>
          </a:p>
        </p:txBody>
      </p:sp>
    </p:spTree>
    <p:extLst>
      <p:ext uri="{BB962C8B-B14F-4D97-AF65-F5344CB8AC3E}">
        <p14:creationId xmlns:p14="http://schemas.microsoft.com/office/powerpoint/2010/main" val="28863313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C0E17-5A0C-44D3-A67D-21FD69EFCA61}"/>
              </a:ext>
            </a:extLst>
          </p:cNvPr>
          <p:cNvSpPr>
            <a:spLocks noGrp="1"/>
          </p:cNvSpPr>
          <p:nvPr>
            <p:ph type="title"/>
          </p:nvPr>
        </p:nvSpPr>
        <p:spPr/>
        <p:txBody>
          <a:bodyPr/>
          <a:lstStyle/>
          <a:p>
            <a:r>
              <a:rPr lang="en-US" dirty="0"/>
              <a:t>See also</a:t>
            </a:r>
            <a:endParaRPr lang="en-BE" dirty="0"/>
          </a:p>
        </p:txBody>
      </p:sp>
      <p:sp>
        <p:nvSpPr>
          <p:cNvPr id="3" name="Content Placeholder 2">
            <a:extLst>
              <a:ext uri="{FF2B5EF4-FFF2-40B4-BE49-F238E27FC236}">
                <a16:creationId xmlns:a16="http://schemas.microsoft.com/office/drawing/2014/main" id="{4E32E819-4444-488F-9391-B5BB8645E8B4}"/>
              </a:ext>
            </a:extLst>
          </p:cNvPr>
          <p:cNvSpPr>
            <a:spLocks noGrp="1"/>
          </p:cNvSpPr>
          <p:nvPr>
            <p:ph idx="1"/>
          </p:nvPr>
        </p:nvSpPr>
        <p:spPr/>
        <p:txBody>
          <a:bodyPr/>
          <a:lstStyle/>
          <a:p>
            <a:r>
              <a:rPr lang="nl-BE" dirty="0">
                <a:hlinkClick r:id="rId2"/>
              </a:rPr>
              <a:t>https://realpython.com/iterate-through-dictionary-python/</a:t>
            </a:r>
            <a:r>
              <a:rPr lang="nl-BE" dirty="0"/>
              <a:t> </a:t>
            </a:r>
            <a:endParaRPr lang="en-BE" dirty="0"/>
          </a:p>
        </p:txBody>
      </p:sp>
    </p:spTree>
    <p:extLst>
      <p:ext uri="{BB962C8B-B14F-4D97-AF65-F5344CB8AC3E}">
        <p14:creationId xmlns:p14="http://schemas.microsoft.com/office/powerpoint/2010/main" val="10056090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Dictionary</a:t>
            </a:r>
            <a:endParaRPr lang="nl-BE" dirty="0"/>
          </a:p>
        </p:txBody>
      </p:sp>
      <p:sp>
        <p:nvSpPr>
          <p:cNvPr id="3" name="Content Placeholder 2"/>
          <p:cNvSpPr>
            <a:spLocks noGrp="1"/>
          </p:cNvSpPr>
          <p:nvPr>
            <p:ph idx="1"/>
          </p:nvPr>
        </p:nvSpPr>
        <p:spPr/>
        <p:txBody>
          <a:bodyPr/>
          <a:lstStyle/>
          <a:p>
            <a:r>
              <a:rPr lang="en-US" dirty="0"/>
              <a:t>Lists can be sorted with the sort() function</a:t>
            </a:r>
          </a:p>
          <a:p>
            <a:r>
              <a:rPr lang="en-US"/>
              <a:t>dictionaries </a:t>
            </a:r>
            <a:r>
              <a:rPr lang="en-US" dirty="0"/>
              <a:t>cannot be sorted, they are in no particular order</a:t>
            </a:r>
          </a:p>
          <a:p>
            <a:endParaRPr lang="nl-BE" dirty="0"/>
          </a:p>
        </p:txBody>
      </p:sp>
    </p:spTree>
    <p:extLst>
      <p:ext uri="{BB962C8B-B14F-4D97-AF65-F5344CB8AC3E}">
        <p14:creationId xmlns:p14="http://schemas.microsoft.com/office/powerpoint/2010/main" val="2912706710"/>
      </p:ext>
    </p:extLst>
  </p:cSld>
  <p:clrMapOvr>
    <a:masterClrMapping/>
  </p:clrMapOvr>
  <mc:AlternateContent xmlns:mc="http://schemas.openxmlformats.org/markup-compatibility/2006" xmlns:p14="http://schemas.microsoft.com/office/powerpoint/2010/main">
    <mc:Choice Requires="p14">
      <p:transition spd="slow" p14:dur="2000" advTm="51415"/>
    </mc:Choice>
    <mc:Fallback xmlns="">
      <p:transition spd="slow" advTm="51415"/>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6D5D99-3397-432A-B5BD-F18F7095060A}"/>
              </a:ext>
            </a:extLst>
          </p:cNvPr>
          <p:cNvSpPr>
            <a:spLocks noGrp="1"/>
          </p:cNvSpPr>
          <p:nvPr>
            <p:ph type="title"/>
          </p:nvPr>
        </p:nvSpPr>
        <p:spPr/>
        <p:txBody>
          <a:bodyPr/>
          <a:lstStyle/>
          <a:p>
            <a:r>
              <a:rPr lang="nl-BE" dirty="0"/>
              <a:t>set</a:t>
            </a:r>
            <a:endParaRPr lang="en-US" dirty="0"/>
          </a:p>
        </p:txBody>
      </p:sp>
      <p:sp>
        <p:nvSpPr>
          <p:cNvPr id="5" name="Text Placeholder 4">
            <a:extLst>
              <a:ext uri="{FF2B5EF4-FFF2-40B4-BE49-F238E27FC236}">
                <a16:creationId xmlns:a16="http://schemas.microsoft.com/office/drawing/2014/main" id="{54F16F61-A54C-431E-9630-F0C719DBC2FA}"/>
              </a:ext>
            </a:extLst>
          </p:cNvPr>
          <p:cNvSpPr>
            <a:spLocks noGrp="1"/>
          </p:cNvSpPr>
          <p:nvPr>
            <p:ph type="body" idx="1"/>
          </p:nvPr>
        </p:nvSpPr>
        <p:spPr/>
        <p:txBody>
          <a:bodyPr/>
          <a:lstStyle/>
          <a:p>
            <a:r>
              <a:rPr lang="en-US" dirty="0" err="1"/>
              <a:t>set.ipynb</a:t>
            </a:r>
            <a:endParaRPr lang="en-US" dirty="0"/>
          </a:p>
        </p:txBody>
      </p:sp>
    </p:spTree>
    <p:extLst>
      <p:ext uri="{BB962C8B-B14F-4D97-AF65-F5344CB8AC3E}">
        <p14:creationId xmlns:p14="http://schemas.microsoft.com/office/powerpoint/2010/main" val="21840084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Sets</a:t>
            </a:r>
            <a:endParaRPr lang="nl-BE" dirty="0"/>
          </a:p>
        </p:txBody>
      </p:sp>
      <p:sp>
        <p:nvSpPr>
          <p:cNvPr id="3" name="Content Placeholder 2"/>
          <p:cNvSpPr>
            <a:spLocks noGrp="1"/>
          </p:cNvSpPr>
          <p:nvPr>
            <p:ph idx="1"/>
          </p:nvPr>
        </p:nvSpPr>
        <p:spPr>
          <a:xfrm>
            <a:off x="838200" y="1314450"/>
            <a:ext cx="10515600" cy="4862513"/>
          </a:xfrm>
        </p:spPr>
        <p:txBody>
          <a:bodyPr>
            <a:normAutofit fontScale="70000" lnSpcReduction="20000"/>
          </a:bodyPr>
          <a:lstStyle/>
          <a:p>
            <a:r>
              <a:rPr lang="en-US" sz="4500" dirty="0"/>
              <a:t>Sets are unordered collections of distinct immutable objects. </a:t>
            </a:r>
          </a:p>
          <a:p>
            <a:r>
              <a:rPr lang="en-US" sz="4500" dirty="0"/>
              <a:t>Set elements are unique. Duplicate elements are not allowed</a:t>
            </a:r>
          </a:p>
          <a:p>
            <a:pPr marL="0" indent="0">
              <a:buNone/>
            </a:pPr>
            <a:r>
              <a:rPr lang="en-US" sz="3100" dirty="0">
                <a:latin typeface="Courier New" panose="02070309020205020404" pitchFamily="49" charset="0"/>
                <a:cs typeface="Courier New" panose="02070309020205020404" pitchFamily="49" charset="0"/>
              </a:rPr>
              <a:t>&gt;&gt;&gt; S1={1, 2, 2, 2, 3, 4, 4, 5, 5}</a:t>
            </a:r>
            <a:br>
              <a:rPr lang="en-US" sz="3100" dirty="0">
                <a:latin typeface="Courier New" panose="02070309020205020404" pitchFamily="49" charset="0"/>
                <a:cs typeface="Courier New" panose="02070309020205020404" pitchFamily="49" charset="0"/>
              </a:rPr>
            </a:br>
            <a:r>
              <a:rPr lang="en-US" sz="3100" dirty="0">
                <a:latin typeface="Courier New" panose="02070309020205020404" pitchFamily="49" charset="0"/>
                <a:cs typeface="Courier New" panose="02070309020205020404" pitchFamily="49" charset="0"/>
              </a:rPr>
              <a:t>&gt;&gt;&gt; S1</a:t>
            </a:r>
            <a:br>
              <a:rPr lang="en-US" sz="3100" dirty="0">
                <a:latin typeface="Courier New" panose="02070309020205020404" pitchFamily="49" charset="0"/>
                <a:cs typeface="Courier New" panose="02070309020205020404" pitchFamily="49" charset="0"/>
              </a:rPr>
            </a:br>
            <a:r>
              <a:rPr lang="en-US" sz="3100" dirty="0">
                <a:latin typeface="Courier New" panose="02070309020205020404" pitchFamily="49" charset="0"/>
                <a:cs typeface="Courier New" panose="02070309020205020404" pitchFamily="49" charset="0"/>
              </a:rPr>
              <a:t>{1, 2, 3, 4, 5}</a:t>
            </a:r>
          </a:p>
          <a:p>
            <a:r>
              <a:rPr lang="en-US" sz="4500" dirty="0"/>
              <a:t>A set itself may be modified, but the elements contained in the set must be of an immutable type.</a:t>
            </a:r>
          </a:p>
          <a:p>
            <a:pPr marL="0" indent="0">
              <a:buNone/>
            </a:pPr>
            <a:r>
              <a:rPr lang="en-US" sz="3100" dirty="0">
                <a:latin typeface="Courier New" panose="02070309020205020404" pitchFamily="49" charset="0"/>
                <a:cs typeface="Courier New" panose="02070309020205020404" pitchFamily="49" charset="0"/>
              </a:rPr>
              <a:t>&gt;&gt;&gt; sl1 ={1, 2, [1,2]}</a:t>
            </a:r>
          </a:p>
          <a:p>
            <a:pPr marL="0" indent="0">
              <a:buNone/>
            </a:pPr>
            <a:r>
              <a:rPr lang="en-US" sz="3100" dirty="0">
                <a:latin typeface="Courier New" panose="02070309020205020404" pitchFamily="49" charset="0"/>
                <a:cs typeface="Courier New" panose="02070309020205020404" pitchFamily="49" charset="0"/>
              </a:rPr>
              <a:t>------------------------------------------------------</a:t>
            </a:r>
            <a:r>
              <a:rPr lang="en-US" sz="3100" dirty="0" err="1">
                <a:latin typeface="Courier New" panose="02070309020205020404" pitchFamily="49" charset="0"/>
                <a:cs typeface="Courier New" panose="02070309020205020404" pitchFamily="49" charset="0"/>
              </a:rPr>
              <a:t>TypeError</a:t>
            </a:r>
            <a:r>
              <a:rPr lang="en-US" sz="3100" dirty="0">
                <a:latin typeface="Courier New" panose="02070309020205020404" pitchFamily="49" charset="0"/>
                <a:cs typeface="Courier New" panose="02070309020205020404" pitchFamily="49" charset="0"/>
              </a:rPr>
              <a:t>  Traceback (most recent call last)</a:t>
            </a:r>
          </a:p>
          <a:p>
            <a:pPr marL="0" indent="0">
              <a:buNone/>
            </a:pPr>
            <a:r>
              <a:rPr lang="en-US" sz="3100" dirty="0">
                <a:latin typeface="Courier New" panose="02070309020205020404" pitchFamily="49" charset="0"/>
                <a:cs typeface="Courier New" panose="02070309020205020404" pitchFamily="49" charset="0"/>
              </a:rPr>
              <a:t>&lt;ipython-input-1-7a2c07e72513&gt; in &lt;module&gt;</a:t>
            </a:r>
          </a:p>
          <a:p>
            <a:pPr marL="0" indent="0">
              <a:buNone/>
            </a:pPr>
            <a:r>
              <a:rPr lang="en-US" sz="3100" dirty="0">
                <a:latin typeface="Courier New" panose="02070309020205020404" pitchFamily="49" charset="0"/>
                <a:cs typeface="Courier New" panose="02070309020205020404" pitchFamily="49" charset="0"/>
              </a:rPr>
              <a:t>----&gt; 1 sl1 ={1, 2, [1,2]}</a:t>
            </a:r>
          </a:p>
          <a:p>
            <a:pPr marL="0" indent="0">
              <a:buNone/>
            </a:pPr>
            <a:r>
              <a:rPr lang="en-US" sz="3100" dirty="0" err="1">
                <a:latin typeface="Courier New" panose="02070309020205020404" pitchFamily="49" charset="0"/>
                <a:cs typeface="Courier New" panose="02070309020205020404" pitchFamily="49" charset="0"/>
              </a:rPr>
              <a:t>TypeError</a:t>
            </a:r>
            <a:r>
              <a:rPr lang="en-US" sz="3100" dirty="0">
                <a:latin typeface="Courier New" panose="02070309020205020404" pitchFamily="49" charset="0"/>
                <a:cs typeface="Courier New" panose="02070309020205020404" pitchFamily="49" charset="0"/>
              </a:rPr>
              <a:t>: </a:t>
            </a:r>
            <a:r>
              <a:rPr lang="en-US" sz="3100" dirty="0" err="1">
                <a:latin typeface="Courier New" panose="02070309020205020404" pitchFamily="49" charset="0"/>
                <a:cs typeface="Courier New" panose="02070309020205020404" pitchFamily="49" charset="0"/>
              </a:rPr>
              <a:t>unhashable</a:t>
            </a:r>
            <a:r>
              <a:rPr lang="en-US" sz="3100" dirty="0">
                <a:latin typeface="Courier New" panose="02070309020205020404" pitchFamily="49" charset="0"/>
                <a:cs typeface="Courier New" panose="02070309020205020404" pitchFamily="49" charset="0"/>
              </a:rPr>
              <a:t> type: 'list'</a:t>
            </a:r>
          </a:p>
          <a:p>
            <a:pPr marL="0" indent="0">
              <a:buNone/>
            </a:pPr>
            <a:endParaRPr lang="nl-BE" dirty="0">
              <a:cs typeface="Courier New" panose="02070309020205020404" pitchFamily="49" charset="0"/>
            </a:endParaRPr>
          </a:p>
        </p:txBody>
      </p:sp>
    </p:spTree>
    <p:extLst>
      <p:ext uri="{BB962C8B-B14F-4D97-AF65-F5344CB8AC3E}">
        <p14:creationId xmlns:p14="http://schemas.microsoft.com/office/powerpoint/2010/main" val="2423346693"/>
      </p:ext>
    </p:extLst>
  </p:cSld>
  <p:clrMapOvr>
    <a:masterClrMapping/>
  </p:clrMapOvr>
  <mc:AlternateContent xmlns:mc="http://schemas.openxmlformats.org/markup-compatibility/2006" xmlns:p14="http://schemas.microsoft.com/office/powerpoint/2010/main">
    <mc:Choice Requires="p14">
      <p:transition spd="slow" p14:dur="2000" advTm="52645"/>
    </mc:Choice>
    <mc:Fallback xmlns="">
      <p:transition spd="slow" advTm="52645"/>
    </mc:Fallback>
  </mc:AlternateContent>
  <p:extLst>
    <p:ext uri="{3A86A75C-4F4B-4683-9AE1-C65F6400EC91}">
      <p14:laserTraceLst xmlns:p14="http://schemas.microsoft.com/office/powerpoint/2010/main">
        <p14:tracePtLst>
          <p14:tracePt t="24203" x="2101850" y="2863850"/>
          <p14:tracePt t="24209" x="2063750" y="2844800"/>
          <p14:tracePt t="24218" x="2057400" y="2844800"/>
          <p14:tracePt t="24235" x="2025650" y="2838450"/>
          <p14:tracePt t="24252" x="2012950" y="2832100"/>
          <p14:tracePt t="24257" x="2006600" y="2832100"/>
          <p14:tracePt t="24268" x="2000250" y="2832100"/>
          <p14:tracePt t="24285" x="1993900" y="2825750"/>
          <p14:tracePt t="24301" x="1987550" y="2825750"/>
          <p14:tracePt t="24318" x="1981200" y="2825750"/>
          <p14:tracePt t="24338" x="1968500" y="2825750"/>
          <p14:tracePt t="24352" x="1955800" y="2825750"/>
          <p14:tracePt t="24368" x="1936750" y="2832100"/>
          <p14:tracePt t="24385" x="1924050" y="2832100"/>
          <p14:tracePt t="24405" x="1898650" y="2832100"/>
          <p14:tracePt t="24408" x="1898650" y="2838450"/>
          <p14:tracePt t="24418" x="1892300" y="2838450"/>
          <p14:tracePt t="24438" x="1879600" y="2844800"/>
          <p14:tracePt t="24452" x="1866900" y="2857500"/>
          <p14:tracePt t="24471" x="1866900" y="2863850"/>
          <p14:tracePt t="24474" x="1860550" y="2870200"/>
          <p14:tracePt t="24503" x="1841500" y="2895600"/>
          <p14:tracePt t="24506" x="1835150" y="2901950"/>
          <p14:tracePt t="24518" x="1835150" y="2908300"/>
          <p14:tracePt t="24536" x="1822450" y="2921000"/>
          <p14:tracePt t="24538" x="1822450" y="2927350"/>
          <p14:tracePt t="24552" x="1816100" y="2927350"/>
          <p14:tracePt t="24568" x="1809750" y="2933700"/>
          <p14:tracePt t="24571" x="1803400" y="2946400"/>
          <p14:tracePt t="24587" x="1797050" y="2959100"/>
          <p14:tracePt t="24602" x="1790700" y="2965450"/>
          <p14:tracePt t="24618" x="1790700" y="2971800"/>
          <p14:tracePt t="24635" x="1784350" y="2978150"/>
          <p14:tracePt t="24668" x="1778000" y="3009900"/>
          <p14:tracePt t="24685" x="1765300" y="3022600"/>
          <p14:tracePt t="24704" x="1765300" y="3041650"/>
          <p14:tracePt t="24707" x="1758950" y="3048000"/>
          <p14:tracePt t="24718" x="1758950" y="3054350"/>
          <p14:tracePt t="24735" x="1752600" y="3060700"/>
          <p14:tracePt t="24752" x="1752600" y="3073400"/>
          <p14:tracePt t="24768" x="1752600" y="3079750"/>
          <p14:tracePt t="24772" x="1746250" y="3079750"/>
          <p14:tracePt t="24785" x="1746250" y="3092450"/>
          <p14:tracePt t="24802" x="1746250" y="3098800"/>
          <p14:tracePt t="24818" x="1746250" y="3111500"/>
          <p14:tracePt t="24835" x="1746250" y="3124200"/>
          <p14:tracePt t="24838" x="1746250" y="3130550"/>
          <p14:tracePt t="24852" x="1746250" y="3149600"/>
          <p14:tracePt t="24868" x="1746250" y="3168650"/>
          <p14:tracePt t="24885" x="1752600" y="3194050"/>
          <p14:tracePt t="24902" x="1765300" y="3219450"/>
          <p14:tracePt t="24918" x="1778000" y="3238500"/>
          <p14:tracePt t="24935" x="1790700" y="3251200"/>
          <p14:tracePt t="24952" x="1803400" y="3270250"/>
          <p14:tracePt t="24968" x="1809750" y="3276600"/>
          <p14:tracePt t="24971" x="1809750" y="3282950"/>
          <p14:tracePt t="24985" x="1816100" y="3282950"/>
          <p14:tracePt t="25002" x="1822450" y="3289300"/>
          <p14:tracePt t="25006" x="1828800" y="3295650"/>
          <p14:tracePt t="25035" x="1841500" y="3302000"/>
          <p14:tracePt t="25038" x="1847850" y="3302000"/>
          <p14:tracePt t="25051" x="1847850" y="3308350"/>
          <p14:tracePt t="25068" x="1866900" y="3321050"/>
          <p14:tracePt t="25070" x="1873250" y="3321050"/>
          <p14:tracePt t="25086" x="1885950" y="3333750"/>
          <p14:tracePt t="25102" x="1898650" y="3340100"/>
          <p14:tracePt t="25118" x="1924050" y="3352800"/>
          <p14:tracePt t="25135" x="1943100" y="3359150"/>
          <p14:tracePt t="25152" x="1955800" y="3365500"/>
          <p14:tracePt t="25169" x="1974850" y="3371850"/>
          <p14:tracePt t="25185" x="1987550" y="3371850"/>
          <p14:tracePt t="25202" x="2000250" y="3371850"/>
          <p14:tracePt t="25205" x="2006600" y="3371850"/>
          <p14:tracePt t="25218" x="2012950" y="3371850"/>
          <p14:tracePt t="25235" x="2019300" y="3371850"/>
          <p14:tracePt t="25238" x="2025650" y="3371850"/>
          <p14:tracePt t="25255" x="2038350" y="3371850"/>
          <p14:tracePt t="25269" x="2044700" y="3371850"/>
          <p14:tracePt t="25285" x="2051050" y="3371850"/>
          <p14:tracePt t="25301" x="2057400" y="3365500"/>
          <p14:tracePt t="25305" x="2057400" y="3359150"/>
          <p14:tracePt t="25318" x="2070100" y="3352800"/>
          <p14:tracePt t="25336" x="2089150" y="3321050"/>
          <p14:tracePt t="25351" x="2108200" y="3289300"/>
          <p14:tracePt t="25368" x="2120900" y="3257550"/>
          <p14:tracePt t="25385" x="2127250" y="3219450"/>
          <p14:tracePt t="25402" x="2133600" y="3181350"/>
          <p14:tracePt t="25418" x="2139950" y="3149600"/>
          <p14:tracePt t="25435" x="2139950" y="3124200"/>
          <p14:tracePt t="25439" x="2146300" y="3111500"/>
          <p14:tracePt t="25451" x="2146300" y="3098800"/>
          <p14:tracePt t="25468" x="2146300" y="3073400"/>
          <p14:tracePt t="25485" x="2146300" y="3067050"/>
          <p14:tracePt t="25501" x="2146300" y="3048000"/>
          <p14:tracePt t="25504" x="2146300" y="3041650"/>
          <p14:tracePt t="25520" x="2146300" y="3028950"/>
          <p14:tracePt t="25534" x="2146300" y="3022600"/>
          <p14:tracePt t="25551" x="2139950" y="3009900"/>
          <p14:tracePt t="25568" x="2139950" y="3003550"/>
          <p14:tracePt t="25570" x="2139950" y="2997200"/>
          <p14:tracePt t="25585" x="2133600" y="2990850"/>
          <p14:tracePt t="25601" x="2127250" y="2971800"/>
          <p14:tracePt t="25619" x="2120900" y="2959100"/>
          <p14:tracePt t="25635" x="2120900" y="2952750"/>
          <p14:tracePt t="25652" x="2114550" y="2952750"/>
          <p14:tracePt t="25668" x="2114550" y="2946400"/>
          <p14:tracePt t="25837" x="0" y="0"/>
        </p14:tracePtLst>
        <p14:tracePtLst>
          <p14:tracePt t="27248" x="1422400" y="3251200"/>
          <p14:tracePt t="27560" x="1428750" y="3251200"/>
          <p14:tracePt t="27577" x="1441450" y="3251200"/>
          <p14:tracePt t="27585" x="1454150" y="3257550"/>
          <p14:tracePt t="27602" x="1473200" y="3257550"/>
          <p14:tracePt t="27618" x="1498600" y="3257550"/>
          <p14:tracePt t="27635" x="1524000" y="3263900"/>
          <p14:tracePt t="27652" x="1549400" y="3270250"/>
          <p14:tracePt t="27672" x="1606550" y="3276600"/>
          <p14:tracePt t="27685" x="1625600" y="3276600"/>
          <p14:tracePt t="27704" x="1689100" y="3276600"/>
          <p14:tracePt t="27718" x="1708150" y="3276600"/>
          <p14:tracePt t="27739" x="1758950" y="3282950"/>
          <p14:tracePt t="27752" x="1771650" y="3289300"/>
          <p14:tracePt t="27771" x="1809750" y="3295650"/>
          <p14:tracePt t="27786" x="1841500" y="3295650"/>
          <p14:tracePt t="27804" x="1854200" y="3295650"/>
          <p14:tracePt t="27818" x="1885950" y="3302000"/>
          <p14:tracePt t="27836" x="1924050" y="3302000"/>
          <p14:tracePt t="27852" x="1962150" y="3308350"/>
          <p14:tracePt t="27868" x="2000250" y="3314700"/>
          <p14:tracePt t="27885" x="2051050" y="3327400"/>
          <p14:tracePt t="27902" x="2101850" y="3340100"/>
          <p14:tracePt t="27905" x="2120900" y="3340100"/>
          <p14:tracePt t="27918" x="2165350" y="3346450"/>
          <p14:tracePt t="27935" x="2222500" y="3365500"/>
          <p14:tracePt t="27939" x="2241550" y="3371850"/>
          <p14:tracePt t="27952" x="2260600" y="3371850"/>
          <p14:tracePt t="27969" x="2324100" y="3390900"/>
          <p14:tracePt t="27972" x="2349500" y="3397250"/>
          <p14:tracePt t="27986" x="2438400" y="3416300"/>
          <p14:tracePt t="28002" x="2552700" y="3429000"/>
          <p14:tracePt t="28018" x="2597150" y="3435350"/>
          <p14:tracePt t="28035" x="2768600" y="3448050"/>
          <p14:tracePt t="28052" x="2844800" y="3460750"/>
          <p14:tracePt t="28068" x="2965450" y="3473450"/>
          <p14:tracePt t="28085" x="3028950" y="3479800"/>
          <p14:tracePt t="28102" x="3079750" y="3486150"/>
          <p14:tracePt t="28118" x="3168650" y="3498850"/>
          <p14:tracePt t="28135" x="3213100" y="3505200"/>
          <p14:tracePt t="28152" x="3251200" y="3511550"/>
          <p14:tracePt t="28168" x="3321050" y="3517900"/>
          <p14:tracePt t="28171" x="3346450" y="3524250"/>
          <p14:tracePt t="28185" x="3371850" y="3524250"/>
          <p14:tracePt t="28202" x="3422650" y="3524250"/>
          <p14:tracePt t="28204" x="3460750" y="3530600"/>
          <p14:tracePt t="28218" x="3486150" y="3530600"/>
          <p14:tracePt t="28236" x="3638550" y="3549650"/>
          <p14:tracePt t="28252" x="3714750" y="3556000"/>
          <p14:tracePt t="28268" x="3771900" y="3568700"/>
          <p14:tracePt t="28285" x="3848100" y="3581400"/>
          <p14:tracePt t="28302" x="3917950" y="3594100"/>
          <p14:tracePt t="28318" x="3994150" y="3600450"/>
          <p14:tracePt t="28335" x="4089400" y="3613150"/>
          <p14:tracePt t="28352" x="4184650" y="3625850"/>
          <p14:tracePt t="28368" x="4298950" y="3632200"/>
          <p14:tracePt t="28385" x="4406900" y="3644900"/>
          <p14:tracePt t="28402" x="4521200" y="3651250"/>
          <p14:tracePt t="28408" x="4578350" y="3651250"/>
          <p14:tracePt t="28418" x="4629150" y="3651250"/>
          <p14:tracePt t="28435" x="4724400" y="3651250"/>
          <p14:tracePt t="28440" x="4775200" y="3657600"/>
          <p14:tracePt t="28452" x="4819650" y="3657600"/>
          <p14:tracePt t="28468" x="4914900" y="3657600"/>
          <p14:tracePt t="28471" x="4946650" y="3657600"/>
          <p14:tracePt t="28486" x="5022850" y="3657600"/>
          <p14:tracePt t="28502" x="5099050" y="3657600"/>
          <p14:tracePt t="28518" x="5162550" y="3657600"/>
          <p14:tracePt t="28535" x="5219700" y="3657600"/>
          <p14:tracePt t="28552" x="5283200" y="3657600"/>
          <p14:tracePt t="28569" x="5359400" y="3657600"/>
          <p14:tracePt t="28585" x="5441950" y="3651250"/>
          <p14:tracePt t="28602" x="5524500" y="3644900"/>
          <p14:tracePt t="28618" x="5619750" y="3638550"/>
          <p14:tracePt t="28635" x="5708650" y="3632200"/>
          <p14:tracePt t="28652" x="5803900" y="3625850"/>
          <p14:tracePt t="28668" x="5899150" y="3619500"/>
          <p14:tracePt t="28671" x="5949950" y="3613150"/>
          <p14:tracePt t="28685" x="5994400" y="3606800"/>
          <p14:tracePt t="28702" x="6089650" y="3594100"/>
          <p14:tracePt t="28705" x="6134100" y="3587750"/>
          <p14:tracePt t="28718" x="6172200" y="3581400"/>
          <p14:tracePt t="28736" x="6261100" y="3575050"/>
          <p14:tracePt t="28752" x="6299200" y="3575050"/>
          <p14:tracePt t="28768" x="6350000" y="3568700"/>
          <p14:tracePt t="28785" x="6375400" y="3562350"/>
          <p14:tracePt t="28802" x="6419850" y="3556000"/>
          <p14:tracePt t="28818" x="6445250" y="3556000"/>
          <p14:tracePt t="28835" x="6464300" y="3549650"/>
          <p14:tracePt t="28852" x="6496050" y="3549650"/>
          <p14:tracePt t="28868" x="6540500" y="3549650"/>
          <p14:tracePt t="28885" x="6565900" y="3536950"/>
          <p14:tracePt t="28902" x="6597650" y="3530600"/>
          <p14:tracePt t="28918" x="6623050" y="3530600"/>
          <p14:tracePt t="28925" x="6635750" y="3530600"/>
          <p14:tracePt t="28935" x="6648450" y="3524250"/>
          <p14:tracePt t="28952" x="6680200" y="3517900"/>
          <p14:tracePt t="28957" x="6711950" y="3511550"/>
          <p14:tracePt t="28969" x="6724650" y="3511550"/>
          <p14:tracePt t="28986" x="6769100" y="3492500"/>
          <p14:tracePt t="29002" x="6807200" y="3486150"/>
          <p14:tracePt t="29018" x="6845300" y="3473450"/>
          <p14:tracePt t="29035" x="6883400" y="3467100"/>
          <p14:tracePt t="29068" x="6965950" y="3441700"/>
          <p14:tracePt t="29085" x="6991350" y="3435350"/>
          <p14:tracePt t="29102" x="7023100" y="3429000"/>
          <p14:tracePt t="29105" x="7035800" y="3429000"/>
          <p14:tracePt t="29118" x="7054850" y="3422650"/>
          <p14:tracePt t="29135" x="7086600" y="3416300"/>
          <p14:tracePt t="29152" x="7112000" y="3409950"/>
          <p14:tracePt t="29169" x="7143750" y="3397250"/>
          <p14:tracePt t="29173" x="7162800" y="3390900"/>
          <p14:tracePt t="29189" x="7181850" y="3390900"/>
          <p14:tracePt t="29202" x="7194550" y="3390900"/>
          <p14:tracePt t="29218" x="7219950" y="3378200"/>
          <p14:tracePt t="29224" x="7232650" y="3378200"/>
          <p14:tracePt t="29236" x="7251700" y="3371850"/>
          <p14:tracePt t="29252" x="7264400" y="3371850"/>
          <p14:tracePt t="29268" x="7270750" y="3365500"/>
          <p14:tracePt t="29285" x="7283450" y="3365500"/>
          <p14:tracePt t="29302" x="7296150" y="3359150"/>
          <p14:tracePt t="29320" x="7308850" y="3352800"/>
          <p14:tracePt t="29335" x="7315200" y="3352800"/>
          <p14:tracePt t="29354" x="7334250" y="3340100"/>
          <p14:tracePt t="29356" x="7340600" y="3340100"/>
          <p14:tracePt t="29369" x="7346950" y="3333750"/>
          <p14:tracePt t="29386" x="7359650" y="3327400"/>
          <p14:tracePt t="29389" x="7366000" y="3327400"/>
          <p14:tracePt t="29402" x="7372350" y="3321050"/>
          <p14:tracePt t="29420" x="7385050" y="3314700"/>
          <p14:tracePt t="29423" x="7397750" y="3308350"/>
          <p14:tracePt t="29446" x="7404100" y="3302000"/>
          <p14:tracePt t="29454" x="7404100" y="3295650"/>
          <p14:tracePt t="29479" x="7410450" y="3295650"/>
          <p14:tracePt t="29489" x="7410450" y="3289300"/>
          <p14:tracePt t="29504" x="7416800" y="3282950"/>
          <p14:tracePt t="29527" x="7423150" y="3276600"/>
          <p14:tracePt t="29535" x="7423150" y="3270250"/>
          <p14:tracePt t="29552" x="7429500" y="3263900"/>
          <p14:tracePt t="29568" x="7429500" y="3238500"/>
          <p14:tracePt t="29585" x="7429500" y="3213100"/>
          <p14:tracePt t="29602" x="7429500" y="3162300"/>
          <p14:tracePt t="29618" x="7429500" y="3130550"/>
          <p14:tracePt t="29623" x="7429500" y="3092450"/>
          <p14:tracePt t="29635" x="7429500" y="3073400"/>
          <p14:tracePt t="29652" x="7416800" y="3041650"/>
          <p14:tracePt t="29655" x="7397750" y="2990850"/>
          <p14:tracePt t="29669" x="7385050" y="2971800"/>
          <p14:tracePt t="29685" x="7372350" y="2946400"/>
          <p14:tracePt t="29688" x="7366000" y="2933700"/>
          <p14:tracePt t="29702" x="7346950" y="2914650"/>
          <p14:tracePt t="29719" x="7327900" y="2901950"/>
          <p14:tracePt t="29722" x="7315200" y="2889250"/>
          <p14:tracePt t="29737" x="7308850" y="2889250"/>
          <p14:tracePt t="29752" x="7283450" y="2876550"/>
          <p14:tracePt t="29768" x="7264400" y="2876550"/>
          <p14:tracePt t="29785" x="7232650" y="2870200"/>
          <p14:tracePt t="29801" x="7181850" y="2863850"/>
          <p14:tracePt t="29818" x="7131050" y="2857500"/>
          <p14:tracePt t="29835" x="7061200" y="2851150"/>
          <p14:tracePt t="29852" x="6978650" y="2838450"/>
          <p14:tracePt t="29869" x="6883400" y="2832100"/>
          <p14:tracePt t="29885" x="6762750" y="2825750"/>
          <p14:tracePt t="29888" x="6724650" y="2825750"/>
          <p14:tracePt t="29901" x="6635750" y="2819400"/>
          <p14:tracePt t="29918" x="6527800" y="2806700"/>
          <p14:tracePt t="29921" x="6457950" y="2787650"/>
          <p14:tracePt t="29936" x="6362700" y="2774950"/>
          <p14:tracePt t="29952" x="6280150" y="2755900"/>
          <p14:tracePt t="29968" x="6254750" y="2755900"/>
          <p14:tracePt t="29986" x="6184900" y="2749550"/>
          <p14:tracePt t="30002" x="6096000" y="2749550"/>
          <p14:tracePt t="30018" x="6026150" y="2749550"/>
          <p14:tracePt t="30035" x="5981700" y="2749550"/>
          <p14:tracePt t="30052" x="5905500" y="2749550"/>
          <p14:tracePt t="30069" x="5835650" y="2749550"/>
          <p14:tracePt t="30085" x="5784850" y="2755900"/>
          <p14:tracePt t="30102" x="5689600" y="2755900"/>
          <p14:tracePt t="30118" x="5626100" y="2755900"/>
          <p14:tracePt t="30123" x="5575300" y="2755900"/>
          <p14:tracePt t="30139" x="5499100" y="2755900"/>
          <p14:tracePt t="30152" x="5473700" y="2755900"/>
          <p14:tracePt t="30169" x="5391150" y="2755900"/>
          <p14:tracePt t="30172" x="5321300" y="2755900"/>
          <p14:tracePt t="30186" x="5226050" y="2755900"/>
          <p14:tracePt t="30202" x="5124450" y="2749550"/>
          <p14:tracePt t="30218" x="5022850" y="2743200"/>
          <p14:tracePt t="30235" x="4921250" y="2730500"/>
          <p14:tracePt t="30252" x="4851400" y="2724150"/>
          <p14:tracePt t="30268" x="4724400" y="2711450"/>
          <p14:tracePt t="30285" x="4572000" y="2698750"/>
          <p14:tracePt t="30302" x="4470400" y="2692400"/>
          <p14:tracePt t="30318" x="4286250" y="2673350"/>
          <p14:tracePt t="30335" x="4191000" y="2667000"/>
          <p14:tracePt t="30352" x="4057650" y="2654300"/>
          <p14:tracePt t="30356" x="4019550" y="2654300"/>
          <p14:tracePt t="30368" x="3994150" y="2654300"/>
          <p14:tracePt t="30385" x="3898900" y="2654300"/>
          <p14:tracePt t="30389" x="3873500" y="2654300"/>
          <p14:tracePt t="30402" x="3848100" y="2654300"/>
          <p14:tracePt t="30418" x="3740150" y="2654300"/>
          <p14:tracePt t="30422" x="3702050" y="2654300"/>
          <p14:tracePt t="30437" x="3632200" y="2654300"/>
          <p14:tracePt t="30452" x="3556000" y="2660650"/>
          <p14:tracePt t="30468" x="3416300" y="2673350"/>
          <p14:tracePt t="30485" x="3340100" y="2679700"/>
          <p14:tracePt t="30502" x="3270250" y="2686050"/>
          <p14:tracePt t="30518" x="3200400" y="2686050"/>
          <p14:tracePt t="30535" x="3130550" y="2686050"/>
          <p14:tracePt t="30552" x="3079750" y="2686050"/>
          <p14:tracePt t="30568" x="2984500" y="2686050"/>
          <p14:tracePt t="30586" x="2921000" y="2686050"/>
          <p14:tracePt t="30590" x="2895600" y="2679700"/>
          <p14:tracePt t="30602" x="2870200" y="2679700"/>
          <p14:tracePt t="30619" x="2813050" y="2673350"/>
          <p14:tracePt t="30623" x="2787650" y="2673350"/>
          <p14:tracePt t="30635" x="2768600" y="2673350"/>
          <p14:tracePt t="30652" x="2724150" y="2673350"/>
          <p14:tracePt t="30655" x="2705100" y="2673350"/>
          <p14:tracePt t="30668" x="2686050" y="2673350"/>
          <p14:tracePt t="30687" x="2622550" y="2673350"/>
          <p14:tracePt t="30702" x="2590800" y="2673350"/>
          <p14:tracePt t="30718" x="2559050" y="2679700"/>
          <p14:tracePt t="30735" x="2527300" y="2686050"/>
          <p14:tracePt t="30752" x="2489200" y="2692400"/>
          <p14:tracePt t="30769" x="2470150" y="2698750"/>
          <p14:tracePt t="30785" x="2457450" y="2698750"/>
          <p14:tracePt t="30802" x="2451100" y="2711450"/>
          <p14:tracePt t="30818" x="2444750" y="2717800"/>
          <p14:tracePt t="30835" x="2432050" y="2730500"/>
          <p14:tracePt t="30852" x="2425700" y="2736850"/>
          <p14:tracePt t="30869" x="2419350" y="2755900"/>
          <p14:tracePt t="30885" x="2406650" y="2781300"/>
          <p14:tracePt t="30889" x="2406650" y="2787650"/>
          <p14:tracePt t="30903" x="2400300" y="2800350"/>
          <p14:tracePt t="30906" x="2393950" y="2813050"/>
          <p14:tracePt t="30918" x="2393950" y="2838450"/>
          <p14:tracePt t="30938" x="2387600" y="2863850"/>
          <p14:tracePt t="30952" x="2387600" y="2876550"/>
          <p14:tracePt t="30969" x="2387600" y="2882900"/>
          <p14:tracePt t="30985" x="2387600" y="2895600"/>
          <p14:tracePt t="31002" x="2387600" y="2901950"/>
          <p14:tracePt t="31018" x="2387600" y="2914650"/>
          <p14:tracePt t="31037" x="2393950" y="2933700"/>
          <p14:tracePt t="31039" x="2400300" y="2940050"/>
          <p14:tracePt t="31052" x="2406650" y="2959100"/>
          <p14:tracePt t="31071" x="2425700" y="2984500"/>
          <p14:tracePt t="31074" x="2432050" y="2990850"/>
          <p14:tracePt t="31085" x="2451100" y="3009900"/>
          <p14:tracePt t="31103" x="2476500" y="3035300"/>
          <p14:tracePt t="31107" x="2495550" y="3054350"/>
          <p14:tracePt t="31118" x="2514600" y="3060700"/>
          <p14:tracePt t="31135" x="2616200" y="3124200"/>
          <p14:tracePt t="31140" x="2654300" y="3143250"/>
          <p14:tracePt t="31152" x="2692400" y="3155950"/>
          <p14:tracePt t="31171" x="2908300" y="3244850"/>
          <p14:tracePt t="31187" x="3054350" y="3302000"/>
          <p14:tracePt t="31205" x="3200400" y="3352800"/>
          <p14:tracePt t="31218" x="3359150" y="3416300"/>
          <p14:tracePt t="31235" x="3613150" y="3498850"/>
          <p14:tracePt t="31252" x="3778250" y="3562350"/>
          <p14:tracePt t="31268" x="3949700" y="3625850"/>
          <p14:tracePt t="31285" x="4051300" y="3657600"/>
          <p14:tracePt t="31302" x="4216400" y="3714750"/>
          <p14:tracePt t="31307" x="4330700" y="3746500"/>
          <p14:tracePt t="31319" x="4375150" y="3759200"/>
          <p14:tracePt t="31335" x="4533900" y="3803650"/>
          <p14:tracePt t="31338" x="4578350" y="3810000"/>
          <p14:tracePt t="31352" x="4673600" y="3822700"/>
          <p14:tracePt t="31369" x="4737100" y="3835400"/>
          <p14:tracePt t="31372" x="4800600" y="3841750"/>
          <p14:tracePt t="31385" x="4813300" y="3841750"/>
          <p14:tracePt t="31402" x="4851400" y="3841750"/>
          <p14:tracePt t="31405" x="4857750" y="3841750"/>
          <p14:tracePt t="31549" x="4864100" y="3841750"/>
          <p14:tracePt t="31566" x="4864100" y="3835400"/>
          <p14:tracePt t="31572" x="4876800" y="3829050"/>
          <p14:tracePt t="31585" x="4876800" y="3816350"/>
          <p14:tracePt t="31602" x="4889500" y="3803650"/>
          <p14:tracePt t="31607" x="4914900" y="3778250"/>
          <p14:tracePt t="31618" x="4927600" y="3765550"/>
          <p14:tracePt t="31635" x="4953000" y="3746500"/>
          <p14:tracePt t="31638" x="4959350" y="3733800"/>
          <p14:tracePt t="31652" x="4991100" y="3714750"/>
          <p14:tracePt t="31668" x="4997450" y="3702050"/>
          <p14:tracePt t="31671" x="5003800" y="3695700"/>
          <p14:tracePt t="32839" x="0" y="0"/>
        </p14:tracePtLst>
        <p14:tracePtLst>
          <p14:tracePt t="33783" x="3232150" y="3422650"/>
          <p14:tracePt t="33822" x="3232150" y="3416300"/>
          <p14:tracePt t="33838" x="3225800" y="3416300"/>
          <p14:tracePt t="33847" x="3225800" y="3409950"/>
          <p14:tracePt t="33855" x="3219450" y="3409950"/>
          <p14:tracePt t="33868" x="3219450" y="3403600"/>
          <p14:tracePt t="33885" x="3194050" y="3384550"/>
          <p14:tracePt t="33902" x="3175000" y="3371850"/>
          <p14:tracePt t="33919" x="3155950" y="3359150"/>
          <p14:tracePt t="33935" x="3136900" y="3340100"/>
          <p14:tracePt t="33952" x="3092450" y="3314700"/>
          <p14:tracePt t="33968" x="3060700" y="3308350"/>
          <p14:tracePt t="33985" x="3028950" y="3295650"/>
          <p14:tracePt t="34002" x="2990850" y="3289300"/>
          <p14:tracePt t="34018" x="2901950" y="3276600"/>
          <p14:tracePt t="34021" x="2876550" y="3270250"/>
          <p14:tracePt t="34035" x="2851150" y="3270250"/>
          <p14:tracePt t="34052" x="2755900" y="3263900"/>
          <p14:tracePt t="34054" x="2717800" y="3263900"/>
          <p14:tracePt t="34068" x="2692400" y="3263900"/>
          <p14:tracePt t="34085" x="2603500" y="3257550"/>
          <p14:tracePt t="34089" x="2578100" y="3257550"/>
          <p14:tracePt t="34102" x="2559050" y="3257550"/>
          <p14:tracePt t="34119" x="2495550" y="3257550"/>
          <p14:tracePt t="34122" x="2470150" y="3257550"/>
          <p14:tracePt t="34137" x="2419350" y="3257550"/>
          <p14:tracePt t="34152" x="2355850" y="3257550"/>
          <p14:tracePt t="34169" x="2235200" y="3263900"/>
          <p14:tracePt t="34185" x="2152650" y="3270250"/>
          <p14:tracePt t="34205" x="2057400" y="3270250"/>
          <p14:tracePt t="34218" x="1955800" y="3270250"/>
          <p14:tracePt t="34236" x="1822450" y="3270250"/>
          <p14:tracePt t="34240" x="1797050" y="3270250"/>
          <p14:tracePt t="34252" x="1778000" y="3270250"/>
          <p14:tracePt t="34271" x="1714500" y="3270250"/>
          <p14:tracePt t="34273" x="1701800" y="3270250"/>
          <p14:tracePt t="34285" x="1689100" y="3270250"/>
          <p14:tracePt t="34304" x="1651000" y="3270250"/>
          <p14:tracePt t="34319" x="1631950" y="3270250"/>
          <p14:tracePt t="34338" x="1581150" y="3282950"/>
          <p14:tracePt t="34352" x="1549400" y="3295650"/>
          <p14:tracePt t="34369" x="1485900" y="3314700"/>
          <p14:tracePt t="34386" x="1454150" y="3333750"/>
          <p14:tracePt t="34402" x="1422400" y="3340100"/>
          <p14:tracePt t="34419" x="1390650" y="3359150"/>
          <p14:tracePt t="34439" x="1371600" y="3378200"/>
          <p14:tracePt t="34443" x="1358900" y="3384550"/>
          <p14:tracePt t="34452" x="1346200" y="3397250"/>
          <p14:tracePt t="34468" x="1327150" y="3409950"/>
          <p14:tracePt t="34485" x="1301750" y="3429000"/>
          <p14:tracePt t="34502" x="1276350" y="3448050"/>
          <p14:tracePt t="34518" x="1231900" y="3505200"/>
          <p14:tracePt t="34535" x="1200150" y="3543300"/>
          <p14:tracePt t="34539" x="1193800" y="3556000"/>
          <p14:tracePt t="34552" x="1174750" y="3575050"/>
          <p14:tracePt t="34569" x="1149350" y="3613150"/>
          <p14:tracePt t="34573" x="1143000" y="3625850"/>
          <p14:tracePt t="34587" x="1130300" y="3657600"/>
          <p14:tracePt t="34602" x="1111250" y="3676650"/>
          <p14:tracePt t="34618" x="1104900" y="3695700"/>
          <p14:tracePt t="34635" x="1098550" y="3708400"/>
          <p14:tracePt t="34652" x="1098550" y="3714750"/>
          <p14:tracePt t="34668" x="1098550" y="3727450"/>
          <p14:tracePt t="34685" x="1098550" y="3733800"/>
          <p14:tracePt t="34702" x="1098550" y="3752850"/>
          <p14:tracePt t="34719" x="1098550" y="3765550"/>
          <p14:tracePt t="34735" x="1104900" y="3784600"/>
          <p14:tracePt t="34752" x="1117600" y="3810000"/>
          <p14:tracePt t="34768" x="1130300" y="3822700"/>
          <p14:tracePt t="34772" x="1136650" y="3841750"/>
          <p14:tracePt t="34785" x="1149350" y="3848100"/>
          <p14:tracePt t="34802" x="1174750" y="3873500"/>
          <p14:tracePt t="34805" x="1187450" y="3879850"/>
          <p14:tracePt t="34818" x="1219200" y="3898900"/>
          <p14:tracePt t="34836" x="1295400" y="3943350"/>
          <p14:tracePt t="34852" x="1358900" y="3968750"/>
          <p14:tracePt t="34868" x="1403350" y="3987800"/>
          <p14:tracePt t="34885" x="1498600" y="4019550"/>
          <p14:tracePt t="34902" x="1593850" y="4044950"/>
          <p14:tracePt t="34919" x="1651000" y="4051300"/>
          <p14:tracePt t="34935" x="1771650" y="4076700"/>
          <p14:tracePt t="34952" x="1860550" y="4083050"/>
          <p14:tracePt t="34968" x="1968500" y="4095750"/>
          <p14:tracePt t="34985" x="2159000" y="4108450"/>
          <p14:tracePt t="35002" x="2279650" y="4121150"/>
          <p14:tracePt t="35019" x="2489200" y="4146550"/>
          <p14:tracePt t="35035" x="2609850" y="4165600"/>
          <p14:tracePt t="35038" x="2768600" y="4191000"/>
          <p14:tracePt t="35052" x="2832100" y="4197350"/>
          <p14:tracePt t="35069" x="2959100" y="4222750"/>
          <p14:tracePt t="35072" x="3022600" y="4235450"/>
          <p14:tracePt t="35087" x="3270250" y="4267200"/>
          <p14:tracePt t="35102" x="3403600" y="4292600"/>
          <p14:tracePt t="35119" x="3613150" y="4337050"/>
          <p14:tracePt t="35135" x="3752850" y="4356100"/>
          <p14:tracePt t="35152" x="3829050" y="4368800"/>
          <p14:tracePt t="35168" x="3937000" y="4375150"/>
          <p14:tracePt t="35185" x="4006850" y="4381500"/>
          <p14:tracePt t="35202" x="4057650" y="4381500"/>
          <p14:tracePt t="35219" x="4095750" y="4381500"/>
          <p14:tracePt t="35235" x="4127500" y="4375150"/>
          <p14:tracePt t="35252" x="4152900" y="4368800"/>
          <p14:tracePt t="35269" x="4178300" y="4362450"/>
          <p14:tracePt t="35273" x="4191000" y="4356100"/>
          <p14:tracePt t="35285" x="4222750" y="4349750"/>
          <p14:tracePt t="35302" x="4279900" y="4337050"/>
          <p14:tracePt t="35306" x="4305300" y="4324350"/>
          <p14:tracePt t="35319" x="4356100" y="4311650"/>
          <p14:tracePt t="35336" x="4470400" y="4279900"/>
          <p14:tracePt t="35352" x="4565650" y="4248150"/>
          <p14:tracePt t="35368" x="4622800" y="4229100"/>
          <p14:tracePt t="35385" x="4648200" y="4216400"/>
          <p14:tracePt t="35402" x="4660900" y="4197350"/>
          <p14:tracePt t="35419" x="4673600" y="4184650"/>
          <p14:tracePt t="35436" x="4673600" y="4165600"/>
          <p14:tracePt t="35452" x="4673600" y="4146550"/>
          <p14:tracePt t="35468" x="4673600" y="4114800"/>
          <p14:tracePt t="35485" x="4673600" y="4083050"/>
          <p14:tracePt t="35502" x="4660900" y="4057650"/>
          <p14:tracePt t="35518" x="4648200" y="4019550"/>
          <p14:tracePt t="35535" x="4635500" y="3981450"/>
          <p14:tracePt t="35538" x="4622800" y="3943350"/>
          <p14:tracePt t="35552" x="4616450" y="3930650"/>
          <p14:tracePt t="35569" x="4597400" y="3892550"/>
          <p14:tracePt t="35572" x="4578350" y="3854450"/>
          <p14:tracePt t="35586" x="4559300" y="3822700"/>
          <p14:tracePt t="35602" x="4540250" y="3803650"/>
          <p14:tracePt t="35619" x="4514850" y="3765550"/>
          <p14:tracePt t="35635" x="4489450" y="3740150"/>
          <p14:tracePt t="35652" x="4464050" y="3727450"/>
          <p14:tracePt t="35669" x="4438650" y="3708400"/>
          <p14:tracePt t="35685" x="4394200" y="3689350"/>
          <p14:tracePt t="35702" x="4375150" y="3670300"/>
          <p14:tracePt t="35706" x="4356100" y="3663950"/>
          <p14:tracePt t="35718" x="4318000" y="3638550"/>
          <p14:tracePt t="35735" x="4273550" y="3619500"/>
          <p14:tracePt t="35752" x="4178300" y="3568700"/>
          <p14:tracePt t="35768" x="4108450" y="3536950"/>
          <p14:tracePt t="35772" x="4064000" y="3517900"/>
          <p14:tracePt t="35785" x="4019550" y="3498850"/>
          <p14:tracePt t="35802" x="3848100" y="3435350"/>
          <p14:tracePt t="35806" x="3797300" y="3422650"/>
          <p14:tracePt t="35818" x="3746500" y="3403600"/>
          <p14:tracePt t="35836" x="3619500" y="3371850"/>
          <p14:tracePt t="35856" x="3536950" y="3359150"/>
          <p14:tracePt t="35869" x="3524250" y="3359150"/>
          <p14:tracePt t="35957" x="3524250" y="3352800"/>
          <p14:tracePt t="36095" x="3530600" y="3352800"/>
          <p14:tracePt t="36175" x="0" y="0"/>
        </p14:tracePtLst>
        <p14:tracePtLst>
          <p14:tracePt t="37237" x="1016000" y="3790950"/>
          <p14:tracePt t="37355" x="1022350" y="3790950"/>
          <p14:tracePt t="37363" x="1028700" y="3790950"/>
          <p14:tracePt t="37379" x="1035050" y="3790950"/>
          <p14:tracePt t="37396" x="1047750" y="3790950"/>
          <p14:tracePt t="37406" x="1054100" y="3790950"/>
          <p14:tracePt t="37419" x="1066800" y="3790950"/>
          <p14:tracePt t="37436" x="1111250" y="3790950"/>
          <p14:tracePt t="37452" x="1149350" y="3790950"/>
          <p14:tracePt t="37469" x="1187450" y="3797300"/>
          <p14:tracePt t="37485" x="1238250" y="3797300"/>
          <p14:tracePt t="37505" x="1289050" y="3797300"/>
          <p14:tracePt t="37519" x="1314450" y="3797300"/>
          <p14:tracePt t="37539" x="1365250" y="3797300"/>
          <p14:tracePt t="37541" x="1377950" y="3797300"/>
          <p14:tracePt t="37552" x="1403350" y="3797300"/>
          <p14:tracePt t="37573" x="1422400" y="3797300"/>
          <p14:tracePt t="37585" x="1428750" y="3803650"/>
          <p14:tracePt t="37603" x="1435100" y="3803650"/>
          <p14:tracePt t="37751" x="1428750" y="3803650"/>
          <p14:tracePt t="37768" x="1422400" y="3803650"/>
          <p14:tracePt t="37785" x="1416050" y="3803650"/>
          <p14:tracePt t="37802" x="1403350" y="3797300"/>
          <p14:tracePt t="37819" x="1397000" y="3797300"/>
          <p14:tracePt t="37835" x="1384300" y="3797300"/>
          <p14:tracePt t="37838" x="1377950" y="3797300"/>
          <p14:tracePt t="37852" x="1377950" y="3790950"/>
          <p14:tracePt t="37869" x="1371600" y="3790950"/>
          <p14:tracePt t="37871" x="1365250" y="3790950"/>
          <p14:tracePt t="38475" x="0" y="0"/>
        </p14:tracePtLst>
      </p14:laserTraceLst>
    </p:ext>
  </p:extLs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Sets </a:t>
            </a:r>
            <a:endParaRPr lang="nl-BE" dirty="0"/>
          </a:p>
        </p:txBody>
      </p:sp>
      <p:sp>
        <p:nvSpPr>
          <p:cNvPr id="3" name="Content Placeholder 2"/>
          <p:cNvSpPr>
            <a:spLocks noGrp="1"/>
          </p:cNvSpPr>
          <p:nvPr>
            <p:ph idx="1"/>
          </p:nvPr>
        </p:nvSpPr>
        <p:spPr/>
        <p:txBody>
          <a:bodyPr>
            <a:normAutofit/>
          </a:bodyPr>
          <a:lstStyle/>
          <a:p>
            <a:r>
              <a:rPr lang="en-US" dirty="0"/>
              <a:t>Use </a:t>
            </a:r>
            <a:r>
              <a:rPr lang="en-US" dirty="0">
                <a:latin typeface="Courier New" panose="02070309020205020404" pitchFamily="49" charset="0"/>
                <a:cs typeface="Courier New" panose="02070309020205020404" pitchFamily="49" charset="0"/>
              </a:rPr>
              <a:t>set() </a:t>
            </a:r>
            <a:r>
              <a:rPr lang="en-US" dirty="0"/>
              <a:t>to construct a ‘set’ out of any sequence such as a string, list or a tuple.</a:t>
            </a:r>
            <a:br>
              <a:rPr lang="en-US" dirty="0"/>
            </a:br>
            <a:r>
              <a:rPr lang="en-US" sz="2200" dirty="0">
                <a:latin typeface="Courier New" panose="02070309020205020404" pitchFamily="49" charset="0"/>
                <a:cs typeface="Courier New" panose="02070309020205020404" pitchFamily="49" charset="0"/>
              </a:rPr>
              <a:t>&gt;&gt;&gt; s1=set('help’)</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&gt;&gt;&gt; s1</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{'e', 'h', 'l', ‘p’}</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&gt;&gt;&gt; s2=set([5, 7,87, 55, 100])</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&gt;&gt;&gt; s2</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{5, 7, 55, 87, 100}</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&gt;&gt;&gt; s3=set((10,'go',15.3))</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&gt;&gt;&gt; s3</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{10, 15.3, 'go'}</a:t>
            </a:r>
          </a:p>
          <a:p>
            <a:pPr marL="0" indent="0">
              <a:buNone/>
            </a:pPr>
            <a:r>
              <a:rPr lang="nl-BE" sz="2100" dirty="0">
                <a:cs typeface="Courier New" panose="02070309020205020404" pitchFamily="49" charset="0"/>
              </a:rPr>
              <a:t>Source: </a:t>
            </a:r>
            <a:r>
              <a:rPr lang="nl-BE" sz="2100" dirty="0">
                <a:cs typeface="Courier New" panose="02070309020205020404" pitchFamily="49" charset="0"/>
                <a:hlinkClick r:id="rId2"/>
              </a:rPr>
              <a:t>https://www.tutorialsteacher.com/python/python-set</a:t>
            </a:r>
            <a:r>
              <a:rPr lang="nl-BE" sz="2100" dirty="0">
                <a:cs typeface="Courier New" panose="02070309020205020404" pitchFamily="49" charset="0"/>
              </a:rPr>
              <a:t> </a:t>
            </a:r>
          </a:p>
          <a:p>
            <a:endParaRPr lang="nl-BE" dirty="0"/>
          </a:p>
        </p:txBody>
      </p:sp>
    </p:spTree>
    <p:extLst>
      <p:ext uri="{BB962C8B-B14F-4D97-AF65-F5344CB8AC3E}">
        <p14:creationId xmlns:p14="http://schemas.microsoft.com/office/powerpoint/2010/main" val="3418706769"/>
      </p:ext>
    </p:extLst>
  </p:cSld>
  <p:clrMapOvr>
    <a:masterClrMapping/>
  </p:clrMapOvr>
  <mc:AlternateContent xmlns:mc="http://schemas.openxmlformats.org/markup-compatibility/2006" xmlns:p14="http://schemas.microsoft.com/office/powerpoint/2010/main">
    <mc:Choice Requires="p14">
      <p:transition spd="slow" p14:dur="2000" advTm="64723"/>
    </mc:Choice>
    <mc:Fallback xmlns="">
      <p:transition spd="slow" advTm="64723"/>
    </mc:Fallback>
  </mc:AlternateContent>
  <p:extLst>
    <p:ext uri="{3A86A75C-4F4B-4683-9AE1-C65F6400EC91}">
      <p14:laserTraceLst xmlns:p14="http://schemas.microsoft.com/office/powerpoint/2010/main">
        <p14:tracePtLst>
          <p14:tracePt t="24356" x="3708400" y="2654300"/>
          <p14:tracePt t="24555" x="3708400" y="2660650"/>
          <p14:tracePt t="24571" x="3714750" y="2673350"/>
          <p14:tracePt t="24579" x="3721100" y="2673350"/>
          <p14:tracePt t="24591" x="3727450" y="2686050"/>
          <p14:tracePt t="24593" x="3733800" y="2686050"/>
          <p14:tracePt t="24607" x="3740150" y="2692400"/>
          <p14:tracePt t="24624" x="3759200" y="2705100"/>
          <p14:tracePt t="24627" x="3771900" y="2711450"/>
          <p14:tracePt t="24641" x="3797300" y="2717800"/>
          <p14:tracePt t="24658" x="3822700" y="2724150"/>
          <p14:tracePt t="24674" x="3848100" y="2724150"/>
          <p14:tracePt t="24691" x="3879850" y="2724150"/>
          <p14:tracePt t="24707" x="3911600" y="2724150"/>
          <p14:tracePt t="24724" x="3949700" y="2724150"/>
          <p14:tracePt t="24741" x="3975100" y="2724150"/>
          <p14:tracePt t="24757" x="4006850" y="2724150"/>
          <p14:tracePt t="24762" x="4025900" y="2724150"/>
          <p14:tracePt t="24774" x="4044950" y="2724150"/>
          <p14:tracePt t="24791" x="4089400" y="2724150"/>
          <p14:tracePt t="24795" x="4121150" y="2717800"/>
          <p14:tracePt t="24807" x="4146550" y="2711450"/>
          <p14:tracePt t="24824" x="4191000" y="2711450"/>
          <p14:tracePt t="24829" x="4229100" y="2711450"/>
          <p14:tracePt t="24841" x="4241800" y="2705100"/>
          <p14:tracePt t="24857" x="4318000" y="2698750"/>
          <p14:tracePt t="24860" x="4324350" y="2692400"/>
          <p14:tracePt t="24874" x="4349750" y="2686050"/>
          <p14:tracePt t="24892" x="4406900" y="2679700"/>
          <p14:tracePt t="24907" x="4425950" y="2673350"/>
          <p14:tracePt t="24924" x="4445000" y="2667000"/>
          <p14:tracePt t="24941" x="4457700" y="2660650"/>
          <p14:tracePt t="24957" x="4464050" y="2654300"/>
          <p14:tracePt t="24974" x="4476750" y="2647950"/>
          <p14:tracePt t="24991" x="4483100" y="2641600"/>
          <p14:tracePt t="25007" x="4489450" y="2628900"/>
          <p14:tracePt t="25024" x="4495800" y="2622550"/>
          <p14:tracePt t="25028" x="4502150" y="2616200"/>
          <p14:tracePt t="25044" x="4508500" y="2609850"/>
          <p14:tracePt t="25057" x="4514850" y="2603500"/>
          <p14:tracePt t="25074" x="4521200" y="2597150"/>
          <p14:tracePt t="25092" x="4533900" y="2578100"/>
          <p14:tracePt t="25107" x="4540250" y="2571750"/>
          <p14:tracePt t="25124" x="4546600" y="2565400"/>
          <p14:tracePt t="25128" x="4546600" y="2559050"/>
          <p14:tracePt t="25141" x="4546600" y="2552700"/>
          <p14:tracePt t="25158" x="4552950" y="2546350"/>
          <p14:tracePt t="25174" x="4552950" y="2540000"/>
          <p14:tracePt t="25191" x="4552950" y="2527300"/>
          <p14:tracePt t="25207" x="4552950" y="2514600"/>
          <p14:tracePt t="25224" x="4552950" y="2501900"/>
          <p14:tracePt t="25241" x="4552950" y="2495550"/>
          <p14:tracePt t="25257" x="4552950" y="2489200"/>
          <p14:tracePt t="25274" x="4552950" y="2476500"/>
          <p14:tracePt t="25291" x="4552950" y="2463800"/>
          <p14:tracePt t="25294" x="4552950" y="2451100"/>
          <p14:tracePt t="25307" x="4552950" y="2444750"/>
          <p14:tracePt t="25324" x="4533900" y="2425700"/>
          <p14:tracePt t="25327" x="4527550" y="2413000"/>
          <p14:tracePt t="25341" x="4514850" y="2406650"/>
          <p14:tracePt t="25358" x="4445000" y="2349500"/>
          <p14:tracePt t="25374" x="4406900" y="2330450"/>
          <p14:tracePt t="25391" x="4298950" y="2273300"/>
          <p14:tracePt t="25408" x="4216400" y="2241550"/>
          <p14:tracePt t="25424" x="4108450" y="2209800"/>
          <p14:tracePt t="25443" x="4038600" y="2184400"/>
          <p14:tracePt t="25457" x="3975100" y="2171700"/>
          <p14:tracePt t="25476" x="3930650" y="2171700"/>
          <p14:tracePt t="25491" x="3886200" y="2171700"/>
          <p14:tracePt t="25509" x="3841750" y="2171700"/>
          <p14:tracePt t="25512" x="3835400" y="2171700"/>
          <p14:tracePt t="25524" x="3810000" y="2184400"/>
          <p14:tracePt t="25543" x="3797300" y="2190750"/>
          <p14:tracePt t="25546" x="3778250" y="2203450"/>
          <p14:tracePt t="25561" x="3765550" y="2216150"/>
          <p14:tracePt t="25574" x="3752850" y="2216150"/>
          <p14:tracePt t="25578" x="3752850" y="2222500"/>
          <p14:tracePt t="25591" x="3740150" y="2228850"/>
          <p14:tracePt t="25609" x="3733800" y="2241550"/>
          <p14:tracePt t="25624" x="3708400" y="2273300"/>
          <p14:tracePt t="25641" x="3695700" y="2292350"/>
          <p14:tracePt t="25658" x="3663950" y="2330450"/>
          <p14:tracePt t="25674" x="3644900" y="2355850"/>
          <p14:tracePt t="25691" x="3619500" y="2387600"/>
          <p14:tracePt t="25709" x="3613150" y="2400300"/>
          <p14:tracePt t="25724" x="3606800" y="2406650"/>
          <p14:tracePt t="25741" x="3606800" y="2413000"/>
          <p14:tracePt t="25789" x="0" y="0"/>
        </p14:tracePtLst>
        <p14:tracePtLst>
          <p14:tracePt t="28238" x="3143250" y="3124200"/>
          <p14:tracePt t="28278" x="3136900" y="3124200"/>
          <p14:tracePt t="28293" x="3136900" y="3117850"/>
          <p14:tracePt t="28310" x="3136900" y="3111500"/>
          <p14:tracePt t="28316" x="3130550" y="3111500"/>
          <p14:tracePt t="28333" x="3124200" y="3105150"/>
          <p14:tracePt t="28341" x="3117850" y="3105150"/>
          <p14:tracePt t="28357" x="3086100" y="3092450"/>
          <p14:tracePt t="28374" x="3060700" y="3086100"/>
          <p14:tracePt t="28391" x="3028950" y="3079750"/>
          <p14:tracePt t="28407" x="3003550" y="3073400"/>
          <p14:tracePt t="28425" x="2971800" y="3073400"/>
          <p14:tracePt t="28441" x="2940050" y="3073400"/>
          <p14:tracePt t="28457" x="2921000" y="3073400"/>
          <p14:tracePt t="28474" x="2889250" y="3073400"/>
          <p14:tracePt t="28491" x="2851150" y="3086100"/>
          <p14:tracePt t="28494" x="2838450" y="3086100"/>
          <p14:tracePt t="28507" x="2832100" y="3086100"/>
          <p14:tracePt t="28524" x="2794000" y="3092450"/>
          <p14:tracePt t="28528" x="2781300" y="3092450"/>
          <p14:tracePt t="28541" x="2768600" y="3092450"/>
          <p14:tracePt t="28558" x="2743200" y="3092450"/>
          <p14:tracePt t="28574" x="2730500" y="3092450"/>
          <p14:tracePt t="28590" x="2724150" y="3092450"/>
          <p14:tracePt t="28607" x="2711450" y="3098800"/>
          <p14:tracePt t="28624" x="2705100" y="3098800"/>
          <p14:tracePt t="28641" x="2692400" y="3098800"/>
          <p14:tracePt t="28658" x="2686050" y="3111500"/>
          <p14:tracePt t="28675" x="2660650" y="3124200"/>
          <p14:tracePt t="28691" x="2641600" y="3130550"/>
          <p14:tracePt t="28710" x="2622550" y="3143250"/>
          <p14:tracePt t="28713" x="2609850" y="3149600"/>
          <p14:tracePt t="28724" x="2603500" y="3149600"/>
          <p14:tracePt t="28741" x="2590800" y="3162300"/>
          <p14:tracePt t="28758" x="2584450" y="3168650"/>
          <p14:tracePt t="28778" x="2578100" y="3175000"/>
          <p14:tracePt t="28792" x="2571750" y="3187700"/>
          <p14:tracePt t="28809" x="2559050" y="3206750"/>
          <p14:tracePt t="28824" x="2546350" y="3238500"/>
          <p14:tracePt t="28840" x="2546350" y="3257550"/>
          <p14:tracePt t="28857" x="2540000" y="3276600"/>
          <p14:tracePt t="28874" x="2540000" y="3295650"/>
          <p14:tracePt t="28894" x="2540000" y="3314700"/>
          <p14:tracePt t="28907" x="2540000" y="3321050"/>
          <p14:tracePt t="28924" x="2540000" y="3333750"/>
          <p14:tracePt t="28942" x="2546350" y="3340100"/>
          <p14:tracePt t="28958" x="2552700" y="3346450"/>
          <p14:tracePt t="28974" x="2559050" y="3352800"/>
          <p14:tracePt t="28979" x="2565400" y="3359150"/>
          <p14:tracePt t="28991" x="2571750" y="3359150"/>
          <p14:tracePt t="29007" x="2578100" y="3371850"/>
          <p14:tracePt t="29010" x="2584450" y="3371850"/>
          <p14:tracePt t="29026" x="2590800" y="3371850"/>
          <p14:tracePt t="29041" x="2590800" y="3378200"/>
          <p14:tracePt t="29044" x="2597150" y="3378200"/>
          <p14:tracePt t="29058" x="2609850" y="3384550"/>
          <p14:tracePt t="29074" x="2616200" y="3390900"/>
          <p14:tracePt t="29091" x="2635250" y="3403600"/>
          <p14:tracePt t="29107" x="2647950" y="3416300"/>
          <p14:tracePt t="29124" x="2673350" y="3422650"/>
          <p14:tracePt t="29141" x="2686050" y="3435350"/>
          <p14:tracePt t="29158" x="2730500" y="3448050"/>
          <p14:tracePt t="29174" x="2749550" y="3454400"/>
          <p14:tracePt t="29178" x="2762250" y="3454400"/>
          <p14:tracePt t="29191" x="2768600" y="3460750"/>
          <p14:tracePt t="29208" x="2787650" y="3460750"/>
          <p14:tracePt t="29211" x="2825750" y="3460750"/>
          <p14:tracePt t="29224" x="2838450" y="3460750"/>
          <p14:tracePt t="29242" x="2895600" y="3460750"/>
          <p14:tracePt t="29258" x="2927350" y="3460750"/>
          <p14:tracePt t="29274" x="2965450" y="3460750"/>
          <p14:tracePt t="29277" x="2978150" y="3460750"/>
          <p14:tracePt t="29291" x="3016250" y="3460750"/>
          <p14:tracePt t="29308" x="3028950" y="3460750"/>
          <p14:tracePt t="29324" x="3054350" y="3467100"/>
          <p14:tracePt t="29341" x="3079750" y="3473450"/>
          <p14:tracePt t="29358" x="3092450" y="3479800"/>
          <p14:tracePt t="29374" x="3136900" y="3479800"/>
          <p14:tracePt t="29391" x="3155950" y="3486150"/>
          <p14:tracePt t="29408" x="3194050" y="3498850"/>
          <p14:tracePt t="29411" x="3225800" y="3505200"/>
          <p14:tracePt t="29424" x="3238500" y="3505200"/>
          <p14:tracePt t="29441" x="3270250" y="3511550"/>
          <p14:tracePt t="29444" x="3282950" y="3511550"/>
          <p14:tracePt t="29458" x="3321050" y="3517900"/>
          <p14:tracePt t="29474" x="3359150" y="3517900"/>
          <p14:tracePt t="29477" x="3378200" y="3517900"/>
          <p14:tracePt t="29492" x="3416300" y="3524250"/>
          <p14:tracePt t="29508" x="3454400" y="3524250"/>
          <p14:tracePt t="29524" x="3498850" y="3530600"/>
          <p14:tracePt t="29541" x="3536950" y="3530600"/>
          <p14:tracePt t="29544" x="3549650" y="3530600"/>
          <p14:tracePt t="29558" x="3594100" y="3530600"/>
          <p14:tracePt t="29575" x="3638550" y="3530600"/>
          <p14:tracePt t="29591" x="3689350" y="3536950"/>
          <p14:tracePt t="29608" x="3746500" y="3536950"/>
          <p14:tracePt t="29624" x="3803650" y="3536950"/>
          <p14:tracePt t="29641" x="3873500" y="3536950"/>
          <p14:tracePt t="29657" x="3924300" y="3536950"/>
          <p14:tracePt t="29674" x="4013200" y="3536950"/>
          <p14:tracePt t="29678" x="4032250" y="3536950"/>
          <p14:tracePt t="29691" x="4051300" y="3536950"/>
          <p14:tracePt t="29708" x="4089400" y="3536950"/>
          <p14:tracePt t="29710" x="4108450" y="3536950"/>
          <p14:tracePt t="29724" x="4133850" y="3536950"/>
          <p14:tracePt t="29742" x="4229100" y="3536950"/>
          <p14:tracePt t="29758" x="4305300" y="3536950"/>
          <p14:tracePt t="29774" x="4387850" y="3536950"/>
          <p14:tracePt t="29791" x="4438650" y="3536950"/>
          <p14:tracePt t="29808" x="4521200" y="3536950"/>
          <p14:tracePt t="29824" x="4584700" y="3536950"/>
          <p14:tracePt t="29841" x="4622800" y="3536950"/>
          <p14:tracePt t="29857" x="4660900" y="3536950"/>
          <p14:tracePt t="29874" x="4743450" y="3536950"/>
          <p14:tracePt t="29894" x="4787900" y="3543300"/>
          <p14:tracePt t="29907" x="4902200" y="3549650"/>
          <p14:tracePt t="29924" x="5016500" y="3562350"/>
          <p14:tracePt t="29941" x="5105400" y="3562350"/>
          <p14:tracePt t="29944" x="5187950" y="3562350"/>
          <p14:tracePt t="29958" x="5213350" y="3568700"/>
          <p14:tracePt t="29974" x="5270500" y="3568700"/>
          <p14:tracePt t="29978" x="5314950" y="3575050"/>
          <p14:tracePt t="29991" x="5346700" y="3575050"/>
          <p14:tracePt t="30008" x="5384800" y="3581400"/>
          <p14:tracePt t="30024" x="5416550" y="3581400"/>
          <p14:tracePt t="30040" x="5422900" y="3581400"/>
          <p14:tracePt t="30057" x="5441950" y="3581400"/>
          <p14:tracePt t="30074" x="5454650" y="3581400"/>
          <p14:tracePt t="30091" x="5473700" y="3575050"/>
          <p14:tracePt t="30108" x="5480050" y="3568700"/>
          <p14:tracePt t="30124" x="5499100" y="3556000"/>
          <p14:tracePt t="30141" x="5511800" y="3549650"/>
          <p14:tracePt t="30158" x="5530850" y="3543300"/>
          <p14:tracePt t="30174" x="5562600" y="3517900"/>
          <p14:tracePt t="30178" x="5581650" y="3511550"/>
          <p14:tracePt t="30191" x="5594350" y="3498850"/>
          <p14:tracePt t="30207" x="5632450" y="3479800"/>
          <p14:tracePt t="30211" x="5638800" y="3473450"/>
          <p14:tracePt t="30224" x="5670550" y="3454400"/>
          <p14:tracePt t="30241" x="5689600" y="3441700"/>
          <p14:tracePt t="30244" x="5695950" y="3429000"/>
          <p14:tracePt t="30258" x="5727700" y="3409950"/>
          <p14:tracePt t="30274" x="5746750" y="3390900"/>
          <p14:tracePt t="30291" x="5759450" y="3384550"/>
          <p14:tracePt t="30307" x="5765800" y="3378200"/>
          <p14:tracePt t="30324" x="5784850" y="3365500"/>
          <p14:tracePt t="30341" x="5797550" y="3352800"/>
          <p14:tracePt t="30358" x="5810250" y="3346450"/>
          <p14:tracePt t="30374" x="5822950" y="3333750"/>
          <p14:tracePt t="30394" x="5829300" y="3327400"/>
          <p14:tracePt t="30397" x="5835650" y="3321050"/>
          <p14:tracePt t="30408" x="5835650" y="3314700"/>
          <p14:tracePt t="30426" x="5835650" y="3302000"/>
          <p14:tracePt t="30429" x="5835650" y="3295650"/>
          <p14:tracePt t="30441" x="5835650" y="3289300"/>
          <p14:tracePt t="30461" x="5829300" y="3263900"/>
          <p14:tracePt t="30474" x="5816600" y="3251200"/>
          <p14:tracePt t="30493" x="5753100" y="3200400"/>
          <p14:tracePt t="30508" x="5721350" y="3175000"/>
          <p14:tracePt t="30525" x="5689600" y="3155950"/>
          <p14:tracePt t="30541" x="5664200" y="3136900"/>
          <p14:tracePt t="30558" x="5651500" y="3124200"/>
          <p14:tracePt t="30574" x="5626100" y="3117850"/>
          <p14:tracePt t="30591" x="5594350" y="3098800"/>
          <p14:tracePt t="30608" x="5562600" y="3086100"/>
          <p14:tracePt t="30624" x="5511800" y="3073400"/>
          <p14:tracePt t="30641" x="5422900" y="3054350"/>
          <p14:tracePt t="30658" x="5327650" y="3035300"/>
          <p14:tracePt t="30674" x="5264150" y="3022600"/>
          <p14:tracePt t="30691" x="5200650" y="3009900"/>
          <p14:tracePt t="30694" x="5162550" y="3003550"/>
          <p14:tracePt t="30708" x="5124450" y="2997200"/>
          <p14:tracePt t="30724" x="5080000" y="2990850"/>
          <p14:tracePt t="30727" x="5041900" y="2984500"/>
          <p14:tracePt t="30742" x="4991100" y="2978150"/>
          <p14:tracePt t="30757" x="4946650" y="2965450"/>
          <p14:tracePt t="30774" x="4883150" y="2965450"/>
          <p14:tracePt t="30791" x="4819650" y="2959100"/>
          <p14:tracePt t="30807" x="4787900" y="2959100"/>
          <p14:tracePt t="30824" x="4730750" y="2959100"/>
          <p14:tracePt t="30841" x="4667250" y="2965450"/>
          <p14:tracePt t="30858" x="4603750" y="2978150"/>
          <p14:tracePt t="30863" x="4591050" y="2984500"/>
          <p14:tracePt t="30874" x="4572000" y="2984500"/>
          <p14:tracePt t="30891" x="4483100" y="3003550"/>
          <p14:tracePt t="30895" x="4457700" y="3003550"/>
          <p14:tracePt t="30908" x="4432300" y="3009900"/>
          <p14:tracePt t="30924" x="4318000" y="3016250"/>
          <p14:tracePt t="30928" x="4279900" y="3016250"/>
          <p14:tracePt t="30941" x="4235450" y="3016250"/>
          <p14:tracePt t="30958" x="4089400" y="3016250"/>
          <p14:tracePt t="30961" x="4038600" y="3016250"/>
          <p14:tracePt t="30974" x="3987800" y="3016250"/>
          <p14:tracePt t="30993" x="3765550" y="3016250"/>
          <p14:tracePt t="31008" x="3663950" y="3016250"/>
          <p14:tracePt t="31024" x="3486150" y="3009900"/>
          <p14:tracePt t="31041" x="3384550" y="3003550"/>
          <p14:tracePt t="31058" x="3270250" y="2997200"/>
          <p14:tracePt t="31074" x="3155950" y="2990850"/>
          <p14:tracePt t="31091" x="3035300" y="2984500"/>
          <p14:tracePt t="31108" x="2806700" y="2978150"/>
          <p14:tracePt t="31124" x="2686050" y="2978150"/>
          <p14:tracePt t="31128" x="2647950" y="2978150"/>
          <p14:tracePt t="31141" x="2603500" y="2978150"/>
          <p14:tracePt t="31158" x="2508250" y="2984500"/>
          <p14:tracePt t="31160" x="2489200" y="2984500"/>
          <p14:tracePt t="31174" x="2444750" y="2997200"/>
          <p14:tracePt t="31191" x="2406650" y="3009900"/>
          <p14:tracePt t="31193" x="2400300" y="3009900"/>
          <p14:tracePt t="31208" x="2381250" y="3022600"/>
          <p14:tracePt t="31224" x="2368550" y="3022600"/>
          <p14:tracePt t="31227" x="2362200" y="3028950"/>
          <p14:tracePt t="31241" x="2355850" y="3035300"/>
          <p14:tracePt t="31258" x="2343150" y="3048000"/>
          <p14:tracePt t="31274" x="2336800" y="3060700"/>
          <p14:tracePt t="31291" x="2330450" y="3073400"/>
          <p14:tracePt t="31308" x="2324100" y="3098800"/>
          <p14:tracePt t="31324" x="2317750" y="3117850"/>
          <p14:tracePt t="31341" x="2317750" y="3130550"/>
          <p14:tracePt t="31358" x="2311400" y="3143250"/>
          <p14:tracePt t="31374" x="2311400" y="3149600"/>
          <p14:tracePt t="31391" x="2311400" y="3155950"/>
          <p14:tracePt t="31565" x="0" y="0"/>
        </p14:tracePtLst>
        <p14:tracePtLst>
          <p14:tracePt t="38475" x="4051300" y="3536950"/>
          <p14:tracePt t="38522" x="4051300" y="3530600"/>
          <p14:tracePt t="38536" x="4044950" y="3530600"/>
          <p14:tracePt t="38547" x="4038600" y="3524250"/>
          <p14:tracePt t="38561" x="4032250" y="3517900"/>
          <p14:tracePt t="38574" x="4019550" y="3517900"/>
          <p14:tracePt t="38592" x="4000500" y="3511550"/>
          <p14:tracePt t="38611" x="3987800" y="3505200"/>
          <p14:tracePt t="38624" x="3981450" y="3505200"/>
          <p14:tracePt t="38643" x="3968750" y="3498850"/>
          <p14:tracePt t="38658" x="3962400" y="3498850"/>
          <p14:tracePt t="38676" x="3949700" y="3498850"/>
          <p14:tracePt t="38691" x="3930650" y="3498850"/>
          <p14:tracePt t="38709" x="3911600" y="3498850"/>
          <p14:tracePt t="38724" x="3892550" y="3498850"/>
          <p14:tracePt t="38742" x="3860800" y="3498850"/>
          <p14:tracePt t="38758" x="3841750" y="3505200"/>
          <p14:tracePt t="38775" x="3816350" y="3511550"/>
          <p14:tracePt t="38779" x="3803650" y="3517900"/>
          <p14:tracePt t="38791" x="3797300" y="3517900"/>
          <p14:tracePt t="38808" x="3771900" y="3530600"/>
          <p14:tracePt t="38810" x="3765550" y="3530600"/>
          <p14:tracePt t="38824" x="3759200" y="3536950"/>
          <p14:tracePt t="38843" x="3740150" y="3543300"/>
          <p14:tracePt t="38858" x="3727450" y="3549650"/>
          <p14:tracePt t="38874" x="3714750" y="3562350"/>
          <p14:tracePt t="38891" x="3702050" y="3562350"/>
          <p14:tracePt t="38908" x="3689350" y="3575050"/>
          <p14:tracePt t="38924" x="3676650" y="3587750"/>
          <p14:tracePt t="38941" x="3670300" y="3594100"/>
          <p14:tracePt t="38958" x="3657600" y="3600450"/>
          <p14:tracePt t="38974" x="3644900" y="3619500"/>
          <p14:tracePt t="38991" x="3638550" y="3625850"/>
          <p14:tracePt t="39008" x="3619500" y="3644900"/>
          <p14:tracePt t="39013" x="3619500" y="3651250"/>
          <p14:tracePt t="39024" x="3619500" y="3657600"/>
          <p14:tracePt t="39041" x="3613150" y="3663950"/>
          <p14:tracePt t="39058" x="3606800" y="3683000"/>
          <p14:tracePt t="39075" x="3606800" y="3695700"/>
          <p14:tracePt t="39078" x="3606800" y="3702050"/>
          <p14:tracePt t="39091" x="3606800" y="3708400"/>
          <p14:tracePt t="39108" x="3606800" y="3746500"/>
          <p14:tracePt t="39124" x="3619500" y="3765550"/>
          <p14:tracePt t="39141" x="3651250" y="3797300"/>
          <p14:tracePt t="39158" x="3676650" y="3822700"/>
          <p14:tracePt t="39174" x="3708400" y="3841750"/>
          <p14:tracePt t="39191" x="3759200" y="3886200"/>
          <p14:tracePt t="39208" x="3803650" y="3905250"/>
          <p14:tracePt t="39212" x="3835400" y="3924300"/>
          <p14:tracePt t="39224" x="3879850" y="3943350"/>
          <p14:tracePt t="39241" x="3943350" y="3968750"/>
          <p14:tracePt t="39258" x="4006850" y="3981450"/>
          <p14:tracePt t="39275" x="4070350" y="3994150"/>
          <p14:tracePt t="39278" x="4114800" y="4000500"/>
          <p14:tracePt t="39291" x="4127500" y="4006850"/>
          <p14:tracePt t="39308" x="4191000" y="4006850"/>
          <p14:tracePt t="39312" x="4222750" y="4006850"/>
          <p14:tracePt t="39325" x="4241800" y="4006850"/>
          <p14:tracePt t="39341" x="4292600" y="4006850"/>
          <p14:tracePt t="39343" x="4324350" y="4006850"/>
          <p14:tracePt t="39358" x="4356100" y="4006850"/>
          <p14:tracePt t="39374" x="4413250" y="4006850"/>
          <p14:tracePt t="39391" x="4470400" y="4006850"/>
          <p14:tracePt t="39408" x="4502150" y="4006850"/>
          <p14:tracePt t="39424" x="4559300" y="4006850"/>
          <p14:tracePt t="39441" x="4610100" y="4006850"/>
          <p14:tracePt t="39458" x="4641850" y="4006850"/>
          <p14:tracePt t="39474" x="4699000" y="4006850"/>
          <p14:tracePt t="39478" x="4718050" y="4006850"/>
          <p14:tracePt t="39491" x="4737100" y="4006850"/>
          <p14:tracePt t="39508" x="4781550" y="4006850"/>
          <p14:tracePt t="39513" x="4845050" y="4006850"/>
          <p14:tracePt t="39525" x="4870450" y="4006850"/>
          <p14:tracePt t="39541" x="4914900" y="4006850"/>
          <p14:tracePt t="39546" x="4940300" y="4006850"/>
          <p14:tracePt t="39558" x="4959350" y="4006850"/>
          <p14:tracePt t="39574" x="5016500" y="4006850"/>
          <p14:tracePt t="39578" x="5035550" y="4006850"/>
          <p14:tracePt t="39592" x="5060950" y="4006850"/>
          <p14:tracePt t="39608" x="5080000" y="4006850"/>
          <p14:tracePt t="39624" x="5124450" y="4000500"/>
          <p14:tracePt t="39641" x="5175250" y="3994150"/>
          <p14:tracePt t="39658" x="5226050" y="3994150"/>
          <p14:tracePt t="39675" x="5289550" y="3994150"/>
          <p14:tracePt t="39691" x="5372100" y="3994150"/>
          <p14:tracePt t="39708" x="5429250" y="3994150"/>
          <p14:tracePt t="39712" x="5448300" y="3994150"/>
          <p14:tracePt t="39725" x="5461000" y="3987800"/>
          <p14:tracePt t="39741" x="5511800" y="3987800"/>
          <p14:tracePt t="39745" x="5549900" y="3987800"/>
          <p14:tracePt t="39758" x="5568950" y="3987800"/>
          <p14:tracePt t="39775" x="5638800" y="3981450"/>
          <p14:tracePt t="39778" x="5657850" y="3981450"/>
          <p14:tracePt t="39791" x="5683250" y="3981450"/>
          <p14:tracePt t="39808" x="5778500" y="3975100"/>
          <p14:tracePt t="39811" x="5810250" y="3968750"/>
          <p14:tracePt t="39825" x="5842000" y="3968750"/>
          <p14:tracePt t="39841" x="5962650" y="3962400"/>
          <p14:tracePt t="39844" x="5994400" y="3956050"/>
          <p14:tracePt t="39858" x="6115050" y="3949700"/>
          <p14:tracePt t="39874" x="6159500" y="3943350"/>
          <p14:tracePt t="39893" x="6203950" y="3937000"/>
          <p14:tracePt t="39908" x="6261100" y="3924300"/>
          <p14:tracePt t="39924" x="6286500" y="3917950"/>
          <p14:tracePt t="39941" x="6318250" y="3917950"/>
          <p14:tracePt t="39958" x="6369050" y="3905250"/>
          <p14:tracePt t="39974" x="6407150" y="3898900"/>
          <p14:tracePt t="39979" x="6426200" y="3892550"/>
          <p14:tracePt t="39991" x="6451600" y="3892550"/>
          <p14:tracePt t="40008" x="6496050" y="3886200"/>
          <p14:tracePt t="40011" x="6515100" y="3886200"/>
          <p14:tracePt t="40024" x="6572250" y="3873500"/>
          <p14:tracePt t="40041" x="6623050" y="3867150"/>
          <p14:tracePt t="40044" x="6648450" y="3867150"/>
          <p14:tracePt t="40058" x="6686550" y="3860800"/>
          <p14:tracePt t="40074" x="6705600" y="3854450"/>
          <p14:tracePt t="40078" x="6731000" y="3848100"/>
          <p14:tracePt t="40091" x="6743700" y="3841750"/>
          <p14:tracePt t="40108" x="6769100" y="3829050"/>
          <p14:tracePt t="40125" x="6775450" y="3822700"/>
          <p14:tracePt t="40141" x="6781800" y="3810000"/>
          <p14:tracePt t="40158" x="6781800" y="3797300"/>
          <p14:tracePt t="40175" x="6781800" y="3784600"/>
          <p14:tracePt t="40191" x="6781800" y="3765550"/>
          <p14:tracePt t="40208" x="6769100" y="3740150"/>
          <p14:tracePt t="40224" x="6762750" y="3721100"/>
          <p14:tracePt t="40241" x="6743700" y="3702050"/>
          <p14:tracePt t="40245" x="6724650" y="3683000"/>
          <p14:tracePt t="40257" x="6718300" y="3683000"/>
          <p14:tracePt t="40274" x="6692900" y="3657600"/>
          <p14:tracePt t="40277" x="6667500" y="3644900"/>
          <p14:tracePt t="40291" x="6661150" y="3638550"/>
          <p14:tracePt t="40308" x="6591300" y="3613150"/>
          <p14:tracePt t="40324" x="6515100" y="3587750"/>
          <p14:tracePt t="40341" x="6426200" y="3568700"/>
          <p14:tracePt t="40358" x="6337300" y="3543300"/>
          <p14:tracePt t="40374" x="6280150" y="3530600"/>
          <p14:tracePt t="40391" x="6178550" y="3505200"/>
          <p14:tracePt t="40408" x="6121400" y="3492500"/>
          <p14:tracePt t="40425" x="6026150" y="3473450"/>
          <p14:tracePt t="40441" x="5962650" y="3460750"/>
          <p14:tracePt t="40458" x="5848350" y="3441700"/>
          <p14:tracePt t="40474" x="5778500" y="3435350"/>
          <p14:tracePt t="40478" x="5746750" y="3435350"/>
          <p14:tracePt t="40491" x="5651500" y="3429000"/>
          <p14:tracePt t="40508" x="5575300" y="3429000"/>
          <p14:tracePt t="40510" x="5530850" y="3429000"/>
          <p14:tracePt t="40525" x="5486400" y="3429000"/>
          <p14:tracePt t="40541" x="5359400" y="3429000"/>
          <p14:tracePt t="40544" x="5321300" y="3429000"/>
          <p14:tracePt t="40558" x="5238750" y="3435350"/>
          <p14:tracePt t="40574" x="5162550" y="3454400"/>
          <p14:tracePt t="40591" x="5080000" y="3460750"/>
          <p14:tracePt t="40608" x="4927600" y="3486150"/>
          <p14:tracePt t="40624" x="4845050" y="3492500"/>
          <p14:tracePt t="40641" x="4756150" y="3498850"/>
          <p14:tracePt t="40658" x="4667250" y="3511550"/>
          <p14:tracePt t="40674" x="4591050" y="3517900"/>
          <p14:tracePt t="40691" x="4514850" y="3524250"/>
          <p14:tracePt t="40708" x="4457700" y="3530600"/>
          <p14:tracePt t="40724" x="4413250" y="3530600"/>
          <p14:tracePt t="40728" x="4400550" y="3536950"/>
          <p14:tracePt t="40741" x="4394200" y="3536950"/>
          <p14:tracePt t="40758" x="4375150" y="3549650"/>
          <p14:tracePt t="40775" x="4362450" y="3549650"/>
          <p14:tracePt t="40777" x="4356100" y="3549650"/>
          <p14:tracePt t="40793" x="4349750" y="3556000"/>
          <p14:tracePt t="40882" x="0" y="0"/>
        </p14:tracePtLst>
        <p14:tracePtLst>
          <p14:tracePt t="42677" x="3416300" y="4305300"/>
          <p14:tracePt t="42763" x="3416300" y="4298950"/>
          <p14:tracePt t="42788" x="3416300" y="4292600"/>
          <p14:tracePt t="42803" x="3416300" y="4279900"/>
          <p14:tracePt t="42813" x="3416300" y="4273550"/>
          <p14:tracePt t="42825" x="3416300" y="4267200"/>
          <p14:tracePt t="42841" x="3416300" y="4248150"/>
          <p14:tracePt t="42845" x="3416300" y="4241800"/>
          <p14:tracePt t="42858" x="3409950" y="4235450"/>
          <p14:tracePt t="42875" x="3403600" y="4216400"/>
          <p14:tracePt t="42877" x="3397250" y="4210050"/>
          <p14:tracePt t="42894" x="3390900" y="4203700"/>
          <p14:tracePt t="42908" x="3378200" y="4197350"/>
          <p14:tracePt t="42924" x="3359150" y="4191000"/>
          <p14:tracePt t="42941" x="3327400" y="4184650"/>
          <p14:tracePt t="42958" x="3295650" y="4178300"/>
          <p14:tracePt t="42975" x="3270250" y="4171950"/>
          <p14:tracePt t="42992" x="3232150" y="4171950"/>
          <p14:tracePt t="43009" x="3168650" y="4171950"/>
          <p14:tracePt t="43012" x="3149600" y="4171950"/>
          <p14:tracePt t="43025" x="3130550" y="4171950"/>
          <p14:tracePt t="43041" x="3086100" y="4171950"/>
          <p14:tracePt t="43046" x="3067050" y="4171950"/>
          <p14:tracePt t="43058" x="3048000" y="4171950"/>
          <p14:tracePt t="43075" x="3009900" y="4171950"/>
          <p14:tracePt t="43079" x="2990850" y="4171950"/>
          <p14:tracePt t="43091" x="2971800" y="4171950"/>
          <p14:tracePt t="43108" x="2927350" y="4171950"/>
          <p14:tracePt t="43111" x="2908300" y="4171950"/>
          <p14:tracePt t="43125" x="2889250" y="4171950"/>
          <p14:tracePt t="43143" x="2832100" y="4171950"/>
          <p14:tracePt t="43158" x="2794000" y="4171950"/>
          <p14:tracePt t="43175" x="2774950" y="4171950"/>
          <p14:tracePt t="43191" x="2755900" y="4171950"/>
          <p14:tracePt t="43208" x="2736850" y="4171950"/>
          <p14:tracePt t="43225" x="2724150" y="4171950"/>
          <p14:tracePt t="43242" x="2711450" y="4171950"/>
          <p14:tracePt t="43258" x="2705100" y="4171950"/>
          <p14:tracePt t="43275" x="2686050" y="4178300"/>
          <p14:tracePt t="43279" x="2673350" y="4184650"/>
          <p14:tracePt t="43291" x="2660650" y="4191000"/>
          <p14:tracePt t="43308" x="2641600" y="4210050"/>
          <p14:tracePt t="43311" x="2628900" y="4216400"/>
          <p14:tracePt t="43325" x="2616200" y="4229100"/>
          <p14:tracePt t="43341" x="2597150" y="4241800"/>
          <p14:tracePt t="43345" x="2590800" y="4254500"/>
          <p14:tracePt t="43362" x="2584450" y="4260850"/>
          <p14:tracePt t="43375" x="2578100" y="4273550"/>
          <p14:tracePt t="43391" x="2571750" y="4279900"/>
          <p14:tracePt t="43395" x="2565400" y="4292600"/>
          <p14:tracePt t="43408" x="2565400" y="4305300"/>
          <p14:tracePt t="43425" x="2565400" y="4318000"/>
          <p14:tracePt t="43441" x="2565400" y="4324350"/>
          <p14:tracePt t="43458" x="2571750" y="4337050"/>
          <p14:tracePt t="43475" x="2571750" y="4343400"/>
          <p14:tracePt t="43491" x="2578100" y="4349750"/>
          <p14:tracePt t="43508" x="2584450" y="4362450"/>
          <p14:tracePt t="43525" x="2597150" y="4381500"/>
          <p14:tracePt t="43541" x="2609850" y="4400550"/>
          <p14:tracePt t="43546" x="2622550" y="4413250"/>
          <p14:tracePt t="43558" x="2628900" y="4425950"/>
          <p14:tracePt t="43575" x="2673350" y="4464050"/>
          <p14:tracePt t="43578" x="2686050" y="4470400"/>
          <p14:tracePt t="43593" x="2717800" y="4495800"/>
          <p14:tracePt t="43609" x="2768600" y="4533900"/>
          <p14:tracePt t="43626" x="2806700" y="4552950"/>
          <p14:tracePt t="43641" x="2863850" y="4578350"/>
          <p14:tracePt t="43659" x="2895600" y="4591050"/>
          <p14:tracePt t="43675" x="2933700" y="4591050"/>
          <p14:tracePt t="43692" x="3003550" y="4591050"/>
          <p14:tracePt t="43708" x="3048000" y="4597400"/>
          <p14:tracePt t="43725" x="3092450" y="4597400"/>
          <p14:tracePt t="43741" x="3136900" y="4597400"/>
          <p14:tracePt t="43758" x="3200400" y="4597400"/>
          <p14:tracePt t="43762" x="3219450" y="4597400"/>
          <p14:tracePt t="43775" x="3238500" y="4597400"/>
          <p14:tracePt t="43792" x="3289300" y="4597400"/>
          <p14:tracePt t="43795" x="3321050" y="4597400"/>
          <p14:tracePt t="43808" x="3352800" y="4597400"/>
          <p14:tracePt t="43825" x="3416300" y="4603750"/>
          <p14:tracePt t="43829" x="3448050" y="4603750"/>
          <p14:tracePt t="43842" x="3530600" y="4610100"/>
          <p14:tracePt t="43859" x="3613150" y="4610100"/>
          <p14:tracePt t="43875" x="3702050" y="4616450"/>
          <p14:tracePt t="43891" x="3784600" y="4616450"/>
          <p14:tracePt t="43908" x="3854450" y="4622800"/>
          <p14:tracePt t="43925" x="3930650" y="4629150"/>
          <p14:tracePt t="43941" x="4013200" y="4629150"/>
          <p14:tracePt t="43958" x="4089400" y="4635500"/>
          <p14:tracePt t="43975" x="4171950" y="4635500"/>
          <p14:tracePt t="43991" x="4260850" y="4641850"/>
          <p14:tracePt t="44008" x="4349750" y="4648200"/>
          <p14:tracePt t="44025" x="4425950" y="4648200"/>
          <p14:tracePt t="44028" x="4457700" y="4654550"/>
          <p14:tracePt t="44041" x="4495800" y="4654550"/>
          <p14:tracePt t="44058" x="4565650" y="4660900"/>
          <p14:tracePt t="44061" x="4603750" y="4660900"/>
          <p14:tracePt t="44075" x="4641850" y="4660900"/>
          <p14:tracePt t="44092" x="4718050" y="4667250"/>
          <p14:tracePt t="44108" x="4800600" y="4673600"/>
          <p14:tracePt t="44125" x="4864100" y="4673600"/>
          <p14:tracePt t="44141" x="4946650" y="4673600"/>
          <p14:tracePt t="44158" x="4978400" y="4673600"/>
          <p14:tracePt t="44175" x="5054600" y="4673600"/>
          <p14:tracePt t="44191" x="5130800" y="4673600"/>
          <p14:tracePt t="44209" x="5175250" y="4673600"/>
          <p14:tracePt t="44225" x="5251450" y="4673600"/>
          <p14:tracePt t="44241" x="5321300" y="4667250"/>
          <p14:tracePt t="44258" x="5346700" y="4667250"/>
          <p14:tracePt t="44262" x="5384800" y="4660900"/>
          <p14:tracePt t="44275" x="5410200" y="4654550"/>
          <p14:tracePt t="44291" x="5467350" y="4654550"/>
          <p14:tracePt t="44294" x="5492750" y="4654550"/>
          <p14:tracePt t="44311" x="5524500" y="4648200"/>
          <p14:tracePt t="44325" x="5556250" y="4648200"/>
          <p14:tracePt t="44329" x="5588000" y="4648200"/>
          <p14:tracePt t="44341" x="5619750" y="4648200"/>
          <p14:tracePt t="44359" x="5689600" y="4648200"/>
          <p14:tracePt t="44375" x="5759450" y="4641850"/>
          <p14:tracePt t="44391" x="5778500" y="4635500"/>
          <p14:tracePt t="44408" x="5829300" y="4622800"/>
          <p14:tracePt t="44425" x="5835650" y="4622800"/>
          <p14:tracePt t="44441" x="5842000" y="4622800"/>
          <p14:tracePt t="44458" x="5842000" y="4616450"/>
          <p14:tracePt t="44481" x="5842000" y="4610100"/>
          <p14:tracePt t="44497" x="5842000" y="4603750"/>
          <p14:tracePt t="44508" x="5842000" y="4597400"/>
          <p14:tracePt t="44525" x="5842000" y="4591050"/>
          <p14:tracePt t="44541" x="5842000" y="4578350"/>
          <p14:tracePt t="44544" x="5842000" y="4572000"/>
          <p14:tracePt t="44558" x="5842000" y="4565650"/>
          <p14:tracePt t="44575" x="5835650" y="4552950"/>
          <p14:tracePt t="44578" x="5829300" y="4546600"/>
          <p14:tracePt t="44592" x="5829300" y="4540250"/>
          <p14:tracePt t="44608" x="5822950" y="4514850"/>
          <p14:tracePt t="44625" x="5816600" y="4495800"/>
          <p14:tracePt t="44641" x="5810250" y="4483100"/>
          <p14:tracePt t="44658" x="5791200" y="4464050"/>
          <p14:tracePt t="44675" x="5778500" y="4451350"/>
          <p14:tracePt t="44692" x="5759450" y="4438650"/>
          <p14:tracePt t="44708" x="5734050" y="4413250"/>
          <p14:tracePt t="44725" x="5702300" y="4387850"/>
          <p14:tracePt t="44728" x="5676900" y="4362450"/>
          <p14:tracePt t="44741" x="5670550" y="4356100"/>
          <p14:tracePt t="44758" x="5619750" y="4330700"/>
          <p14:tracePt t="44762" x="5607050" y="4318000"/>
          <p14:tracePt t="44774" x="5562600" y="4298950"/>
          <p14:tracePt t="44792" x="5499100" y="4273550"/>
          <p14:tracePt t="44796" x="5467350" y="4254500"/>
          <p14:tracePt t="44808" x="5448300" y="4248150"/>
          <p14:tracePt t="44825" x="5391150" y="4222750"/>
          <p14:tracePt t="44827" x="5365750" y="4216400"/>
          <p14:tracePt t="44842" x="5314950" y="4203700"/>
          <p14:tracePt t="44858" x="5283200" y="4191000"/>
          <p14:tracePt t="44875" x="5232400" y="4191000"/>
          <p14:tracePt t="44891" x="5200650" y="4184650"/>
          <p14:tracePt t="44908" x="5130800" y="4171950"/>
          <p14:tracePt t="44925" x="5086350" y="4171950"/>
          <p14:tracePt t="44942" x="5035550" y="4171950"/>
          <p14:tracePt t="44958" x="4965700" y="4171950"/>
          <p14:tracePt t="44975" x="4921250" y="4171950"/>
          <p14:tracePt t="44991" x="4889500" y="4171950"/>
          <p14:tracePt t="44996" x="4883150" y="4171950"/>
          <p14:tracePt t="45174" x="0" y="0"/>
        </p14:tracePtLst>
        <p14:tracePtLst>
          <p14:tracePt t="49298" x="5073650" y="4737100"/>
          <p14:tracePt t="49304" x="5111750" y="4806950"/>
          <p14:tracePt t="49311" x="5124450" y="4838700"/>
          <p14:tracePt t="49325" x="5124450" y="4851400"/>
          <p14:tracePt t="49342" x="5130800" y="4857750"/>
          <p14:tracePt t="49472" x="5130800" y="4864100"/>
          <p14:tracePt t="49561" x="5130800" y="4857750"/>
          <p14:tracePt t="49569" x="5130800" y="4838700"/>
          <p14:tracePt t="49578" x="5130800" y="4826000"/>
          <p14:tracePt t="49592" x="5130800" y="4806950"/>
          <p14:tracePt t="49608" x="5124450" y="4781550"/>
          <p14:tracePt t="49625" x="5124450" y="4768850"/>
          <p14:tracePt t="49641" x="5124450" y="4762500"/>
          <p14:tracePt t="49658" x="5118100" y="4756150"/>
          <p14:tracePt t="49675" x="5118100" y="4737100"/>
          <p14:tracePt t="49692" x="5111750" y="4718050"/>
          <p14:tracePt t="49708" x="5099050" y="4679950"/>
          <p14:tracePt t="49713" x="5099050" y="4673600"/>
          <p14:tracePt t="49725" x="5092700" y="4648200"/>
          <p14:tracePt t="49742" x="5080000" y="4622800"/>
          <p14:tracePt t="49744" x="5080000" y="4610100"/>
          <p14:tracePt t="49758" x="5073650" y="4603750"/>
          <p14:tracePt t="49775" x="5054600" y="4584700"/>
          <p14:tracePt t="49778" x="5048250" y="4572000"/>
          <p14:tracePt t="49808" x="5022850" y="4559300"/>
          <p14:tracePt t="49811" x="5016500" y="4552950"/>
          <p14:tracePt t="49825" x="5010150" y="4546600"/>
          <p14:tracePt t="49842" x="4978400" y="4540250"/>
          <p14:tracePt t="49858" x="4921250" y="4533900"/>
          <p14:tracePt t="49875" x="4889500" y="4527550"/>
          <p14:tracePt t="49891" x="4832350" y="4514850"/>
          <p14:tracePt t="49908" x="4749800" y="4508500"/>
          <p14:tracePt t="49925" x="4705350" y="4495800"/>
          <p14:tracePt t="49942" x="4610100" y="4483100"/>
          <p14:tracePt t="49959" x="4508500" y="4476750"/>
          <p14:tracePt t="49975" x="4451350" y="4470400"/>
          <p14:tracePt t="49979" x="4419600" y="4470400"/>
          <p14:tracePt t="49991" x="4381500" y="4464050"/>
          <p14:tracePt t="50008" x="4273550" y="4464050"/>
          <p14:tracePt t="50012" x="4248150" y="4464050"/>
          <p14:tracePt t="50025" x="4210050" y="4457700"/>
          <p14:tracePt t="50043" x="4064000" y="4457700"/>
          <p14:tracePt t="50058" x="4038600" y="4457700"/>
          <p14:tracePt t="50076" x="3987800" y="4457700"/>
          <p14:tracePt t="50078" x="3937000" y="4457700"/>
          <p14:tracePt t="50095" x="3911600" y="4457700"/>
          <p14:tracePt t="50108" x="3886200" y="4457700"/>
          <p14:tracePt t="50127" x="3873500" y="4464050"/>
          <p14:tracePt t="50141" x="3867150" y="4464050"/>
          <p14:tracePt t="50158" x="3854450" y="4470400"/>
          <p14:tracePt t="50175" x="3848100" y="4476750"/>
          <p14:tracePt t="50192" x="3841750" y="4483100"/>
          <p14:tracePt t="50197" x="3841750" y="4489450"/>
          <p14:tracePt t="50208" x="3841750" y="4495800"/>
          <p14:tracePt t="50226" x="3829050" y="4502150"/>
          <p14:tracePt t="50229" x="3829050" y="4514850"/>
          <p14:tracePt t="50241" x="3822700" y="4521200"/>
          <p14:tracePt t="50259" x="3816350" y="4540250"/>
          <p14:tracePt t="50261" x="3810000" y="4552950"/>
          <p14:tracePt t="50275" x="3797300" y="4565650"/>
          <p14:tracePt t="50291" x="3790950" y="4591050"/>
          <p14:tracePt t="50294" x="3784600" y="4610100"/>
          <p14:tracePt t="50308" x="3784600" y="4629150"/>
          <p14:tracePt t="50325" x="3778250" y="4660900"/>
          <p14:tracePt t="50327" x="3771900" y="4679950"/>
          <p14:tracePt t="50341" x="3771900" y="4699000"/>
          <p14:tracePt t="50360" x="3771900" y="4743450"/>
          <p14:tracePt t="50375" x="3771900" y="4775200"/>
          <p14:tracePt t="50393" x="3778250" y="4800600"/>
          <p14:tracePt t="50408" x="3790950" y="4819650"/>
          <p14:tracePt t="50425" x="3797300" y="4838700"/>
          <p14:tracePt t="50442" x="3803650" y="4851400"/>
          <p14:tracePt t="50458" x="3816350" y="4864100"/>
          <p14:tracePt t="50462" x="3829050" y="4876800"/>
          <p14:tracePt t="50475" x="3829050" y="4889500"/>
          <p14:tracePt t="50491" x="3860800" y="4914900"/>
          <p14:tracePt t="50495" x="3867150" y="4927600"/>
          <p14:tracePt t="50508" x="3886200" y="4946650"/>
          <p14:tracePt t="50525" x="3911600" y="4965700"/>
          <p14:tracePt t="50527" x="3937000" y="4984750"/>
          <p14:tracePt t="50541" x="3949700" y="4991100"/>
          <p14:tracePt t="50558" x="4019550" y="5022850"/>
          <p14:tracePt t="50575" x="4057650" y="5035550"/>
          <p14:tracePt t="50591" x="4146550" y="5054600"/>
          <p14:tracePt t="50609" x="4203700" y="5060950"/>
          <p14:tracePt t="50625" x="4260850" y="5067300"/>
          <p14:tracePt t="50641" x="4375150" y="5073650"/>
          <p14:tracePt t="50658" x="4445000" y="5073650"/>
          <p14:tracePt t="50675" x="4521200" y="5073650"/>
          <p14:tracePt t="50691" x="4641850" y="5073650"/>
          <p14:tracePt t="50708" x="4699000" y="5073650"/>
          <p14:tracePt t="50725" x="4768850" y="5080000"/>
          <p14:tracePt t="50728" x="4806950" y="5080000"/>
          <p14:tracePt t="50741" x="4845050" y="5080000"/>
          <p14:tracePt t="50758" x="4940300" y="5092700"/>
          <p14:tracePt t="50762" x="5073650" y="5111750"/>
          <p14:tracePt t="50775" x="5137150" y="5111750"/>
          <p14:tracePt t="50793" x="5314950" y="5124450"/>
          <p14:tracePt t="50808" x="5422900" y="5124450"/>
          <p14:tracePt t="50825" x="5524500" y="5124450"/>
          <p14:tracePt t="50841" x="5607050" y="5118100"/>
          <p14:tracePt t="50858" x="5689600" y="5111750"/>
          <p14:tracePt t="50875" x="5727700" y="5099050"/>
          <p14:tracePt t="50891" x="5753100" y="5099050"/>
          <p14:tracePt t="50908" x="5784850" y="5092700"/>
          <p14:tracePt t="50925" x="5816600" y="5080000"/>
          <p14:tracePt t="50941" x="5848350" y="5073650"/>
          <p14:tracePt t="50958" x="5899150" y="5060950"/>
          <p14:tracePt t="50963" x="5918200" y="5054600"/>
          <p14:tracePt t="50976" x="5949950" y="5054600"/>
          <p14:tracePt t="50991" x="6007100" y="5054600"/>
          <p14:tracePt t="50996" x="6026150" y="5048250"/>
          <p14:tracePt t="51008" x="6045200" y="5048250"/>
          <p14:tracePt t="51025" x="6083300" y="5041900"/>
          <p14:tracePt t="51027" x="6089650" y="5035550"/>
          <p14:tracePt t="51042" x="6096000" y="5035550"/>
          <p14:tracePt t="51389" x="6089650" y="5035550"/>
          <p14:tracePt t="51415" x="6083300" y="5035550"/>
          <p14:tracePt t="51421" x="6076950" y="5035550"/>
          <p14:tracePt t="51439" x="6064250" y="5035550"/>
          <p14:tracePt t="51448" x="6057900" y="5035550"/>
          <p14:tracePt t="51458" x="6045200" y="5035550"/>
          <p14:tracePt t="51475" x="6013450" y="5035550"/>
          <p14:tracePt t="51492" x="5988050" y="5035550"/>
          <p14:tracePt t="51496" x="5981700" y="5035550"/>
          <p14:tracePt t="51508" x="5962650" y="5035550"/>
          <p14:tracePt t="51525" x="5924550" y="5035550"/>
          <p14:tracePt t="51528" x="5905500" y="5035550"/>
          <p14:tracePt t="51541" x="5886450" y="5035550"/>
          <p14:tracePt t="51559" x="5772150" y="5035550"/>
          <p14:tracePt t="51575" x="5664200" y="5041900"/>
          <p14:tracePt t="51592" x="5518150" y="5041900"/>
          <p14:tracePt t="51608" x="5372100" y="5048250"/>
          <p14:tracePt t="51625" x="5232400" y="5048250"/>
          <p14:tracePt t="51642" x="5143500" y="5048250"/>
          <p14:tracePt t="51658" x="5073650" y="5054600"/>
          <p14:tracePt t="51675" x="4978400" y="5060950"/>
          <p14:tracePt t="51691" x="4895850" y="5073650"/>
          <p14:tracePt t="51695" x="4838700" y="5080000"/>
          <p14:tracePt t="51709" x="4813300" y="5080000"/>
          <p14:tracePt t="51713" x="4743450" y="5080000"/>
          <p14:tracePt t="51725" x="4711700" y="5086350"/>
          <p14:tracePt t="51745" x="4616450" y="5086350"/>
          <p14:tracePt t="51747" x="4546600" y="5086350"/>
          <p14:tracePt t="51758" x="4521200" y="5092700"/>
          <p14:tracePt t="51780" x="4387850" y="5092700"/>
          <p14:tracePt t="51792" x="4368800" y="5092700"/>
          <p14:tracePt t="51811" x="4311650" y="5092700"/>
          <p14:tracePt t="51825" x="4273550" y="5099050"/>
          <p14:tracePt t="51844" x="4267200" y="5099050"/>
          <p14:tracePt t="51858" x="4254500" y="5105400"/>
          <p14:tracePt t="51876" x="4248150" y="5105400"/>
          <p14:tracePt t="51892" x="4235450" y="5105400"/>
          <p14:tracePt t="51908" x="4216400" y="5105400"/>
          <p14:tracePt t="51925" x="4184650" y="5105400"/>
          <p14:tracePt t="51942" x="4152900" y="5111750"/>
          <p14:tracePt t="51947" x="4140200" y="5111750"/>
          <p14:tracePt t="51958" x="4121150" y="5111750"/>
          <p14:tracePt t="51975" x="4114800" y="5111750"/>
          <p14:tracePt t="52091" x="4114800" y="5105400"/>
          <p14:tracePt t="52108" x="4114800" y="5099050"/>
          <p14:tracePt t="52125" x="4114800" y="5086350"/>
          <p14:tracePt t="52142" x="4114800" y="5080000"/>
          <p14:tracePt t="52158" x="4114800" y="5067300"/>
          <p14:tracePt t="52174" x="4114800" y="5060950"/>
          <p14:tracePt t="52180" x="4114800" y="5054600"/>
          <p14:tracePt t="52195" x="4114800" y="5048250"/>
          <p14:tracePt t="52208" x="4121150" y="5041900"/>
          <p14:tracePt t="52225" x="4121150" y="5035550"/>
          <p14:tracePt t="52241" x="4121150" y="5022850"/>
          <p14:tracePt t="52258" x="4121150" y="5010150"/>
          <p14:tracePt t="52275" x="4121150" y="4997450"/>
          <p14:tracePt t="52291" x="4121150" y="4991100"/>
          <p14:tracePt t="52309" x="4121150" y="4978400"/>
          <p14:tracePt t="52325" x="4121150" y="4972050"/>
          <p14:tracePt t="52342" x="4121150" y="4959350"/>
          <p14:tracePt t="52358" x="4121150" y="4953000"/>
          <p14:tracePt t="52375" x="4121150" y="4946650"/>
          <p14:tracePt t="52391" x="4121150" y="4940300"/>
          <p14:tracePt t="52408" x="4121150" y="4933950"/>
          <p14:tracePt t="52446" x="4121150" y="4927600"/>
          <p14:tracePt t="52591" x="4121150" y="4940300"/>
          <p14:tracePt t="52607" x="4121150" y="4946650"/>
          <p14:tracePt t="52625" x="4127500" y="4959350"/>
          <p14:tracePt t="52642" x="4146550" y="4978400"/>
          <p14:tracePt t="52658" x="4184650" y="5010150"/>
          <p14:tracePt t="52675" x="4235450" y="5035550"/>
          <p14:tracePt t="52680" x="4254500" y="5048250"/>
          <p14:tracePt t="52692" x="4286250" y="5054600"/>
          <p14:tracePt t="52708" x="4349750" y="5073650"/>
          <p14:tracePt t="52711" x="4406900" y="5086350"/>
          <p14:tracePt t="52725" x="4445000" y="5092700"/>
          <p14:tracePt t="52742" x="4495800" y="5092700"/>
          <p14:tracePt t="52745" x="4533900" y="5099050"/>
          <p14:tracePt t="52758" x="4603750" y="5099050"/>
          <p14:tracePt t="52775" x="4673600" y="5099050"/>
          <p14:tracePt t="52792" x="4718050" y="5099050"/>
          <p14:tracePt t="52808" x="4775200" y="5099050"/>
          <p14:tracePt t="52825" x="4819650" y="5099050"/>
          <p14:tracePt t="52841" x="4857750" y="5092700"/>
          <p14:tracePt t="52858" x="4895850" y="5080000"/>
          <p14:tracePt t="52875" x="4946650" y="5073650"/>
          <p14:tracePt t="52894" x="4991100" y="5067300"/>
          <p14:tracePt t="52908" x="5048250" y="5054600"/>
          <p14:tracePt t="52925" x="5105400" y="5048250"/>
          <p14:tracePt t="52942" x="5149850" y="5041900"/>
          <p14:tracePt t="52945" x="5162550" y="5041900"/>
          <p14:tracePt t="52958" x="5194300" y="5035550"/>
          <p14:tracePt t="52975" x="5232400" y="5029200"/>
          <p14:tracePt t="52978" x="5238750" y="5022850"/>
          <p14:tracePt t="52991" x="5245100" y="5022850"/>
          <p14:tracePt t="53008" x="5283200" y="5016500"/>
          <p14:tracePt t="53025" x="5327650" y="4997450"/>
          <p14:tracePt t="53042" x="5353050" y="4997450"/>
          <p14:tracePt t="53058" x="5416550" y="4972050"/>
          <p14:tracePt t="53075" x="5454650" y="4965700"/>
          <p14:tracePt t="53092" x="5499100" y="4946650"/>
          <p14:tracePt t="53108" x="5524500" y="4940300"/>
          <p14:tracePt t="53125" x="5537200" y="4940300"/>
          <p14:tracePt t="53142" x="5549900" y="4933950"/>
          <p14:tracePt t="53158" x="5556250" y="4933950"/>
          <p14:tracePt t="53175" x="5556250" y="4927600"/>
          <p14:tracePt t="53203" x="5562600" y="4921250"/>
          <p14:tracePt t="53235" x="5562600" y="4914900"/>
          <p14:tracePt t="53244" x="5568950" y="4914900"/>
          <p14:tracePt t="53276" x="5575300" y="4908550"/>
          <p14:tracePt t="53373" x="5575300" y="4902200"/>
          <p14:tracePt t="53605" x="5568950" y="4908550"/>
          <p14:tracePt t="53613" x="5562600" y="4914900"/>
          <p14:tracePt t="53625" x="5556250" y="4921250"/>
          <p14:tracePt t="53642" x="5537200" y="4940300"/>
          <p14:tracePt t="53658" x="5505450" y="4959350"/>
          <p14:tracePt t="53675" x="5473700" y="4984750"/>
          <p14:tracePt t="53692" x="5416550" y="5022850"/>
          <p14:tracePt t="53695" x="5391150" y="5029200"/>
          <p14:tracePt t="53708" x="5372100" y="5041900"/>
          <p14:tracePt t="53725" x="5340350" y="5054600"/>
          <p14:tracePt t="53728" x="5321300" y="5054600"/>
          <p14:tracePt t="53741" x="5308600" y="5060950"/>
          <p14:tracePt t="53760" x="5264150" y="5073650"/>
          <p14:tracePt t="53775" x="5238750" y="5073650"/>
          <p14:tracePt t="53793" x="5213350" y="5086350"/>
          <p14:tracePt t="53808" x="5194300" y="5086350"/>
          <p14:tracePt t="53825" x="5156200" y="5105400"/>
          <p14:tracePt t="53842" x="5137150" y="5111750"/>
          <p14:tracePt t="53858" x="5111750" y="5118100"/>
          <p14:tracePt t="53875" x="5099050" y="5118100"/>
          <p14:tracePt t="53892" x="5086350" y="5124450"/>
          <p14:tracePt t="53898" x="5080000" y="5124450"/>
          <p14:tracePt t="53913" x="5067300" y="5130800"/>
          <p14:tracePt t="53925" x="5054600" y="5130800"/>
          <p14:tracePt t="53930" x="5041900" y="5130800"/>
          <p14:tracePt t="53941" x="5035550" y="5130800"/>
          <p14:tracePt t="53958" x="5003800" y="5130800"/>
          <p14:tracePt t="53962" x="4997450" y="5130800"/>
          <p14:tracePt t="53975" x="4991100" y="5130800"/>
          <p14:tracePt t="53992" x="4959350" y="5130800"/>
          <p14:tracePt t="54010" x="4946650" y="5130800"/>
          <p14:tracePt t="54025" x="4940300" y="5130800"/>
          <p14:tracePt t="54041" x="4927600" y="5130800"/>
          <p14:tracePt t="54058" x="4921250" y="5130800"/>
          <p14:tracePt t="54075" x="4908550" y="5118100"/>
          <p14:tracePt t="54092" x="4895850" y="5111750"/>
          <p14:tracePt t="54108" x="4889500" y="5105400"/>
          <p14:tracePt t="54125" x="4876800" y="5092700"/>
          <p14:tracePt t="54141" x="4870450" y="5086350"/>
          <p14:tracePt t="54159" x="4870450" y="5073650"/>
          <p14:tracePt t="54162" x="4864100" y="5067300"/>
          <p14:tracePt t="54175" x="4857750" y="5060950"/>
          <p14:tracePt t="54192" x="4851400" y="5035550"/>
          <p14:tracePt t="54195" x="4845050" y="5029200"/>
          <p14:tracePt t="54208" x="4845050" y="5022850"/>
          <p14:tracePt t="54227" x="4838700" y="5003800"/>
          <p14:tracePt t="54241" x="4832350" y="5003800"/>
          <p14:tracePt t="54259" x="4826000" y="4991100"/>
          <p14:tracePt t="54275" x="4826000" y="4984750"/>
          <p14:tracePt t="54291" x="4819650" y="4965700"/>
          <p14:tracePt t="54308" x="4813300" y="4959350"/>
          <p14:tracePt t="54325" x="4806950" y="4946650"/>
          <p14:tracePt t="54342" x="4806950" y="4940300"/>
          <p14:tracePt t="54358" x="4806950" y="4933950"/>
          <p14:tracePt t="54375" x="4800600" y="4921250"/>
          <p14:tracePt t="54392" x="4800600" y="4914900"/>
          <p14:tracePt t="54832" x="0" y="0"/>
        </p14:tracePtLst>
        <p14:tracePtLst>
          <p14:tracePt t="55789" x="4705350" y="5207000"/>
          <p14:tracePt t="55868" x="4699000" y="5207000"/>
          <p14:tracePt t="55884" x="4692650" y="5200650"/>
          <p14:tracePt t="55892" x="4673600" y="5194300"/>
          <p14:tracePt t="55908" x="4635500" y="5175250"/>
          <p14:tracePt t="55925" x="4578350" y="5162550"/>
          <p14:tracePt t="55941" x="4495800" y="5130800"/>
          <p14:tracePt t="55958" x="4400550" y="5105400"/>
          <p14:tracePt t="55975" x="4311650" y="5080000"/>
          <p14:tracePt t="55978" x="4292600" y="5073650"/>
          <p14:tracePt t="55992" x="4254500" y="5067300"/>
          <p14:tracePt t="56008" x="4197350" y="5054600"/>
          <p14:tracePt t="56011" x="4178300" y="5054600"/>
          <p14:tracePt t="56025" x="4146550" y="5054600"/>
          <p14:tracePt t="56043" x="4076700" y="5054600"/>
          <p14:tracePt t="56058" x="3975100" y="5054600"/>
          <p14:tracePt t="56075" x="3879850" y="5054600"/>
          <p14:tracePt t="56092" x="3797300" y="5060950"/>
          <p14:tracePt t="56109" x="3651250" y="5067300"/>
          <p14:tracePt t="56125" x="3486150" y="5067300"/>
          <p14:tracePt t="56142" x="3365500" y="5067300"/>
          <p14:tracePt t="56158" x="3200400" y="5048250"/>
          <p14:tracePt t="56175" x="3111500" y="5041900"/>
          <p14:tracePt t="56191" x="3028950" y="5029200"/>
          <p14:tracePt t="56208" x="2946400" y="5016500"/>
          <p14:tracePt t="56225" x="2901950" y="5016500"/>
          <p14:tracePt t="56242" x="2851150" y="5010150"/>
          <p14:tracePt t="56244" x="2832100" y="5010150"/>
          <p14:tracePt t="56258" x="2787650" y="5010150"/>
          <p14:tracePt t="56275" x="2705100" y="5010150"/>
          <p14:tracePt t="56277" x="2679700" y="5010150"/>
          <p14:tracePt t="56292" x="2647950" y="5010150"/>
          <p14:tracePt t="56308" x="2463800" y="5022850"/>
          <p14:tracePt t="56325" x="2400300" y="5035550"/>
          <p14:tracePt t="56342" x="2311400" y="5054600"/>
          <p14:tracePt t="56358" x="2260600" y="5067300"/>
          <p14:tracePt t="56375" x="2216150" y="5111750"/>
          <p14:tracePt t="56391" x="2190750" y="5149850"/>
          <p14:tracePt t="56409" x="2171700" y="5200650"/>
          <p14:tracePt t="56425" x="2152650" y="5264150"/>
          <p14:tracePt t="56442" x="2146300" y="5340350"/>
          <p14:tracePt t="56458" x="2139950" y="5429250"/>
          <p14:tracePt t="56475" x="2139950" y="5499100"/>
          <p14:tracePt t="56478" x="2139950" y="5518150"/>
          <p14:tracePt t="56492" x="2139950" y="5556250"/>
          <p14:tracePt t="56508" x="2139950" y="5607050"/>
          <p14:tracePt t="56512" x="2139950" y="5619750"/>
          <p14:tracePt t="56526" x="2146300" y="5638800"/>
          <p14:tracePt t="56542" x="2152650" y="5670550"/>
          <p14:tracePt t="56546" x="2159000" y="5670550"/>
          <p14:tracePt t="56558" x="2165350" y="5689600"/>
          <p14:tracePt t="56575" x="2171700" y="5702300"/>
          <p14:tracePt t="56592" x="2184400" y="5721350"/>
          <p14:tracePt t="56608" x="2197100" y="5734050"/>
          <p14:tracePt t="56625" x="2222500" y="5746750"/>
          <p14:tracePt t="56641" x="2241550" y="5765800"/>
          <p14:tracePt t="56658" x="2273300" y="5784850"/>
          <p14:tracePt t="56675" x="2305050" y="5797550"/>
          <p14:tracePt t="56692" x="2343150" y="5810250"/>
          <p14:tracePt t="56708" x="2387600" y="5816600"/>
          <p14:tracePt t="56727" x="2425700" y="5829300"/>
          <p14:tracePt t="56729" x="2476500" y="5835650"/>
          <p14:tracePt t="56742" x="2501900" y="5835650"/>
          <p14:tracePt t="56761" x="2673350" y="5848350"/>
          <p14:tracePt t="56775" x="2711450" y="5854700"/>
          <p14:tracePt t="56794" x="2908300" y="5880100"/>
          <p14:tracePt t="56809" x="3028950" y="5892800"/>
          <p14:tracePt t="56827" x="3130550" y="5899150"/>
          <p14:tracePt t="56841" x="3187700" y="5899150"/>
          <p14:tracePt t="56858" x="3282950" y="5905500"/>
          <p14:tracePt t="56875" x="3378200" y="5905500"/>
          <p14:tracePt t="56892" x="3441700" y="5911850"/>
          <p14:tracePt t="56908" x="3568700" y="5911850"/>
          <p14:tracePt t="56926" x="3695700" y="5911850"/>
          <p14:tracePt t="56930" x="3727450" y="5911850"/>
          <p14:tracePt t="56942" x="3759200" y="5911850"/>
          <p14:tracePt t="56958" x="3879850" y="5905500"/>
          <p14:tracePt t="56963" x="3917950" y="5905500"/>
          <p14:tracePt t="56975" x="3949700" y="5899150"/>
          <p14:tracePt t="56992" x="4013200" y="5886450"/>
          <p14:tracePt t="56995" x="4083050" y="5873750"/>
          <p14:tracePt t="57009" x="4121150" y="5873750"/>
          <p14:tracePt t="57025" x="4184650" y="5861050"/>
          <p14:tracePt t="57028" x="4216400" y="5854700"/>
          <p14:tracePt t="57042" x="4254500" y="5848350"/>
          <p14:tracePt t="57058" x="4425950" y="5816600"/>
          <p14:tracePt t="57075" x="4502150" y="5803900"/>
          <p14:tracePt t="57092" x="4565650" y="5784850"/>
          <p14:tracePt t="57108" x="4648200" y="5759450"/>
          <p14:tracePt t="57125" x="4679950" y="5746750"/>
          <p14:tracePt t="57142" x="4718050" y="5734050"/>
          <p14:tracePt t="57158" x="4756150" y="5721350"/>
          <p14:tracePt t="57175" x="4794250" y="5708650"/>
          <p14:tracePt t="57192" x="4832350" y="5695950"/>
          <p14:tracePt t="57195" x="4851400" y="5689600"/>
          <p14:tracePt t="57208" x="4870450" y="5683250"/>
          <p14:tracePt t="57225" x="4914900" y="5670550"/>
          <p14:tracePt t="57229" x="4933950" y="5664200"/>
          <p14:tracePt t="57241" x="4946650" y="5657850"/>
          <p14:tracePt t="57258" x="4972050" y="5651500"/>
          <p14:tracePt t="57261" x="4991100" y="5645150"/>
          <p14:tracePt t="57275" x="5003800" y="5632450"/>
          <p14:tracePt t="57292" x="5035550" y="5626100"/>
          <p14:tracePt t="57295" x="5048250" y="5613400"/>
          <p14:tracePt t="57309" x="5086350" y="5600700"/>
          <p14:tracePt t="57325" x="5111750" y="5594350"/>
          <p14:tracePt t="57342" x="5137150" y="5581650"/>
          <p14:tracePt t="57358" x="5156200" y="5568950"/>
          <p14:tracePt t="57375" x="5162550" y="5562600"/>
          <p14:tracePt t="57392" x="5168900" y="5549900"/>
          <p14:tracePt t="57408" x="5175250" y="5543550"/>
          <p14:tracePt t="57425" x="5181600" y="5530850"/>
          <p14:tracePt t="57428" x="5181600" y="5524500"/>
          <p14:tracePt t="57441" x="5181600" y="5518150"/>
          <p14:tracePt t="57458" x="5181600" y="5505450"/>
          <p14:tracePt t="57475" x="5181600" y="5492750"/>
          <p14:tracePt t="57478" x="5181600" y="5486400"/>
          <p14:tracePt t="57492" x="5181600" y="5473700"/>
          <p14:tracePt t="57508" x="5181600" y="5461000"/>
          <p14:tracePt t="57525" x="5181600" y="5448300"/>
          <p14:tracePt t="57542" x="5168900" y="5429250"/>
          <p14:tracePt t="57545" x="5162550" y="5416550"/>
          <p14:tracePt t="57559" x="5143500" y="5397500"/>
          <p14:tracePt t="57575" x="5130800" y="5378450"/>
          <p14:tracePt t="57592" x="5099050" y="5353050"/>
          <p14:tracePt t="57608" x="5073650" y="5327650"/>
          <p14:tracePt t="57625" x="5029200" y="5295900"/>
          <p14:tracePt t="57641" x="5003800" y="5276850"/>
          <p14:tracePt t="57658" x="4972050" y="5257800"/>
          <p14:tracePt t="57675" x="4946650" y="5245100"/>
          <p14:tracePt t="57692" x="4883150" y="5226050"/>
          <p14:tracePt t="57695" x="4864100" y="5219700"/>
          <p14:tracePt t="57708" x="4845050" y="5213350"/>
          <p14:tracePt t="57725" x="4800600" y="5207000"/>
          <p14:tracePt t="57729" x="4768850" y="5200650"/>
          <p14:tracePt t="57742" x="4743450" y="5194300"/>
          <p14:tracePt t="57758" x="4705350" y="5181600"/>
          <p14:tracePt t="57763" x="4679950" y="5181600"/>
          <p14:tracePt t="57775" x="4648200" y="5175250"/>
          <p14:tracePt t="57793" x="4552950" y="5168900"/>
          <p14:tracePt t="57808" x="4470400" y="5168900"/>
          <p14:tracePt t="57825" x="4324350" y="5162550"/>
          <p14:tracePt t="57841" x="4178300" y="5162550"/>
          <p14:tracePt t="57858" x="4032250" y="5162550"/>
          <p14:tracePt t="57875" x="3937000" y="5162550"/>
          <p14:tracePt t="57892" x="3822700" y="5162550"/>
          <p14:tracePt t="57908" x="3765550" y="5162550"/>
          <p14:tracePt t="57925" x="3689350" y="5162550"/>
          <p14:tracePt t="57941" x="3651250" y="5162550"/>
          <p14:tracePt t="57958" x="3632200" y="5162550"/>
          <p14:tracePt t="58109" x="0" y="0"/>
        </p14:tracePtLst>
      </p14:laserTraceLst>
    </p:ext>
  </p:extLs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B1A9C-68B7-49C4-9EEE-1EB56C462F4D}"/>
              </a:ext>
            </a:extLst>
          </p:cNvPr>
          <p:cNvSpPr>
            <a:spLocks noGrp="1"/>
          </p:cNvSpPr>
          <p:nvPr>
            <p:ph type="title"/>
          </p:nvPr>
        </p:nvSpPr>
        <p:spPr/>
        <p:txBody>
          <a:bodyPr/>
          <a:lstStyle/>
          <a:p>
            <a:r>
              <a:rPr lang="en-US" dirty="0"/>
              <a:t>Sets</a:t>
            </a:r>
          </a:p>
        </p:txBody>
      </p:sp>
      <p:sp>
        <p:nvSpPr>
          <p:cNvPr id="3" name="Content Placeholder 2">
            <a:extLst>
              <a:ext uri="{FF2B5EF4-FFF2-40B4-BE49-F238E27FC236}">
                <a16:creationId xmlns:a16="http://schemas.microsoft.com/office/drawing/2014/main" id="{79C058CC-D993-4E02-9F11-BCF1E19C6C36}"/>
              </a:ext>
            </a:extLst>
          </p:cNvPr>
          <p:cNvSpPr>
            <a:spLocks noGrp="1"/>
          </p:cNvSpPr>
          <p:nvPr>
            <p:ph idx="1"/>
          </p:nvPr>
        </p:nvSpPr>
        <p:spPr/>
        <p:txBody>
          <a:bodyPr/>
          <a:lstStyle/>
          <a:p>
            <a:r>
              <a:rPr lang="en-US" dirty="0"/>
              <a:t>A set is used when the collection is more important than the order of the elements or how many times they occur: </a:t>
            </a:r>
          </a:p>
          <a:p>
            <a:pPr marL="0" indent="0">
              <a:buNone/>
            </a:pPr>
            <a:r>
              <a:rPr lang="nl-BE" dirty="0">
                <a:latin typeface="Courier New" panose="02070309020205020404" pitchFamily="49" charset="0"/>
                <a:cs typeface="Courier New" panose="02070309020205020404" pitchFamily="49" charset="0"/>
              </a:rPr>
              <a:t>primes = {2, 3, 5, 7}</a:t>
            </a:r>
          </a:p>
          <a:p>
            <a:pPr marL="0" indent="0">
              <a:buNone/>
            </a:pPr>
            <a:r>
              <a:rPr lang="en-US" dirty="0">
                <a:latin typeface="Courier New" panose="02070309020205020404" pitchFamily="49" charset="0"/>
                <a:cs typeface="Courier New" panose="02070309020205020404" pitchFamily="49" charset="0"/>
              </a:rPr>
              <a:t>odds = {1,3,5,7,9}</a:t>
            </a:r>
          </a:p>
          <a:p>
            <a:r>
              <a:rPr lang="en-US" dirty="0" err="1">
                <a:cs typeface="Courier New" panose="02070309020205020404" pitchFamily="49" charset="0"/>
              </a:rPr>
              <a:t>Cfr</a:t>
            </a:r>
            <a:r>
              <a:rPr lang="en-US" dirty="0">
                <a:cs typeface="Courier New" panose="02070309020205020404" pitchFamily="49" charset="0"/>
              </a:rPr>
              <a:t> mathematical sets: union, intersection, difference</a:t>
            </a:r>
          </a:p>
          <a:p>
            <a:pPr marL="0" indent="0">
              <a:buNone/>
            </a:pPr>
            <a:r>
              <a:rPr lang="nl-BE" dirty="0" err="1">
                <a:latin typeface="Courier New" panose="02070309020205020404" pitchFamily="49" charset="0"/>
                <a:cs typeface="Courier New" panose="02070309020205020404" pitchFamily="49" charset="0"/>
              </a:rPr>
              <a:t>primes.union</a:t>
            </a:r>
            <a:r>
              <a:rPr lang="nl-BE" dirty="0">
                <a:latin typeface="Courier New" panose="02070309020205020404" pitchFamily="49" charset="0"/>
                <a:cs typeface="Courier New" panose="02070309020205020404" pitchFamily="49" charset="0"/>
              </a:rPr>
              <a:t>(</a:t>
            </a:r>
            <a:r>
              <a:rPr lang="nl-BE" dirty="0" err="1">
                <a:latin typeface="Courier New" panose="02070309020205020404" pitchFamily="49" charset="0"/>
                <a:cs typeface="Courier New" panose="02070309020205020404" pitchFamily="49" charset="0"/>
              </a:rPr>
              <a:t>odds</a:t>
            </a:r>
            <a:r>
              <a:rPr lang="nl-BE" dirty="0">
                <a:latin typeface="Courier New" panose="02070309020205020404" pitchFamily="49" charset="0"/>
                <a:cs typeface="Courier New" panose="02070309020205020404" pitchFamily="49" charset="0"/>
              </a:rPr>
              <a:t>)</a:t>
            </a:r>
          </a:p>
          <a:p>
            <a:pPr marL="0" indent="0">
              <a:buNone/>
            </a:pPr>
            <a:r>
              <a:rPr lang="nl-BE" dirty="0" err="1">
                <a:latin typeface="Courier New" panose="02070309020205020404" pitchFamily="49" charset="0"/>
                <a:cs typeface="Courier New" panose="02070309020205020404" pitchFamily="49" charset="0"/>
              </a:rPr>
              <a:t>primes.intersection</a:t>
            </a:r>
            <a:r>
              <a:rPr lang="nl-BE" dirty="0">
                <a:latin typeface="Courier New" panose="02070309020205020404" pitchFamily="49" charset="0"/>
                <a:cs typeface="Courier New" panose="02070309020205020404" pitchFamily="49" charset="0"/>
              </a:rPr>
              <a:t>(</a:t>
            </a:r>
            <a:r>
              <a:rPr lang="nl-BE" dirty="0" err="1">
                <a:latin typeface="Courier New" panose="02070309020205020404" pitchFamily="49" charset="0"/>
                <a:cs typeface="Courier New" panose="02070309020205020404" pitchFamily="49" charset="0"/>
              </a:rPr>
              <a:t>odds</a:t>
            </a:r>
            <a:r>
              <a:rPr lang="nl-BE" dirty="0">
                <a:latin typeface="Courier New" panose="02070309020205020404" pitchFamily="49" charset="0"/>
                <a:cs typeface="Courier New" panose="02070309020205020404" pitchFamily="49" charset="0"/>
              </a:rPr>
              <a:t>)</a:t>
            </a:r>
          </a:p>
          <a:p>
            <a:pPr marL="0" indent="0">
              <a:buNone/>
            </a:pPr>
            <a:r>
              <a:rPr lang="nl-BE" dirty="0" err="1">
                <a:latin typeface="Courier New" panose="02070309020205020404" pitchFamily="49" charset="0"/>
                <a:cs typeface="Courier New" panose="02070309020205020404" pitchFamily="49" charset="0"/>
              </a:rPr>
              <a:t>primes.difference</a:t>
            </a:r>
            <a:r>
              <a:rPr lang="nl-BE" dirty="0">
                <a:latin typeface="Courier New" panose="02070309020205020404" pitchFamily="49" charset="0"/>
                <a:cs typeface="Courier New" panose="02070309020205020404" pitchFamily="49" charset="0"/>
              </a:rPr>
              <a:t>(</a:t>
            </a:r>
            <a:r>
              <a:rPr lang="nl-BE" dirty="0" err="1">
                <a:latin typeface="Courier New" panose="02070309020205020404" pitchFamily="49" charset="0"/>
                <a:cs typeface="Courier New" panose="02070309020205020404" pitchFamily="49" charset="0"/>
              </a:rPr>
              <a:t>odds</a:t>
            </a:r>
            <a:r>
              <a:rPr lang="nl-BE" dirty="0">
                <a:latin typeface="Courier New" panose="02070309020205020404" pitchFamily="49" charset="0"/>
                <a:cs typeface="Courier New" panose="02070309020205020404" pitchFamily="49" charset="0"/>
              </a:rPr>
              <a:t>)</a:t>
            </a:r>
          </a:p>
          <a:p>
            <a:endParaRPr lang="en-US" dirty="0"/>
          </a:p>
          <a:p>
            <a:endParaRPr lang="en-US" dirty="0"/>
          </a:p>
        </p:txBody>
      </p:sp>
    </p:spTree>
    <p:extLst>
      <p:ext uri="{BB962C8B-B14F-4D97-AF65-F5344CB8AC3E}">
        <p14:creationId xmlns:p14="http://schemas.microsoft.com/office/powerpoint/2010/main" val="2864301259"/>
      </p:ext>
    </p:extLst>
  </p:cSld>
  <p:clrMapOvr>
    <a:masterClrMapping/>
  </p:clrMapOvr>
  <mc:AlternateContent xmlns:mc="http://schemas.openxmlformats.org/markup-compatibility/2006" xmlns:p14="http://schemas.microsoft.com/office/powerpoint/2010/main">
    <mc:Choice Requires="p14">
      <p:transition spd="slow" p14:dur="2000" advTm="49945"/>
    </mc:Choice>
    <mc:Fallback xmlns="">
      <p:transition spd="slow" advTm="49945"/>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B6951-2A1E-4A0A-9739-0CF7B83A3D2E}"/>
              </a:ext>
            </a:extLst>
          </p:cNvPr>
          <p:cNvSpPr>
            <a:spLocks noGrp="1"/>
          </p:cNvSpPr>
          <p:nvPr>
            <p:ph type="title"/>
          </p:nvPr>
        </p:nvSpPr>
        <p:spPr/>
        <p:txBody>
          <a:bodyPr/>
          <a:lstStyle/>
          <a:p>
            <a:r>
              <a:rPr lang="nl-BE" dirty="0"/>
              <a:t>Sets: built-in </a:t>
            </a:r>
            <a:r>
              <a:rPr lang="nl-BE" dirty="0" err="1"/>
              <a:t>methods</a:t>
            </a:r>
            <a:endParaRPr lang="en-US" dirty="0"/>
          </a:p>
        </p:txBody>
      </p:sp>
      <p:sp>
        <p:nvSpPr>
          <p:cNvPr id="3" name="Content Placeholder 2">
            <a:extLst>
              <a:ext uri="{FF2B5EF4-FFF2-40B4-BE49-F238E27FC236}">
                <a16:creationId xmlns:a16="http://schemas.microsoft.com/office/drawing/2014/main" id="{1E948CA8-5738-41D9-B481-B09E49397400}"/>
              </a:ext>
            </a:extLst>
          </p:cNvPr>
          <p:cNvSpPr>
            <a:spLocks noGrp="1"/>
          </p:cNvSpPr>
          <p:nvPr>
            <p:ph idx="1"/>
          </p:nvPr>
        </p:nvSpPr>
        <p:spPr/>
        <p:txBody>
          <a:bodyPr>
            <a:normAutofit fontScale="85000" lnSpcReduction="10000"/>
          </a:bodyPr>
          <a:lstStyle/>
          <a:p>
            <a:r>
              <a:rPr lang="en-US" dirty="0">
                <a:latin typeface="Courier New" panose="02070309020205020404" pitchFamily="49" charset="0"/>
                <a:cs typeface="Courier New" panose="02070309020205020404" pitchFamily="49" charset="0"/>
              </a:rPr>
              <a:t>add()</a:t>
            </a:r>
          </a:p>
          <a:p>
            <a:pPr lvl="1"/>
            <a:r>
              <a:rPr lang="en-US" dirty="0"/>
              <a:t>Adds a new element in the set object.</a:t>
            </a:r>
          </a:p>
          <a:p>
            <a:r>
              <a:rPr lang="en-US" dirty="0">
                <a:latin typeface="Courier New" panose="02070309020205020404" pitchFamily="49" charset="0"/>
                <a:cs typeface="Courier New" panose="02070309020205020404" pitchFamily="49" charset="0"/>
              </a:rPr>
              <a:t>update()</a:t>
            </a:r>
          </a:p>
          <a:p>
            <a:pPr lvl="1"/>
            <a:r>
              <a:rPr lang="en-US" dirty="0"/>
              <a:t>Adds multiple items from a list or a tuple.</a:t>
            </a:r>
          </a:p>
          <a:p>
            <a:r>
              <a:rPr lang="en-US" dirty="0">
                <a:latin typeface="Courier New" panose="02070309020205020404" pitchFamily="49" charset="0"/>
                <a:cs typeface="Courier New" panose="02070309020205020404" pitchFamily="49" charset="0"/>
              </a:rPr>
              <a:t>clear()</a:t>
            </a:r>
          </a:p>
          <a:p>
            <a:pPr lvl="1"/>
            <a:r>
              <a:rPr lang="en-US" dirty="0"/>
              <a:t>Removes the contents of set object and results in an empty set.</a:t>
            </a:r>
          </a:p>
          <a:p>
            <a:r>
              <a:rPr lang="en-US" dirty="0">
                <a:latin typeface="Courier New" panose="02070309020205020404" pitchFamily="49" charset="0"/>
                <a:cs typeface="Courier New" panose="02070309020205020404" pitchFamily="49" charset="0"/>
              </a:rPr>
              <a:t>copy()</a:t>
            </a:r>
          </a:p>
          <a:p>
            <a:pPr lvl="1"/>
            <a:r>
              <a:rPr lang="en-US" dirty="0"/>
              <a:t>Creates a copy of the set object.</a:t>
            </a:r>
          </a:p>
          <a:p>
            <a:r>
              <a:rPr lang="en-US" dirty="0">
                <a:latin typeface="Courier New" panose="02070309020205020404" pitchFamily="49" charset="0"/>
                <a:cs typeface="Courier New" panose="02070309020205020404" pitchFamily="49" charset="0"/>
              </a:rPr>
              <a:t>discard()</a:t>
            </a:r>
          </a:p>
          <a:p>
            <a:pPr lvl="1"/>
            <a:r>
              <a:rPr lang="en-US" dirty="0"/>
              <a:t>Returns a set after removing an item from it. No changes are done if the item is not present.</a:t>
            </a:r>
          </a:p>
          <a:p>
            <a:r>
              <a:rPr lang="en-US" dirty="0">
                <a:latin typeface="Courier New" panose="02070309020205020404" pitchFamily="49" charset="0"/>
                <a:cs typeface="Courier New" panose="02070309020205020404" pitchFamily="49" charset="0"/>
              </a:rPr>
              <a:t>remove()</a:t>
            </a:r>
          </a:p>
          <a:p>
            <a:pPr lvl="1"/>
            <a:r>
              <a:rPr lang="en-US" dirty="0"/>
              <a:t>Returns a set after removing an item from it. Results in an error if the item is not present.</a:t>
            </a:r>
          </a:p>
        </p:txBody>
      </p:sp>
    </p:spTree>
    <p:extLst>
      <p:ext uri="{BB962C8B-B14F-4D97-AF65-F5344CB8AC3E}">
        <p14:creationId xmlns:p14="http://schemas.microsoft.com/office/powerpoint/2010/main" val="1613713205"/>
      </p:ext>
    </p:extLst>
  </p:cSld>
  <p:clrMapOvr>
    <a:masterClrMapping/>
  </p:clrMapOvr>
  <mc:AlternateContent xmlns:mc="http://schemas.openxmlformats.org/markup-compatibility/2006" xmlns:p14="http://schemas.microsoft.com/office/powerpoint/2010/main">
    <mc:Choice Requires="p14">
      <p:transition spd="slow" p14:dur="2000" advTm="37211"/>
    </mc:Choice>
    <mc:Fallback xmlns="">
      <p:transition spd="slow" advTm="37211"/>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DA49EA-825E-4BBE-970B-2282BF636345}"/>
              </a:ext>
            </a:extLst>
          </p:cNvPr>
          <p:cNvSpPr>
            <a:spLocks noGrp="1"/>
          </p:cNvSpPr>
          <p:nvPr>
            <p:ph type="title"/>
          </p:nvPr>
        </p:nvSpPr>
        <p:spPr/>
        <p:txBody>
          <a:bodyPr/>
          <a:lstStyle/>
          <a:p>
            <a:r>
              <a:rPr lang="nl-BE" dirty="0"/>
              <a:t>extra</a:t>
            </a:r>
            <a:endParaRPr lang="en-US" dirty="0"/>
          </a:p>
        </p:txBody>
      </p:sp>
      <p:sp>
        <p:nvSpPr>
          <p:cNvPr id="5" name="Text Placeholder 4">
            <a:extLst>
              <a:ext uri="{FF2B5EF4-FFF2-40B4-BE49-F238E27FC236}">
                <a16:creationId xmlns:a16="http://schemas.microsoft.com/office/drawing/2014/main" id="{0E22BD97-DF9A-421A-B76F-5C3DE83967C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85243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a:latin typeface="Courier New" panose="02070309020205020404" pitchFamily="49" charset="0"/>
                <a:cs typeface="Courier New" panose="02070309020205020404" pitchFamily="49" charset="0"/>
              </a:rPr>
              <a:t>in</a:t>
            </a:r>
            <a:r>
              <a:rPr lang="en-US" dirty="0"/>
              <a:t> operator</a:t>
            </a:r>
            <a:endParaRPr lang="nl-BE" dirty="0"/>
          </a:p>
        </p:txBody>
      </p:sp>
      <p:sp>
        <p:nvSpPr>
          <p:cNvPr id="3" name="Content Placeholder 2"/>
          <p:cNvSpPr>
            <a:spLocks noGrp="1"/>
          </p:cNvSpPr>
          <p:nvPr>
            <p:ph idx="1"/>
          </p:nvPr>
        </p:nvSpPr>
        <p:spPr/>
        <p:txBody>
          <a:bodyPr>
            <a:normAutofit fontScale="77500" lnSpcReduction="20000"/>
          </a:bodyPr>
          <a:lstStyle/>
          <a:p>
            <a:r>
              <a:rPr lang="en-US" dirty="0"/>
              <a:t>Determines whether an item is a member of a sequence.</a:t>
            </a:r>
          </a:p>
          <a:p>
            <a:pPr lvl="1"/>
            <a:r>
              <a:rPr lang="en-US" dirty="0"/>
              <a:t>Sequence: anything ordered: string, list, tuples, etc.  </a:t>
            </a:r>
          </a:p>
          <a:p>
            <a:r>
              <a:rPr lang="en-US" dirty="0"/>
              <a:t>Returns: True or False</a:t>
            </a:r>
          </a:p>
          <a:p>
            <a:pPr marL="0" indent="0">
              <a:buNone/>
            </a:pPr>
            <a:r>
              <a:rPr lang="en-US" dirty="0">
                <a:latin typeface="Courier New" panose="02070309020205020404" pitchFamily="49" charset="0"/>
                <a:cs typeface="Courier New" panose="02070309020205020404" pitchFamily="49" charset="0"/>
              </a:rPr>
              <a:t>A=[1.,2,3.,4.,5,6]</a:t>
            </a:r>
          </a:p>
          <a:p>
            <a:pPr marL="0" indent="0">
              <a:buNone/>
            </a:pPr>
            <a:r>
              <a:rPr lang="en-US" dirty="0">
                <a:latin typeface="Courier New" panose="02070309020205020404" pitchFamily="49" charset="0"/>
                <a:cs typeface="Courier New" panose="02070309020205020404" pitchFamily="49" charset="0"/>
              </a:rPr>
              <a:t>[1.0, 2, 3.0, 4.0, 5, 6]</a:t>
            </a:r>
          </a:p>
          <a:p>
            <a:pPr marL="0" indent="0">
              <a:buNone/>
            </a:pPr>
            <a:r>
              <a:rPr lang="en-US" dirty="0">
                <a:latin typeface="Courier New" panose="02070309020205020404" pitchFamily="49" charset="0"/>
                <a:cs typeface="Courier New" panose="02070309020205020404" pitchFamily="49" charset="0"/>
              </a:rPr>
              <a:t>1 in A</a:t>
            </a:r>
          </a:p>
          <a:p>
            <a:pPr marL="0" indent="0">
              <a:buNone/>
            </a:pPr>
            <a:r>
              <a:rPr lang="en-US" dirty="0">
                <a:latin typeface="Courier New" panose="02070309020205020404" pitchFamily="49" charset="0"/>
                <a:cs typeface="Courier New" panose="02070309020205020404" pitchFamily="49" charset="0"/>
              </a:rPr>
              <a:t>True</a:t>
            </a:r>
          </a:p>
          <a:p>
            <a:pPr marL="0" indent="0">
              <a:buNone/>
            </a:pPr>
            <a:r>
              <a:rPr lang="en-US" dirty="0">
                <a:latin typeface="Courier New" panose="02070309020205020404" pitchFamily="49" charset="0"/>
                <a:cs typeface="Courier New" panose="02070309020205020404" pitchFamily="49" charset="0"/>
              </a:rPr>
              <a:t>1.0 in A</a:t>
            </a:r>
          </a:p>
          <a:p>
            <a:pPr marL="0" indent="0">
              <a:buNone/>
            </a:pPr>
            <a:r>
              <a:rPr lang="en-US" dirty="0">
                <a:latin typeface="Courier New" panose="02070309020205020404" pitchFamily="49" charset="0"/>
                <a:cs typeface="Courier New" panose="02070309020205020404" pitchFamily="49" charset="0"/>
              </a:rPr>
              <a:t>True</a:t>
            </a:r>
          </a:p>
          <a:p>
            <a:pPr marL="0" indent="0">
              <a:buNone/>
            </a:pPr>
            <a:r>
              <a:rPr lang="en-US" dirty="0">
                <a:latin typeface="Courier New" panose="02070309020205020404" pitchFamily="49" charset="0"/>
                <a:cs typeface="Courier New" panose="02070309020205020404" pitchFamily="49" charset="0"/>
              </a:rPr>
              <a:t>7 in A</a:t>
            </a:r>
          </a:p>
          <a:p>
            <a:pPr marL="0" indent="0">
              <a:buNone/>
            </a:pPr>
            <a:r>
              <a:rPr lang="en-US" dirty="0">
                <a:latin typeface="Courier New" panose="02070309020205020404" pitchFamily="49" charset="0"/>
                <a:cs typeface="Courier New" panose="02070309020205020404" pitchFamily="49" charset="0"/>
              </a:rPr>
              <a:t>False</a:t>
            </a:r>
          </a:p>
          <a:p>
            <a:r>
              <a:rPr lang="nl-BE" dirty="0" err="1"/>
              <a:t>Negation</a:t>
            </a:r>
            <a:r>
              <a:rPr lang="nl-BE" dirty="0"/>
              <a:t>: </a:t>
            </a:r>
            <a:r>
              <a:rPr lang="nl-BE" dirty="0" err="1">
                <a:latin typeface="Courier New" panose="02070309020205020404" pitchFamily="49" charset="0"/>
                <a:cs typeface="Courier New" panose="02070309020205020404" pitchFamily="49" charset="0"/>
              </a:rPr>
              <a:t>not</a:t>
            </a:r>
            <a:r>
              <a:rPr lang="nl-BE" dirty="0">
                <a:latin typeface="Courier New" panose="02070309020205020404" pitchFamily="49" charset="0"/>
                <a:cs typeface="Courier New" panose="02070309020205020404" pitchFamily="49" charset="0"/>
              </a:rPr>
              <a:t> in</a:t>
            </a:r>
          </a:p>
        </p:txBody>
      </p:sp>
    </p:spTree>
    <p:extLst>
      <p:ext uri="{BB962C8B-B14F-4D97-AF65-F5344CB8AC3E}">
        <p14:creationId xmlns:p14="http://schemas.microsoft.com/office/powerpoint/2010/main" val="2618378181"/>
      </p:ext>
    </p:extLst>
  </p:cSld>
  <p:clrMapOvr>
    <a:masterClrMapping/>
  </p:clrMapOvr>
  <mc:AlternateContent xmlns:mc="http://schemas.openxmlformats.org/markup-compatibility/2006" xmlns:p14="http://schemas.microsoft.com/office/powerpoint/2010/main">
    <mc:Choice Requires="p14">
      <p:transition spd="slow" p14:dur="2000" advTm="37367"/>
    </mc:Choice>
    <mc:Fallback xmlns="">
      <p:transition spd="slow" advTm="37367"/>
    </mc:Fallback>
  </mc:AlternateContent>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a:latin typeface="Courier New" panose="02070309020205020404" pitchFamily="49" charset="0"/>
                <a:cs typeface="Courier New" panose="02070309020205020404" pitchFamily="49" charset="0"/>
              </a:rPr>
              <a:t>is</a:t>
            </a:r>
            <a:r>
              <a:rPr lang="en-US" dirty="0"/>
              <a:t> operator</a:t>
            </a:r>
            <a:endParaRPr lang="nl-BE" dirty="0"/>
          </a:p>
        </p:txBody>
      </p:sp>
      <p:sp>
        <p:nvSpPr>
          <p:cNvPr id="3" name="Content Placeholder 2"/>
          <p:cNvSpPr>
            <a:spLocks noGrp="1"/>
          </p:cNvSpPr>
          <p:nvPr>
            <p:ph idx="1"/>
          </p:nvPr>
        </p:nvSpPr>
        <p:spPr/>
        <p:txBody>
          <a:bodyPr>
            <a:normAutofit fontScale="85000" lnSpcReduction="20000"/>
          </a:bodyPr>
          <a:lstStyle/>
          <a:p>
            <a:r>
              <a:rPr lang="en-US" dirty="0"/>
              <a:t>Compares two objects and determines whether they are exactly the same. The </a:t>
            </a:r>
            <a:r>
              <a:rPr lang="en-US" dirty="0">
                <a:latin typeface="Courier New" panose="02070309020205020404" pitchFamily="49" charset="0"/>
                <a:cs typeface="Courier New" panose="02070309020205020404" pitchFamily="49" charset="0"/>
              </a:rPr>
              <a:t>is</a:t>
            </a:r>
            <a:r>
              <a:rPr lang="en-US" dirty="0"/>
              <a:t> operator evaluates to true if the variables on either side of the operator point to the same object and false otherwise.</a:t>
            </a:r>
          </a:p>
          <a:p>
            <a:r>
              <a:rPr lang="en-US" dirty="0"/>
              <a:t>The == operator is used when the </a:t>
            </a:r>
            <a:r>
              <a:rPr lang="en-US" i="1" dirty="0"/>
              <a:t>values</a:t>
            </a:r>
            <a:r>
              <a:rPr lang="en-US" dirty="0"/>
              <a:t> of two operands are equal, then the condition becomes true.</a:t>
            </a:r>
          </a:p>
          <a:p>
            <a:pPr marL="0" indent="0">
              <a:buNone/>
            </a:pPr>
            <a:r>
              <a:rPr lang="en-US" dirty="0">
                <a:latin typeface="Courier New" panose="02070309020205020404" pitchFamily="49" charset="0"/>
                <a:cs typeface="Courier New" panose="02070309020205020404" pitchFamily="49" charset="0"/>
              </a:rPr>
              <a:t>A = [1.0, 2, 3.0, 4.0, 5, 6]</a:t>
            </a:r>
          </a:p>
          <a:p>
            <a:pPr marL="0" indent="0">
              <a:buNone/>
            </a:pPr>
            <a:r>
              <a:rPr lang="en-US" dirty="0">
                <a:latin typeface="Courier New" panose="02070309020205020404" pitchFamily="49" charset="0"/>
                <a:cs typeface="Courier New" panose="02070309020205020404" pitchFamily="49" charset="0"/>
              </a:rPr>
              <a:t>B = A[:]</a:t>
            </a:r>
          </a:p>
          <a:p>
            <a:pPr marL="0" indent="0">
              <a:buNone/>
            </a:pPr>
            <a:r>
              <a:rPr lang="en-US" dirty="0">
                <a:latin typeface="Courier New" panose="02070309020205020404" pitchFamily="49" charset="0"/>
                <a:cs typeface="Courier New" panose="02070309020205020404" pitchFamily="49" charset="0"/>
              </a:rPr>
              <a:t>B is A</a:t>
            </a:r>
          </a:p>
          <a:p>
            <a:pPr marL="0" indent="0">
              <a:buNone/>
            </a:pPr>
            <a:r>
              <a:rPr lang="en-US" dirty="0">
                <a:latin typeface="Courier New" panose="02070309020205020404" pitchFamily="49" charset="0"/>
                <a:cs typeface="Courier New" panose="02070309020205020404" pitchFamily="49" charset="0"/>
              </a:rPr>
              <a:t>False</a:t>
            </a:r>
          </a:p>
          <a:p>
            <a:pPr marL="0" indent="0">
              <a:buNone/>
            </a:pPr>
            <a:r>
              <a:rPr lang="en-US" dirty="0">
                <a:latin typeface="Courier New" panose="02070309020205020404" pitchFamily="49" charset="0"/>
                <a:cs typeface="Courier New" panose="02070309020205020404" pitchFamily="49" charset="0"/>
              </a:rPr>
              <a:t>C = A</a:t>
            </a:r>
          </a:p>
          <a:p>
            <a:pPr marL="0" indent="0">
              <a:buNone/>
            </a:pPr>
            <a:r>
              <a:rPr lang="en-US" dirty="0">
                <a:latin typeface="Courier New" panose="02070309020205020404" pitchFamily="49" charset="0"/>
                <a:cs typeface="Courier New" panose="02070309020205020404" pitchFamily="49" charset="0"/>
              </a:rPr>
              <a:t>C is A</a:t>
            </a:r>
          </a:p>
          <a:p>
            <a:pPr marL="0" indent="0">
              <a:buNone/>
            </a:pPr>
            <a:r>
              <a:rPr lang="en-US" dirty="0">
                <a:latin typeface="Courier New" panose="02070309020205020404" pitchFamily="49" charset="0"/>
                <a:cs typeface="Courier New" panose="02070309020205020404" pitchFamily="49" charset="0"/>
              </a:rPr>
              <a:t>True</a:t>
            </a:r>
            <a:endParaRPr lang="nl-BE"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736959151"/>
      </p:ext>
    </p:extLst>
  </p:cSld>
  <p:clrMapOvr>
    <a:masterClrMapping/>
  </p:clrMapOvr>
  <mc:AlternateContent xmlns:mc="http://schemas.openxmlformats.org/markup-compatibility/2006" xmlns:p14="http://schemas.microsoft.com/office/powerpoint/2010/main">
    <mc:Choice Requires="p14">
      <p:transition spd="slow" p14:dur="2000" advTm="70116"/>
    </mc:Choice>
    <mc:Fallback xmlns="">
      <p:transition spd="slow" advTm="70116"/>
    </mc:Fallback>
  </mc:AlternateContent>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Comprehension</a:t>
            </a:r>
            <a:endParaRPr lang="nl-BE" dirty="0"/>
          </a:p>
        </p:txBody>
      </p:sp>
      <p:sp>
        <p:nvSpPr>
          <p:cNvPr id="3" name="Content Placeholder 2"/>
          <p:cNvSpPr>
            <a:spLocks noGrp="1"/>
          </p:cNvSpPr>
          <p:nvPr>
            <p:ph idx="1"/>
          </p:nvPr>
        </p:nvSpPr>
        <p:spPr/>
        <p:txBody>
          <a:bodyPr>
            <a:normAutofit/>
          </a:bodyPr>
          <a:lstStyle/>
          <a:p>
            <a:r>
              <a:rPr lang="en-US" dirty="0"/>
              <a:t>Comprehension: powerful functionality within a single line of code; provides a compact way to create lists, dictionaries, sets</a:t>
            </a:r>
          </a:p>
          <a:p>
            <a:r>
              <a:rPr lang="en-US" dirty="0">
                <a:latin typeface="Courier New" panose="02070309020205020404" pitchFamily="49" charset="0"/>
                <a:cs typeface="Courier New" panose="02070309020205020404" pitchFamily="49" charset="0"/>
              </a:rPr>
              <a:t>squares =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in range(10)]</a:t>
            </a:r>
          </a:p>
          <a:p>
            <a:r>
              <a:rPr lang="en-US" dirty="0" err="1">
                <a:latin typeface="Courier New" panose="02070309020205020404" pitchFamily="49" charset="0"/>
                <a:cs typeface="Courier New" panose="02070309020205020404" pitchFamily="49" charset="0"/>
              </a:rPr>
              <a:t>new_list</a:t>
            </a:r>
            <a:r>
              <a:rPr lang="en-US" dirty="0">
                <a:latin typeface="Courier New" panose="02070309020205020404" pitchFamily="49" charset="0"/>
                <a:cs typeface="Courier New" panose="02070309020205020404" pitchFamily="49" charset="0"/>
              </a:rPr>
              <a:t> = [</a:t>
            </a:r>
            <a:r>
              <a:rPr lang="en-US" i="1" dirty="0">
                <a:latin typeface="Courier New" panose="02070309020205020404" pitchFamily="49" charset="0"/>
                <a:cs typeface="Courier New" panose="02070309020205020404" pitchFamily="49" charset="0"/>
              </a:rPr>
              <a:t>expression</a:t>
            </a:r>
            <a:r>
              <a:rPr lang="en-US" dirty="0">
                <a:latin typeface="Courier New" panose="02070309020205020404" pitchFamily="49" charset="0"/>
                <a:cs typeface="Courier New" panose="02070309020205020404" pitchFamily="49" charset="0"/>
              </a:rPr>
              <a:t> for </a:t>
            </a:r>
            <a:r>
              <a:rPr lang="en-US" i="1" dirty="0">
                <a:latin typeface="Courier New" panose="02070309020205020404" pitchFamily="49" charset="0"/>
                <a:cs typeface="Courier New" panose="02070309020205020404" pitchFamily="49" charset="0"/>
              </a:rPr>
              <a:t>member</a:t>
            </a:r>
            <a:r>
              <a:rPr lang="en-US" dirty="0">
                <a:latin typeface="Courier New" panose="02070309020205020404" pitchFamily="49" charset="0"/>
                <a:cs typeface="Courier New" panose="02070309020205020404" pitchFamily="49" charset="0"/>
              </a:rPr>
              <a:t> in </a:t>
            </a:r>
            <a:r>
              <a:rPr lang="en-US" i="1" dirty="0" err="1">
                <a:latin typeface="Courier New" panose="02070309020205020404" pitchFamily="49" charset="0"/>
                <a:cs typeface="Courier New" panose="02070309020205020404" pitchFamily="49" charset="0"/>
              </a:rPr>
              <a:t>iterable</a:t>
            </a:r>
            <a:r>
              <a:rPr lang="en-US" dirty="0">
                <a:latin typeface="Courier New" panose="02070309020205020404" pitchFamily="49" charset="0"/>
                <a:cs typeface="Courier New" panose="02070309020205020404" pitchFamily="49" charset="0"/>
              </a:rPr>
              <a:t>]</a:t>
            </a:r>
          </a:p>
          <a:p>
            <a:pPr lvl="1"/>
            <a:r>
              <a:rPr lang="en-US" dirty="0"/>
              <a:t>expression is the member itself, a call to a method, or any other valid expression that returns a value. </a:t>
            </a:r>
          </a:p>
          <a:p>
            <a:pPr lvl="1"/>
            <a:r>
              <a:rPr lang="en-US" dirty="0"/>
              <a:t>member is the object or value in the list or </a:t>
            </a:r>
            <a:r>
              <a:rPr lang="en-US" dirty="0" err="1"/>
              <a:t>iterable</a:t>
            </a:r>
            <a:r>
              <a:rPr lang="en-US" dirty="0"/>
              <a:t>. </a:t>
            </a:r>
          </a:p>
          <a:p>
            <a:pPr lvl="1"/>
            <a:r>
              <a:rPr lang="en-US" dirty="0" err="1"/>
              <a:t>iterable</a:t>
            </a:r>
            <a:r>
              <a:rPr lang="en-US" dirty="0"/>
              <a:t> is a list, set, sequence, generator, or any other object that can return its elements one at a time. </a:t>
            </a:r>
            <a:endParaRPr lang="nl-BE" dirty="0"/>
          </a:p>
        </p:txBody>
      </p:sp>
    </p:spTree>
    <p:extLst>
      <p:ext uri="{BB962C8B-B14F-4D97-AF65-F5344CB8AC3E}">
        <p14:creationId xmlns:p14="http://schemas.microsoft.com/office/powerpoint/2010/main" val="2679111294"/>
      </p:ext>
    </p:extLst>
  </p:cSld>
  <p:clrMapOvr>
    <a:masterClrMapping/>
  </p:clrMapOvr>
  <mc:AlternateContent xmlns:mc="http://schemas.openxmlformats.org/markup-compatibility/2006" xmlns:p14="http://schemas.microsoft.com/office/powerpoint/2010/main">
    <mc:Choice Requires="p14">
      <p:transition spd="slow" p14:dur="2000" advTm="68483"/>
    </mc:Choice>
    <mc:Fallback xmlns="">
      <p:transition spd="slow" advTm="68483"/>
    </mc:Fallback>
  </mc:AlternateContent>
  <p:extLst>
    <p:ext uri="{3A86A75C-4F4B-4683-9AE1-C65F6400EC91}">
      <p14:laserTraceLst xmlns:p14="http://schemas.microsoft.com/office/powerpoint/2010/main">
        <p14:tracePtLst>
          <p14:tracePt t="23558" x="3302000" y="2857500"/>
          <p14:tracePt t="23748" x="3302000" y="2851150"/>
          <p14:tracePt t="23878" x="3302000" y="2857500"/>
          <p14:tracePt t="23896" x="3302000" y="2863850"/>
          <p14:tracePt t="23903" x="3302000" y="2870200"/>
          <p14:tracePt t="23927" x="3302000" y="2876550"/>
          <p14:tracePt t="23958" x="3302000" y="2882900"/>
          <p14:tracePt t="23982" x="3302000" y="2889250"/>
          <p14:tracePt t="23990" x="3302000" y="2895600"/>
          <p14:tracePt t="24006" x="3302000" y="2901950"/>
          <p14:tracePt t="24022" x="3302000" y="2908300"/>
          <p14:tracePt t="24038" x="3302000" y="2914650"/>
          <p14:tracePt t="24046" x="3302000" y="2921000"/>
          <p14:tracePt t="24054" x="3308350" y="2933700"/>
          <p14:tracePt t="24069" x="3308350" y="2946400"/>
          <p14:tracePt t="24085" x="3308350" y="2965450"/>
          <p14:tracePt t="24102" x="3308350" y="2984500"/>
          <p14:tracePt t="24120" x="3308350" y="2997200"/>
          <p14:tracePt t="24136" x="3314700" y="3009900"/>
          <p14:tracePt t="24152" x="3314700" y="3022600"/>
          <p14:tracePt t="24168" x="3314700" y="3028950"/>
          <p14:tracePt t="24186" x="3314700" y="3041650"/>
          <p14:tracePt t="24202" x="3314700" y="3054350"/>
          <p14:tracePt t="24219" x="3314700" y="3060700"/>
          <p14:tracePt t="24235" x="3314700" y="3067050"/>
          <p14:tracePt t="24240" x="3314700" y="3073400"/>
          <p14:tracePt t="24269" x="3314700" y="3086100"/>
          <p14:tracePt t="24272" x="3314700" y="3092450"/>
          <p14:tracePt t="24291" x="3314700" y="3098800"/>
          <p14:tracePt t="24311" x="3314700" y="3105150"/>
          <p14:tracePt t="24321" x="3314700" y="3111500"/>
          <p14:tracePt t="24384" x="3314700" y="3117850"/>
          <p14:tracePt t="24402" x="3321050" y="3117850"/>
          <p14:tracePt t="24419" x="3327400" y="3124200"/>
          <p14:tracePt t="24436" x="3340100" y="3136900"/>
          <p14:tracePt t="24452" x="3359150" y="3149600"/>
          <p14:tracePt t="24469" x="3397250" y="3168650"/>
          <p14:tracePt t="24491" x="3429000" y="3175000"/>
          <p14:tracePt t="24494" x="3435350" y="3181350"/>
          <p14:tracePt t="24502" x="3441700" y="3181350"/>
          <p14:tracePt t="24521" x="3467100" y="3181350"/>
          <p14:tracePt t="24535" x="3473450" y="3181350"/>
          <p14:tracePt t="24554" x="3479800" y="3181350"/>
          <p14:tracePt t="24757" x="0" y="0"/>
        </p14:tracePtLst>
        <p14:tracePtLst>
          <p14:tracePt t="25748" x="8636000" y="2717800"/>
          <p14:tracePt t="25869" x="8642350" y="2717800"/>
          <p14:tracePt t="25876" x="8648700" y="2717800"/>
          <p14:tracePt t="25885" x="8674100" y="2717800"/>
          <p14:tracePt t="25919" x="8801100" y="2730500"/>
          <p14:tracePt t="25924" x="8883650" y="2736850"/>
          <p14:tracePt t="25936" x="8928100" y="2743200"/>
          <p14:tracePt t="25952" x="8978900" y="2749550"/>
          <p14:tracePt t="25956" x="9017000" y="2749550"/>
          <p14:tracePt t="25969" x="9036050" y="2749550"/>
          <p14:tracePt t="25985" x="9055100" y="2755900"/>
          <p14:tracePt t="26060" x="9055100" y="2762250"/>
          <p14:tracePt t="26076" x="9061450" y="2768600"/>
          <p14:tracePt t="26094" x="9061450" y="2774950"/>
          <p14:tracePt t="26102" x="9061450" y="2781300"/>
          <p14:tracePt t="26110" x="9061450" y="2787650"/>
          <p14:tracePt t="26119" x="9061450" y="2794000"/>
          <p14:tracePt t="26136" x="9061450" y="2813050"/>
          <p14:tracePt t="26152" x="9061450" y="2838450"/>
          <p14:tracePt t="26171" x="9055100" y="2863850"/>
          <p14:tracePt t="26174" x="9048750" y="2882900"/>
          <p14:tracePt t="26186" x="9036050" y="2908300"/>
          <p14:tracePt t="26204" x="9023350" y="2946400"/>
          <p14:tracePt t="26208" x="9017000" y="2959100"/>
          <p14:tracePt t="26219" x="9010650" y="2978150"/>
          <p14:tracePt t="26239" x="9004300" y="3016250"/>
          <p14:tracePt t="26252" x="9004300" y="3022600"/>
          <p14:tracePt t="26271" x="9004300" y="3041650"/>
          <p14:tracePt t="26287" x="9004300" y="3048000"/>
          <p14:tracePt t="26456" x="8997950" y="3048000"/>
          <p14:tracePt t="26464" x="8997950" y="3060700"/>
          <p14:tracePt t="26473" x="8985250" y="3060700"/>
          <p14:tracePt t="26486" x="8972550" y="3073400"/>
          <p14:tracePt t="26502" x="8947150" y="3086100"/>
          <p14:tracePt t="26507" x="8921750" y="3092450"/>
          <p14:tracePt t="26519" x="8890000" y="3105150"/>
          <p14:tracePt t="26536" x="8851900" y="3117850"/>
          <p14:tracePt t="26552" x="8826500" y="3117850"/>
          <p14:tracePt t="26569" x="8794750" y="3130550"/>
          <p14:tracePt t="26586" x="8782050" y="3130550"/>
          <p14:tracePt t="26602" x="8775700" y="3130550"/>
          <p14:tracePt t="26786" x="0" y="0"/>
        </p14:tracePtLst>
        <p14:tracePtLst>
          <p14:tracePt t="31322" x="5581650" y="3149600"/>
          <p14:tracePt t="31432" x="5575300" y="3155950"/>
          <p14:tracePt t="31451" x="5556250" y="3155950"/>
          <p14:tracePt t="31457" x="5549900" y="3155950"/>
          <p14:tracePt t="31486" x="5480050" y="3155950"/>
          <p14:tracePt t="31491" x="5435600" y="3155950"/>
          <p14:tracePt t="31503" x="5372100" y="3143250"/>
          <p14:tracePt t="31520" x="5251450" y="3117850"/>
          <p14:tracePt t="31536" x="5086350" y="3079750"/>
          <p14:tracePt t="31552" x="4972050" y="3060700"/>
          <p14:tracePt t="31569" x="4864100" y="3041650"/>
          <p14:tracePt t="31586" x="4806950" y="3035300"/>
          <p14:tracePt t="31602" x="4724400" y="3035300"/>
          <p14:tracePt t="31619" x="4654550" y="3028950"/>
          <p14:tracePt t="31625" x="4597400" y="3028950"/>
          <p14:tracePt t="31636" x="4578350" y="3028950"/>
          <p14:tracePt t="31653" x="4508500" y="3028950"/>
          <p14:tracePt t="31669" x="4457700" y="3028950"/>
          <p14:tracePt t="31686" x="4368800" y="3028950"/>
          <p14:tracePt t="31690" x="4343400" y="3028950"/>
          <p14:tracePt t="31702" x="4286250" y="3028950"/>
          <p14:tracePt t="31719" x="4241800" y="3035300"/>
          <p14:tracePt t="31722" x="4222750" y="3035300"/>
          <p14:tracePt t="31736" x="4178300" y="3041650"/>
          <p14:tracePt t="31752" x="4146550" y="3048000"/>
          <p14:tracePt t="31755" x="4127500" y="3060700"/>
          <p14:tracePt t="31770" x="4064000" y="3079750"/>
          <p14:tracePt t="31786" x="4025900" y="3098800"/>
          <p14:tracePt t="31802" x="3962400" y="3124200"/>
          <p14:tracePt t="31819" x="3905250" y="3155950"/>
          <p14:tracePt t="31836" x="3841750" y="3200400"/>
          <p14:tracePt t="31852" x="3803650" y="3232150"/>
          <p14:tracePt t="31869" x="3765550" y="3270250"/>
          <p14:tracePt t="31886" x="3746500" y="3289300"/>
          <p14:tracePt t="31890" x="3740150" y="3302000"/>
          <p14:tracePt t="31902" x="3733800" y="3308350"/>
          <p14:tracePt t="31919" x="3727450" y="3321050"/>
          <p14:tracePt t="31922" x="3721100" y="3340100"/>
          <p14:tracePt t="31936" x="3708400" y="3371850"/>
          <p14:tracePt t="31952" x="3702050" y="3409950"/>
          <p14:tracePt t="31956" x="3702050" y="3422650"/>
          <p14:tracePt t="31969" x="3695700" y="3460750"/>
          <p14:tracePt t="31986" x="3689350" y="3492500"/>
          <p14:tracePt t="31989" x="3689350" y="3524250"/>
          <p14:tracePt t="32003" x="3689350" y="3536950"/>
          <p14:tracePt t="32019" x="3695700" y="3613150"/>
          <p14:tracePt t="32036" x="3727450" y="3676650"/>
          <p14:tracePt t="32053" x="3765550" y="3721100"/>
          <p14:tracePt t="32069" x="3816350" y="3752850"/>
          <p14:tracePt t="32086" x="3867150" y="3778250"/>
          <p14:tracePt t="32102" x="3943350" y="3810000"/>
          <p14:tracePt t="32119" x="4038600" y="3835400"/>
          <p14:tracePt t="32125" x="4127500" y="3848100"/>
          <p14:tracePt t="32136" x="4159250" y="3854450"/>
          <p14:tracePt t="32152" x="4349750" y="3873500"/>
          <p14:tracePt t="32158" x="4381500" y="3879850"/>
          <p14:tracePt t="32169" x="4476750" y="3879850"/>
          <p14:tracePt t="32186" x="4552950" y="3886200"/>
          <p14:tracePt t="32189" x="4629150" y="3886200"/>
          <p14:tracePt t="32203" x="4654550" y="3886200"/>
          <p14:tracePt t="32219" x="4743450" y="3879850"/>
          <p14:tracePt t="32223" x="4787900" y="3867150"/>
          <p14:tracePt t="32236" x="4819650" y="3860800"/>
          <p14:tracePt t="32252" x="4845050" y="3854450"/>
          <p14:tracePt t="32256" x="4857750" y="3848100"/>
          <p14:tracePt t="32270" x="4889500" y="3835400"/>
          <p14:tracePt t="32286" x="4927600" y="3822700"/>
          <p14:tracePt t="32302" x="4965700" y="3816350"/>
          <p14:tracePt t="32319" x="5016500" y="3810000"/>
          <p14:tracePt t="32336" x="5111750" y="3803650"/>
          <p14:tracePt t="32352" x="5194300" y="3803650"/>
          <p14:tracePt t="32357" x="5232400" y="3803650"/>
          <p14:tracePt t="32369" x="5276850" y="3803650"/>
          <p14:tracePt t="32386" x="5372100" y="3790950"/>
          <p14:tracePt t="32402" x="5429250" y="3771900"/>
          <p14:tracePt t="32419" x="5461000" y="3752850"/>
          <p14:tracePt t="32423" x="5473700" y="3740150"/>
          <p14:tracePt t="32436" x="5486400" y="3721100"/>
          <p14:tracePt t="32452" x="5505450" y="3670300"/>
          <p14:tracePt t="32456" x="5505450" y="3657600"/>
          <p14:tracePt t="32470" x="5511800" y="3606800"/>
          <p14:tracePt t="32486" x="5511800" y="3562350"/>
          <p14:tracePt t="32502" x="5499100" y="3517900"/>
          <p14:tracePt t="32519" x="5492750" y="3498850"/>
          <p14:tracePt t="32536" x="5486400" y="3479800"/>
          <p14:tracePt t="32552" x="5486400" y="3467100"/>
          <p14:tracePt t="32569" x="5486400" y="3454400"/>
          <p14:tracePt t="32586" x="5486400" y="3441700"/>
          <p14:tracePt t="32602" x="5486400" y="3429000"/>
          <p14:tracePt t="32619" x="5486400" y="3422650"/>
          <p14:tracePt t="32636" x="5486400" y="3416300"/>
          <p14:tracePt t="32652" x="5480050" y="3403600"/>
          <p14:tracePt t="32657" x="5480050" y="3397250"/>
          <p14:tracePt t="32669" x="5480050" y="3390900"/>
          <p14:tracePt t="32686" x="5473700" y="3384550"/>
          <p14:tracePt t="32689" x="5467350" y="3371850"/>
          <p14:tracePt t="32708" x="5467350" y="3365500"/>
          <p14:tracePt t="32720" x="5461000" y="3365500"/>
          <p14:tracePt t="32738" x="5461000" y="3359150"/>
          <p14:tracePt t="32805" x="0" y="0"/>
        </p14:tracePtLst>
        <p14:tracePtLst>
          <p14:tracePt t="33456" x="6057900" y="3587750"/>
          <p14:tracePt t="33664" x="6057900" y="3594100"/>
          <p14:tracePt t="33680" x="6057900" y="3600450"/>
          <p14:tracePt t="33687" x="6064250" y="3606800"/>
          <p14:tracePt t="33719" x="6070600" y="3619500"/>
          <p14:tracePt t="33736" x="6083300" y="3625850"/>
          <p14:tracePt t="33752" x="6089650" y="3638550"/>
          <p14:tracePt t="33769" x="6102350" y="3644900"/>
          <p14:tracePt t="33786" x="6108700" y="3651250"/>
          <p14:tracePt t="33802" x="6121400" y="3651250"/>
          <p14:tracePt t="33819" x="6127750" y="3657600"/>
          <p14:tracePt t="33836" x="6134100" y="3657600"/>
          <p14:tracePt t="33852" x="6146800" y="3663950"/>
          <p14:tracePt t="33869" x="6153150" y="3663950"/>
          <p14:tracePt t="33872" x="6165850" y="3663950"/>
          <p14:tracePt t="33885" x="6172200" y="3663950"/>
          <p14:tracePt t="33903" x="6191250" y="3670300"/>
          <p14:tracePt t="33905" x="6197600" y="3670300"/>
          <p14:tracePt t="33919" x="6210300" y="3670300"/>
          <p14:tracePt t="33936" x="6223000" y="3676650"/>
          <p14:tracePt t="33940" x="6235700" y="3676650"/>
          <p14:tracePt t="33952" x="6248400" y="3676650"/>
          <p14:tracePt t="33970" x="6292850" y="3683000"/>
          <p14:tracePt t="33986" x="6305550" y="3683000"/>
          <p14:tracePt t="34002" x="6343650" y="3689350"/>
          <p14:tracePt t="34019" x="6375400" y="3702050"/>
          <p14:tracePt t="34036" x="6426200" y="3702050"/>
          <p14:tracePt t="34052" x="6445250" y="3708400"/>
          <p14:tracePt t="34069" x="6496050" y="3714750"/>
          <p14:tracePt t="34086" x="6559550" y="3721100"/>
          <p14:tracePt t="34102" x="6597650" y="3727450"/>
          <p14:tracePt t="34106" x="6629400" y="3733800"/>
          <p14:tracePt t="34119" x="6673850" y="3740150"/>
          <p14:tracePt t="34136" x="6743700" y="3746500"/>
          <p14:tracePt t="34153" x="6788150" y="3752850"/>
          <p14:tracePt t="34169" x="6858000" y="3752850"/>
          <p14:tracePt t="34174" x="6902450" y="3752850"/>
          <p14:tracePt t="34188" x="6934200" y="3752850"/>
          <p14:tracePt t="34203" x="6965950" y="3752850"/>
          <p14:tracePt t="34206" x="7010400" y="3752850"/>
          <p14:tracePt t="34219" x="7048500" y="3752850"/>
          <p14:tracePt t="34236" x="7118350" y="3759200"/>
          <p14:tracePt t="34252" x="7194550" y="3759200"/>
          <p14:tracePt t="34269" x="7232650" y="3759200"/>
          <p14:tracePt t="34286" x="7315200" y="3759200"/>
          <p14:tracePt t="34303" x="7353300" y="3759200"/>
          <p14:tracePt t="34319" x="7442200" y="3765550"/>
          <p14:tracePt t="34336" x="7486650" y="3765550"/>
          <p14:tracePt t="34340" x="7537450" y="3771900"/>
          <p14:tracePt t="34353" x="7581900" y="3771900"/>
          <p14:tracePt t="34369" x="7632700" y="3771900"/>
          <p14:tracePt t="34373" x="7677150" y="3778250"/>
          <p14:tracePt t="34386" x="7727950" y="3778250"/>
          <p14:tracePt t="34403" x="7778750" y="3778250"/>
          <p14:tracePt t="34406" x="7829550" y="3778250"/>
          <p14:tracePt t="34422" x="7943850" y="3778250"/>
          <p14:tracePt t="34436" x="8039100" y="3778250"/>
          <p14:tracePt t="34455" x="8153400" y="3778250"/>
          <p14:tracePt t="34469" x="8255000" y="3778250"/>
          <p14:tracePt t="34490" x="8356600" y="3771900"/>
          <p14:tracePt t="34493" x="8407400" y="3771900"/>
          <p14:tracePt t="34503" x="8458200" y="3771900"/>
          <p14:tracePt t="34521" x="8553450" y="3771900"/>
          <p14:tracePt t="34536" x="8629650" y="3778250"/>
          <p14:tracePt t="34553" x="8693150" y="3784600"/>
          <p14:tracePt t="34569" x="8756650" y="3790950"/>
          <p14:tracePt t="34586" x="8807450" y="3797300"/>
          <p14:tracePt t="34602" x="8858250" y="3797300"/>
          <p14:tracePt t="34619" x="8915400" y="3797300"/>
          <p14:tracePt t="34622" x="8940800" y="3797300"/>
          <p14:tracePt t="34636" x="8966200" y="3797300"/>
          <p14:tracePt t="34652" x="9036050" y="3784600"/>
          <p14:tracePt t="34655" x="9074150" y="3778250"/>
          <p14:tracePt t="34669" x="9144000" y="3771900"/>
          <p14:tracePt t="34686" x="9226550" y="3765550"/>
          <p14:tracePt t="34702" x="9271000" y="3765550"/>
          <p14:tracePt t="34719" x="9366250" y="3765550"/>
          <p14:tracePt t="34736" x="9474200" y="3765550"/>
          <p14:tracePt t="34752" x="9575800" y="3765550"/>
          <p14:tracePt t="34769" x="9664700" y="3765550"/>
          <p14:tracePt t="34786" x="9702800" y="3765550"/>
          <p14:tracePt t="34802" x="9728200" y="3765550"/>
          <p14:tracePt t="34819" x="9772650" y="3752850"/>
          <p14:tracePt t="34823" x="9791700" y="3746500"/>
          <p14:tracePt t="34836" x="9798050" y="3746500"/>
          <p14:tracePt t="34852" x="9842500" y="3733800"/>
          <p14:tracePt t="34856" x="9855200" y="3727450"/>
          <p14:tracePt t="34869" x="9867900" y="3721100"/>
          <p14:tracePt t="34886" x="9906000" y="3708400"/>
          <p14:tracePt t="34889" x="9925050" y="3702050"/>
          <p14:tracePt t="34903" x="9937750" y="3702050"/>
          <p14:tracePt t="34920" x="9988550" y="3676650"/>
          <p14:tracePt t="34936" x="10013950" y="3657600"/>
          <p14:tracePt t="34952" x="10039350" y="3644900"/>
          <p14:tracePt t="34969" x="10052050" y="3632200"/>
          <p14:tracePt t="34986" x="10102850" y="3600450"/>
          <p14:tracePt t="35002" x="10134600" y="3581400"/>
          <p14:tracePt t="35019" x="10153650" y="3556000"/>
          <p14:tracePt t="35036" x="10179050" y="3536950"/>
          <p14:tracePt t="35052" x="10191750" y="3505200"/>
          <p14:tracePt t="35069" x="10210800" y="3473450"/>
          <p14:tracePt t="35086" x="10210800" y="3441700"/>
          <p14:tracePt t="35089" x="10210800" y="3422650"/>
          <p14:tracePt t="35103" x="10210800" y="3403600"/>
          <p14:tracePt t="35119" x="10210800" y="3314700"/>
          <p14:tracePt t="35123" x="10204450" y="3295650"/>
          <p14:tracePt t="35136" x="10198100" y="3263900"/>
          <p14:tracePt t="35152" x="10179050" y="3225800"/>
          <p14:tracePt t="35155" x="10172700" y="3206750"/>
          <p14:tracePt t="35170" x="10147300" y="3181350"/>
          <p14:tracePt t="35186" x="10115550" y="3162300"/>
          <p14:tracePt t="35202" x="10090150" y="3149600"/>
          <p14:tracePt t="35219" x="10058400" y="3143250"/>
          <p14:tracePt t="35236" x="10026650" y="3143250"/>
          <p14:tracePt t="35252" x="9975850" y="3143250"/>
          <p14:tracePt t="35269" x="9906000" y="3143250"/>
          <p14:tracePt t="35286" x="9836150" y="3136900"/>
          <p14:tracePt t="35302" x="9766300" y="3136900"/>
          <p14:tracePt t="35319" x="9639300" y="3117850"/>
          <p14:tracePt t="35336" x="9518650" y="3105150"/>
          <p14:tracePt t="35352" x="9385300" y="3098800"/>
          <p14:tracePt t="35356" x="9271000" y="3092450"/>
          <p14:tracePt t="35369" x="9124950" y="3079750"/>
          <p14:tracePt t="35386" x="8928100" y="3079750"/>
          <p14:tracePt t="35389" x="8870950" y="3079750"/>
          <p14:tracePt t="35404" x="8718550" y="3079750"/>
          <p14:tracePt t="35420" x="8578850" y="3086100"/>
          <p14:tracePt t="35436" x="8464550" y="3092450"/>
          <p14:tracePt t="35452" x="8420100" y="3092450"/>
          <p14:tracePt t="35469" x="8382000" y="3098800"/>
          <p14:tracePt t="35486" x="8356600" y="3098800"/>
          <p14:tracePt t="35493" x="8337550" y="3105150"/>
          <p14:tracePt t="35503" x="8312150" y="3105150"/>
          <p14:tracePt t="35519" x="8255000" y="3111500"/>
          <p14:tracePt t="35523" x="8204200" y="3117850"/>
          <p14:tracePt t="35536" x="8147050" y="3117850"/>
          <p14:tracePt t="35552" x="8045450" y="3124200"/>
          <p14:tracePt t="35569" x="7893050" y="3130550"/>
          <p14:tracePt t="35586" x="7747000" y="3130550"/>
          <p14:tracePt t="35590" x="7683500" y="3130550"/>
          <p14:tracePt t="35602" x="7613650" y="3130550"/>
          <p14:tracePt t="35619" x="7480300" y="3130550"/>
          <p14:tracePt t="35622" x="7416800" y="3130550"/>
          <p14:tracePt t="35636" x="7366000" y="3130550"/>
          <p14:tracePt t="35653" x="7264400" y="3130550"/>
          <p14:tracePt t="35655" x="7251700" y="3130550"/>
          <p14:tracePt t="35669" x="7194550" y="3130550"/>
          <p14:tracePt t="35686" x="7150100" y="3136900"/>
          <p14:tracePt t="35702" x="7105650" y="3149600"/>
          <p14:tracePt t="35719" x="7073900" y="3162300"/>
          <p14:tracePt t="35736" x="7029450" y="3168650"/>
          <p14:tracePt t="35752" x="6985000" y="3181350"/>
          <p14:tracePt t="35769" x="6940550" y="3194050"/>
          <p14:tracePt t="35786" x="6896100" y="3206750"/>
          <p14:tracePt t="35790" x="6877050" y="3213100"/>
          <p14:tracePt t="35802" x="6838950" y="3225800"/>
          <p14:tracePt t="35819" x="6800850" y="3238500"/>
          <p14:tracePt t="35823" x="6788150" y="3244850"/>
          <p14:tracePt t="35836" x="6769100" y="3251200"/>
          <p14:tracePt t="35852" x="6756400" y="3263900"/>
          <p14:tracePt t="35857" x="6750050" y="3282950"/>
          <p14:tracePt t="35869" x="6743700" y="3282950"/>
          <p14:tracePt t="35886" x="6737350" y="3302000"/>
          <p14:tracePt t="35889" x="6737350" y="3308350"/>
          <p14:tracePt t="35903" x="6731000" y="3314700"/>
          <p14:tracePt t="35920" x="6724650" y="3346450"/>
          <p14:tracePt t="35936" x="6724650" y="3371850"/>
          <p14:tracePt t="35952" x="6724650" y="3390900"/>
          <p14:tracePt t="35969" x="6724650" y="3403600"/>
          <p14:tracePt t="35986" x="6731000" y="3429000"/>
          <p14:tracePt t="36003" x="6737350" y="3448050"/>
          <p14:tracePt t="36020" x="6750050" y="3473450"/>
          <p14:tracePt t="36038" x="6762750" y="3492500"/>
          <p14:tracePt t="36040" x="6769100" y="3498850"/>
          <p14:tracePt t="36052" x="6775450" y="3505200"/>
          <p14:tracePt t="36072" x="6813550" y="3543300"/>
          <p14:tracePt t="36086" x="6826250" y="3549650"/>
          <p14:tracePt t="36106" x="6883400" y="3581400"/>
          <p14:tracePt t="36119" x="6915150" y="3600450"/>
          <p14:tracePt t="36136" x="6965950" y="3625850"/>
          <p14:tracePt t="36139" x="7016750" y="3644900"/>
          <p14:tracePt t="36152" x="7067550" y="3663950"/>
          <p14:tracePt t="36170" x="7226300" y="3714750"/>
          <p14:tracePt t="36186" x="7340600" y="3740150"/>
          <p14:tracePt t="36205" x="7473950" y="3778250"/>
          <p14:tracePt t="36219" x="7600950" y="3803650"/>
          <p14:tracePt t="36237" x="7740650" y="3822700"/>
          <p14:tracePt t="36253" x="7842250" y="3835400"/>
          <p14:tracePt t="36269" x="7912100" y="3841750"/>
          <p14:tracePt t="36286" x="7969250" y="3841750"/>
          <p14:tracePt t="36302" x="7988300" y="3841750"/>
          <p14:tracePt t="36306" x="8007350" y="3841750"/>
          <p14:tracePt t="36319" x="8013700" y="3841750"/>
          <p14:tracePt t="36336" x="8020050" y="3841750"/>
          <p14:tracePt t="36621" x="0" y="0"/>
        </p14:tracePtLst>
        <p14:tracePtLst>
          <p14:tracePt t="44006" x="5543550" y="3130550"/>
          <p14:tracePt t="44051" x="5549900" y="3130550"/>
          <p14:tracePt t="44204" x="5556250" y="3130550"/>
          <p14:tracePt t="44212" x="5562600" y="3130550"/>
          <p14:tracePt t="44228" x="5568950" y="3130550"/>
          <p14:tracePt t="44236" x="5575300" y="3130550"/>
          <p14:tracePt t="44255" x="5613400" y="3149600"/>
          <p14:tracePt t="44269" x="5645150" y="3162300"/>
          <p14:tracePt t="44289" x="5670550" y="3175000"/>
          <p14:tracePt t="44292" x="5683250" y="3181350"/>
          <p14:tracePt t="44303" x="5702300" y="3187700"/>
          <p14:tracePt t="44324" x="5740400" y="3200400"/>
          <p14:tracePt t="44326" x="5753100" y="3206750"/>
          <p14:tracePt t="44336" x="5772150" y="3213100"/>
          <p14:tracePt t="44354" x="5791200" y="3219450"/>
          <p14:tracePt t="44357" x="5810250" y="3219450"/>
          <p14:tracePt t="44369" x="5822950" y="3219450"/>
          <p14:tracePt t="44387" x="5829300" y="3219450"/>
          <p14:tracePt t="44429" x="5835650" y="3219450"/>
          <p14:tracePt t="44437" x="5835650" y="3213100"/>
          <p14:tracePt t="44456" x="5835650" y="3206750"/>
          <p14:tracePt t="44472" x="5835650" y="3200400"/>
          <p14:tracePt t="44479" x="5835650" y="3194050"/>
          <p14:tracePt t="44491" x="5842000" y="3187700"/>
          <p14:tracePt t="44502" x="5842000" y="3181350"/>
          <p14:tracePt t="44520" x="5842000" y="3168650"/>
          <p14:tracePt t="44536" x="5854700" y="3143250"/>
          <p14:tracePt t="44553" x="5873750" y="3117850"/>
          <p14:tracePt t="44569" x="5886450" y="3098800"/>
          <p14:tracePt t="44586" x="5911850" y="3067050"/>
          <p14:tracePt t="44603" x="5930900" y="3048000"/>
          <p14:tracePt t="44619" x="5943600" y="3022600"/>
          <p14:tracePt t="44622" x="5943600" y="3016250"/>
          <p14:tracePt t="44636" x="5949950" y="3009900"/>
          <p14:tracePt t="44653" x="5956300" y="2997200"/>
          <p14:tracePt t="44671" x="5956300" y="2990850"/>
          <p14:tracePt t="44734" x="5956300" y="2984500"/>
          <p14:tracePt t="44760" x="5949950" y="2978150"/>
          <p14:tracePt t="44769" x="5949950" y="2971800"/>
          <p14:tracePt t="44786" x="5943600" y="2971800"/>
          <p14:tracePt t="44803" x="5930900" y="2959100"/>
          <p14:tracePt t="44819" x="5918200" y="2952750"/>
          <p14:tracePt t="44836" x="5911850" y="2946400"/>
          <p14:tracePt t="44853" x="5905500" y="2940050"/>
          <p14:tracePt t="44856" x="5905500" y="2933700"/>
          <p14:tracePt t="44883" x="5899150" y="2927350"/>
          <p14:tracePt t="44896" x="5892800" y="2927350"/>
          <p14:tracePt t="44906" x="5892800" y="2921000"/>
          <p14:tracePt t="44920" x="5886450" y="2914650"/>
          <p14:tracePt t="44936" x="5873750" y="2908300"/>
          <p14:tracePt t="44953" x="5861050" y="2901950"/>
          <p14:tracePt t="44969" x="5848350" y="2889250"/>
          <p14:tracePt t="44986" x="5835650" y="2876550"/>
          <p14:tracePt t="45003" x="5816600" y="2876550"/>
          <p14:tracePt t="45019" x="5816600" y="2870200"/>
          <p14:tracePt t="45036" x="5810250" y="2870200"/>
          <p14:tracePt t="45075" x="5803900" y="2870200"/>
          <p14:tracePt t="45212" x="0" y="0"/>
        </p14:tracePtLst>
      </p14:laserTraceLst>
    </p:ext>
  </p:extLst>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iterators</a:t>
            </a:r>
            <a:endParaRPr lang="nl-BE" dirty="0"/>
          </a:p>
        </p:txBody>
      </p:sp>
      <p:sp>
        <p:nvSpPr>
          <p:cNvPr id="3" name="Content Placeholder 2"/>
          <p:cNvSpPr>
            <a:spLocks noGrp="1"/>
          </p:cNvSpPr>
          <p:nvPr>
            <p:ph idx="1"/>
          </p:nvPr>
        </p:nvSpPr>
        <p:spPr/>
        <p:txBody>
          <a:bodyPr>
            <a:normAutofit fontScale="85000" lnSpcReduction="20000"/>
          </a:bodyPr>
          <a:lstStyle/>
          <a:p>
            <a:r>
              <a:rPr lang="en-US" dirty="0"/>
              <a:t>an important piece of programming is repeating a similar calculation, over and over, in an automated fashion.</a:t>
            </a:r>
          </a:p>
          <a:p>
            <a:r>
              <a:rPr lang="en-US" dirty="0"/>
              <a:t>An iterator is an object that implements the </a:t>
            </a:r>
            <a:r>
              <a:rPr lang="en-US" dirty="0">
                <a:latin typeface="Courier New" panose="02070309020205020404" pitchFamily="49" charset="0"/>
                <a:cs typeface="Courier New" panose="02070309020205020404" pitchFamily="49" charset="0"/>
              </a:rPr>
              <a:t>next</a:t>
            </a:r>
            <a:r>
              <a:rPr lang="en-US" dirty="0"/>
              <a:t> protocol and raises </a:t>
            </a:r>
            <a:r>
              <a:rPr lang="en-US" dirty="0" err="1">
                <a:latin typeface="Courier New" panose="02070309020205020404" pitchFamily="49" charset="0"/>
                <a:cs typeface="Courier New" panose="02070309020205020404" pitchFamily="49" charset="0"/>
              </a:rPr>
              <a:t>StopIteration</a:t>
            </a:r>
            <a:r>
              <a:rPr lang="en-US" dirty="0"/>
              <a:t> when exhausted.</a:t>
            </a:r>
          </a:p>
          <a:p>
            <a:r>
              <a:rPr lang="en-US" dirty="0"/>
              <a:t>A list is an </a:t>
            </a:r>
            <a:r>
              <a:rPr lang="en-US" dirty="0" err="1"/>
              <a:t>iterable</a:t>
            </a:r>
            <a:r>
              <a:rPr lang="en-US" dirty="0"/>
              <a:t> object but not an iterator.</a:t>
            </a:r>
          </a:p>
          <a:p>
            <a:r>
              <a:rPr lang="en-US" dirty="0"/>
              <a:t>range iterator</a:t>
            </a:r>
          </a:p>
          <a:p>
            <a:pPr marL="0" indent="0">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in range(10):</a:t>
            </a:r>
          </a:p>
          <a:p>
            <a:pPr marL="0" indent="0">
              <a:buNone/>
            </a:pPr>
            <a:r>
              <a:rPr lang="nl-BE" dirty="0">
                <a:latin typeface="Courier New" panose="02070309020205020404" pitchFamily="49" charset="0"/>
                <a:cs typeface="Courier New" panose="02070309020205020404" pitchFamily="49" charset="0"/>
              </a:rPr>
              <a:t>    print(i, end=' ')</a:t>
            </a:r>
          </a:p>
          <a:p>
            <a:r>
              <a:rPr lang="en-US" dirty="0">
                <a:latin typeface="Courier New" panose="02070309020205020404" pitchFamily="49" charset="0"/>
                <a:cs typeface="Courier New" panose="02070309020205020404" pitchFamily="49" charset="0"/>
              </a:rPr>
              <a:t>for </a:t>
            </a:r>
            <a:r>
              <a:rPr lang="en-US" i="1" dirty="0">
                <a:latin typeface="Courier New" panose="02070309020205020404" pitchFamily="49" charset="0"/>
                <a:cs typeface="Courier New" panose="02070309020205020404" pitchFamily="49" charset="0"/>
              </a:rPr>
              <a:t>x </a:t>
            </a:r>
            <a:r>
              <a:rPr lang="en-US" dirty="0">
                <a:latin typeface="Courier New" panose="02070309020205020404" pitchFamily="49" charset="0"/>
                <a:cs typeface="Courier New" panose="02070309020205020404" pitchFamily="49" charset="0"/>
              </a:rPr>
              <a:t>in </a:t>
            </a:r>
            <a:r>
              <a:rPr lang="en-US" i="1" dirty="0">
                <a:latin typeface="Courier New" panose="02070309020205020404" pitchFamily="49" charset="0"/>
                <a:cs typeface="Courier New" panose="02070309020205020404" pitchFamily="49" charset="0"/>
              </a:rPr>
              <a:t>y </a:t>
            </a:r>
            <a:r>
              <a:rPr lang="en-US" dirty="0"/>
              <a:t>syntax allows to repeat some operation</a:t>
            </a:r>
          </a:p>
          <a:p>
            <a:pPr lvl="1"/>
            <a:r>
              <a:rPr lang="nl-BE" dirty="0" err="1"/>
              <a:t>the</a:t>
            </a:r>
            <a:r>
              <a:rPr lang="nl-BE" dirty="0"/>
              <a:t> Python </a:t>
            </a:r>
            <a:r>
              <a:rPr lang="nl-BE" dirty="0" err="1"/>
              <a:t>interpreter</a:t>
            </a:r>
            <a:r>
              <a:rPr lang="nl-BE" dirty="0"/>
              <a:t> </a:t>
            </a:r>
            <a:r>
              <a:rPr lang="en-US" dirty="0"/>
              <a:t>checks whether it has an </a:t>
            </a:r>
            <a:r>
              <a:rPr lang="en-US" i="1" dirty="0"/>
              <a:t>iterator </a:t>
            </a:r>
            <a:r>
              <a:rPr lang="en-US" dirty="0"/>
              <a:t>interface</a:t>
            </a:r>
          </a:p>
          <a:p>
            <a:pPr lvl="1"/>
            <a:r>
              <a:rPr lang="en-US" dirty="0"/>
              <a:t>Check with </a:t>
            </a:r>
            <a:r>
              <a:rPr lang="en-US" dirty="0" err="1">
                <a:latin typeface="Courier New" panose="02070309020205020404" pitchFamily="49" charset="0"/>
                <a:cs typeface="Courier New" panose="02070309020205020404" pitchFamily="49" charset="0"/>
              </a:rPr>
              <a:t>iter</a:t>
            </a:r>
            <a:endParaRPr lang="en-US" dirty="0">
              <a:latin typeface="Courier New" panose="02070309020205020404" pitchFamily="49" charset="0"/>
              <a:cs typeface="Courier New" panose="02070309020205020404" pitchFamily="49" charset="0"/>
            </a:endParaRPr>
          </a:p>
          <a:p>
            <a:pPr marL="457200" lvl="1" indent="0">
              <a:buNone/>
            </a:pPr>
            <a:r>
              <a:rPr lang="de-DE" dirty="0" err="1">
                <a:latin typeface="Courier New" panose="02070309020205020404" pitchFamily="49" charset="0"/>
                <a:cs typeface="Courier New" panose="02070309020205020404" pitchFamily="49" charset="0"/>
              </a:rPr>
              <a:t>iter</a:t>
            </a:r>
            <a:r>
              <a:rPr lang="de-DE" dirty="0">
                <a:latin typeface="Courier New" panose="02070309020205020404" pitchFamily="49" charset="0"/>
                <a:cs typeface="Courier New" panose="02070309020205020404" pitchFamily="49" charset="0"/>
              </a:rPr>
              <a:t>([2, 4, 6, 8, 10])</a:t>
            </a:r>
          </a:p>
          <a:p>
            <a:pPr marL="457200" lvl="1" indent="0">
              <a:buNone/>
            </a:pPr>
            <a:r>
              <a:rPr lang="en-US" dirty="0">
                <a:latin typeface="Courier New" panose="02070309020205020404" pitchFamily="49" charset="0"/>
                <a:cs typeface="Courier New" panose="02070309020205020404" pitchFamily="49" charset="0"/>
              </a:rPr>
              <a:t>&lt;</a:t>
            </a:r>
            <a:r>
              <a:rPr lang="en-US" dirty="0" err="1">
                <a:latin typeface="Courier New" panose="02070309020205020404" pitchFamily="49" charset="0"/>
                <a:cs typeface="Courier New" panose="02070309020205020404" pitchFamily="49" charset="0"/>
              </a:rPr>
              <a:t>list_iterator</a:t>
            </a:r>
            <a:r>
              <a:rPr lang="en-US" dirty="0">
                <a:latin typeface="Courier New" panose="02070309020205020404" pitchFamily="49" charset="0"/>
                <a:cs typeface="Courier New" panose="02070309020205020404" pitchFamily="49" charset="0"/>
              </a:rPr>
              <a:t> at 0x104722400&gt;</a:t>
            </a:r>
          </a:p>
        </p:txBody>
      </p:sp>
    </p:spTree>
    <p:extLst>
      <p:ext uri="{BB962C8B-B14F-4D97-AF65-F5344CB8AC3E}">
        <p14:creationId xmlns:p14="http://schemas.microsoft.com/office/powerpoint/2010/main" val="2314540615"/>
      </p:ext>
    </p:extLst>
  </p:cSld>
  <p:clrMapOvr>
    <a:masterClrMapping/>
  </p:clrMapOvr>
  <mc:AlternateContent xmlns:mc="http://schemas.openxmlformats.org/markup-compatibility/2006" xmlns:p14="http://schemas.microsoft.com/office/powerpoint/2010/main">
    <mc:Choice Requires="p14">
      <p:transition spd="slow" p14:dur="2000" advTm="64822"/>
    </mc:Choice>
    <mc:Fallback xmlns="">
      <p:transition spd="slow" advTm="64822"/>
    </mc:Fallback>
  </mc:AlternateContent>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iterators</a:t>
            </a:r>
            <a:endParaRPr lang="nl-BE" dirty="0"/>
          </a:p>
        </p:txBody>
      </p:sp>
      <p:sp>
        <p:nvSpPr>
          <p:cNvPr id="3" name="Content Placeholder 2"/>
          <p:cNvSpPr>
            <a:spLocks noGrp="1"/>
          </p:cNvSpPr>
          <p:nvPr>
            <p:ph idx="1"/>
          </p:nvPr>
        </p:nvSpPr>
        <p:spPr/>
        <p:txBody>
          <a:bodyPr/>
          <a:lstStyle/>
          <a:p>
            <a:r>
              <a:rPr lang="en-US" dirty="0"/>
              <a:t>The benefit of the iterator indirection is that </a:t>
            </a:r>
            <a:r>
              <a:rPr lang="en-US" i="1" dirty="0"/>
              <a:t>the full list is never </a:t>
            </a:r>
            <a:r>
              <a:rPr lang="nl-BE" i="1" dirty="0" err="1"/>
              <a:t>explicitly</a:t>
            </a:r>
            <a:r>
              <a:rPr lang="nl-BE" i="1" dirty="0"/>
              <a:t> </a:t>
            </a:r>
            <a:r>
              <a:rPr lang="nl-BE" i="1" dirty="0" err="1"/>
              <a:t>created</a:t>
            </a:r>
            <a:r>
              <a:rPr lang="nl-BE" i="1" dirty="0"/>
              <a:t>!</a:t>
            </a:r>
          </a:p>
          <a:p>
            <a:pPr marL="0" indent="0">
              <a:buNone/>
            </a:pPr>
            <a:r>
              <a:rPr lang="nl-BE" dirty="0">
                <a:latin typeface="Courier New" panose="02070309020205020404" pitchFamily="49" charset="0"/>
                <a:cs typeface="Courier New" panose="02070309020205020404" pitchFamily="49" charset="0"/>
              </a:rPr>
              <a:t>N = 10 ** 12</a:t>
            </a:r>
          </a:p>
          <a:p>
            <a:pPr marL="0" indent="0">
              <a:buNone/>
            </a:pPr>
            <a:r>
              <a:rPr lang="nl-BE" b="1" dirty="0" err="1">
                <a:latin typeface="Courier New" panose="02070309020205020404" pitchFamily="49" charset="0"/>
                <a:cs typeface="Courier New" panose="02070309020205020404" pitchFamily="49" charset="0"/>
              </a:rPr>
              <a:t>for</a:t>
            </a:r>
            <a:r>
              <a:rPr lang="nl-BE" b="1" dirty="0">
                <a:latin typeface="Courier New" panose="02070309020205020404" pitchFamily="49" charset="0"/>
                <a:cs typeface="Courier New" panose="02070309020205020404" pitchFamily="49" charset="0"/>
              </a:rPr>
              <a:t> </a:t>
            </a:r>
            <a:r>
              <a:rPr lang="nl-BE" dirty="0">
                <a:latin typeface="Courier New" panose="02070309020205020404" pitchFamily="49" charset="0"/>
                <a:cs typeface="Courier New" panose="02070309020205020404" pitchFamily="49" charset="0"/>
              </a:rPr>
              <a:t>i </a:t>
            </a:r>
            <a:r>
              <a:rPr lang="nl-BE" b="1" dirty="0">
                <a:latin typeface="Courier New" panose="02070309020205020404" pitchFamily="49" charset="0"/>
                <a:cs typeface="Courier New" panose="02070309020205020404" pitchFamily="49" charset="0"/>
              </a:rPr>
              <a:t>in </a:t>
            </a:r>
            <a:r>
              <a:rPr lang="nl-BE" dirty="0">
                <a:latin typeface="Courier New" panose="02070309020205020404" pitchFamily="49" charset="0"/>
                <a:cs typeface="Courier New" panose="02070309020205020404" pitchFamily="49" charset="0"/>
              </a:rPr>
              <a:t>range(N):</a:t>
            </a:r>
          </a:p>
          <a:p>
            <a:pPr marL="0" indent="0">
              <a:buNone/>
            </a:pPr>
            <a:r>
              <a:rPr lang="nl-BE" b="1" dirty="0">
                <a:latin typeface="Courier New" panose="02070309020205020404" pitchFamily="49" charset="0"/>
                <a:cs typeface="Courier New" panose="02070309020205020404" pitchFamily="49" charset="0"/>
              </a:rPr>
              <a:t>    </a:t>
            </a:r>
            <a:r>
              <a:rPr lang="nl-BE" b="1" dirty="0" err="1">
                <a:latin typeface="Courier New" panose="02070309020205020404" pitchFamily="49" charset="0"/>
                <a:cs typeface="Courier New" panose="02070309020205020404" pitchFamily="49" charset="0"/>
              </a:rPr>
              <a:t>if</a:t>
            </a:r>
            <a:r>
              <a:rPr lang="nl-BE" b="1" dirty="0">
                <a:latin typeface="Courier New" panose="02070309020205020404" pitchFamily="49" charset="0"/>
                <a:cs typeface="Courier New" panose="02070309020205020404" pitchFamily="49" charset="0"/>
              </a:rPr>
              <a:t> </a:t>
            </a:r>
            <a:r>
              <a:rPr lang="nl-BE" dirty="0">
                <a:latin typeface="Courier New" panose="02070309020205020404" pitchFamily="49" charset="0"/>
                <a:cs typeface="Courier New" panose="02070309020205020404" pitchFamily="49" charset="0"/>
              </a:rPr>
              <a:t>i &gt;= 10: </a:t>
            </a:r>
            <a:r>
              <a:rPr lang="nl-BE" b="1" dirty="0">
                <a:latin typeface="Courier New" panose="02070309020205020404" pitchFamily="49" charset="0"/>
                <a:cs typeface="Courier New" panose="02070309020205020404" pitchFamily="49" charset="0"/>
              </a:rPr>
              <a:t>break</a:t>
            </a:r>
          </a:p>
          <a:p>
            <a:pPr marL="0" indent="0">
              <a:buNone/>
            </a:pPr>
            <a:r>
              <a:rPr lang="nl-BE" b="1" dirty="0">
                <a:latin typeface="Courier New" panose="02070309020205020404" pitchFamily="49" charset="0"/>
                <a:cs typeface="Courier New" panose="02070309020205020404" pitchFamily="49" charset="0"/>
              </a:rPr>
              <a:t>    print</a:t>
            </a:r>
            <a:r>
              <a:rPr lang="nl-BE" dirty="0">
                <a:latin typeface="Courier New" panose="02070309020205020404" pitchFamily="49" charset="0"/>
                <a:cs typeface="Courier New" panose="02070309020205020404" pitchFamily="49" charset="0"/>
              </a:rPr>
              <a:t>(i, end=', ')</a:t>
            </a:r>
          </a:p>
        </p:txBody>
      </p:sp>
    </p:spTree>
    <p:extLst>
      <p:ext uri="{BB962C8B-B14F-4D97-AF65-F5344CB8AC3E}">
        <p14:creationId xmlns:p14="http://schemas.microsoft.com/office/powerpoint/2010/main" val="27025214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iter</a:t>
            </a:r>
            <a:endParaRPr lang="nl-BE" dirty="0"/>
          </a:p>
        </p:txBody>
      </p:sp>
      <p:sp>
        <p:nvSpPr>
          <p:cNvPr id="3" name="Content Placeholder 2"/>
          <p:cNvSpPr>
            <a:spLocks noGrp="1"/>
          </p:cNvSpPr>
          <p:nvPr>
            <p:ph idx="1"/>
          </p:nvPr>
        </p:nvSpPr>
        <p:spPr/>
        <p:txBody>
          <a:bodyPr>
            <a:normAutofit lnSpcReduction="10000"/>
          </a:bodyPr>
          <a:lstStyle/>
          <a:p>
            <a:r>
              <a:rPr lang="en-US" dirty="0" err="1">
                <a:latin typeface="Courier New" panose="02070309020205020404" pitchFamily="49" charset="0"/>
                <a:cs typeface="Courier New" panose="02070309020205020404" pitchFamily="49" charset="0"/>
              </a:rPr>
              <a:t>iter</a:t>
            </a:r>
            <a:r>
              <a:rPr lang="en-US" dirty="0"/>
              <a:t> object is a container that gives you access to the </a:t>
            </a:r>
            <a:r>
              <a:rPr lang="en-US" dirty="0">
                <a:latin typeface="Courier New" panose="02070309020205020404" pitchFamily="49" charset="0"/>
                <a:cs typeface="Courier New" panose="02070309020205020404" pitchFamily="49" charset="0"/>
              </a:rPr>
              <a:t>next</a:t>
            </a:r>
            <a:r>
              <a:rPr lang="en-US" dirty="0"/>
              <a:t> object for as long as it’s valid</a:t>
            </a:r>
          </a:p>
          <a:p>
            <a:pPr marL="0" indent="0">
              <a:buNone/>
            </a:pPr>
            <a:r>
              <a:rPr lang="nl-BE" dirty="0">
                <a:latin typeface="Courier New" panose="02070309020205020404" pitchFamily="49" charset="0"/>
                <a:cs typeface="Courier New" panose="02070309020205020404" pitchFamily="49" charset="0"/>
              </a:rPr>
              <a:t>In [4]: I = </a:t>
            </a:r>
            <a:r>
              <a:rPr lang="nl-BE" dirty="0" err="1">
                <a:latin typeface="Courier New" panose="02070309020205020404" pitchFamily="49" charset="0"/>
                <a:cs typeface="Courier New" panose="02070309020205020404" pitchFamily="49" charset="0"/>
              </a:rPr>
              <a:t>iter</a:t>
            </a:r>
            <a:r>
              <a:rPr lang="nl-BE" dirty="0">
                <a:latin typeface="Courier New" panose="02070309020205020404" pitchFamily="49" charset="0"/>
                <a:cs typeface="Courier New" panose="02070309020205020404" pitchFamily="49" charset="0"/>
              </a:rPr>
              <a:t>([2, 4, 6, 8, 10])</a:t>
            </a:r>
          </a:p>
          <a:p>
            <a:pPr marL="0" indent="0">
              <a:buNone/>
            </a:pPr>
            <a:r>
              <a:rPr lang="nl-BE" dirty="0">
                <a:latin typeface="Courier New" panose="02070309020205020404" pitchFamily="49" charset="0"/>
                <a:cs typeface="Courier New" panose="02070309020205020404" pitchFamily="49" charset="0"/>
              </a:rPr>
              <a:t>In [5]: </a:t>
            </a:r>
            <a:r>
              <a:rPr lang="nl-BE" b="1" dirty="0">
                <a:latin typeface="Courier New" panose="02070309020205020404" pitchFamily="49" charset="0"/>
                <a:cs typeface="Courier New" panose="02070309020205020404" pitchFamily="49" charset="0"/>
              </a:rPr>
              <a:t>print</a:t>
            </a:r>
            <a:r>
              <a:rPr lang="nl-BE" dirty="0">
                <a:latin typeface="Courier New" panose="02070309020205020404" pitchFamily="49" charset="0"/>
                <a:cs typeface="Courier New" panose="02070309020205020404" pitchFamily="49" charset="0"/>
              </a:rPr>
              <a:t>(next(I))</a:t>
            </a:r>
          </a:p>
          <a:p>
            <a:pPr marL="0" indent="0">
              <a:buNone/>
            </a:pPr>
            <a:r>
              <a:rPr lang="nl-BE" dirty="0">
                <a:latin typeface="Courier New" panose="02070309020205020404" pitchFamily="49" charset="0"/>
                <a:cs typeface="Courier New" panose="02070309020205020404" pitchFamily="49" charset="0"/>
              </a:rPr>
              <a:t>2</a:t>
            </a:r>
          </a:p>
          <a:p>
            <a:pPr marL="0" indent="0">
              <a:buNone/>
            </a:pPr>
            <a:r>
              <a:rPr lang="nl-BE" dirty="0">
                <a:latin typeface="Courier New" panose="02070309020205020404" pitchFamily="49" charset="0"/>
                <a:cs typeface="Courier New" panose="02070309020205020404" pitchFamily="49" charset="0"/>
              </a:rPr>
              <a:t>In [6]: </a:t>
            </a:r>
            <a:r>
              <a:rPr lang="nl-BE" b="1" dirty="0">
                <a:latin typeface="Courier New" panose="02070309020205020404" pitchFamily="49" charset="0"/>
                <a:cs typeface="Courier New" panose="02070309020205020404" pitchFamily="49" charset="0"/>
              </a:rPr>
              <a:t>print</a:t>
            </a:r>
            <a:r>
              <a:rPr lang="nl-BE" dirty="0">
                <a:latin typeface="Courier New" panose="02070309020205020404" pitchFamily="49" charset="0"/>
                <a:cs typeface="Courier New" panose="02070309020205020404" pitchFamily="49" charset="0"/>
              </a:rPr>
              <a:t>(next(I))</a:t>
            </a:r>
          </a:p>
          <a:p>
            <a:pPr marL="0" indent="0">
              <a:buNone/>
            </a:pPr>
            <a:r>
              <a:rPr lang="nl-BE" dirty="0">
                <a:latin typeface="Courier New" panose="02070309020205020404" pitchFamily="49" charset="0"/>
                <a:cs typeface="Courier New" panose="02070309020205020404" pitchFamily="49" charset="0"/>
              </a:rPr>
              <a:t>4</a:t>
            </a:r>
          </a:p>
          <a:p>
            <a:pPr marL="0" indent="0">
              <a:buNone/>
            </a:pPr>
            <a:r>
              <a:rPr lang="nl-BE" dirty="0">
                <a:latin typeface="Courier New" panose="02070309020205020404" pitchFamily="49" charset="0"/>
                <a:cs typeface="Courier New" panose="02070309020205020404" pitchFamily="49" charset="0"/>
              </a:rPr>
              <a:t>In [7]: </a:t>
            </a:r>
            <a:r>
              <a:rPr lang="nl-BE" b="1" dirty="0">
                <a:latin typeface="Courier New" panose="02070309020205020404" pitchFamily="49" charset="0"/>
                <a:cs typeface="Courier New" panose="02070309020205020404" pitchFamily="49" charset="0"/>
              </a:rPr>
              <a:t>print</a:t>
            </a:r>
            <a:r>
              <a:rPr lang="nl-BE" dirty="0">
                <a:latin typeface="Courier New" panose="02070309020205020404" pitchFamily="49" charset="0"/>
                <a:cs typeface="Courier New" panose="02070309020205020404" pitchFamily="49" charset="0"/>
              </a:rPr>
              <a:t>(next(I))</a:t>
            </a:r>
          </a:p>
          <a:p>
            <a:pPr marL="0" indent="0">
              <a:buNone/>
            </a:pPr>
            <a:r>
              <a:rPr lang="nl-BE" dirty="0">
                <a:latin typeface="Courier New" panose="02070309020205020404" pitchFamily="49" charset="0"/>
                <a:cs typeface="Courier New" panose="02070309020205020404" pitchFamily="49" charset="0"/>
              </a:rPr>
              <a:t>6</a:t>
            </a:r>
          </a:p>
        </p:txBody>
      </p:sp>
    </p:spTree>
    <p:extLst>
      <p:ext uri="{BB962C8B-B14F-4D97-AF65-F5344CB8AC3E}">
        <p14:creationId xmlns:p14="http://schemas.microsoft.com/office/powerpoint/2010/main" val="29851878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Iterator: </a:t>
            </a:r>
            <a:r>
              <a:rPr lang="nl-BE" dirty="0" err="1"/>
              <a:t>enumerate</a:t>
            </a:r>
            <a:endParaRPr lang="nl-BE" dirty="0"/>
          </a:p>
        </p:txBody>
      </p:sp>
      <p:sp>
        <p:nvSpPr>
          <p:cNvPr id="3" name="Content Placeholder 2"/>
          <p:cNvSpPr>
            <a:spLocks noGrp="1"/>
          </p:cNvSpPr>
          <p:nvPr>
            <p:ph idx="1"/>
          </p:nvPr>
        </p:nvSpPr>
        <p:spPr/>
        <p:txBody>
          <a:bodyPr/>
          <a:lstStyle/>
          <a:p>
            <a:r>
              <a:rPr lang="en-US" dirty="0"/>
              <a:t>iterate not only the values in an array, but also keep track of the index</a:t>
            </a:r>
          </a:p>
          <a:p>
            <a:pPr marL="0" indent="0">
              <a:buNone/>
            </a:pPr>
            <a:r>
              <a:rPr lang="nl-BE" dirty="0" err="1">
                <a:latin typeface="Courier New" panose="02070309020205020404" pitchFamily="49" charset="0"/>
                <a:cs typeface="Courier New" panose="02070309020205020404" pitchFamily="49" charset="0"/>
              </a:rPr>
              <a:t>for</a:t>
            </a:r>
            <a:r>
              <a:rPr lang="nl-BE" dirty="0">
                <a:latin typeface="Courier New" panose="02070309020205020404" pitchFamily="49" charset="0"/>
                <a:cs typeface="Courier New" panose="02070309020205020404" pitchFamily="49" charset="0"/>
              </a:rPr>
              <a:t> i, val in </a:t>
            </a:r>
            <a:r>
              <a:rPr lang="nl-BE" dirty="0" err="1">
                <a:latin typeface="Courier New" panose="02070309020205020404" pitchFamily="49" charset="0"/>
                <a:cs typeface="Courier New" panose="02070309020205020404" pitchFamily="49" charset="0"/>
              </a:rPr>
              <a:t>enumerate</a:t>
            </a:r>
            <a:r>
              <a:rPr lang="nl-BE" dirty="0">
                <a:latin typeface="Courier New" panose="02070309020205020404" pitchFamily="49" charset="0"/>
                <a:cs typeface="Courier New" panose="02070309020205020404" pitchFamily="49" charset="0"/>
              </a:rPr>
              <a:t>(L):</a:t>
            </a:r>
          </a:p>
          <a:p>
            <a:pPr marL="0" indent="0">
              <a:buNone/>
            </a:pPr>
            <a:r>
              <a:rPr lang="nl-BE" dirty="0">
                <a:latin typeface="Courier New" panose="02070309020205020404" pitchFamily="49" charset="0"/>
                <a:cs typeface="Courier New" panose="02070309020205020404" pitchFamily="49" charset="0"/>
              </a:rPr>
              <a:t>    print(i, val)</a:t>
            </a:r>
          </a:p>
          <a:p>
            <a:r>
              <a:rPr lang="en-US" dirty="0"/>
              <a:t>enumerate() is a built-in Python function. </a:t>
            </a:r>
          </a:p>
          <a:p>
            <a:pPr lvl="1"/>
            <a:r>
              <a:rPr lang="en-US" dirty="0"/>
              <a:t>returns an enumerate object:  a list of tuples, containing a pair of count/index and value. </a:t>
            </a:r>
          </a:p>
        </p:txBody>
      </p:sp>
    </p:spTree>
    <p:extLst>
      <p:ext uri="{BB962C8B-B14F-4D97-AF65-F5344CB8AC3E}">
        <p14:creationId xmlns:p14="http://schemas.microsoft.com/office/powerpoint/2010/main" val="545101935"/>
      </p:ext>
    </p:extLst>
  </p:cSld>
  <p:clrMapOvr>
    <a:masterClrMapping/>
  </p:clrMapOvr>
  <mc:AlternateContent xmlns:mc="http://schemas.openxmlformats.org/markup-compatibility/2006" xmlns:p14="http://schemas.microsoft.com/office/powerpoint/2010/main">
    <mc:Choice Requires="p14">
      <p:transition spd="slow" p14:dur="2000" advTm="38619"/>
    </mc:Choice>
    <mc:Fallback xmlns="">
      <p:transition spd="slow" advTm="38619"/>
    </mc:Fallback>
  </mc:AlternateContent>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Iterator: zip</a:t>
            </a:r>
            <a:endParaRPr lang="nl-BE" dirty="0"/>
          </a:p>
        </p:txBody>
      </p:sp>
      <p:sp>
        <p:nvSpPr>
          <p:cNvPr id="3" name="Content Placeholder 2"/>
          <p:cNvSpPr>
            <a:spLocks noGrp="1"/>
          </p:cNvSpPr>
          <p:nvPr>
            <p:ph idx="1"/>
          </p:nvPr>
        </p:nvSpPr>
        <p:spPr/>
        <p:txBody>
          <a:bodyPr>
            <a:normAutofit/>
          </a:bodyPr>
          <a:lstStyle/>
          <a:p>
            <a:r>
              <a:rPr lang="en-US" dirty="0"/>
              <a:t>The </a:t>
            </a:r>
            <a:r>
              <a:rPr lang="en-US" dirty="0">
                <a:latin typeface="Courier New" panose="02070309020205020404" pitchFamily="49" charset="0"/>
                <a:cs typeface="Courier New" panose="02070309020205020404" pitchFamily="49" charset="0"/>
              </a:rPr>
              <a:t>zip() </a:t>
            </a:r>
            <a:r>
              <a:rPr lang="en-US" dirty="0"/>
              <a:t>function returns an iterator of tuples based on the </a:t>
            </a:r>
            <a:r>
              <a:rPr lang="en-US" dirty="0" err="1"/>
              <a:t>iterable</a:t>
            </a:r>
            <a:r>
              <a:rPr lang="en-US" dirty="0"/>
              <a:t> object.</a:t>
            </a:r>
          </a:p>
          <a:p>
            <a:pPr lvl="1"/>
            <a:r>
              <a:rPr lang="en-US" dirty="0"/>
              <a:t>If no parameters are passed, zip() returns an empty iterator</a:t>
            </a:r>
          </a:p>
          <a:p>
            <a:pPr lvl="1"/>
            <a:r>
              <a:rPr lang="en-US" dirty="0"/>
              <a:t>If a single </a:t>
            </a:r>
            <a:r>
              <a:rPr lang="en-US" dirty="0" err="1"/>
              <a:t>iterable</a:t>
            </a:r>
            <a:r>
              <a:rPr lang="en-US" dirty="0"/>
              <a:t> is passed, zip() returns an iterator of 1-tuples. </a:t>
            </a:r>
          </a:p>
          <a:p>
            <a:pPr lvl="1"/>
            <a:r>
              <a:rPr lang="en-US" dirty="0"/>
              <a:t>If multiple </a:t>
            </a:r>
            <a:r>
              <a:rPr lang="en-US" dirty="0" err="1"/>
              <a:t>iterables</a:t>
            </a:r>
            <a:r>
              <a:rPr lang="en-US" dirty="0"/>
              <a:t> are passed, </a:t>
            </a:r>
            <a:r>
              <a:rPr lang="en-US" dirty="0" err="1"/>
              <a:t>i</a:t>
            </a:r>
            <a:r>
              <a:rPr lang="en-US" baseline="30000" dirty="0" err="1"/>
              <a:t>th</a:t>
            </a:r>
            <a:r>
              <a:rPr lang="en-US" dirty="0"/>
              <a:t> tuple contains </a:t>
            </a:r>
            <a:r>
              <a:rPr lang="en-US" dirty="0" err="1"/>
              <a:t>i</a:t>
            </a:r>
            <a:r>
              <a:rPr lang="en-US" baseline="30000" dirty="0" err="1"/>
              <a:t>th</a:t>
            </a:r>
            <a:r>
              <a:rPr lang="en-US" dirty="0"/>
              <a:t> Suppose, two </a:t>
            </a:r>
            <a:r>
              <a:rPr lang="en-US" dirty="0" err="1"/>
              <a:t>iterables</a:t>
            </a:r>
            <a:r>
              <a:rPr lang="en-US" dirty="0"/>
              <a:t> are passed; one </a:t>
            </a:r>
            <a:r>
              <a:rPr lang="en-US" dirty="0" err="1"/>
              <a:t>iterable</a:t>
            </a:r>
            <a:r>
              <a:rPr lang="en-US" dirty="0"/>
              <a:t> containing 3 and other containing 5 elements. Then, the returned iterator has 3 tuples. It's because iterator stops when shortest </a:t>
            </a:r>
            <a:r>
              <a:rPr lang="en-US" dirty="0" err="1"/>
              <a:t>iterable</a:t>
            </a:r>
            <a:r>
              <a:rPr lang="en-US" dirty="0"/>
              <a:t> is </a:t>
            </a:r>
            <a:r>
              <a:rPr lang="en-US" dirty="0" err="1"/>
              <a:t>exhaused</a:t>
            </a:r>
            <a:r>
              <a:rPr lang="en-US" dirty="0"/>
              <a:t>.</a:t>
            </a:r>
          </a:p>
          <a:p>
            <a:r>
              <a:rPr lang="en-US" dirty="0">
                <a:latin typeface="Courier New" panose="02070309020205020404" pitchFamily="49" charset="0"/>
                <a:cs typeface="Courier New" panose="02070309020205020404" pitchFamily="49" charset="0"/>
              </a:rPr>
              <a:t>zip()</a:t>
            </a:r>
            <a:r>
              <a:rPr lang="en-US" dirty="0"/>
              <a:t>in conjunction with the * operator can be used to unzip a list</a:t>
            </a:r>
          </a:p>
          <a:p>
            <a:r>
              <a:rPr lang="en-US" dirty="0"/>
              <a:t>File: iterator_1.py</a:t>
            </a:r>
            <a:endParaRPr lang="nl-BE" dirty="0"/>
          </a:p>
          <a:p>
            <a:endParaRPr lang="en-US" dirty="0"/>
          </a:p>
          <a:p>
            <a:endParaRPr lang="nl-BE" dirty="0"/>
          </a:p>
        </p:txBody>
      </p:sp>
    </p:spTree>
    <p:extLst>
      <p:ext uri="{BB962C8B-B14F-4D97-AF65-F5344CB8AC3E}">
        <p14:creationId xmlns:p14="http://schemas.microsoft.com/office/powerpoint/2010/main" val="63896257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Iterator: map / filter</a:t>
            </a:r>
            <a:endParaRPr lang="nl-BE" dirty="0"/>
          </a:p>
        </p:txBody>
      </p:sp>
      <p:sp>
        <p:nvSpPr>
          <p:cNvPr id="3" name="Content Placeholder 2"/>
          <p:cNvSpPr>
            <a:spLocks noGrp="1"/>
          </p:cNvSpPr>
          <p:nvPr>
            <p:ph idx="1"/>
          </p:nvPr>
        </p:nvSpPr>
        <p:spPr/>
        <p:txBody>
          <a:bodyPr/>
          <a:lstStyle/>
          <a:p>
            <a:r>
              <a:rPr lang="en-US" dirty="0"/>
              <a:t>The </a:t>
            </a:r>
            <a:r>
              <a:rPr lang="en-US" dirty="0">
                <a:latin typeface="Courier New" panose="02070309020205020404" pitchFamily="49" charset="0"/>
                <a:cs typeface="Courier New" panose="02070309020205020404" pitchFamily="49" charset="0"/>
              </a:rPr>
              <a:t>map</a:t>
            </a:r>
            <a:r>
              <a:rPr lang="en-US" dirty="0"/>
              <a:t> iterator takes a function and applies it to the values in an </a:t>
            </a:r>
            <a:r>
              <a:rPr lang="nl-BE" dirty="0" err="1"/>
              <a:t>iterator</a:t>
            </a:r>
            <a:r>
              <a:rPr lang="nl-BE" dirty="0"/>
              <a:t>.</a:t>
            </a:r>
          </a:p>
          <a:p>
            <a:r>
              <a:rPr lang="en-US" dirty="0"/>
              <a:t>The </a:t>
            </a:r>
            <a:r>
              <a:rPr lang="en-US" dirty="0">
                <a:latin typeface="Courier New" panose="02070309020205020404" pitchFamily="49" charset="0"/>
                <a:cs typeface="Courier New" panose="02070309020205020404" pitchFamily="49" charset="0"/>
              </a:rPr>
              <a:t>filter</a:t>
            </a:r>
            <a:r>
              <a:rPr lang="en-US" dirty="0"/>
              <a:t> iterator looks similar, except it only passes through values for which the filter function evaluates to True</a:t>
            </a:r>
          </a:p>
          <a:p>
            <a:r>
              <a:rPr lang="en-US" dirty="0"/>
              <a:t>File: iterator_1.py</a:t>
            </a:r>
            <a:endParaRPr lang="nl-BE" dirty="0"/>
          </a:p>
          <a:p>
            <a:endParaRPr lang="nl-BE" dirty="0"/>
          </a:p>
        </p:txBody>
      </p:sp>
    </p:spTree>
    <p:extLst>
      <p:ext uri="{BB962C8B-B14F-4D97-AF65-F5344CB8AC3E}">
        <p14:creationId xmlns:p14="http://schemas.microsoft.com/office/powerpoint/2010/main" val="13564347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4977</Words>
  <Application>Microsoft Office PowerPoint</Application>
  <PresentationFormat>Widescreen</PresentationFormat>
  <Paragraphs>542</Paragraphs>
  <Slides>66</Slides>
  <Notes>0</Notes>
  <HiddenSlides>21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66</vt:i4>
      </vt:variant>
    </vt:vector>
  </HeadingPairs>
  <TitlesOfParts>
    <vt:vector size="74" baseType="lpstr">
      <vt:lpstr>MS PGothic</vt:lpstr>
      <vt:lpstr>Arial</vt:lpstr>
      <vt:lpstr>Calibri</vt:lpstr>
      <vt:lpstr>Calibri Light</vt:lpstr>
      <vt:lpstr>Courier New</vt:lpstr>
      <vt:lpstr>Lato</vt:lpstr>
      <vt:lpstr>Wingdings 2</vt:lpstr>
      <vt:lpstr>Office Theme</vt:lpstr>
      <vt:lpstr>Python</vt:lpstr>
      <vt:lpstr>Thank You</vt:lpstr>
      <vt:lpstr>See also</vt:lpstr>
      <vt:lpstr>Key concepts in programming</vt:lpstr>
      <vt:lpstr>Built-in compound data types</vt:lpstr>
      <vt:lpstr>Data structures</vt:lpstr>
      <vt:lpstr>Data structures</vt:lpstr>
      <vt:lpstr>Operations on Any Sequence in Python</vt:lpstr>
      <vt:lpstr>list</vt:lpstr>
      <vt:lpstr>Lists</vt:lpstr>
      <vt:lpstr>List creation</vt:lpstr>
      <vt:lpstr>List indexing and slicing</vt:lpstr>
      <vt:lpstr>List indexing and slicing</vt:lpstr>
      <vt:lpstr>Enlarging Lists</vt:lpstr>
      <vt:lpstr>Membership: in operator</vt:lpstr>
      <vt:lpstr>List methods</vt:lpstr>
      <vt:lpstr>Enlarging Lists</vt:lpstr>
      <vt:lpstr>Shorten Lists</vt:lpstr>
      <vt:lpstr>More Operators, Methods on Lists</vt:lpstr>
      <vt:lpstr>More Methods on Lists</vt:lpstr>
      <vt:lpstr>list()</vt:lpstr>
      <vt:lpstr>Using list as a stack</vt:lpstr>
      <vt:lpstr>Range</vt:lpstr>
      <vt:lpstr>More on lists</vt:lpstr>
      <vt:lpstr>Mutability </vt:lpstr>
      <vt:lpstr>Mutable Objects and values: aliasing</vt:lpstr>
      <vt:lpstr>Shallow / deep copy</vt:lpstr>
      <vt:lpstr>Shallow / deep copy</vt:lpstr>
      <vt:lpstr>Unpacking </vt:lpstr>
      <vt:lpstr>Hands-on Lists</vt:lpstr>
      <vt:lpstr>tuple</vt:lpstr>
      <vt:lpstr>Tuples</vt:lpstr>
      <vt:lpstr>Tuple operations</vt:lpstr>
      <vt:lpstr>Tuple operations</vt:lpstr>
      <vt:lpstr>Tuple unpacking</vt:lpstr>
      <vt:lpstr>Tuple vs List</vt:lpstr>
      <vt:lpstr>Tuple vs List</vt:lpstr>
      <vt:lpstr>Tip: list or tuple?</vt:lpstr>
      <vt:lpstr>Named tuple</vt:lpstr>
      <vt:lpstr>Tip what sequence?</vt:lpstr>
      <vt:lpstr>dictionary</vt:lpstr>
      <vt:lpstr>Dictionary</vt:lpstr>
      <vt:lpstr>Dictionary</vt:lpstr>
      <vt:lpstr>Indexing a dictionary</vt:lpstr>
      <vt:lpstr>Dictionaries are mutable</vt:lpstr>
      <vt:lpstr>Membership of dictionaries</vt:lpstr>
      <vt:lpstr>Dictionary methods</vt:lpstr>
      <vt:lpstr>Dictionary: aliasing</vt:lpstr>
      <vt:lpstr>Dictionary implementation</vt:lpstr>
      <vt:lpstr>See also</vt:lpstr>
      <vt:lpstr>Dictionary</vt:lpstr>
      <vt:lpstr>set</vt:lpstr>
      <vt:lpstr>Sets</vt:lpstr>
      <vt:lpstr>Sets </vt:lpstr>
      <vt:lpstr>Sets</vt:lpstr>
      <vt:lpstr>Sets: built-in methods</vt:lpstr>
      <vt:lpstr>extra</vt:lpstr>
      <vt:lpstr>The in operator</vt:lpstr>
      <vt:lpstr>The is operator</vt:lpstr>
      <vt:lpstr>Comprehension</vt:lpstr>
      <vt:lpstr>iterators</vt:lpstr>
      <vt:lpstr>iterators</vt:lpstr>
      <vt:lpstr>iter</vt:lpstr>
      <vt:lpstr>Iterator: enumerate</vt:lpstr>
      <vt:lpstr>Iterator: zip</vt:lpstr>
      <vt:lpstr>Iterator: map / filter</vt:lpstr>
    </vt:vector>
  </TitlesOfParts>
  <Company>KU Leuven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Frank Van Puyvelde</dc:creator>
  <cp:lastModifiedBy>Ehsan Moravveji</cp:lastModifiedBy>
  <cp:revision>622</cp:revision>
  <dcterms:created xsi:type="dcterms:W3CDTF">2017-04-04T14:55:01Z</dcterms:created>
  <dcterms:modified xsi:type="dcterms:W3CDTF">2026-10-03T19:30:44Z</dcterms:modified>
</cp:coreProperties>
</file>